
<file path=[Content_Types].xml><?xml version="1.0" encoding="utf-8"?>
<Types xmlns="http://schemas.openxmlformats.org/package/2006/content-types">
  <Default Extension="png" ContentType="image/png"/>
  <Default Extension="bin" ContentType="application/vnd.openxmlformats-officedocument.oleObject"/>
  <Default Extension="emf" ContentType="image/x-emf"/>
  <Default Extension="jpeg" ContentType="image/jpeg"/>
  <Default Extension="rels" ContentType="application/vnd.openxmlformats-package.relationships+xml"/>
  <Default Extension="xml" ContentType="application/xml"/>
  <Default Extension="gif" ContentType="image/gif"/>
  <Default Extension="vml" ContentType="application/vnd.openxmlformats-officedocument.vmlDrawing"/>
  <Default Extension="jpg" ContentType="image/jpeg"/>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theme/theme2.xml" ContentType="application/vnd.openxmlformats-officedocument.theme+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theme/theme3.xml" ContentType="application/vnd.openxmlformats-officedocument.theme+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theme/theme4.xml" ContentType="application/vnd.openxmlformats-officedocument.theme+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theme/theme5.xml" ContentType="application/vnd.openxmlformats-officedocument.theme+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theme/theme6.xml" ContentType="application/vnd.openxmlformats-officedocument.theme+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theme/theme7.xml" ContentType="application/vnd.openxmlformats-officedocument.theme+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theme/theme8.xml" ContentType="application/vnd.openxmlformats-officedocument.theme+xml"/>
  <Override PartName="/ppt/theme/theme9.xml" ContentType="application/vnd.openxmlformats-officedocument.theme+xml"/>
  <Override PartName="/ppt/theme/theme10.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tags/tag1.xml" ContentType="application/vnd.openxmlformats-officedocument.presentationml.tags+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notesSlides/notesSlide38.xml" ContentType="application/vnd.openxmlformats-officedocument.presentationml.notesSlide+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tags/tag39.xml" ContentType="application/vnd.openxmlformats-officedocument.presentationml.tags+xml"/>
  <Override PartName="/ppt/tags/tag40.xml" ContentType="application/vnd.openxmlformats-officedocument.presentationml.tags+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2" r:id="rId4"/>
    <p:sldMasterId id="2147483777" r:id="rId5"/>
    <p:sldMasterId id="2147483795" r:id="rId6"/>
    <p:sldMasterId id="2147483813" r:id="rId7"/>
    <p:sldMasterId id="2147483831" r:id="rId8"/>
    <p:sldMasterId id="2147483838" r:id="rId9"/>
    <p:sldMasterId id="2147483857" r:id="rId10"/>
    <p:sldMasterId id="2147483871" r:id="rId11"/>
  </p:sldMasterIdLst>
  <p:notesMasterIdLst>
    <p:notesMasterId r:id="rId82"/>
  </p:notesMasterIdLst>
  <p:handoutMasterIdLst>
    <p:handoutMasterId r:id="rId83"/>
  </p:handoutMasterIdLst>
  <p:sldIdLst>
    <p:sldId id="256" r:id="rId12"/>
    <p:sldId id="556" r:id="rId13"/>
    <p:sldId id="606" r:id="rId14"/>
    <p:sldId id="607" r:id="rId15"/>
    <p:sldId id="608" r:id="rId16"/>
    <p:sldId id="609" r:id="rId17"/>
    <p:sldId id="610" r:id="rId18"/>
    <p:sldId id="685" r:id="rId19"/>
    <p:sldId id="611" r:id="rId20"/>
    <p:sldId id="612" r:id="rId21"/>
    <p:sldId id="613" r:id="rId22"/>
    <p:sldId id="660" r:id="rId23"/>
    <p:sldId id="661" r:id="rId24"/>
    <p:sldId id="614" r:id="rId25"/>
    <p:sldId id="645" r:id="rId26"/>
    <p:sldId id="649" r:id="rId27"/>
    <p:sldId id="647" r:id="rId28"/>
    <p:sldId id="662" r:id="rId29"/>
    <p:sldId id="663" r:id="rId30"/>
    <p:sldId id="648" r:id="rId31"/>
    <p:sldId id="664" r:id="rId32"/>
    <p:sldId id="668" r:id="rId33"/>
    <p:sldId id="679" r:id="rId34"/>
    <p:sldId id="680" r:id="rId35"/>
    <p:sldId id="687" r:id="rId36"/>
    <p:sldId id="686" r:id="rId37"/>
    <p:sldId id="682" r:id="rId38"/>
    <p:sldId id="683" r:id="rId39"/>
    <p:sldId id="684" r:id="rId40"/>
    <p:sldId id="619" r:id="rId41"/>
    <p:sldId id="624" r:id="rId42"/>
    <p:sldId id="620" r:id="rId43"/>
    <p:sldId id="621" r:id="rId44"/>
    <p:sldId id="622" r:id="rId45"/>
    <p:sldId id="623" r:id="rId46"/>
    <p:sldId id="625" r:id="rId47"/>
    <p:sldId id="674" r:id="rId48"/>
    <p:sldId id="626" r:id="rId49"/>
    <p:sldId id="675" r:id="rId50"/>
    <p:sldId id="676" r:id="rId51"/>
    <p:sldId id="677" r:id="rId52"/>
    <p:sldId id="678" r:id="rId53"/>
    <p:sldId id="629" r:id="rId54"/>
    <p:sldId id="630" r:id="rId55"/>
    <p:sldId id="652" r:id="rId56"/>
    <p:sldId id="631" r:id="rId57"/>
    <p:sldId id="670" r:id="rId58"/>
    <p:sldId id="671" r:id="rId59"/>
    <p:sldId id="672" r:id="rId60"/>
    <p:sldId id="632" r:id="rId61"/>
    <p:sldId id="633" r:id="rId62"/>
    <p:sldId id="673" r:id="rId63"/>
    <p:sldId id="634" r:id="rId64"/>
    <p:sldId id="635" r:id="rId65"/>
    <p:sldId id="636" r:id="rId66"/>
    <p:sldId id="637" r:id="rId67"/>
    <p:sldId id="638" r:id="rId68"/>
    <p:sldId id="639" r:id="rId69"/>
    <p:sldId id="640" r:id="rId70"/>
    <p:sldId id="641" r:id="rId71"/>
    <p:sldId id="642" r:id="rId72"/>
    <p:sldId id="643" r:id="rId73"/>
    <p:sldId id="644" r:id="rId74"/>
    <p:sldId id="653" r:id="rId75"/>
    <p:sldId id="665" r:id="rId76"/>
    <p:sldId id="666" r:id="rId77"/>
    <p:sldId id="667" r:id="rId78"/>
    <p:sldId id="669" r:id="rId79"/>
    <p:sldId id="495" r:id="rId80"/>
    <p:sldId id="454" r:id="rId81"/>
  </p:sldIdLst>
  <p:sldSz cx="12192000" cy="6858000"/>
  <p:notesSz cx="7099300" cy="1023461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459D886A-321C-4BF7-A1C3-C9619CA0DC2C}">
          <p14:sldIdLst>
            <p14:sldId id="256"/>
            <p14:sldId id="556"/>
          </p14:sldIdLst>
        </p14:section>
        <p14:section name="Content" id="{31F9149E-C170-4E61-8C32-78FBFFDAEC9C}">
          <p14:sldIdLst>
            <p14:sldId id="606"/>
            <p14:sldId id="607"/>
            <p14:sldId id="608"/>
            <p14:sldId id="609"/>
            <p14:sldId id="610"/>
            <p14:sldId id="685"/>
            <p14:sldId id="611"/>
            <p14:sldId id="612"/>
            <p14:sldId id="613"/>
            <p14:sldId id="660"/>
            <p14:sldId id="661"/>
            <p14:sldId id="614"/>
            <p14:sldId id="645"/>
            <p14:sldId id="649"/>
            <p14:sldId id="647"/>
            <p14:sldId id="662"/>
            <p14:sldId id="663"/>
            <p14:sldId id="648"/>
            <p14:sldId id="664"/>
            <p14:sldId id="668"/>
            <p14:sldId id="679"/>
            <p14:sldId id="680"/>
            <p14:sldId id="687"/>
            <p14:sldId id="686"/>
            <p14:sldId id="682"/>
            <p14:sldId id="683"/>
            <p14:sldId id="684"/>
            <p14:sldId id="619"/>
            <p14:sldId id="624"/>
            <p14:sldId id="620"/>
            <p14:sldId id="621"/>
            <p14:sldId id="622"/>
            <p14:sldId id="623"/>
            <p14:sldId id="625"/>
            <p14:sldId id="674"/>
            <p14:sldId id="626"/>
            <p14:sldId id="675"/>
            <p14:sldId id="676"/>
            <p14:sldId id="677"/>
            <p14:sldId id="678"/>
            <p14:sldId id="629"/>
            <p14:sldId id="630"/>
            <p14:sldId id="652"/>
            <p14:sldId id="631"/>
            <p14:sldId id="670"/>
            <p14:sldId id="671"/>
            <p14:sldId id="672"/>
            <p14:sldId id="632"/>
            <p14:sldId id="633"/>
            <p14:sldId id="673"/>
            <p14:sldId id="634"/>
            <p14:sldId id="635"/>
            <p14:sldId id="636"/>
            <p14:sldId id="637"/>
            <p14:sldId id="638"/>
            <p14:sldId id="639"/>
            <p14:sldId id="640"/>
            <p14:sldId id="641"/>
            <p14:sldId id="642"/>
            <p14:sldId id="643"/>
            <p14:sldId id="644"/>
            <p14:sldId id="653"/>
            <p14:sldId id="665"/>
            <p14:sldId id="666"/>
            <p14:sldId id="667"/>
            <p14:sldId id="669"/>
          </p14:sldIdLst>
        </p14:section>
        <p14:section name="Exit" id="{26D33BE0-B19C-465D-8801-1598009CC099}">
          <p14:sldIdLst>
            <p14:sldId id="495"/>
            <p14:sldId id="454"/>
          </p14:sldIdLst>
        </p14:section>
      </p14:sectionLst>
    </p:ex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Jonah Sterling" initials="JS" lastIdx="1" clrIdx="0">
    <p:extLst>
      <p:ext uri="{19B8F6BF-5375-455C-9EA6-DF929625EA0E}">
        <p15:presenceInfo xmlns:p15="http://schemas.microsoft.com/office/powerpoint/2012/main" userId="S-1-5-21-2127521184-1604012920-1887927527-7433030"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9396C"/>
    <a:srgbClr val="081C23"/>
    <a:srgbClr val="F15A29"/>
    <a:srgbClr val="92D050"/>
    <a:srgbClr val="AC75D5"/>
    <a:srgbClr val="7F498F"/>
    <a:srgbClr val="D5B8EA"/>
    <a:srgbClr val="0075C9"/>
    <a:srgbClr val="000000"/>
    <a:srgbClr val="1D438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68297" autoAdjust="0"/>
  </p:normalViewPr>
  <p:slideViewPr>
    <p:cSldViewPr snapToGrid="0">
      <p:cViewPr varScale="1">
        <p:scale>
          <a:sx n="120" d="100"/>
          <a:sy n="120" d="100"/>
        </p:scale>
        <p:origin x="1880" y="112"/>
      </p:cViewPr>
      <p:guideLst/>
    </p:cSldViewPr>
  </p:slideViewPr>
  <p:outlineViewPr>
    <p:cViewPr>
      <p:scale>
        <a:sx n="33" d="100"/>
        <a:sy n="33" d="100"/>
      </p:scale>
      <p:origin x="0" y="-4948"/>
    </p:cViewPr>
  </p:outlineViewPr>
  <p:notesTextViewPr>
    <p:cViewPr>
      <p:scale>
        <a:sx n="3" d="2"/>
        <a:sy n="3" d="2"/>
      </p:scale>
      <p:origin x="0" y="0"/>
    </p:cViewPr>
  </p:notesTextViewPr>
  <p:sorterViewPr>
    <p:cViewPr>
      <p:scale>
        <a:sx n="125" d="100"/>
        <a:sy n="125" d="100"/>
      </p:scale>
      <p:origin x="0" y="-18348"/>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15.xml"/><Relationship Id="rId21" Type="http://schemas.openxmlformats.org/officeDocument/2006/relationships/slide" Target="slides/slide10.xml"/><Relationship Id="rId42" Type="http://schemas.openxmlformats.org/officeDocument/2006/relationships/slide" Target="slides/slide31.xml"/><Relationship Id="rId47" Type="http://schemas.openxmlformats.org/officeDocument/2006/relationships/slide" Target="slides/slide36.xml"/><Relationship Id="rId63" Type="http://schemas.openxmlformats.org/officeDocument/2006/relationships/slide" Target="slides/slide52.xml"/><Relationship Id="rId68" Type="http://schemas.openxmlformats.org/officeDocument/2006/relationships/slide" Target="slides/slide57.xml"/><Relationship Id="rId84" Type="http://schemas.openxmlformats.org/officeDocument/2006/relationships/commentAuthors" Target="commentAuthors.xml"/><Relationship Id="rId16" Type="http://schemas.openxmlformats.org/officeDocument/2006/relationships/slide" Target="slides/slide5.xml"/><Relationship Id="rId11" Type="http://schemas.openxmlformats.org/officeDocument/2006/relationships/slideMaster" Target="slideMasters/slideMaster8.xml"/><Relationship Id="rId32" Type="http://schemas.openxmlformats.org/officeDocument/2006/relationships/slide" Target="slides/slide21.xml"/><Relationship Id="rId37" Type="http://schemas.openxmlformats.org/officeDocument/2006/relationships/slide" Target="slides/slide26.xml"/><Relationship Id="rId53" Type="http://schemas.openxmlformats.org/officeDocument/2006/relationships/slide" Target="slides/slide42.xml"/><Relationship Id="rId58" Type="http://schemas.openxmlformats.org/officeDocument/2006/relationships/slide" Target="slides/slide47.xml"/><Relationship Id="rId74" Type="http://schemas.openxmlformats.org/officeDocument/2006/relationships/slide" Target="slides/slide63.xml"/><Relationship Id="rId79" Type="http://schemas.openxmlformats.org/officeDocument/2006/relationships/slide" Target="slides/slide68.xml"/><Relationship Id="rId5" Type="http://schemas.openxmlformats.org/officeDocument/2006/relationships/slideMaster" Target="slideMasters/slideMaster2.xml"/><Relationship Id="rId19" Type="http://schemas.openxmlformats.org/officeDocument/2006/relationships/slide" Target="slides/slide8.xml"/><Relationship Id="rId14" Type="http://schemas.openxmlformats.org/officeDocument/2006/relationships/slide" Target="slides/slide3.xml"/><Relationship Id="rId22" Type="http://schemas.openxmlformats.org/officeDocument/2006/relationships/slide" Target="slides/slide11.xml"/><Relationship Id="rId27" Type="http://schemas.openxmlformats.org/officeDocument/2006/relationships/slide" Target="slides/slide16.xml"/><Relationship Id="rId30" Type="http://schemas.openxmlformats.org/officeDocument/2006/relationships/slide" Target="slides/slide19.xml"/><Relationship Id="rId35" Type="http://schemas.openxmlformats.org/officeDocument/2006/relationships/slide" Target="slides/slide24.xml"/><Relationship Id="rId43" Type="http://schemas.openxmlformats.org/officeDocument/2006/relationships/slide" Target="slides/slide32.xml"/><Relationship Id="rId48" Type="http://schemas.openxmlformats.org/officeDocument/2006/relationships/slide" Target="slides/slide37.xml"/><Relationship Id="rId56" Type="http://schemas.openxmlformats.org/officeDocument/2006/relationships/slide" Target="slides/slide45.xml"/><Relationship Id="rId64" Type="http://schemas.openxmlformats.org/officeDocument/2006/relationships/slide" Target="slides/slide53.xml"/><Relationship Id="rId69" Type="http://schemas.openxmlformats.org/officeDocument/2006/relationships/slide" Target="slides/slide58.xml"/><Relationship Id="rId77" Type="http://schemas.openxmlformats.org/officeDocument/2006/relationships/slide" Target="slides/slide66.xml"/><Relationship Id="rId8" Type="http://schemas.openxmlformats.org/officeDocument/2006/relationships/slideMaster" Target="slideMasters/slideMaster5.xml"/><Relationship Id="rId51" Type="http://schemas.openxmlformats.org/officeDocument/2006/relationships/slide" Target="slides/slide40.xml"/><Relationship Id="rId72" Type="http://schemas.openxmlformats.org/officeDocument/2006/relationships/slide" Target="slides/slide61.xml"/><Relationship Id="rId80" Type="http://schemas.openxmlformats.org/officeDocument/2006/relationships/slide" Target="slides/slide69.xml"/><Relationship Id="rId85" Type="http://schemas.openxmlformats.org/officeDocument/2006/relationships/presProps" Target="presProps.xml"/><Relationship Id="rId3" Type="http://schemas.openxmlformats.org/officeDocument/2006/relationships/customXml" Target="../customXml/item3.xml"/><Relationship Id="rId12" Type="http://schemas.openxmlformats.org/officeDocument/2006/relationships/slide" Target="slides/slide1.xml"/><Relationship Id="rId17" Type="http://schemas.openxmlformats.org/officeDocument/2006/relationships/slide" Target="slides/slide6.xml"/><Relationship Id="rId25" Type="http://schemas.openxmlformats.org/officeDocument/2006/relationships/slide" Target="slides/slide14.xml"/><Relationship Id="rId33" Type="http://schemas.openxmlformats.org/officeDocument/2006/relationships/slide" Target="slides/slide22.xml"/><Relationship Id="rId38" Type="http://schemas.openxmlformats.org/officeDocument/2006/relationships/slide" Target="slides/slide27.xml"/><Relationship Id="rId46" Type="http://schemas.openxmlformats.org/officeDocument/2006/relationships/slide" Target="slides/slide35.xml"/><Relationship Id="rId59" Type="http://schemas.openxmlformats.org/officeDocument/2006/relationships/slide" Target="slides/slide48.xml"/><Relationship Id="rId67" Type="http://schemas.openxmlformats.org/officeDocument/2006/relationships/slide" Target="slides/slide56.xml"/><Relationship Id="rId20" Type="http://schemas.openxmlformats.org/officeDocument/2006/relationships/slide" Target="slides/slide9.xml"/><Relationship Id="rId41" Type="http://schemas.openxmlformats.org/officeDocument/2006/relationships/slide" Target="slides/slide30.xml"/><Relationship Id="rId54" Type="http://schemas.openxmlformats.org/officeDocument/2006/relationships/slide" Target="slides/slide43.xml"/><Relationship Id="rId62" Type="http://schemas.openxmlformats.org/officeDocument/2006/relationships/slide" Target="slides/slide51.xml"/><Relationship Id="rId70" Type="http://schemas.openxmlformats.org/officeDocument/2006/relationships/slide" Target="slides/slide59.xml"/><Relationship Id="rId75" Type="http://schemas.openxmlformats.org/officeDocument/2006/relationships/slide" Target="slides/slide64.xml"/><Relationship Id="rId83" Type="http://schemas.openxmlformats.org/officeDocument/2006/relationships/handoutMaster" Target="handoutMasters/handoutMaster1.xml"/><Relationship Id="rId88"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Master" Target="slideMasters/slideMaster3.xml"/><Relationship Id="rId15" Type="http://schemas.openxmlformats.org/officeDocument/2006/relationships/slide" Target="slides/slide4.xml"/><Relationship Id="rId23" Type="http://schemas.openxmlformats.org/officeDocument/2006/relationships/slide" Target="slides/slide12.xml"/><Relationship Id="rId28" Type="http://schemas.openxmlformats.org/officeDocument/2006/relationships/slide" Target="slides/slide17.xml"/><Relationship Id="rId36" Type="http://schemas.openxmlformats.org/officeDocument/2006/relationships/slide" Target="slides/slide25.xml"/><Relationship Id="rId49" Type="http://schemas.openxmlformats.org/officeDocument/2006/relationships/slide" Target="slides/slide38.xml"/><Relationship Id="rId57" Type="http://schemas.openxmlformats.org/officeDocument/2006/relationships/slide" Target="slides/slide46.xml"/><Relationship Id="rId10" Type="http://schemas.openxmlformats.org/officeDocument/2006/relationships/slideMaster" Target="slideMasters/slideMaster7.xml"/><Relationship Id="rId31" Type="http://schemas.openxmlformats.org/officeDocument/2006/relationships/slide" Target="slides/slide20.xml"/><Relationship Id="rId44" Type="http://schemas.openxmlformats.org/officeDocument/2006/relationships/slide" Target="slides/slide33.xml"/><Relationship Id="rId52" Type="http://schemas.openxmlformats.org/officeDocument/2006/relationships/slide" Target="slides/slide41.xml"/><Relationship Id="rId60" Type="http://schemas.openxmlformats.org/officeDocument/2006/relationships/slide" Target="slides/slide49.xml"/><Relationship Id="rId65" Type="http://schemas.openxmlformats.org/officeDocument/2006/relationships/slide" Target="slides/slide54.xml"/><Relationship Id="rId73" Type="http://schemas.openxmlformats.org/officeDocument/2006/relationships/slide" Target="slides/slide62.xml"/><Relationship Id="rId78" Type="http://schemas.openxmlformats.org/officeDocument/2006/relationships/slide" Target="slides/slide67.xml"/><Relationship Id="rId81" Type="http://schemas.openxmlformats.org/officeDocument/2006/relationships/slide" Target="slides/slide70.xml"/><Relationship Id="rId86"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Master" Target="slideMasters/slideMaster6.xml"/><Relationship Id="rId13" Type="http://schemas.openxmlformats.org/officeDocument/2006/relationships/slide" Target="slides/slide2.xml"/><Relationship Id="rId18" Type="http://schemas.openxmlformats.org/officeDocument/2006/relationships/slide" Target="slides/slide7.xml"/><Relationship Id="rId39" Type="http://schemas.openxmlformats.org/officeDocument/2006/relationships/slide" Target="slides/slide28.xml"/><Relationship Id="rId34" Type="http://schemas.openxmlformats.org/officeDocument/2006/relationships/slide" Target="slides/slide23.xml"/><Relationship Id="rId50" Type="http://schemas.openxmlformats.org/officeDocument/2006/relationships/slide" Target="slides/slide39.xml"/><Relationship Id="rId55" Type="http://schemas.openxmlformats.org/officeDocument/2006/relationships/slide" Target="slides/slide44.xml"/><Relationship Id="rId76" Type="http://schemas.openxmlformats.org/officeDocument/2006/relationships/slide" Target="slides/slide65.xml"/><Relationship Id="rId7" Type="http://schemas.openxmlformats.org/officeDocument/2006/relationships/slideMaster" Target="slideMasters/slideMaster4.xml"/><Relationship Id="rId71" Type="http://schemas.openxmlformats.org/officeDocument/2006/relationships/slide" Target="slides/slide60.xml"/><Relationship Id="rId2" Type="http://schemas.openxmlformats.org/officeDocument/2006/relationships/customXml" Target="../customXml/item2.xml"/><Relationship Id="rId29" Type="http://schemas.openxmlformats.org/officeDocument/2006/relationships/slide" Target="slides/slide18.xml"/><Relationship Id="rId24" Type="http://schemas.openxmlformats.org/officeDocument/2006/relationships/slide" Target="slides/slide13.xml"/><Relationship Id="rId40" Type="http://schemas.openxmlformats.org/officeDocument/2006/relationships/slide" Target="slides/slide29.xml"/><Relationship Id="rId45" Type="http://schemas.openxmlformats.org/officeDocument/2006/relationships/slide" Target="slides/slide34.xml"/><Relationship Id="rId66" Type="http://schemas.openxmlformats.org/officeDocument/2006/relationships/slide" Target="slides/slide55.xml"/><Relationship Id="rId87" Type="http://schemas.openxmlformats.org/officeDocument/2006/relationships/theme" Target="theme/theme1.xml"/><Relationship Id="rId61" Type="http://schemas.openxmlformats.org/officeDocument/2006/relationships/slide" Target="slides/slide50.xml"/><Relationship Id="rId82" Type="http://schemas.openxmlformats.org/officeDocument/2006/relationships/notesMaster" Target="notesMasters/notes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05.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10.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1" y="1"/>
            <a:ext cx="3077006" cy="513828"/>
          </a:xfrm>
          <a:prstGeom prst="rect">
            <a:avLst/>
          </a:prstGeom>
        </p:spPr>
        <p:txBody>
          <a:bodyPr vert="horz" lIns="97192" tIns="48596" rIns="97192" bIns="48596" rtlCol="0"/>
          <a:lstStyle>
            <a:lvl1pPr algn="l">
              <a:defRPr sz="1300"/>
            </a:lvl1pPr>
          </a:lstStyle>
          <a:p>
            <a:endParaRPr lang="de-DE"/>
          </a:p>
        </p:txBody>
      </p:sp>
      <p:sp>
        <p:nvSpPr>
          <p:cNvPr id="3" name="Datumsplatzhalter 2"/>
          <p:cNvSpPr>
            <a:spLocks noGrp="1"/>
          </p:cNvSpPr>
          <p:nvPr>
            <p:ph type="dt" sz="quarter" idx="1"/>
          </p:nvPr>
        </p:nvSpPr>
        <p:spPr>
          <a:xfrm>
            <a:off x="4020687" y="1"/>
            <a:ext cx="3077006" cy="513828"/>
          </a:xfrm>
          <a:prstGeom prst="rect">
            <a:avLst/>
          </a:prstGeom>
        </p:spPr>
        <p:txBody>
          <a:bodyPr vert="horz" lIns="97192" tIns="48596" rIns="97192" bIns="48596" rtlCol="0"/>
          <a:lstStyle>
            <a:lvl1pPr algn="r">
              <a:defRPr sz="1300"/>
            </a:lvl1pPr>
          </a:lstStyle>
          <a:p>
            <a:endParaRPr lang="de-DE"/>
          </a:p>
        </p:txBody>
      </p:sp>
      <p:sp>
        <p:nvSpPr>
          <p:cNvPr id="4" name="Fußzeilenplatzhalter 3"/>
          <p:cNvSpPr>
            <a:spLocks noGrp="1"/>
          </p:cNvSpPr>
          <p:nvPr>
            <p:ph type="ftr" sz="quarter" idx="2"/>
          </p:nvPr>
        </p:nvSpPr>
        <p:spPr>
          <a:xfrm>
            <a:off x="1" y="9720786"/>
            <a:ext cx="3077006" cy="513828"/>
          </a:xfrm>
          <a:prstGeom prst="rect">
            <a:avLst/>
          </a:prstGeom>
        </p:spPr>
        <p:txBody>
          <a:bodyPr vert="horz" lIns="97192" tIns="48596" rIns="97192" bIns="48596" rtlCol="0" anchor="b"/>
          <a:lstStyle>
            <a:lvl1pPr algn="l">
              <a:defRPr sz="1300"/>
            </a:lvl1pPr>
          </a:lstStyle>
          <a:p>
            <a:endParaRPr lang="de-DE"/>
          </a:p>
        </p:txBody>
      </p:sp>
      <p:sp>
        <p:nvSpPr>
          <p:cNvPr id="5" name="Foliennummernplatzhalter 4"/>
          <p:cNvSpPr>
            <a:spLocks noGrp="1"/>
          </p:cNvSpPr>
          <p:nvPr>
            <p:ph type="sldNum" sz="quarter" idx="3"/>
          </p:nvPr>
        </p:nvSpPr>
        <p:spPr>
          <a:xfrm>
            <a:off x="4020687" y="9720786"/>
            <a:ext cx="3077006" cy="513828"/>
          </a:xfrm>
          <a:prstGeom prst="rect">
            <a:avLst/>
          </a:prstGeom>
        </p:spPr>
        <p:txBody>
          <a:bodyPr vert="horz" lIns="97192" tIns="48596" rIns="97192" bIns="48596" rtlCol="0" anchor="b"/>
          <a:lstStyle>
            <a:lvl1pPr algn="r">
              <a:defRPr sz="1300"/>
            </a:lvl1pPr>
          </a:lstStyle>
          <a:p>
            <a:fld id="{87DA417C-9F77-4A71-BA1E-4395CD057818}" type="slidenum">
              <a:rPr lang="de-DE" smtClean="0"/>
              <a:t>‹Nr.›</a:t>
            </a:fld>
            <a:endParaRPr lang="de-DE"/>
          </a:p>
        </p:txBody>
      </p:sp>
    </p:spTree>
    <p:extLst>
      <p:ext uri="{BB962C8B-B14F-4D97-AF65-F5344CB8AC3E}">
        <p14:creationId xmlns:p14="http://schemas.microsoft.com/office/powerpoint/2010/main" val="3517180509"/>
      </p:ext>
    </p:extLst>
  </p:cSld>
  <p:clrMap bg1="lt1" tx1="dk1" bg2="lt2" tx2="dk2" accent1="accent1" accent2="accent2" accent3="accent3" accent4="accent4" accent5="accent5" accent6="accent6" hlink="hlink" folHlink="folHlink"/>
  <p:hf hdr="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9.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76363" cy="513508"/>
          </a:xfrm>
          <a:prstGeom prst="rect">
            <a:avLst/>
          </a:prstGeom>
        </p:spPr>
        <p:txBody>
          <a:bodyPr vert="horz" lIns="99038" tIns="49519" rIns="99038" bIns="49519" rtlCol="0"/>
          <a:lstStyle>
            <a:lvl1pPr algn="l">
              <a:defRPr sz="1300"/>
            </a:lvl1pPr>
          </a:lstStyle>
          <a:p>
            <a:endParaRPr lang="en-US"/>
          </a:p>
        </p:txBody>
      </p:sp>
      <p:sp>
        <p:nvSpPr>
          <p:cNvPr id="3" name="Date Placeholder 2"/>
          <p:cNvSpPr>
            <a:spLocks noGrp="1"/>
          </p:cNvSpPr>
          <p:nvPr>
            <p:ph type="dt" idx="1"/>
          </p:nvPr>
        </p:nvSpPr>
        <p:spPr>
          <a:xfrm>
            <a:off x="4021294" y="0"/>
            <a:ext cx="3076363" cy="513508"/>
          </a:xfrm>
          <a:prstGeom prst="rect">
            <a:avLst/>
          </a:prstGeom>
        </p:spPr>
        <p:txBody>
          <a:bodyPr vert="horz" lIns="99038" tIns="49519" rIns="99038" bIns="49519" rtlCol="0"/>
          <a:lstStyle>
            <a:lvl1pPr algn="r">
              <a:defRPr sz="1300"/>
            </a:lvl1pPr>
          </a:lstStyle>
          <a:p>
            <a:endParaRPr lang="en-US"/>
          </a:p>
        </p:txBody>
      </p:sp>
      <p:sp>
        <p:nvSpPr>
          <p:cNvPr id="4" name="Slide Image Placeholder 3"/>
          <p:cNvSpPr>
            <a:spLocks noGrp="1" noRot="1" noChangeAspect="1"/>
          </p:cNvSpPr>
          <p:nvPr>
            <p:ph type="sldImg" idx="2"/>
          </p:nvPr>
        </p:nvSpPr>
        <p:spPr>
          <a:xfrm>
            <a:off x="481013" y="1279525"/>
            <a:ext cx="6137275" cy="3452813"/>
          </a:xfrm>
          <a:prstGeom prst="rect">
            <a:avLst/>
          </a:prstGeom>
          <a:noFill/>
          <a:ln w="12700">
            <a:solidFill>
              <a:prstClr val="black"/>
            </a:solidFill>
          </a:ln>
        </p:spPr>
        <p:txBody>
          <a:bodyPr vert="horz" lIns="99038" tIns="49519" rIns="99038" bIns="49519" rtlCol="0" anchor="ctr"/>
          <a:lstStyle/>
          <a:p>
            <a:endParaRPr lang="en-US"/>
          </a:p>
        </p:txBody>
      </p:sp>
      <p:sp>
        <p:nvSpPr>
          <p:cNvPr id="5" name="Notes Placeholder 4"/>
          <p:cNvSpPr>
            <a:spLocks noGrp="1"/>
          </p:cNvSpPr>
          <p:nvPr>
            <p:ph type="body" sz="quarter" idx="3"/>
          </p:nvPr>
        </p:nvSpPr>
        <p:spPr>
          <a:xfrm>
            <a:off x="709930" y="4925407"/>
            <a:ext cx="5679440" cy="4029879"/>
          </a:xfrm>
          <a:prstGeom prst="rect">
            <a:avLst/>
          </a:prstGeom>
        </p:spPr>
        <p:txBody>
          <a:bodyPr vert="horz" lIns="99038" tIns="49519" rIns="99038" bIns="49519"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721107"/>
            <a:ext cx="3076363" cy="513506"/>
          </a:xfrm>
          <a:prstGeom prst="rect">
            <a:avLst/>
          </a:prstGeom>
        </p:spPr>
        <p:txBody>
          <a:bodyPr vert="horz" lIns="99038" tIns="49519" rIns="99038" bIns="49519" rtlCol="0" anchor="b"/>
          <a:lstStyle>
            <a:lvl1pPr algn="l">
              <a:defRPr sz="1300"/>
            </a:lvl1pPr>
          </a:lstStyle>
          <a:p>
            <a:endParaRPr lang="en-US"/>
          </a:p>
        </p:txBody>
      </p:sp>
      <p:sp>
        <p:nvSpPr>
          <p:cNvPr id="7" name="Slide Number Placeholder 6"/>
          <p:cNvSpPr>
            <a:spLocks noGrp="1"/>
          </p:cNvSpPr>
          <p:nvPr>
            <p:ph type="sldNum" sz="quarter" idx="5"/>
          </p:nvPr>
        </p:nvSpPr>
        <p:spPr>
          <a:xfrm>
            <a:off x="4021294" y="9721107"/>
            <a:ext cx="3076363" cy="513506"/>
          </a:xfrm>
          <a:prstGeom prst="rect">
            <a:avLst/>
          </a:prstGeom>
        </p:spPr>
        <p:txBody>
          <a:bodyPr vert="horz" lIns="99038" tIns="49519" rIns="99038" bIns="49519" rtlCol="0" anchor="b"/>
          <a:lstStyle>
            <a:lvl1pPr algn="r">
              <a:defRPr sz="1300"/>
            </a:lvl1pPr>
          </a:lstStyle>
          <a:p>
            <a:fld id="{2C52CFDC-D2D5-4B9F-BA75-89F771E01AEB}" type="slidenum">
              <a:rPr lang="en-US" smtClean="0"/>
              <a:t>‹Nr.›</a:t>
            </a:fld>
            <a:endParaRPr lang="en-US"/>
          </a:p>
        </p:txBody>
      </p:sp>
    </p:spTree>
    <p:extLst>
      <p:ext uri="{BB962C8B-B14F-4D97-AF65-F5344CB8AC3E}">
        <p14:creationId xmlns:p14="http://schemas.microsoft.com/office/powerpoint/2010/main" val="3282107822"/>
      </p:ext>
    </p:extLst>
  </p:cSld>
  <p:clrMap bg1="lt1" tx1="dk1" bg2="lt2" tx2="dk2" accent1="accent1" accent2="accent2" accent3="accent3" accent4="accent4" accent5="accent5" accent6="accent6" hlink="hlink" folHlink="folHlink"/>
  <p:hf hdr="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3" Type="http://schemas.openxmlformats.org/officeDocument/2006/relationships/hyperlink" Target="https://docs.microsoft.com/en-us/azure/azure-resource-manager/resource-manager-create-first-template" TargetMode="External"/><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ARM is Azure </a:t>
            </a:r>
            <a:r>
              <a:rPr lang="en-US"/>
              <a:t>Resource Manager</a:t>
            </a:r>
            <a:endParaRPr lang="en-US" dirty="0"/>
          </a:p>
        </p:txBody>
      </p:sp>
      <p:sp>
        <p:nvSpPr>
          <p:cNvPr id="4" name="Slide Number Placeholder 3"/>
          <p:cNvSpPr>
            <a:spLocks noGrp="1"/>
          </p:cNvSpPr>
          <p:nvPr>
            <p:ph type="sldNum" sz="quarter" idx="10"/>
          </p:nvPr>
        </p:nvSpPr>
        <p:spPr/>
        <p:txBody>
          <a:bodyPr/>
          <a:lstStyle/>
          <a:p>
            <a:fld id="{2C52CFDC-D2D5-4B9F-BA75-89F771E01AEB}" type="slidenum">
              <a:rPr lang="en-US" smtClean="0"/>
              <a:t>1</a:t>
            </a:fld>
            <a:endParaRPr lang="en-US"/>
          </a:p>
        </p:txBody>
      </p:sp>
      <p:sp>
        <p:nvSpPr>
          <p:cNvPr id="5" name="Datumsplatzhalter 4"/>
          <p:cNvSpPr>
            <a:spLocks noGrp="1"/>
          </p:cNvSpPr>
          <p:nvPr>
            <p:ph type="dt" idx="11"/>
          </p:nvPr>
        </p:nvSpPr>
        <p:spPr/>
        <p:txBody>
          <a:bodyPr/>
          <a:lstStyle/>
          <a:p>
            <a:endParaRPr lang="en-US"/>
          </a:p>
        </p:txBody>
      </p:sp>
      <p:sp>
        <p:nvSpPr>
          <p:cNvPr id="6" name="Fußzeilenplatzhalter 5"/>
          <p:cNvSpPr>
            <a:spLocks noGrp="1"/>
          </p:cNvSpPr>
          <p:nvPr>
            <p:ph type="ftr" sz="quarter" idx="12"/>
          </p:nvPr>
        </p:nvSpPr>
        <p:spPr/>
        <p:txBody>
          <a:bodyPr/>
          <a:lstStyle/>
          <a:p>
            <a:endParaRPr lang="en-US"/>
          </a:p>
        </p:txBody>
      </p:sp>
    </p:spTree>
    <p:extLst>
      <p:ext uri="{BB962C8B-B14F-4D97-AF65-F5344CB8AC3E}">
        <p14:creationId xmlns:p14="http://schemas.microsoft.com/office/powerpoint/2010/main" val="277295183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C52CFDC-D2D5-4B9F-BA75-89F771E01AEB}" type="slidenum">
              <a:rPr lang="en-US" smtClean="0"/>
              <a:t>2</a:t>
            </a:fld>
            <a:endParaRPr lang="en-US"/>
          </a:p>
        </p:txBody>
      </p:sp>
      <p:sp>
        <p:nvSpPr>
          <p:cNvPr id="5" name="Datumsplatzhalter 4"/>
          <p:cNvSpPr>
            <a:spLocks noGrp="1"/>
          </p:cNvSpPr>
          <p:nvPr>
            <p:ph type="dt" idx="11"/>
          </p:nvPr>
        </p:nvSpPr>
        <p:spPr/>
        <p:txBody>
          <a:bodyPr/>
          <a:lstStyle/>
          <a:p>
            <a:endParaRPr lang="en-US"/>
          </a:p>
        </p:txBody>
      </p:sp>
      <p:sp>
        <p:nvSpPr>
          <p:cNvPr id="6" name="Fußzeilenplatzhalter 5"/>
          <p:cNvSpPr>
            <a:spLocks noGrp="1"/>
          </p:cNvSpPr>
          <p:nvPr>
            <p:ph type="ftr" sz="quarter" idx="12"/>
          </p:nvPr>
        </p:nvSpPr>
        <p:spPr/>
        <p:txBody>
          <a:bodyPr/>
          <a:lstStyle/>
          <a:p>
            <a:endParaRPr lang="en-US"/>
          </a:p>
        </p:txBody>
      </p:sp>
    </p:spTree>
    <p:extLst>
      <p:ext uri="{BB962C8B-B14F-4D97-AF65-F5344CB8AC3E}">
        <p14:creationId xmlns:p14="http://schemas.microsoft.com/office/powerpoint/2010/main" val="44191583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Slide Objectives:</a:t>
            </a:r>
          </a:p>
          <a:p>
            <a:r>
              <a:rPr lang="en-US" b="0" baseline="0" dirty="0"/>
              <a:t>Explain how Azure helps developers to refocus on their applications.</a:t>
            </a:r>
          </a:p>
          <a:p>
            <a:endParaRPr lang="en-US" b="0" baseline="0" dirty="0"/>
          </a:p>
          <a:p>
            <a:r>
              <a:rPr lang="en-US" b="1" baseline="0" dirty="0"/>
              <a:t>Speaker Notes:</a:t>
            </a:r>
          </a:p>
          <a:p>
            <a:pPr defTabSz="971916">
              <a:defRPr/>
            </a:pPr>
            <a:r>
              <a:rPr lang="en-US" b="0" baseline="0" dirty="0"/>
              <a:t>Before we discuss about specifics, let’s refocus on what you care about – your application/service. </a:t>
            </a:r>
            <a:endParaRPr lang="en-US" b="1" baseline="0" dirty="0"/>
          </a:p>
          <a:p>
            <a:pPr marL="182234" indent="-182234" defTabSz="971916">
              <a:buFont typeface="Arial" panose="020B0604020202020204" pitchFamily="34" charset="0"/>
              <a:buChar char="•"/>
              <a:defRPr/>
            </a:pPr>
            <a:r>
              <a:rPr lang="en-US" b="0" baseline="0" dirty="0"/>
              <a:t>Azure is taking a application-centric approach and brings tools and services to support </a:t>
            </a:r>
            <a:r>
              <a:rPr lang="en-US" altLang="zh-CN" b="0" baseline="0" dirty="0" err="1"/>
              <a:t>DevOps</a:t>
            </a:r>
            <a:r>
              <a:rPr lang="en-US" altLang="zh-CN" b="0" baseline="0" dirty="0"/>
              <a:t> scenarios</a:t>
            </a:r>
            <a:r>
              <a:rPr lang="en-US" b="0" baseline="0" dirty="0"/>
              <a:t>. </a:t>
            </a:r>
          </a:p>
        </p:txBody>
      </p:sp>
      <p:sp>
        <p:nvSpPr>
          <p:cNvPr id="4" name="Slide Number Placeholder 3"/>
          <p:cNvSpPr>
            <a:spLocks noGrp="1"/>
          </p:cNvSpPr>
          <p:nvPr>
            <p:ph type="sldNum" sz="quarter" idx="10"/>
          </p:nvPr>
        </p:nvSpPr>
        <p:spPr/>
        <p:txBody>
          <a:bodyPr/>
          <a:lstStyle/>
          <a:p>
            <a:fld id="{2C52CFDC-D2D5-4B9F-BA75-89F771E01AEB}" type="slidenum">
              <a:rPr lang="en-US" smtClean="0"/>
              <a:t>3</a:t>
            </a:fld>
            <a:endParaRPr lang="en-US"/>
          </a:p>
        </p:txBody>
      </p:sp>
      <p:sp>
        <p:nvSpPr>
          <p:cNvPr id="5" name="Datumsplatzhalter 4"/>
          <p:cNvSpPr>
            <a:spLocks noGrp="1"/>
          </p:cNvSpPr>
          <p:nvPr>
            <p:ph type="dt" idx="11"/>
          </p:nvPr>
        </p:nvSpPr>
        <p:spPr/>
        <p:txBody>
          <a:bodyPr/>
          <a:lstStyle/>
          <a:p>
            <a:endParaRPr lang="en-US"/>
          </a:p>
        </p:txBody>
      </p:sp>
      <p:sp>
        <p:nvSpPr>
          <p:cNvPr id="6" name="Fußzeilenplatzhalter 5"/>
          <p:cNvSpPr>
            <a:spLocks noGrp="1"/>
          </p:cNvSpPr>
          <p:nvPr>
            <p:ph type="ftr" sz="quarter" idx="12"/>
          </p:nvPr>
        </p:nvSpPr>
        <p:spPr/>
        <p:txBody>
          <a:bodyPr/>
          <a:lstStyle/>
          <a:p>
            <a:endParaRPr lang="en-US"/>
          </a:p>
        </p:txBody>
      </p:sp>
    </p:spTree>
    <p:extLst>
      <p:ext uri="{BB962C8B-B14F-4D97-AF65-F5344CB8AC3E}">
        <p14:creationId xmlns:p14="http://schemas.microsoft.com/office/powerpoint/2010/main" val="260588543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Slide Objectives:</a:t>
            </a:r>
          </a:p>
          <a:p>
            <a:r>
              <a:rPr lang="en-US" b="0" baseline="0" dirty="0"/>
              <a:t>Explain application is made up by application code and infrastructure code.</a:t>
            </a:r>
          </a:p>
          <a:p>
            <a:endParaRPr lang="en-US" b="0" baseline="0" dirty="0"/>
          </a:p>
          <a:p>
            <a:r>
              <a:rPr lang="en-US" b="1" baseline="0" dirty="0"/>
              <a:t>Speaker Notes:</a:t>
            </a:r>
          </a:p>
          <a:p>
            <a:pPr marL="242979" indent="-242979">
              <a:buFont typeface="+mj-lt"/>
              <a:buAutoNum type="arabicPeriod"/>
            </a:pPr>
            <a:r>
              <a:rPr lang="en-US" dirty="0"/>
              <a:t>Let’s start with something that you know inside-and-out: your application code. [click]</a:t>
            </a:r>
          </a:p>
          <a:p>
            <a:pPr marL="242979" indent="-242979">
              <a:buFont typeface="+mj-lt"/>
              <a:buAutoNum type="arabicPeriod"/>
            </a:pPr>
            <a:r>
              <a:rPr lang="en-US" dirty="0"/>
              <a:t>Then,</a:t>
            </a:r>
            <a:r>
              <a:rPr lang="en-US" baseline="0" dirty="0"/>
              <a:t> for whatever reason, you decide to deploy your application to Azure. [click]</a:t>
            </a:r>
          </a:p>
          <a:p>
            <a:pPr marL="242979" indent="-242979">
              <a:buFont typeface="+mj-lt"/>
              <a:buAutoNum type="arabicPeriod"/>
            </a:pPr>
            <a:r>
              <a:rPr lang="en-US" baseline="0" dirty="0"/>
              <a:t>What you do is to allocate a bunch of related resources out of the humongous resource pool provided by Azure, deploy your application code to these resources, and you have a running service. [click]</a:t>
            </a:r>
          </a:p>
          <a:p>
            <a:pPr marL="242979" indent="-242979">
              <a:buFont typeface="+mj-lt"/>
              <a:buAutoNum type="arabicPeriod"/>
            </a:pPr>
            <a:r>
              <a:rPr lang="en-US" baseline="0" dirty="0"/>
              <a:t>For </a:t>
            </a:r>
            <a:r>
              <a:rPr lang="en-US" baseline="0" dirty="0" err="1"/>
              <a:t>DevOps</a:t>
            </a:r>
            <a:r>
              <a:rPr lang="en-US" baseline="0" dirty="0"/>
              <a:t>’ perspective, you need a way to reliable capture and apply your requirements on resources, which can be referred as infrastructure code. </a:t>
            </a:r>
            <a:endParaRPr lang="en-US" dirty="0"/>
          </a:p>
        </p:txBody>
      </p:sp>
      <p:sp>
        <p:nvSpPr>
          <p:cNvPr id="4" name="Slide Number Placeholder 3"/>
          <p:cNvSpPr>
            <a:spLocks noGrp="1"/>
          </p:cNvSpPr>
          <p:nvPr>
            <p:ph type="sldNum" sz="quarter" idx="10"/>
          </p:nvPr>
        </p:nvSpPr>
        <p:spPr/>
        <p:txBody>
          <a:bodyPr/>
          <a:lstStyle/>
          <a:p>
            <a:fld id="{2C52CFDC-D2D5-4B9F-BA75-89F771E01AEB}" type="slidenum">
              <a:rPr lang="en-US" smtClean="0"/>
              <a:t>4</a:t>
            </a:fld>
            <a:endParaRPr lang="en-US"/>
          </a:p>
        </p:txBody>
      </p:sp>
      <p:sp>
        <p:nvSpPr>
          <p:cNvPr id="5" name="Datumsplatzhalter 4"/>
          <p:cNvSpPr>
            <a:spLocks noGrp="1"/>
          </p:cNvSpPr>
          <p:nvPr>
            <p:ph type="dt" idx="11"/>
          </p:nvPr>
        </p:nvSpPr>
        <p:spPr/>
        <p:txBody>
          <a:bodyPr/>
          <a:lstStyle/>
          <a:p>
            <a:endParaRPr lang="en-US"/>
          </a:p>
        </p:txBody>
      </p:sp>
      <p:sp>
        <p:nvSpPr>
          <p:cNvPr id="6" name="Fußzeilenplatzhalter 5"/>
          <p:cNvSpPr>
            <a:spLocks noGrp="1"/>
          </p:cNvSpPr>
          <p:nvPr>
            <p:ph type="ftr" sz="quarter" idx="12"/>
          </p:nvPr>
        </p:nvSpPr>
        <p:spPr/>
        <p:txBody>
          <a:bodyPr/>
          <a:lstStyle/>
          <a:p>
            <a:endParaRPr lang="en-US"/>
          </a:p>
        </p:txBody>
      </p:sp>
    </p:spTree>
    <p:extLst>
      <p:ext uri="{BB962C8B-B14F-4D97-AF65-F5344CB8AC3E}">
        <p14:creationId xmlns:p14="http://schemas.microsoft.com/office/powerpoint/2010/main" val="122490787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Slide Objectives:</a:t>
            </a:r>
          </a:p>
          <a:p>
            <a:r>
              <a:rPr lang="en-US" b="0" baseline="0" dirty="0"/>
              <a:t>Reiterate the point that to make your service successful, you are partnering with Azure. You bring the code, and Azure brings resources.</a:t>
            </a:r>
          </a:p>
          <a:p>
            <a:r>
              <a:rPr lang="en-US" b="0" baseline="0" dirty="0"/>
              <a:t>This slide also sets state for the talk by explaining how </a:t>
            </a:r>
            <a:r>
              <a:rPr lang="en-US" b="0" baseline="0" dirty="0" err="1"/>
              <a:t>IaaS</a:t>
            </a:r>
            <a:r>
              <a:rPr lang="en-US" b="0" baseline="0" dirty="0"/>
              <a:t> components fit into the overall picture.</a:t>
            </a:r>
          </a:p>
          <a:p>
            <a:endParaRPr lang="en-US" b="0" baseline="0" dirty="0"/>
          </a:p>
          <a:p>
            <a:r>
              <a:rPr lang="en-US" b="1" baseline="0" dirty="0"/>
              <a:t>Speaker Notes:</a:t>
            </a:r>
          </a:p>
          <a:p>
            <a:pPr marL="242979" indent="-242979">
              <a:buFont typeface="+mj-lt"/>
              <a:buAutoNum type="arabicPeriod"/>
            </a:pPr>
            <a:r>
              <a:rPr lang="en-US" dirty="0"/>
              <a:t>[Continue</a:t>
            </a:r>
            <a:r>
              <a:rPr lang="en-US" baseline="0" dirty="0"/>
              <a:t> with previous slide]</a:t>
            </a:r>
            <a:endParaRPr lang="en-US" dirty="0"/>
          </a:p>
          <a:p>
            <a:pPr marL="242979" indent="-242979">
              <a:buFont typeface="+mj-lt"/>
              <a:buAutoNum type="arabicPeriod"/>
            </a:pPr>
            <a:r>
              <a:rPr lang="en-US" altLang="zh-CN" b="0" baseline="0" dirty="0"/>
              <a:t>T</a:t>
            </a:r>
            <a:r>
              <a:rPr lang="en-US" b="0" baseline="0" dirty="0"/>
              <a:t>o make your service successful, you are partnering with Azure. You bring the code, and Azure brings resources. [Click]</a:t>
            </a:r>
            <a:endParaRPr lang="en-US" dirty="0"/>
          </a:p>
          <a:p>
            <a:pPr marL="242979" indent="-242979">
              <a:buFont typeface="+mj-lt"/>
              <a:buAutoNum type="arabicPeriod"/>
            </a:pPr>
            <a:r>
              <a:rPr lang="en-US" dirty="0"/>
              <a:t>And you keep iterating and making improvements over time. [Click]</a:t>
            </a:r>
            <a:endParaRPr lang="en-US" baseline="0" dirty="0"/>
          </a:p>
          <a:p>
            <a:pPr marL="242979" indent="-242979">
              <a:buFont typeface="+mj-lt"/>
              <a:buAutoNum type="arabicPeriod"/>
            </a:pPr>
            <a:r>
              <a:rPr lang="en-US" baseline="0" dirty="0"/>
              <a:t>In terms of infrastructure code, you can use it to define desired states of required resources (</a:t>
            </a:r>
            <a:r>
              <a:rPr lang="en-US" b="1" baseline="0" dirty="0"/>
              <a:t>Note: current Azure Resource </a:t>
            </a:r>
            <a:r>
              <a:rPr lang="en-US" altLang="zh-CN" b="1" baseline="0" dirty="0"/>
              <a:t>Manager only support a small number of Resource Providers</a:t>
            </a:r>
            <a:r>
              <a:rPr lang="en-US" altLang="zh-CN" baseline="0" dirty="0"/>
              <a:t>). [Click]</a:t>
            </a:r>
            <a:endParaRPr lang="en-US" baseline="0" dirty="0"/>
          </a:p>
          <a:p>
            <a:pPr marL="242979" indent="-242979">
              <a:buFont typeface="+mj-lt"/>
              <a:buAutoNum type="arabicPeriod"/>
            </a:pPr>
            <a:r>
              <a:rPr lang="en-US" baseline="0" dirty="0"/>
              <a:t>You can define hosting environments, such as websites, cloud services and VMs. [Click]</a:t>
            </a:r>
          </a:p>
          <a:p>
            <a:pPr marL="242979" indent="-242979">
              <a:buFont typeface="+mj-lt"/>
              <a:buAutoNum type="arabicPeriod"/>
            </a:pPr>
            <a:r>
              <a:rPr lang="en-US" baseline="0" dirty="0"/>
              <a:t>Required services. [Click]</a:t>
            </a:r>
          </a:p>
          <a:p>
            <a:pPr marL="242979" indent="-242979">
              <a:buFont typeface="+mj-lt"/>
              <a:buAutoNum type="arabicPeriod"/>
            </a:pPr>
            <a:r>
              <a:rPr lang="en-US" baseline="0" dirty="0"/>
              <a:t>In this session we’ll focus on infrastructural components including virtual machines and virtual networks.</a:t>
            </a:r>
            <a:endParaRPr lang="en-US" dirty="0"/>
          </a:p>
          <a:p>
            <a:endParaRPr lang="en-US" dirty="0"/>
          </a:p>
        </p:txBody>
      </p:sp>
      <p:sp>
        <p:nvSpPr>
          <p:cNvPr id="4" name="Slide Number Placeholder 3"/>
          <p:cNvSpPr>
            <a:spLocks noGrp="1"/>
          </p:cNvSpPr>
          <p:nvPr>
            <p:ph type="sldNum" sz="quarter" idx="10"/>
          </p:nvPr>
        </p:nvSpPr>
        <p:spPr/>
        <p:txBody>
          <a:bodyPr/>
          <a:lstStyle/>
          <a:p>
            <a:fld id="{2C52CFDC-D2D5-4B9F-BA75-89F771E01AEB}" type="slidenum">
              <a:rPr lang="en-US" smtClean="0"/>
              <a:t>5</a:t>
            </a:fld>
            <a:endParaRPr lang="en-US"/>
          </a:p>
        </p:txBody>
      </p:sp>
      <p:sp>
        <p:nvSpPr>
          <p:cNvPr id="5" name="Datumsplatzhalter 4"/>
          <p:cNvSpPr>
            <a:spLocks noGrp="1"/>
          </p:cNvSpPr>
          <p:nvPr>
            <p:ph type="dt" idx="11"/>
          </p:nvPr>
        </p:nvSpPr>
        <p:spPr/>
        <p:txBody>
          <a:bodyPr/>
          <a:lstStyle/>
          <a:p>
            <a:endParaRPr lang="en-US"/>
          </a:p>
        </p:txBody>
      </p:sp>
      <p:sp>
        <p:nvSpPr>
          <p:cNvPr id="6" name="Fußzeilenplatzhalter 5"/>
          <p:cNvSpPr>
            <a:spLocks noGrp="1"/>
          </p:cNvSpPr>
          <p:nvPr>
            <p:ph type="ftr" sz="quarter" idx="12"/>
          </p:nvPr>
        </p:nvSpPr>
        <p:spPr/>
        <p:txBody>
          <a:bodyPr/>
          <a:lstStyle/>
          <a:p>
            <a:endParaRPr lang="en-US"/>
          </a:p>
        </p:txBody>
      </p:sp>
    </p:spTree>
    <p:extLst>
      <p:ext uri="{BB962C8B-B14F-4D97-AF65-F5344CB8AC3E}">
        <p14:creationId xmlns:p14="http://schemas.microsoft.com/office/powerpoint/2010/main" val="422656800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C52CFDC-D2D5-4B9F-BA75-89F771E01AEB}" type="slidenum">
              <a:rPr lang="en-US" smtClean="0"/>
              <a:t>6</a:t>
            </a:fld>
            <a:endParaRPr lang="en-US"/>
          </a:p>
        </p:txBody>
      </p:sp>
      <p:sp>
        <p:nvSpPr>
          <p:cNvPr id="5" name="Datumsplatzhalter 4"/>
          <p:cNvSpPr>
            <a:spLocks noGrp="1"/>
          </p:cNvSpPr>
          <p:nvPr>
            <p:ph type="dt" idx="11"/>
          </p:nvPr>
        </p:nvSpPr>
        <p:spPr/>
        <p:txBody>
          <a:bodyPr/>
          <a:lstStyle/>
          <a:p>
            <a:endParaRPr lang="en-US"/>
          </a:p>
        </p:txBody>
      </p:sp>
      <p:sp>
        <p:nvSpPr>
          <p:cNvPr id="6" name="Fußzeilenplatzhalter 5"/>
          <p:cNvSpPr>
            <a:spLocks noGrp="1"/>
          </p:cNvSpPr>
          <p:nvPr>
            <p:ph type="ftr" sz="quarter" idx="12"/>
          </p:nvPr>
        </p:nvSpPr>
        <p:spPr/>
        <p:txBody>
          <a:bodyPr/>
          <a:lstStyle/>
          <a:p>
            <a:endParaRPr lang="en-US"/>
          </a:p>
        </p:txBody>
      </p:sp>
    </p:spTree>
    <p:extLst>
      <p:ext uri="{BB962C8B-B14F-4D97-AF65-F5344CB8AC3E}">
        <p14:creationId xmlns:p14="http://schemas.microsoft.com/office/powerpoint/2010/main" val="261332005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Slide Objectives:</a:t>
            </a:r>
          </a:p>
          <a:p>
            <a:r>
              <a:rPr lang="en-US" b="0" baseline="0" dirty="0"/>
              <a:t>High-level selling points of virtual machines.</a:t>
            </a:r>
          </a:p>
          <a:p>
            <a:endParaRPr lang="en-US" b="0" baseline="0" dirty="0"/>
          </a:p>
          <a:p>
            <a:pPr defTabSz="971916">
              <a:defRPr/>
            </a:pPr>
            <a:r>
              <a:rPr lang="en-US" b="1" baseline="0" dirty="0"/>
              <a:t>Speaker Notes:</a:t>
            </a:r>
          </a:p>
          <a:p>
            <a:pPr marL="182234" indent="-182234">
              <a:buFont typeface="Arial" panose="020B0604020202020204" pitchFamily="34" charset="0"/>
              <a:buChar char="•"/>
            </a:pPr>
            <a:r>
              <a:rPr lang="en-US" dirty="0"/>
              <a:t>Both</a:t>
            </a:r>
            <a:r>
              <a:rPr lang="en-US" baseline="0" dirty="0"/>
              <a:t> Linux and Windows are supported. It’s important to reiterate on this as many developers are still not aware of this.</a:t>
            </a:r>
          </a:p>
          <a:p>
            <a:pPr marL="182234" indent="-182234">
              <a:buFont typeface="Arial" panose="020B0604020202020204" pitchFamily="34" charset="0"/>
              <a:buChar char="•"/>
            </a:pPr>
            <a:r>
              <a:rPr lang="en-US" baseline="0" dirty="0"/>
              <a:t>Mention scaling at enterprise level using DSC, Puppet or Chef.</a:t>
            </a:r>
          </a:p>
          <a:p>
            <a:pPr marL="182234" indent="-182234">
              <a:buFont typeface="Arial" panose="020B0604020202020204" pitchFamily="34" charset="0"/>
              <a:buChar char="•"/>
            </a:pPr>
            <a:r>
              <a:rPr lang="en-US" baseline="0" dirty="0"/>
              <a:t>Emphasize on the openness – we are not forcing your to lock on Microsoft technologies. Instead, Azure is more open than ever. You can leverage your existing skills, tools and services, and Azure is providing more and more first-class supports for them.</a:t>
            </a:r>
          </a:p>
          <a:p>
            <a:pPr marL="182234" indent="-182234">
              <a:buFont typeface="Arial" panose="020B0604020202020204" pitchFamily="34" charset="0"/>
              <a:buChar char="•"/>
            </a:pPr>
            <a:endParaRPr lang="en-US" baseline="0" dirty="0"/>
          </a:p>
          <a:p>
            <a:pPr marL="182234" marR="0" lvl="0" indent="-182234"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1" dirty="0"/>
              <a:t>CoreOS: </a:t>
            </a:r>
            <a:r>
              <a:rPr lang="en-US" b="0" dirty="0"/>
              <a:t>A container-focused OS that's designed for painless management in large clusters</a:t>
            </a:r>
          </a:p>
          <a:p>
            <a:pPr marL="182234" marR="0" lvl="0" indent="-182234"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1" dirty="0" err="1"/>
              <a:t>OpenLogic</a:t>
            </a:r>
            <a:r>
              <a:rPr lang="en-US" b="0" dirty="0"/>
              <a:t>:</a:t>
            </a:r>
            <a:r>
              <a:rPr lang="en-US" b="0" baseline="0" dirty="0"/>
              <a:t> Supplier of CentOS, </a:t>
            </a:r>
            <a:r>
              <a:rPr lang="en-US" dirty="0"/>
              <a:t>The CentOS Linux distribution is a stable, predictable, manageable and reproducible platform derived from the sources of Red Hat Enterprise Linux (RHEL).</a:t>
            </a:r>
            <a:endParaRPr lang="en-US" b="0" dirty="0"/>
          </a:p>
          <a:p>
            <a:pPr marL="182234" indent="-182234">
              <a:buFont typeface="Arial" panose="020B0604020202020204" pitchFamily="34" charset="0"/>
              <a:buChar char="•"/>
            </a:pPr>
            <a:endParaRPr lang="en-US" dirty="0"/>
          </a:p>
        </p:txBody>
      </p:sp>
      <p:sp>
        <p:nvSpPr>
          <p:cNvPr id="4" name="Slide Number Placeholder 3"/>
          <p:cNvSpPr>
            <a:spLocks noGrp="1"/>
          </p:cNvSpPr>
          <p:nvPr>
            <p:ph type="sldNum" sz="quarter" idx="10"/>
          </p:nvPr>
        </p:nvSpPr>
        <p:spPr/>
        <p:txBody>
          <a:bodyPr/>
          <a:lstStyle/>
          <a:p>
            <a:fld id="{2C52CFDC-D2D5-4B9F-BA75-89F771E01AEB}" type="slidenum">
              <a:rPr lang="en-US" smtClean="0"/>
              <a:t>7</a:t>
            </a:fld>
            <a:endParaRPr lang="en-US"/>
          </a:p>
        </p:txBody>
      </p:sp>
      <p:sp>
        <p:nvSpPr>
          <p:cNvPr id="5" name="Datumsplatzhalter 4"/>
          <p:cNvSpPr>
            <a:spLocks noGrp="1"/>
          </p:cNvSpPr>
          <p:nvPr>
            <p:ph type="dt" idx="11"/>
          </p:nvPr>
        </p:nvSpPr>
        <p:spPr/>
        <p:txBody>
          <a:bodyPr/>
          <a:lstStyle/>
          <a:p>
            <a:endParaRPr lang="en-US"/>
          </a:p>
        </p:txBody>
      </p:sp>
      <p:sp>
        <p:nvSpPr>
          <p:cNvPr id="6" name="Fußzeilenplatzhalter 5"/>
          <p:cNvSpPr>
            <a:spLocks noGrp="1"/>
          </p:cNvSpPr>
          <p:nvPr>
            <p:ph type="ftr" sz="quarter" idx="12"/>
          </p:nvPr>
        </p:nvSpPr>
        <p:spPr/>
        <p:txBody>
          <a:bodyPr/>
          <a:lstStyle/>
          <a:p>
            <a:endParaRPr lang="en-US"/>
          </a:p>
        </p:txBody>
      </p:sp>
    </p:spTree>
    <p:extLst>
      <p:ext uri="{BB962C8B-B14F-4D97-AF65-F5344CB8AC3E}">
        <p14:creationId xmlns:p14="http://schemas.microsoft.com/office/powerpoint/2010/main" val="8354732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Slide Objectives:</a:t>
            </a:r>
          </a:p>
          <a:p>
            <a:r>
              <a:rPr lang="en-US" b="0" baseline="0" dirty="0"/>
              <a:t>High-level selling points of virtual machines.</a:t>
            </a:r>
          </a:p>
          <a:p>
            <a:endParaRPr lang="en-US" b="0" baseline="0" dirty="0"/>
          </a:p>
          <a:p>
            <a:pPr defTabSz="971916">
              <a:defRPr/>
            </a:pPr>
            <a:r>
              <a:rPr lang="en-US" b="1" baseline="0" dirty="0"/>
              <a:t>Speaker Notes:</a:t>
            </a:r>
          </a:p>
          <a:p>
            <a:pPr marL="182234" indent="-182234">
              <a:buFont typeface="Arial" panose="020B0604020202020204" pitchFamily="34" charset="0"/>
              <a:buChar char="•"/>
            </a:pPr>
            <a:r>
              <a:rPr lang="en-US" dirty="0"/>
              <a:t>Both</a:t>
            </a:r>
            <a:r>
              <a:rPr lang="en-US" baseline="0" dirty="0"/>
              <a:t> Linux and Windows are supported. It’s important to reiterate on this as many developers are still not aware of this.</a:t>
            </a:r>
          </a:p>
          <a:p>
            <a:pPr marL="182234" indent="-182234">
              <a:buFont typeface="Arial" panose="020B0604020202020204" pitchFamily="34" charset="0"/>
              <a:buChar char="•"/>
            </a:pPr>
            <a:r>
              <a:rPr lang="en-US" baseline="0" dirty="0"/>
              <a:t>Mention scaling at enterprise level using DSC, Puppet or Chef.</a:t>
            </a:r>
          </a:p>
          <a:p>
            <a:pPr marL="182234" indent="-182234">
              <a:buFont typeface="Arial" panose="020B0604020202020204" pitchFamily="34" charset="0"/>
              <a:buChar char="•"/>
            </a:pPr>
            <a:r>
              <a:rPr lang="en-US" baseline="0" dirty="0"/>
              <a:t>Emphasize on the openness – we are not forcing your to lock on Microsoft technologies. Instead, Azure is more open than ever. You can leverage your existing skills, tools and services, and Azure is providing more and more first-class supports for them.</a:t>
            </a:r>
            <a:endParaRPr lang="en-US" dirty="0"/>
          </a:p>
        </p:txBody>
      </p:sp>
      <p:sp>
        <p:nvSpPr>
          <p:cNvPr id="4" name="Slide Number Placeholder 3"/>
          <p:cNvSpPr>
            <a:spLocks noGrp="1"/>
          </p:cNvSpPr>
          <p:nvPr>
            <p:ph type="sldNum" sz="quarter" idx="10"/>
          </p:nvPr>
        </p:nvSpPr>
        <p:spPr/>
        <p:txBody>
          <a:bodyPr/>
          <a:lstStyle/>
          <a:p>
            <a:fld id="{2C52CFDC-D2D5-4B9F-BA75-89F771E01AEB}" type="slidenum">
              <a:rPr lang="en-US" smtClean="0"/>
              <a:t>8</a:t>
            </a:fld>
            <a:endParaRPr lang="en-US"/>
          </a:p>
        </p:txBody>
      </p:sp>
      <p:sp>
        <p:nvSpPr>
          <p:cNvPr id="5" name="Datumsplatzhalter 4"/>
          <p:cNvSpPr>
            <a:spLocks noGrp="1"/>
          </p:cNvSpPr>
          <p:nvPr>
            <p:ph type="dt" idx="11"/>
          </p:nvPr>
        </p:nvSpPr>
        <p:spPr/>
        <p:txBody>
          <a:bodyPr/>
          <a:lstStyle/>
          <a:p>
            <a:endParaRPr lang="en-US"/>
          </a:p>
        </p:txBody>
      </p:sp>
      <p:sp>
        <p:nvSpPr>
          <p:cNvPr id="6" name="Fußzeilenplatzhalter 5"/>
          <p:cNvSpPr>
            <a:spLocks noGrp="1"/>
          </p:cNvSpPr>
          <p:nvPr>
            <p:ph type="ftr" sz="quarter" idx="12"/>
          </p:nvPr>
        </p:nvSpPr>
        <p:spPr/>
        <p:txBody>
          <a:bodyPr/>
          <a:lstStyle/>
          <a:p>
            <a:endParaRPr lang="en-US"/>
          </a:p>
        </p:txBody>
      </p:sp>
    </p:spTree>
    <p:extLst>
      <p:ext uri="{BB962C8B-B14F-4D97-AF65-F5344CB8AC3E}">
        <p14:creationId xmlns:p14="http://schemas.microsoft.com/office/powerpoint/2010/main" val="35568369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971673">
              <a:defRPr/>
            </a:pPr>
            <a:r>
              <a:rPr lang="en-US" b="1" dirty="0"/>
              <a:t>Slide</a:t>
            </a:r>
            <a:r>
              <a:rPr lang="en-US" b="1" baseline="0" dirty="0"/>
              <a:t> Objective:</a:t>
            </a:r>
          </a:p>
          <a:p>
            <a:r>
              <a:rPr lang="en-US" dirty="0"/>
              <a:t>Explain</a:t>
            </a:r>
            <a:r>
              <a:rPr lang="en-US" baseline="0" dirty="0"/>
              <a:t> workflow for provisioning VMs in the cloud </a:t>
            </a:r>
          </a:p>
          <a:p>
            <a:endParaRPr lang="en-US" baseline="0" dirty="0"/>
          </a:p>
          <a:p>
            <a:r>
              <a:rPr lang="en-US" b="1" baseline="0" dirty="0"/>
              <a:t>Speaker Notes:</a:t>
            </a:r>
            <a:endParaRPr lang="en-US" b="1" dirty="0"/>
          </a:p>
          <a:p>
            <a:pPr marL="182234" indent="-182234">
              <a:buFont typeface="Arial" panose="020B0604020202020204" pitchFamily="34" charset="0"/>
              <a:buChar char="•"/>
            </a:pPr>
            <a:r>
              <a:rPr lang="en-US" baseline="0" dirty="0"/>
              <a:t>You have three methods of starting this process: Build a VM from the portal, from the command line OR programmatically calling the REST API. </a:t>
            </a:r>
          </a:p>
          <a:p>
            <a:pPr marL="182234" indent="-182234">
              <a:buFont typeface="Arial" panose="020B0604020202020204" pitchFamily="34" charset="0"/>
              <a:buChar char="•"/>
            </a:pPr>
            <a:r>
              <a:rPr lang="en-US" baseline="0" dirty="0"/>
              <a:t>Once your choice of provisioning is made you will need to select the image and instance size to start from. </a:t>
            </a:r>
          </a:p>
          <a:p>
            <a:pPr marL="182234" indent="-182234">
              <a:buFont typeface="Arial" panose="020B0604020202020204" pitchFamily="34" charset="0"/>
              <a:buChar char="•"/>
            </a:pPr>
            <a:r>
              <a:rPr lang="en-US" baseline="0" dirty="0"/>
              <a:t>The newly created disk will be stored in blob storage and your machine will boot.</a:t>
            </a:r>
            <a:endParaRPr lang="en-US" dirty="0"/>
          </a:p>
          <a:p>
            <a:endParaRPr lang="en-US" dirty="0"/>
          </a:p>
        </p:txBody>
      </p:sp>
      <p:sp>
        <p:nvSpPr>
          <p:cNvPr id="4" name="Slide Number Placeholder 3"/>
          <p:cNvSpPr>
            <a:spLocks noGrp="1"/>
          </p:cNvSpPr>
          <p:nvPr>
            <p:ph type="sldNum" sz="quarter" idx="10"/>
          </p:nvPr>
        </p:nvSpPr>
        <p:spPr/>
        <p:txBody>
          <a:bodyPr/>
          <a:lstStyle/>
          <a:p>
            <a:fld id="{0110E035-3DF4-4A15-9272-486F21423BC9}" type="slidenum">
              <a:rPr lang="en-US" smtClean="0"/>
              <a:t>9</a:t>
            </a:fld>
            <a:endParaRPr lang="en-US" dirty="0"/>
          </a:p>
        </p:txBody>
      </p:sp>
      <p:sp>
        <p:nvSpPr>
          <p:cNvPr id="5" name="Datumsplatzhalter 4"/>
          <p:cNvSpPr>
            <a:spLocks noGrp="1"/>
          </p:cNvSpPr>
          <p:nvPr>
            <p:ph type="dt" idx="11"/>
          </p:nvPr>
        </p:nvSpPr>
        <p:spPr/>
        <p:txBody>
          <a:bodyPr/>
          <a:lstStyle/>
          <a:p>
            <a:endParaRPr lang="en-US"/>
          </a:p>
        </p:txBody>
      </p:sp>
      <p:sp>
        <p:nvSpPr>
          <p:cNvPr id="6" name="Fußzeilenplatzhalter 5"/>
          <p:cNvSpPr>
            <a:spLocks noGrp="1"/>
          </p:cNvSpPr>
          <p:nvPr>
            <p:ph type="ftr" sz="quarter" idx="12"/>
          </p:nvPr>
        </p:nvSpPr>
        <p:spPr/>
        <p:txBody>
          <a:bodyPr/>
          <a:lstStyle/>
          <a:p>
            <a:endParaRPr lang="en-US"/>
          </a:p>
        </p:txBody>
      </p:sp>
    </p:spTree>
    <p:extLst>
      <p:ext uri="{BB962C8B-B14F-4D97-AF65-F5344CB8AC3E}">
        <p14:creationId xmlns:p14="http://schemas.microsoft.com/office/powerpoint/2010/main" val="21783498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971673">
              <a:defRPr/>
            </a:pPr>
            <a:r>
              <a:rPr lang="en-US" b="1" dirty="0"/>
              <a:t>Slide</a:t>
            </a:r>
            <a:r>
              <a:rPr lang="en-US" b="1" baseline="0" dirty="0"/>
              <a:t> Objective:</a:t>
            </a:r>
          </a:p>
          <a:p>
            <a:r>
              <a:rPr lang="en-US" dirty="0"/>
              <a:t>Explain</a:t>
            </a:r>
            <a:r>
              <a:rPr lang="en-US" baseline="0" dirty="0"/>
              <a:t> a wide variety of images that you can choose from.</a:t>
            </a:r>
          </a:p>
          <a:p>
            <a:endParaRPr lang="en-US" baseline="0" dirty="0"/>
          </a:p>
          <a:p>
            <a:r>
              <a:rPr lang="en-US" b="1" baseline="0" dirty="0"/>
              <a:t>Speaker Notes:</a:t>
            </a:r>
            <a:endParaRPr lang="en-US" b="1" dirty="0"/>
          </a:p>
          <a:p>
            <a:pPr marL="242979" indent="-242979">
              <a:buFont typeface="+mj-lt"/>
              <a:buAutoNum type="arabicPeriod"/>
            </a:pPr>
            <a:r>
              <a:rPr lang="en-US" dirty="0"/>
              <a:t>First</a:t>
            </a:r>
            <a:r>
              <a:rPr lang="en-US" baseline="0" dirty="0"/>
              <a:t> of all, you can choose from different Windows Servers and a variety of Linux implementations. [Click]</a:t>
            </a:r>
          </a:p>
          <a:p>
            <a:pPr marL="242979" indent="-242979">
              <a:buFont typeface="+mj-lt"/>
              <a:buAutoNum type="arabicPeriod"/>
            </a:pPr>
            <a:r>
              <a:rPr lang="en-US" dirty="0"/>
              <a:t>As well as pre-built images for</a:t>
            </a:r>
            <a:r>
              <a:rPr lang="en-US" baseline="0" dirty="0"/>
              <a:t> different flavors of SQL Database and Oracle databases. [Click]</a:t>
            </a:r>
          </a:p>
          <a:p>
            <a:pPr marL="242979" indent="-242979">
              <a:buFont typeface="+mj-lt"/>
              <a:buAutoNum type="arabicPeriod"/>
            </a:pPr>
            <a:r>
              <a:rPr lang="en-US" baseline="0" dirty="0"/>
              <a:t>You can also choose from a number of first-party and certified third-party images for various application servers and infrastructural components. [Click]</a:t>
            </a:r>
          </a:p>
          <a:p>
            <a:pPr marL="242979" indent="-242979">
              <a:buFont typeface="+mj-lt"/>
              <a:buAutoNum type="arabicPeriod"/>
            </a:pPr>
            <a:r>
              <a:rPr lang="en-US" baseline="0" dirty="0"/>
              <a:t>And last but not least, if you are a MSDN subscriber, you also have access to Visual </a:t>
            </a:r>
            <a:r>
              <a:rPr lang="en-US" altLang="zh-CN" baseline="0" dirty="0"/>
              <a:t>Studio images and client Windows systems such as Windows 7 and Windows 8.1 for your </a:t>
            </a:r>
            <a:r>
              <a:rPr lang="en-US" altLang="zh-CN" baseline="0" dirty="0" err="1"/>
              <a:t>DevTest</a:t>
            </a:r>
            <a:r>
              <a:rPr lang="en-US" altLang="zh-CN" baseline="0" dirty="0"/>
              <a:t> purposes.</a:t>
            </a:r>
          </a:p>
          <a:p>
            <a:endParaRPr lang="en-US" dirty="0"/>
          </a:p>
        </p:txBody>
      </p:sp>
      <p:sp>
        <p:nvSpPr>
          <p:cNvPr id="4" name="Slide Number Placeholder 3"/>
          <p:cNvSpPr>
            <a:spLocks noGrp="1"/>
          </p:cNvSpPr>
          <p:nvPr>
            <p:ph type="sldNum" sz="quarter" idx="10"/>
          </p:nvPr>
        </p:nvSpPr>
        <p:spPr/>
        <p:txBody>
          <a:bodyPr/>
          <a:lstStyle/>
          <a:p>
            <a:fld id="{2C52CFDC-D2D5-4B9F-BA75-89F771E01AEB}" type="slidenum">
              <a:rPr lang="en-US" smtClean="0"/>
              <a:t>10</a:t>
            </a:fld>
            <a:endParaRPr lang="en-US"/>
          </a:p>
        </p:txBody>
      </p:sp>
      <p:sp>
        <p:nvSpPr>
          <p:cNvPr id="5" name="Datumsplatzhalter 4"/>
          <p:cNvSpPr>
            <a:spLocks noGrp="1"/>
          </p:cNvSpPr>
          <p:nvPr>
            <p:ph type="dt" idx="11"/>
          </p:nvPr>
        </p:nvSpPr>
        <p:spPr/>
        <p:txBody>
          <a:bodyPr/>
          <a:lstStyle/>
          <a:p>
            <a:endParaRPr lang="en-US"/>
          </a:p>
        </p:txBody>
      </p:sp>
      <p:sp>
        <p:nvSpPr>
          <p:cNvPr id="6" name="Fußzeilenplatzhalter 5"/>
          <p:cNvSpPr>
            <a:spLocks noGrp="1"/>
          </p:cNvSpPr>
          <p:nvPr>
            <p:ph type="ftr" sz="quarter" idx="12"/>
          </p:nvPr>
        </p:nvSpPr>
        <p:spPr/>
        <p:txBody>
          <a:bodyPr/>
          <a:lstStyle/>
          <a:p>
            <a:endParaRPr lang="en-US"/>
          </a:p>
        </p:txBody>
      </p:sp>
    </p:spTree>
    <p:extLst>
      <p:ext uri="{BB962C8B-B14F-4D97-AF65-F5344CB8AC3E}">
        <p14:creationId xmlns:p14="http://schemas.microsoft.com/office/powerpoint/2010/main" val="19948818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971673">
              <a:defRPr/>
            </a:pPr>
            <a:r>
              <a:rPr lang="en-US" b="1" dirty="0"/>
              <a:t>Slide</a:t>
            </a:r>
            <a:r>
              <a:rPr lang="en-US" b="1" baseline="0" dirty="0"/>
              <a:t> Objective:</a:t>
            </a:r>
          </a:p>
          <a:p>
            <a:r>
              <a:rPr lang="en-US" dirty="0"/>
              <a:t>Introduce different virtual machine sizes.</a:t>
            </a:r>
            <a:endParaRPr lang="en-US" baseline="0" dirty="0"/>
          </a:p>
          <a:p>
            <a:endParaRPr lang="en-US" baseline="0" dirty="0"/>
          </a:p>
          <a:p>
            <a:r>
              <a:rPr lang="en-US" b="1" baseline="0" dirty="0"/>
              <a:t>Speaker Notes:</a:t>
            </a:r>
            <a:endParaRPr lang="en-US" b="1" dirty="0"/>
          </a:p>
          <a:p>
            <a:r>
              <a:rPr lang="en-US" baseline="0" dirty="0"/>
              <a:t>http://azure.microsoft.com/en-us/pricing/details/virtual-machines/</a:t>
            </a:r>
          </a:p>
          <a:p>
            <a:endParaRPr lang="en-US" baseline="0" dirty="0"/>
          </a:p>
          <a:p>
            <a:r>
              <a:rPr lang="en-US" baseline="0" dirty="0"/>
              <a:t>See next slide</a:t>
            </a:r>
          </a:p>
          <a:p>
            <a:endParaRPr lang="en-US" baseline="0" dirty="0"/>
          </a:p>
          <a:p>
            <a:pPr marL="242979" indent="-242979">
              <a:buFont typeface="Arial" panose="020B0604020202020204" pitchFamily="34" charset="0"/>
              <a:buChar char="•"/>
            </a:pPr>
            <a:endParaRPr lang="en-US" altLang="zh-CN" baseline="0" dirty="0"/>
          </a:p>
          <a:p>
            <a:pPr defTabSz="971673">
              <a:defRPr/>
            </a:pPr>
            <a:endParaRPr lang="en-US" dirty="0"/>
          </a:p>
        </p:txBody>
      </p:sp>
      <p:sp>
        <p:nvSpPr>
          <p:cNvPr id="4" name="Slide Number Placeholder 3"/>
          <p:cNvSpPr>
            <a:spLocks noGrp="1"/>
          </p:cNvSpPr>
          <p:nvPr>
            <p:ph type="sldNum" sz="quarter" idx="10"/>
          </p:nvPr>
        </p:nvSpPr>
        <p:spPr/>
        <p:txBody>
          <a:bodyPr/>
          <a:lstStyle/>
          <a:p>
            <a:fld id="{0110E035-3DF4-4A15-9272-486F21423BC9}" type="slidenum">
              <a:rPr lang="en-US" smtClean="0"/>
              <a:t>11</a:t>
            </a:fld>
            <a:endParaRPr lang="en-US" dirty="0"/>
          </a:p>
        </p:txBody>
      </p:sp>
      <p:sp>
        <p:nvSpPr>
          <p:cNvPr id="5" name="Datumsplatzhalter 4"/>
          <p:cNvSpPr>
            <a:spLocks noGrp="1"/>
          </p:cNvSpPr>
          <p:nvPr>
            <p:ph type="dt" idx="11"/>
          </p:nvPr>
        </p:nvSpPr>
        <p:spPr/>
        <p:txBody>
          <a:bodyPr/>
          <a:lstStyle/>
          <a:p>
            <a:endParaRPr lang="en-US"/>
          </a:p>
        </p:txBody>
      </p:sp>
      <p:sp>
        <p:nvSpPr>
          <p:cNvPr id="6" name="Fußzeilenplatzhalter 5"/>
          <p:cNvSpPr>
            <a:spLocks noGrp="1"/>
          </p:cNvSpPr>
          <p:nvPr>
            <p:ph type="ftr" sz="quarter" idx="12"/>
          </p:nvPr>
        </p:nvSpPr>
        <p:spPr/>
        <p:txBody>
          <a:bodyPr/>
          <a:lstStyle/>
          <a:p>
            <a:endParaRPr lang="en-US"/>
          </a:p>
        </p:txBody>
      </p:sp>
    </p:spTree>
    <p:extLst>
      <p:ext uri="{BB962C8B-B14F-4D97-AF65-F5344CB8AC3E}">
        <p14:creationId xmlns:p14="http://schemas.microsoft.com/office/powerpoint/2010/main" val="127568336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computing, remote direct memory access (RDMA) is a direct memory access from the memory of one computer into that of another without involving either one's operating system. This permits high-throughput, low-latency networking, which is especially useful in massively parallel computer clusters.</a:t>
            </a:r>
          </a:p>
          <a:p>
            <a:endParaRPr lang="en-US" dirty="0"/>
          </a:p>
          <a:p>
            <a:r>
              <a:rPr lang="en-US" dirty="0"/>
              <a:t>Input/output operations per second (IOPS, pronounced eye-ops) is an input/output performance measurement used to characterize computer storage devices like hard disk drives (HDD), solid state drives (SSD), and storage area networks (SAN). Frequently mischaracterized as a 'benchmark', IOPS numbers published by storage device manufacturers do not relate to real-world application performance.</a:t>
            </a:r>
          </a:p>
        </p:txBody>
      </p:sp>
      <p:sp>
        <p:nvSpPr>
          <p:cNvPr id="4" name="Slide Number Placeholder 3"/>
          <p:cNvSpPr>
            <a:spLocks noGrp="1"/>
          </p:cNvSpPr>
          <p:nvPr>
            <p:ph type="sldNum" sz="quarter" idx="10"/>
          </p:nvPr>
        </p:nvSpPr>
        <p:spPr/>
        <p:txBody>
          <a:bodyPr/>
          <a:lstStyle/>
          <a:p>
            <a:pPr>
              <a:defRPr/>
            </a:pPr>
            <a:fld id="{47C584BF-6945-4E60-B2A7-1638FF8EA8EE}" type="slidenum">
              <a:rPr lang="en-US" smtClean="0">
                <a:solidFill>
                  <a:prstClr val="black"/>
                </a:solidFill>
              </a:rPr>
              <a:pPr>
                <a:defRPr/>
              </a:pPr>
              <a:t>12</a:t>
            </a:fld>
            <a:endParaRPr lang="en-US" dirty="0">
              <a:solidFill>
                <a:prstClr val="black"/>
              </a:solidFill>
            </a:endParaRPr>
          </a:p>
        </p:txBody>
      </p:sp>
      <p:sp>
        <p:nvSpPr>
          <p:cNvPr id="5" name="Datumsplatzhalter 4"/>
          <p:cNvSpPr>
            <a:spLocks noGrp="1"/>
          </p:cNvSpPr>
          <p:nvPr>
            <p:ph type="dt" idx="11"/>
          </p:nvPr>
        </p:nvSpPr>
        <p:spPr/>
        <p:txBody>
          <a:bodyPr/>
          <a:lstStyle/>
          <a:p>
            <a:endParaRPr lang="en-US"/>
          </a:p>
        </p:txBody>
      </p:sp>
      <p:sp>
        <p:nvSpPr>
          <p:cNvPr id="6" name="Fußzeilenplatzhalter 5"/>
          <p:cNvSpPr>
            <a:spLocks noGrp="1"/>
          </p:cNvSpPr>
          <p:nvPr>
            <p:ph type="ftr" sz="quarter" idx="12"/>
          </p:nvPr>
        </p:nvSpPr>
        <p:spPr/>
        <p:txBody>
          <a:bodyPr/>
          <a:lstStyle/>
          <a:p>
            <a:endParaRPr lang="en-US"/>
          </a:p>
        </p:txBody>
      </p:sp>
    </p:spTree>
    <p:extLst>
      <p:ext uri="{BB962C8B-B14F-4D97-AF65-F5344CB8AC3E}">
        <p14:creationId xmlns:p14="http://schemas.microsoft.com/office/powerpoint/2010/main" val="287279210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300" dirty="0"/>
              <a:t>This article provides background information and considerations for using the Azure A8, A9, A10, and A11 instances, also known as </a:t>
            </a:r>
            <a:r>
              <a:rPr lang="en-US" sz="1300" i="1" dirty="0"/>
              <a:t>compute-intensive </a:t>
            </a:r>
            <a:r>
              <a:rPr lang="en-US" sz="1300" dirty="0"/>
              <a:t>instances. Key features of these instances include:</a:t>
            </a:r>
          </a:p>
          <a:p>
            <a:r>
              <a:rPr lang="en-US" sz="1300" b="1" dirty="0"/>
              <a:t>High-performance hardware</a:t>
            </a:r>
            <a:r>
              <a:rPr lang="en-US" sz="1300" dirty="0"/>
              <a:t> – The Azure datacenter hardware that runs these instances is designed and optimized for compute-intensive and network-intensive applications, including high-performance computing (HPC) cluster applications, modeling, and simulations.</a:t>
            </a:r>
          </a:p>
          <a:p>
            <a:r>
              <a:rPr lang="en-US" sz="1300" b="1" dirty="0"/>
              <a:t>RDMA network connection for MPI applications</a:t>
            </a:r>
            <a:r>
              <a:rPr lang="en-US" sz="1300" dirty="0"/>
              <a:t> – When configured with the necessary network drivers, the A8 and A9 instances can communicate with other A8 and A9 instances over a low-latency, high-throughput network in Azure that is based on remote direct memory access (RDMA) technology. This feature can boost the performance of applications that use supported Linux or Windows Message Passing Interface (MPI) implementations.</a:t>
            </a:r>
          </a:p>
          <a:p>
            <a:r>
              <a:rPr lang="en-US" sz="1300" b="1" dirty="0"/>
              <a:t>Support for Linux and Windows HPC clusters</a:t>
            </a:r>
            <a:r>
              <a:rPr lang="en-US" sz="1300" dirty="0"/>
              <a:t> – Deploy cluster management and job scheduling software on the A8, A9, A10, and A11 instances in Azure to create a stand-alone HPC cluster or to add capacity to an on-premises cluster. Like other Azure VM sizes, the A8, A9, A10, and A11 instances support standard or custom Windows Server and Linux operating system images or Azure Resource Manager templates in Azure VMs (IaaS), or Azure Guest OS releases in cloud services (PaaS, for Windows Server only).</a:t>
            </a:r>
          </a:p>
          <a:p>
            <a:r>
              <a:rPr lang="en-US" sz="1300" dirty="0"/>
              <a:t>NOTE:</a:t>
            </a:r>
          </a:p>
          <a:p>
            <a:r>
              <a:rPr lang="en-US" sz="1300" dirty="0"/>
              <a:t>A10 and A11 instances have the same performance optimizations and specifications as the A8 and A9 instances. However, they do not include access to the RDMA network in Azure. They are designed for HPC applications that do not require constant and low-latency communication between nodes, also known as parametric or embarrassingly parallel applications.</a:t>
            </a:r>
          </a:p>
          <a:p>
            <a:endParaRPr lang="en-US" dirty="0"/>
          </a:p>
        </p:txBody>
      </p:sp>
      <p:sp>
        <p:nvSpPr>
          <p:cNvPr id="4" name="Slide Number Placeholder 3"/>
          <p:cNvSpPr>
            <a:spLocks noGrp="1"/>
          </p:cNvSpPr>
          <p:nvPr>
            <p:ph type="sldNum" sz="quarter" idx="10"/>
          </p:nvPr>
        </p:nvSpPr>
        <p:spPr/>
        <p:txBody>
          <a:bodyPr/>
          <a:lstStyle/>
          <a:p>
            <a:fld id="{2C52CFDC-D2D5-4B9F-BA75-89F771E01AEB}" type="slidenum">
              <a:rPr lang="en-US" smtClean="0"/>
              <a:t>16</a:t>
            </a:fld>
            <a:endParaRPr lang="en-US"/>
          </a:p>
        </p:txBody>
      </p:sp>
      <p:sp>
        <p:nvSpPr>
          <p:cNvPr id="5" name="Datumsplatzhalter 4"/>
          <p:cNvSpPr>
            <a:spLocks noGrp="1"/>
          </p:cNvSpPr>
          <p:nvPr>
            <p:ph type="dt" idx="11"/>
          </p:nvPr>
        </p:nvSpPr>
        <p:spPr/>
        <p:txBody>
          <a:bodyPr/>
          <a:lstStyle/>
          <a:p>
            <a:endParaRPr lang="en-US"/>
          </a:p>
        </p:txBody>
      </p:sp>
      <p:sp>
        <p:nvSpPr>
          <p:cNvPr id="6" name="Fußzeilenplatzhalter 5"/>
          <p:cNvSpPr>
            <a:spLocks noGrp="1"/>
          </p:cNvSpPr>
          <p:nvPr>
            <p:ph type="ftr" sz="quarter" idx="12"/>
          </p:nvPr>
        </p:nvSpPr>
        <p:spPr/>
        <p:txBody>
          <a:bodyPr/>
          <a:lstStyle/>
          <a:p>
            <a:endParaRPr lang="en-US"/>
          </a:p>
        </p:txBody>
      </p:sp>
    </p:spTree>
    <p:extLst>
      <p:ext uri="{BB962C8B-B14F-4D97-AF65-F5344CB8AC3E}">
        <p14:creationId xmlns:p14="http://schemas.microsoft.com/office/powerpoint/2010/main" val="51429548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100" dirty="0"/>
              <a:t>Dv2-series, a follow-on to the original D-series, features a more powerful CPU. The Dv2-series CPU is about 35% faster than the D-series CPU. It is based on the latest generation 2.4 GHz Intel Xeon® E5-2673 v3 (Haswell) processor, and with the Intel Turbo Boost Technology 2.0, can go up to 3.2 GHz. The Dv2-series has the same memory and disk configurations as the D-series.</a:t>
            </a:r>
          </a:p>
        </p:txBody>
      </p:sp>
      <p:sp>
        <p:nvSpPr>
          <p:cNvPr id="4" name="Slide Number Placeholder 3"/>
          <p:cNvSpPr>
            <a:spLocks noGrp="1"/>
          </p:cNvSpPr>
          <p:nvPr>
            <p:ph type="sldNum" sz="quarter" idx="10"/>
          </p:nvPr>
        </p:nvSpPr>
        <p:spPr/>
        <p:txBody>
          <a:bodyPr/>
          <a:lstStyle/>
          <a:p>
            <a:fld id="{2C52CFDC-D2D5-4B9F-BA75-89F771E01AEB}" type="slidenum">
              <a:rPr lang="en-US" smtClean="0"/>
              <a:t>18</a:t>
            </a:fld>
            <a:endParaRPr lang="en-US"/>
          </a:p>
        </p:txBody>
      </p:sp>
      <p:sp>
        <p:nvSpPr>
          <p:cNvPr id="5" name="Datumsplatzhalter 4"/>
          <p:cNvSpPr>
            <a:spLocks noGrp="1"/>
          </p:cNvSpPr>
          <p:nvPr>
            <p:ph type="dt" idx="11"/>
          </p:nvPr>
        </p:nvSpPr>
        <p:spPr/>
        <p:txBody>
          <a:bodyPr/>
          <a:lstStyle/>
          <a:p>
            <a:endParaRPr lang="en-US"/>
          </a:p>
        </p:txBody>
      </p:sp>
      <p:sp>
        <p:nvSpPr>
          <p:cNvPr id="6" name="Fußzeilenplatzhalter 5"/>
          <p:cNvSpPr>
            <a:spLocks noGrp="1"/>
          </p:cNvSpPr>
          <p:nvPr>
            <p:ph type="ftr" sz="quarter" idx="12"/>
          </p:nvPr>
        </p:nvSpPr>
        <p:spPr/>
        <p:txBody>
          <a:bodyPr/>
          <a:lstStyle/>
          <a:p>
            <a:endParaRPr lang="en-US"/>
          </a:p>
        </p:txBody>
      </p:sp>
    </p:spTree>
    <p:extLst>
      <p:ext uri="{BB962C8B-B14F-4D97-AF65-F5344CB8AC3E}">
        <p14:creationId xmlns:p14="http://schemas.microsoft.com/office/powerpoint/2010/main" val="18112556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300" dirty="0"/>
              <a:t>DS-series and GS-series VMs can use Premium Storage, which provides high-performance, low-latency storage for I/O intensive workloads. These VMs use solid-state drives (SSDs) to host a virtual machine’s disks and also provide a local SSD disk cache. Premium Storage is available in certain regions. </a:t>
            </a:r>
            <a:endParaRPr lang="en-US" dirty="0"/>
          </a:p>
        </p:txBody>
      </p:sp>
      <p:sp>
        <p:nvSpPr>
          <p:cNvPr id="4" name="Slide Number Placeholder 3"/>
          <p:cNvSpPr>
            <a:spLocks noGrp="1"/>
          </p:cNvSpPr>
          <p:nvPr>
            <p:ph type="sldNum" sz="quarter" idx="10"/>
          </p:nvPr>
        </p:nvSpPr>
        <p:spPr/>
        <p:txBody>
          <a:bodyPr/>
          <a:lstStyle/>
          <a:p>
            <a:fld id="{2C52CFDC-D2D5-4B9F-BA75-89F771E01AEB}" type="slidenum">
              <a:rPr lang="en-US" smtClean="0"/>
              <a:t>19</a:t>
            </a:fld>
            <a:endParaRPr lang="en-US"/>
          </a:p>
        </p:txBody>
      </p:sp>
      <p:sp>
        <p:nvSpPr>
          <p:cNvPr id="5" name="Datumsplatzhalter 4"/>
          <p:cNvSpPr>
            <a:spLocks noGrp="1"/>
          </p:cNvSpPr>
          <p:nvPr>
            <p:ph type="dt" idx="11"/>
          </p:nvPr>
        </p:nvSpPr>
        <p:spPr/>
        <p:txBody>
          <a:bodyPr/>
          <a:lstStyle/>
          <a:p>
            <a:endParaRPr lang="en-US"/>
          </a:p>
        </p:txBody>
      </p:sp>
      <p:sp>
        <p:nvSpPr>
          <p:cNvPr id="6" name="Fußzeilenplatzhalter 5"/>
          <p:cNvSpPr>
            <a:spLocks noGrp="1"/>
          </p:cNvSpPr>
          <p:nvPr>
            <p:ph type="ftr" sz="quarter" idx="12"/>
          </p:nvPr>
        </p:nvSpPr>
        <p:spPr/>
        <p:txBody>
          <a:bodyPr/>
          <a:lstStyle/>
          <a:p>
            <a:endParaRPr lang="en-US"/>
          </a:p>
        </p:txBody>
      </p:sp>
    </p:spTree>
    <p:extLst>
      <p:ext uri="{BB962C8B-B14F-4D97-AF65-F5344CB8AC3E}">
        <p14:creationId xmlns:p14="http://schemas.microsoft.com/office/powerpoint/2010/main" val="83430603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(v2) </a:t>
            </a:r>
            <a:r>
              <a:rPr lang="de-DE" dirty="0" err="1"/>
              <a:t>stands</a:t>
            </a:r>
            <a:r>
              <a:rPr lang="de-DE" dirty="0"/>
              <a:t> </a:t>
            </a:r>
            <a:r>
              <a:rPr lang="de-DE" dirty="0" err="1"/>
              <a:t>for</a:t>
            </a:r>
            <a:r>
              <a:rPr lang="de-DE" dirty="0"/>
              <a:t> </a:t>
            </a:r>
            <a:r>
              <a:rPr lang="de-DE" dirty="0" err="1"/>
              <a:t>second</a:t>
            </a:r>
            <a:r>
              <a:rPr lang="de-DE" dirty="0"/>
              <a:t> </a:t>
            </a:r>
            <a:r>
              <a:rPr lang="de-DE" dirty="0" err="1"/>
              <a:t>generation</a:t>
            </a:r>
            <a:r>
              <a:rPr lang="de-DE" dirty="0"/>
              <a:t> </a:t>
            </a:r>
            <a:r>
              <a:rPr lang="de-DE" dirty="0" err="1"/>
              <a:t>of</a:t>
            </a:r>
            <a:r>
              <a:rPr lang="de-DE" dirty="0"/>
              <a:t> </a:t>
            </a:r>
            <a:r>
              <a:rPr lang="de-DE" dirty="0" err="1"/>
              <a:t>IaaS</a:t>
            </a:r>
            <a:r>
              <a:rPr lang="de-DE" dirty="0"/>
              <a:t> (v2)</a:t>
            </a:r>
          </a:p>
        </p:txBody>
      </p:sp>
      <p:sp>
        <p:nvSpPr>
          <p:cNvPr id="4" name="Datumsplatzhalter 3"/>
          <p:cNvSpPr>
            <a:spLocks noGrp="1"/>
          </p:cNvSpPr>
          <p:nvPr>
            <p:ph type="dt" idx="10"/>
          </p:nvPr>
        </p:nvSpPr>
        <p:spPr/>
        <p:txBody>
          <a:bodyPr/>
          <a:lstStyle/>
          <a:p>
            <a:endParaRPr lang="en-US"/>
          </a:p>
        </p:txBody>
      </p:sp>
      <p:sp>
        <p:nvSpPr>
          <p:cNvPr id="5" name="Fußzeilenplatzhalter 4"/>
          <p:cNvSpPr>
            <a:spLocks noGrp="1"/>
          </p:cNvSpPr>
          <p:nvPr>
            <p:ph type="ftr" sz="quarter" idx="11"/>
          </p:nvPr>
        </p:nvSpPr>
        <p:spPr/>
        <p:txBody>
          <a:bodyPr/>
          <a:lstStyle/>
          <a:p>
            <a:endParaRPr lang="en-US"/>
          </a:p>
        </p:txBody>
      </p:sp>
      <p:sp>
        <p:nvSpPr>
          <p:cNvPr id="6" name="Foliennummernplatzhalter 5"/>
          <p:cNvSpPr>
            <a:spLocks noGrp="1"/>
          </p:cNvSpPr>
          <p:nvPr>
            <p:ph type="sldNum" sz="quarter" idx="12"/>
          </p:nvPr>
        </p:nvSpPr>
        <p:spPr/>
        <p:txBody>
          <a:bodyPr/>
          <a:lstStyle/>
          <a:p>
            <a:fld id="{2C52CFDC-D2D5-4B9F-BA75-89F771E01AEB}" type="slidenum">
              <a:rPr lang="en-US" smtClean="0"/>
              <a:t>22</a:t>
            </a:fld>
            <a:endParaRPr lang="en-US"/>
          </a:p>
        </p:txBody>
      </p:sp>
    </p:spTree>
    <p:extLst>
      <p:ext uri="{BB962C8B-B14F-4D97-AF65-F5344CB8AC3E}">
        <p14:creationId xmlns:p14="http://schemas.microsoft.com/office/powerpoint/2010/main" val="359232293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aseline="0" dirty="0"/>
              <a:t>The VMs just discussed are single instance VMs. You need to perform Installation and configuration in each VM you provision, making scaling up and down a manual process. VM Scale Sets are a group of identical VMs based on the same image that can be scaled based on a set of rules. This is comparable to the way Cloud Service Web Roles and Worker Roles work, but with some key difference.</a:t>
            </a:r>
          </a:p>
          <a:p>
            <a:pPr marL="242979" indent="-242979">
              <a:buFont typeface="Arial" panose="020B0604020202020204" pitchFamily="34" charset="0"/>
              <a:buAutoNum type="arabicPeriod"/>
            </a:pPr>
            <a:r>
              <a:rPr lang="en-US" baseline="0" dirty="0"/>
              <a:t>VM Scale Sets support both Windows and Linux.</a:t>
            </a:r>
          </a:p>
          <a:p>
            <a:pPr marL="242979" indent="-242979">
              <a:buFont typeface="Arial" panose="020B0604020202020204" pitchFamily="34" charset="0"/>
              <a:buAutoNum type="arabicPeriod"/>
            </a:pPr>
            <a:r>
              <a:rPr lang="en-US" baseline="0" dirty="0"/>
              <a:t>You can make use of persistent disks to store data on the VM, although auto scaling implies stateless environments.</a:t>
            </a:r>
          </a:p>
          <a:p>
            <a:pPr marL="242979" indent="-242979">
              <a:buFont typeface="Arial" panose="020B0604020202020204" pitchFamily="34" charset="0"/>
              <a:buAutoNum type="arabicPeriod"/>
            </a:pPr>
            <a:r>
              <a:rPr lang="en-US" baseline="0" dirty="0"/>
              <a:t>VMs are based on images and updates must be done in the image or with automation.</a:t>
            </a:r>
          </a:p>
          <a:p>
            <a:pPr marL="242979" indent="-242979">
              <a:buFont typeface="Arial" panose="020B0604020202020204" pitchFamily="34" charset="0"/>
              <a:buAutoNum type="arabicPeriod"/>
            </a:pPr>
            <a:endParaRPr lang="en-US" baseline="0" dirty="0"/>
          </a:p>
          <a:p>
            <a:r>
              <a:rPr lang="en-US" baseline="0" dirty="0"/>
              <a:t>VM Scale Sets are ideal for clusters such as a farm of webservers, because the Scale Set automatically scales up and down as the load changes.</a:t>
            </a:r>
          </a:p>
          <a:p>
            <a:endParaRPr lang="en-US" dirty="0"/>
          </a:p>
        </p:txBody>
      </p:sp>
      <p:sp>
        <p:nvSpPr>
          <p:cNvPr id="4" name="Slide Number Placeholder 3"/>
          <p:cNvSpPr>
            <a:spLocks noGrp="1"/>
          </p:cNvSpPr>
          <p:nvPr>
            <p:ph type="sldNum" sz="quarter" idx="10"/>
          </p:nvPr>
        </p:nvSpPr>
        <p:spPr/>
        <p:txBody>
          <a:bodyPr/>
          <a:lstStyle/>
          <a:p>
            <a:fld id="{9775AD18-5B56-4775-A2E4-ECEF0ABB851C}" type="slidenum">
              <a:rPr lang="en-US" smtClean="0"/>
              <a:t>24</a:t>
            </a:fld>
            <a:endParaRPr lang="en-US"/>
          </a:p>
        </p:txBody>
      </p:sp>
      <p:sp>
        <p:nvSpPr>
          <p:cNvPr id="5" name="Datumsplatzhalter 4"/>
          <p:cNvSpPr>
            <a:spLocks noGrp="1"/>
          </p:cNvSpPr>
          <p:nvPr>
            <p:ph type="dt" idx="11"/>
          </p:nvPr>
        </p:nvSpPr>
        <p:spPr/>
        <p:txBody>
          <a:bodyPr/>
          <a:lstStyle/>
          <a:p>
            <a:endParaRPr lang="en-US"/>
          </a:p>
        </p:txBody>
      </p:sp>
      <p:sp>
        <p:nvSpPr>
          <p:cNvPr id="6" name="Fußzeilenplatzhalter 5"/>
          <p:cNvSpPr>
            <a:spLocks noGrp="1"/>
          </p:cNvSpPr>
          <p:nvPr>
            <p:ph type="ftr" sz="quarter" idx="12"/>
          </p:nvPr>
        </p:nvSpPr>
        <p:spPr/>
        <p:txBody>
          <a:bodyPr/>
          <a:lstStyle/>
          <a:p>
            <a:endParaRPr lang="en-US"/>
          </a:p>
        </p:txBody>
      </p:sp>
    </p:spTree>
    <p:extLst>
      <p:ext uri="{BB962C8B-B14F-4D97-AF65-F5344CB8AC3E}">
        <p14:creationId xmlns:p14="http://schemas.microsoft.com/office/powerpoint/2010/main" val="21431753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defTabSz="971916">
              <a:defRPr/>
            </a:pPr>
            <a:fld id="{9775AD18-5B56-4775-A2E4-ECEF0ABB851C}" type="slidenum">
              <a:rPr lang="en-US" sz="1900" kern="0">
                <a:solidFill>
                  <a:sysClr val="windowText" lastClr="000000"/>
                </a:solidFill>
              </a:rPr>
              <a:pPr defTabSz="971916">
                <a:defRPr/>
              </a:pPr>
              <a:t>25</a:t>
            </a:fld>
            <a:endParaRPr lang="en-US" sz="1900" kern="0">
              <a:solidFill>
                <a:sysClr val="windowText" lastClr="000000"/>
              </a:solidFill>
            </a:endParaRPr>
          </a:p>
        </p:txBody>
      </p:sp>
      <p:sp>
        <p:nvSpPr>
          <p:cNvPr id="5" name="Datumsplatzhalter 4"/>
          <p:cNvSpPr>
            <a:spLocks noGrp="1"/>
          </p:cNvSpPr>
          <p:nvPr>
            <p:ph type="dt" idx="11"/>
          </p:nvPr>
        </p:nvSpPr>
        <p:spPr/>
        <p:txBody>
          <a:bodyPr/>
          <a:lstStyle/>
          <a:p>
            <a:endParaRPr lang="en-US"/>
          </a:p>
        </p:txBody>
      </p:sp>
      <p:sp>
        <p:nvSpPr>
          <p:cNvPr id="6" name="Fußzeilenplatzhalter 5"/>
          <p:cNvSpPr>
            <a:spLocks noGrp="1"/>
          </p:cNvSpPr>
          <p:nvPr>
            <p:ph type="ftr" sz="quarter" idx="12"/>
          </p:nvPr>
        </p:nvSpPr>
        <p:spPr/>
        <p:txBody>
          <a:bodyPr/>
          <a:lstStyle/>
          <a:p>
            <a:endParaRPr lang="en-US"/>
          </a:p>
        </p:txBody>
      </p:sp>
    </p:spTree>
    <p:extLst>
      <p:ext uri="{BB962C8B-B14F-4D97-AF65-F5344CB8AC3E}">
        <p14:creationId xmlns:p14="http://schemas.microsoft.com/office/powerpoint/2010/main" val="313295895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000" dirty="0">
                <a:latin typeface="Segoe UI Light" pitchFamily="34" charset="0"/>
              </a:rPr>
              <a:t>Application load balancing enables IT administrators and developers to create routing rules for network traffic based on HTTP.</a:t>
            </a:r>
          </a:p>
          <a:p>
            <a:r>
              <a:rPr lang="en-US" sz="1000" dirty="0">
                <a:latin typeface="Segoe UI Light" pitchFamily="34" charset="0"/>
              </a:rPr>
              <a:t>Application Gateway currently supports layer 7 application delivery for the following:</a:t>
            </a:r>
          </a:p>
          <a:p>
            <a:pPr marL="182234" indent="-182234">
              <a:buFont typeface="Arial" panose="020B0604020202020204" pitchFamily="34" charset="0"/>
              <a:buChar char="•"/>
            </a:pPr>
            <a:r>
              <a:rPr lang="en-US" sz="1000" dirty="0">
                <a:latin typeface="Segoe UI Light" pitchFamily="34" charset="0"/>
              </a:rPr>
              <a:t>HTTP load balancing</a:t>
            </a:r>
          </a:p>
          <a:p>
            <a:pPr marL="182234" indent="-182234">
              <a:buFont typeface="Arial" panose="020B0604020202020204" pitchFamily="34" charset="0"/>
              <a:buChar char="•"/>
            </a:pPr>
            <a:r>
              <a:rPr lang="en-US" sz="1000" dirty="0">
                <a:latin typeface="Segoe UI Light" pitchFamily="34" charset="0"/>
              </a:rPr>
              <a:t>Cookie based session affinity</a:t>
            </a:r>
          </a:p>
          <a:p>
            <a:pPr marL="182234" indent="-182234">
              <a:buFont typeface="Arial" panose="020B0604020202020204" pitchFamily="34" charset="0"/>
              <a:buChar char="•"/>
            </a:pPr>
            <a:r>
              <a:rPr lang="en-US" sz="1000" dirty="0">
                <a:latin typeface="Segoe UI Light" pitchFamily="34" charset="0"/>
              </a:rPr>
              <a:t>SSL offload</a:t>
            </a:r>
          </a:p>
          <a:p>
            <a:r>
              <a:rPr lang="en-US" sz="1000" b="1" dirty="0">
                <a:latin typeface="Segoe UI Light" pitchFamily="34" charset="0"/>
              </a:rPr>
              <a:t>HTTP layer 7 load balancing:</a:t>
            </a:r>
          </a:p>
          <a:p>
            <a:r>
              <a:rPr lang="en-US" sz="1000" dirty="0">
                <a:latin typeface="Segoe UI Light" pitchFamily="34" charset="0"/>
              </a:rPr>
              <a:t>Azure provides layer 4 load balancing via Azure load balancer working at the transport level (TCP/UDP) and having all incoming network traffic being load balanced to the Application Gateway service. The Application Gateway then will apply the routing rules to HTTP traffic, providing level 7 (HTTP) load balancing. When you create an application gateway, an endpoint (VIP) will be associated and used as public IP for ingress network traffic.</a:t>
            </a:r>
          </a:p>
          <a:p>
            <a:endParaRPr lang="en-US" dirty="0"/>
          </a:p>
          <a:p>
            <a:r>
              <a:rPr lang="en-US" sz="1000" dirty="0">
                <a:latin typeface="Segoe UI Light" pitchFamily="34" charset="0"/>
              </a:rPr>
              <a:t>HTTP layer 7 load balancing is useful for:</a:t>
            </a:r>
          </a:p>
          <a:p>
            <a:pPr marL="182234" indent="-182234">
              <a:buFont typeface="Arial" panose="020B0604020202020204" pitchFamily="34" charset="0"/>
              <a:buChar char="•"/>
            </a:pPr>
            <a:r>
              <a:rPr lang="en-US" sz="1000" dirty="0">
                <a:latin typeface="Segoe UI Light" pitchFamily="34" charset="0"/>
              </a:rPr>
              <a:t>Applications that require requests from the same user/client session to reach the same back-end VM. Examples of this would be shopping cart apps and web mail servers.</a:t>
            </a:r>
          </a:p>
          <a:p>
            <a:pPr marL="182234" indent="-182234">
              <a:buFont typeface="Arial" panose="020B0604020202020204" pitchFamily="34" charset="0"/>
              <a:buChar char="•"/>
            </a:pPr>
            <a:r>
              <a:rPr lang="en-US" sz="1000" dirty="0">
                <a:latin typeface="Segoe UI Light" pitchFamily="34" charset="0"/>
              </a:rPr>
              <a:t>Applications that want to free web server farms from SSL termination overhead.</a:t>
            </a:r>
          </a:p>
          <a:p>
            <a:pPr marL="182234" indent="-182234">
              <a:buFont typeface="Arial" panose="020B0604020202020204" pitchFamily="34" charset="0"/>
              <a:buChar char="•"/>
            </a:pPr>
            <a:r>
              <a:rPr lang="en-US" sz="1000" dirty="0">
                <a:latin typeface="Segoe UI Light" pitchFamily="34" charset="0"/>
              </a:rPr>
              <a:t>Applications, such as CDN, that require multiple HTTP requests on the same long-running TCP connection to be routed/load balanced to different backend servers.</a:t>
            </a:r>
          </a:p>
          <a:p>
            <a:endParaRPr lang="en-US" dirty="0"/>
          </a:p>
        </p:txBody>
      </p:sp>
      <p:sp>
        <p:nvSpPr>
          <p:cNvPr id="4" name="Header Placeholder 3"/>
          <p:cNvSpPr>
            <a:spLocks noGrp="1"/>
          </p:cNvSpPr>
          <p:nvPr>
            <p:ph type="hdr" sz="quarter" idx="10"/>
          </p:nvPr>
        </p:nvSpPr>
        <p:spPr/>
        <p:txBody>
          <a:bodyPr/>
          <a:lstStyle/>
          <a:p>
            <a:r>
              <a:rPr lang="en-US"/>
              <a:t>Microsoft Ignite 2015</a:t>
            </a:r>
            <a:endParaRPr lang="en-US" dirty="0"/>
          </a:p>
        </p:txBody>
      </p:sp>
      <p:sp>
        <p:nvSpPr>
          <p:cNvPr id="5" name="Footer Placeholder 4"/>
          <p:cNvSpPr>
            <a:spLocks noGrp="1"/>
          </p:cNvSpPr>
          <p:nvPr>
            <p:ph type="ftr" sz="quarter" idx="11"/>
          </p:nvPr>
        </p:nvSpPr>
        <p:spPr/>
        <p:txBody>
          <a:bodyPr/>
          <a:lstStyle/>
          <a:p>
            <a:pPr defTabSz="971596"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2015 Microsoft Corporation. All rights reserved. MICROSOFT MAKES NO WARRANTIES, EXPRESS, IMPLIED OR STATUTORY, AS TO THE INFORMATION IN THIS PRESENTATION.</a:t>
            </a:r>
            <a:endPar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Date Placeholder 5"/>
          <p:cNvSpPr>
            <a:spLocks noGrp="1"/>
          </p:cNvSpPr>
          <p:nvPr>
            <p:ph type="dt" idx="12"/>
          </p:nvPr>
        </p:nvSpPr>
        <p:spPr/>
        <p:txBody>
          <a:bodyPr/>
          <a:lstStyle/>
          <a:p>
            <a:endParaRPr lang="en-US" dirty="0"/>
          </a:p>
        </p:txBody>
      </p:sp>
      <p:sp>
        <p:nvSpPr>
          <p:cNvPr id="7" name="Slide Number Placeholder 6"/>
          <p:cNvSpPr>
            <a:spLocks noGrp="1"/>
          </p:cNvSpPr>
          <p:nvPr>
            <p:ph type="sldNum" sz="quarter" idx="13"/>
          </p:nvPr>
        </p:nvSpPr>
        <p:spPr/>
        <p:txBody>
          <a:bodyPr/>
          <a:lstStyle/>
          <a:p>
            <a:fld id="{B4008EB6-D09E-4580-8CD6-DDB14511944F}" type="slidenum">
              <a:rPr lang="en-US" smtClean="0"/>
              <a:pPr/>
              <a:t>26</a:t>
            </a:fld>
            <a:endParaRPr lang="en-US" dirty="0"/>
          </a:p>
        </p:txBody>
      </p:sp>
    </p:spTree>
    <p:extLst>
      <p:ext uri="{BB962C8B-B14F-4D97-AF65-F5344CB8AC3E}">
        <p14:creationId xmlns:p14="http://schemas.microsoft.com/office/powerpoint/2010/main" val="320498031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defTabSz="971916">
              <a:defRPr/>
            </a:pPr>
            <a:fld id="{9775AD18-5B56-4775-A2E4-ECEF0ABB851C}" type="slidenum">
              <a:rPr lang="en-US" sz="1900" kern="0">
                <a:solidFill>
                  <a:sysClr val="windowText" lastClr="000000"/>
                </a:solidFill>
              </a:rPr>
              <a:pPr defTabSz="971916">
                <a:defRPr/>
              </a:pPr>
              <a:t>27</a:t>
            </a:fld>
            <a:endParaRPr lang="en-US" sz="1900" kern="0">
              <a:solidFill>
                <a:sysClr val="windowText" lastClr="000000"/>
              </a:solidFill>
            </a:endParaRPr>
          </a:p>
        </p:txBody>
      </p:sp>
      <p:sp>
        <p:nvSpPr>
          <p:cNvPr id="5" name="Datumsplatzhalter 4"/>
          <p:cNvSpPr>
            <a:spLocks noGrp="1"/>
          </p:cNvSpPr>
          <p:nvPr>
            <p:ph type="dt" idx="11"/>
          </p:nvPr>
        </p:nvSpPr>
        <p:spPr/>
        <p:txBody>
          <a:bodyPr/>
          <a:lstStyle/>
          <a:p>
            <a:endParaRPr lang="en-US"/>
          </a:p>
        </p:txBody>
      </p:sp>
      <p:sp>
        <p:nvSpPr>
          <p:cNvPr id="6" name="Fußzeilenplatzhalter 5"/>
          <p:cNvSpPr>
            <a:spLocks noGrp="1"/>
          </p:cNvSpPr>
          <p:nvPr>
            <p:ph type="ftr" sz="quarter" idx="12"/>
          </p:nvPr>
        </p:nvSpPr>
        <p:spPr/>
        <p:txBody>
          <a:bodyPr/>
          <a:lstStyle/>
          <a:p>
            <a:endParaRPr lang="en-US"/>
          </a:p>
        </p:txBody>
      </p:sp>
    </p:spTree>
    <p:extLst>
      <p:ext uri="{BB962C8B-B14F-4D97-AF65-F5344CB8AC3E}">
        <p14:creationId xmlns:p14="http://schemas.microsoft.com/office/powerpoint/2010/main" val="180375502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a:t>
            </a:r>
            <a:r>
              <a:rPr lang="en-US" baseline="0" dirty="0"/>
              <a:t> you see “containers” you probably think of Docker.  For good reason, Docker has essentially defined the container market.  To understand what Docker is let’s start by looking at Containers.</a:t>
            </a:r>
          </a:p>
          <a:p>
            <a:endParaRPr lang="en-US" baseline="0" dirty="0"/>
          </a:p>
          <a:p>
            <a:r>
              <a:rPr lang="en-US" baseline="0" dirty="0"/>
              <a:t>Containers are an </a:t>
            </a:r>
            <a:r>
              <a:rPr lang="en-US" b="1" baseline="0" dirty="0"/>
              <a:t>isolated environment and isolated collection of resources that an application runs in</a:t>
            </a:r>
            <a:r>
              <a:rPr lang="en-US" baseline="0" dirty="0"/>
              <a:t>.  The resources are all the dependencies (DLL’s, configuration, etc.) that the application needs.  </a:t>
            </a:r>
            <a:r>
              <a:rPr lang="en-US" b="1" baseline="0" dirty="0"/>
              <a:t>Everything the application needs to run is in the container </a:t>
            </a:r>
            <a:r>
              <a:rPr lang="en-US" baseline="0" dirty="0"/>
              <a:t>and it </a:t>
            </a:r>
            <a:r>
              <a:rPr lang="en-US" b="1" baseline="0" dirty="0"/>
              <a:t>sees nothing on the host OS </a:t>
            </a:r>
            <a:r>
              <a:rPr lang="en-US" baseline="0" dirty="0"/>
              <a:t>it is running on (except maybe an internet connection).  </a:t>
            </a:r>
            <a:r>
              <a:rPr lang="en-US" b="1" baseline="0" dirty="0"/>
              <a:t>Containers are therefore a unit of deployment.</a:t>
            </a:r>
          </a:p>
          <a:p>
            <a:endParaRPr lang="en-US" b="1" baseline="0" dirty="0"/>
          </a:p>
          <a:p>
            <a:r>
              <a:rPr lang="en-US" baseline="0" dirty="0"/>
              <a:t>&lt;click&gt;</a:t>
            </a:r>
          </a:p>
          <a:p>
            <a:r>
              <a:rPr lang="en-US" baseline="0" dirty="0"/>
              <a:t>A key benefit of containers is that they </a:t>
            </a:r>
            <a:r>
              <a:rPr lang="en-US" b="1" baseline="0" dirty="0"/>
              <a:t>can startup almost instantly</a:t>
            </a:r>
            <a:r>
              <a:rPr lang="en-US" baseline="0" dirty="0"/>
              <a:t>.  The notion of “booting up” a guest OS doesn’t exist.  The container just runs on top of the host OS.  As a result, containers can startup almost instantly as compared to the startup period of a VM.  And </a:t>
            </a:r>
            <a:r>
              <a:rPr lang="en-US" b="1" baseline="0" dirty="0"/>
              <a:t>because everything is contained in this container, containers are easily repeatable and extremely reliable from one environment to the next</a:t>
            </a:r>
            <a:r>
              <a:rPr lang="en-US" baseline="0" dirty="0"/>
              <a:t>.  For example, I can run a container on my local dev box and have high confidence it will run the same when deployed to another machine, such as a VM running in Azure.</a:t>
            </a:r>
          </a:p>
          <a:p>
            <a:endParaRPr lang="en-US" baseline="0" dirty="0"/>
          </a:p>
          <a:p>
            <a:r>
              <a:rPr lang="en-US" baseline="0" dirty="0"/>
              <a:t>&lt;Click&gt;</a:t>
            </a:r>
          </a:p>
          <a:p>
            <a:r>
              <a:rPr lang="en-US" baseline="0" dirty="0"/>
              <a:t>As you can probably imagine, containers are extremely popular in dev/test scenarios.  They are also great for micro-services.</a:t>
            </a:r>
          </a:p>
          <a:p>
            <a:endParaRPr lang="en-US" baseline="0" dirty="0"/>
          </a:p>
          <a:p>
            <a:r>
              <a:rPr lang="en-US" baseline="0" dirty="0"/>
              <a:t>&lt;click&gt;</a:t>
            </a:r>
          </a:p>
          <a:p>
            <a:r>
              <a:rPr lang="en-US" baseline="0" dirty="0"/>
              <a:t>To put a visual behind this, consider the architecture for a typical virtual machine.  You have a physical server, hyper-visor and host OS.  Then, each VM has it’s own guest OS that can be configured with applications and application frameworks.  This is what you saw earlier in the presentation.</a:t>
            </a:r>
          </a:p>
          <a:p>
            <a:endParaRPr lang="en-US" baseline="0" dirty="0"/>
          </a:p>
          <a:p>
            <a:r>
              <a:rPr lang="en-US" baseline="0" dirty="0"/>
              <a:t>&lt;click&gt;</a:t>
            </a:r>
          </a:p>
          <a:p>
            <a:r>
              <a:rPr lang="en-US" baseline="0" dirty="0"/>
              <a:t>Now consider how a container is different.  Physical Server with a host OS. However, notice there is not a guest OS.  The container is essentially the application and it’s dependencies.  Also notice that the app frameworks used by application A and application B are shared in this model.  This is how instant startup is achieved.</a:t>
            </a:r>
          </a:p>
          <a:p>
            <a:endParaRPr lang="en-US" baseline="0" dirty="0"/>
          </a:p>
          <a:p>
            <a:r>
              <a:rPr lang="en-US" baseline="0" dirty="0"/>
              <a:t>Note that there are more instances of the same App running on the physical server. This underlines that a container is a scale unit besides being an isolation mechanism. In a production development you would use a cluster of hosts, and have containers spread of the hosts. (</a:t>
            </a:r>
            <a:r>
              <a:rPr lang="en-US" baseline="0" dirty="0" err="1"/>
              <a:t>vielfältig</a:t>
            </a:r>
            <a:r>
              <a:rPr lang="en-US" baseline="0" dirty="0"/>
              <a:t> </a:t>
            </a:r>
            <a:r>
              <a:rPr lang="en-US" baseline="0" dirty="0" err="1"/>
              <a:t>verteilt</a:t>
            </a:r>
            <a:r>
              <a:rPr lang="en-US" baseline="0" dirty="0"/>
              <a:t> auf die Hosts).</a:t>
            </a:r>
          </a:p>
          <a:p>
            <a:endParaRPr lang="en-US" baseline="0" dirty="0"/>
          </a:p>
          <a:p>
            <a:endParaRPr lang="en-US" baseline="0" dirty="0"/>
          </a:p>
        </p:txBody>
      </p:sp>
      <p:sp>
        <p:nvSpPr>
          <p:cNvPr id="4" name="Slide Number Placeholder 3"/>
          <p:cNvSpPr>
            <a:spLocks noGrp="1"/>
          </p:cNvSpPr>
          <p:nvPr>
            <p:ph type="sldNum" sz="quarter" idx="10"/>
          </p:nvPr>
        </p:nvSpPr>
        <p:spPr/>
        <p:txBody>
          <a:bodyPr/>
          <a:lstStyle/>
          <a:p>
            <a:pPr defTabSz="971916">
              <a:defRPr/>
            </a:pPr>
            <a:fld id="{9775AD18-5B56-4775-A2E4-ECEF0ABB851C}" type="slidenum">
              <a:rPr lang="en-US" sz="1900" kern="0">
                <a:solidFill>
                  <a:sysClr val="windowText" lastClr="000000"/>
                </a:solidFill>
              </a:rPr>
              <a:pPr defTabSz="971916">
                <a:defRPr/>
              </a:pPr>
              <a:t>28</a:t>
            </a:fld>
            <a:endParaRPr lang="en-US" sz="1900" kern="0">
              <a:solidFill>
                <a:sysClr val="windowText" lastClr="000000"/>
              </a:solidFill>
            </a:endParaRPr>
          </a:p>
        </p:txBody>
      </p:sp>
      <p:sp>
        <p:nvSpPr>
          <p:cNvPr id="5" name="Datumsplatzhalter 4"/>
          <p:cNvSpPr>
            <a:spLocks noGrp="1"/>
          </p:cNvSpPr>
          <p:nvPr>
            <p:ph type="dt" idx="11"/>
          </p:nvPr>
        </p:nvSpPr>
        <p:spPr/>
        <p:txBody>
          <a:bodyPr/>
          <a:lstStyle/>
          <a:p>
            <a:endParaRPr lang="en-US"/>
          </a:p>
        </p:txBody>
      </p:sp>
      <p:sp>
        <p:nvSpPr>
          <p:cNvPr id="6" name="Fußzeilenplatzhalter 5"/>
          <p:cNvSpPr>
            <a:spLocks noGrp="1"/>
          </p:cNvSpPr>
          <p:nvPr>
            <p:ph type="ftr" sz="quarter" idx="12"/>
          </p:nvPr>
        </p:nvSpPr>
        <p:spPr/>
        <p:txBody>
          <a:bodyPr/>
          <a:lstStyle/>
          <a:p>
            <a:endParaRPr lang="en-US"/>
          </a:p>
        </p:txBody>
      </p:sp>
    </p:spTree>
    <p:extLst>
      <p:ext uri="{BB962C8B-B14F-4D97-AF65-F5344CB8AC3E}">
        <p14:creationId xmlns:p14="http://schemas.microsoft.com/office/powerpoint/2010/main" val="269954848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Docker has also</a:t>
            </a:r>
            <a:r>
              <a:rPr lang="en-US" baseline="0" dirty="0"/>
              <a:t> pretty-much defined the container ecosystem (de-facto standard).  It provides the means for deploying these containers and resources onto a machine by developing a Docker API that drives these activities.</a:t>
            </a:r>
          </a:p>
          <a:p>
            <a:endParaRPr lang="en-US" baseline="0" dirty="0"/>
          </a:p>
          <a:p>
            <a:r>
              <a:rPr lang="en-US" baseline="0" dirty="0"/>
              <a:t>The container runtime traditionally only ran on Linux VM’s.  However, today, Windows Server 2016 provides a new “Container Role” (similar to other roles like AD, File Server, etc.) that you can configure on Windows.  This provides the same abilities to create and manage containers that exists on Linux.</a:t>
            </a:r>
          </a:p>
          <a:p>
            <a:endParaRPr lang="en-US" baseline="0" dirty="0"/>
          </a:p>
          <a:p>
            <a:r>
              <a:rPr lang="en-US" baseline="0" dirty="0"/>
              <a:t>&lt;Click&gt;</a:t>
            </a:r>
          </a:p>
          <a:p>
            <a:r>
              <a:rPr lang="en-US" baseline="0" dirty="0"/>
              <a:t>Docker has also become the standard for defining what a container image looks like.  The file format, the manifest that goes into the container, and how image dependencies are configured.  And Windows and .NET are perfectly valid candidates for a Docker image.</a:t>
            </a:r>
          </a:p>
          <a:p>
            <a:endParaRPr lang="en-US" baseline="0" dirty="0"/>
          </a:p>
          <a:p>
            <a:r>
              <a:rPr lang="en-US" baseline="0" dirty="0"/>
              <a:t>&lt;Click&gt;</a:t>
            </a:r>
          </a:p>
          <a:p>
            <a:r>
              <a:rPr lang="en-US" baseline="0" dirty="0"/>
              <a:t>Docker has become the standard place for people to publish their images.  Docker Hub is a public “trusted repository” where you can find literally thousands of Docker images such as Apache, MySQL, and even .NET.  </a:t>
            </a:r>
          </a:p>
          <a:p>
            <a:endParaRPr lang="en-US" baseline="0" dirty="0"/>
          </a:p>
          <a:p>
            <a:r>
              <a:rPr lang="en-US" baseline="0" dirty="0"/>
              <a:t>Microsoft Azure embraces this container technology and has integrated it directly into the platform.</a:t>
            </a:r>
          </a:p>
          <a:p>
            <a:endParaRPr lang="en-US" baseline="0" dirty="0"/>
          </a:p>
          <a:p>
            <a:endParaRPr lang="en-US" baseline="0" dirty="0"/>
          </a:p>
          <a:p>
            <a:endParaRPr lang="en-US" baseline="0" dirty="0"/>
          </a:p>
          <a:p>
            <a:endParaRPr lang="en-US" baseline="0" dirty="0"/>
          </a:p>
          <a:p>
            <a:endParaRPr lang="en-US" baseline="0" dirty="0"/>
          </a:p>
          <a:p>
            <a:endParaRPr lang="en-US" dirty="0"/>
          </a:p>
        </p:txBody>
      </p:sp>
      <p:sp>
        <p:nvSpPr>
          <p:cNvPr id="4" name="Slide Number Placeholder 3"/>
          <p:cNvSpPr>
            <a:spLocks noGrp="1"/>
          </p:cNvSpPr>
          <p:nvPr>
            <p:ph type="sldNum" sz="quarter" idx="10"/>
          </p:nvPr>
        </p:nvSpPr>
        <p:spPr/>
        <p:txBody>
          <a:bodyPr/>
          <a:lstStyle/>
          <a:p>
            <a:pPr defTabSz="971916">
              <a:defRPr/>
            </a:pPr>
            <a:fld id="{9775AD18-5B56-4775-A2E4-ECEF0ABB851C}" type="slidenum">
              <a:rPr lang="en-US" sz="1900" kern="0">
                <a:solidFill>
                  <a:sysClr val="windowText" lastClr="000000"/>
                </a:solidFill>
              </a:rPr>
              <a:pPr defTabSz="971916">
                <a:defRPr/>
              </a:pPr>
              <a:t>29</a:t>
            </a:fld>
            <a:endParaRPr lang="en-US" sz="1900" kern="0">
              <a:solidFill>
                <a:sysClr val="windowText" lastClr="000000"/>
              </a:solidFill>
            </a:endParaRPr>
          </a:p>
        </p:txBody>
      </p:sp>
      <p:sp>
        <p:nvSpPr>
          <p:cNvPr id="5" name="Datumsplatzhalter 4"/>
          <p:cNvSpPr>
            <a:spLocks noGrp="1"/>
          </p:cNvSpPr>
          <p:nvPr>
            <p:ph type="dt" idx="11"/>
          </p:nvPr>
        </p:nvSpPr>
        <p:spPr/>
        <p:txBody>
          <a:bodyPr/>
          <a:lstStyle/>
          <a:p>
            <a:endParaRPr lang="en-US"/>
          </a:p>
        </p:txBody>
      </p:sp>
      <p:sp>
        <p:nvSpPr>
          <p:cNvPr id="6" name="Fußzeilenplatzhalter 5"/>
          <p:cNvSpPr>
            <a:spLocks noGrp="1"/>
          </p:cNvSpPr>
          <p:nvPr>
            <p:ph type="ftr" sz="quarter" idx="12"/>
          </p:nvPr>
        </p:nvSpPr>
        <p:spPr/>
        <p:txBody>
          <a:bodyPr/>
          <a:lstStyle/>
          <a:p>
            <a:endParaRPr lang="en-US"/>
          </a:p>
        </p:txBody>
      </p:sp>
    </p:spTree>
    <p:extLst>
      <p:ext uri="{BB962C8B-B14F-4D97-AF65-F5344CB8AC3E}">
        <p14:creationId xmlns:p14="http://schemas.microsoft.com/office/powerpoint/2010/main" val="392895709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Demo:</a:t>
            </a:r>
            <a:r>
              <a:rPr lang="en-US" dirty="0"/>
              <a:t> </a:t>
            </a:r>
            <a:r>
              <a:rPr lang="en-US" altLang="zh-CN" dirty="0"/>
              <a:t>Provisioning VM</a:t>
            </a:r>
          </a:p>
          <a:p>
            <a:endParaRPr lang="en-US" altLang="zh-CN" dirty="0"/>
          </a:p>
          <a:p>
            <a:r>
              <a:rPr lang="en-US" altLang="zh-CN" b="1" dirty="0"/>
              <a:t>Prerequisites:</a:t>
            </a:r>
            <a:r>
              <a:rPr lang="en-US" altLang="zh-CN" b="1" baseline="0" dirty="0"/>
              <a:t> </a:t>
            </a:r>
            <a:endParaRPr lang="en-US" altLang="zh-CN" baseline="0" dirty="0"/>
          </a:p>
          <a:p>
            <a:pPr marL="182234" indent="-182234">
              <a:buFont typeface="Arial" panose="020B0604020202020204" pitchFamily="34" charset="0"/>
              <a:buChar char="•"/>
            </a:pPr>
            <a:r>
              <a:rPr lang="en-US" altLang="zh-CN" baseline="0" dirty="0"/>
              <a:t>A Windows Server 2016 is already provisioned.</a:t>
            </a:r>
          </a:p>
          <a:p>
            <a:endParaRPr lang="en-US" altLang="zh-CN" dirty="0"/>
          </a:p>
          <a:p>
            <a:r>
              <a:rPr lang="en-US" altLang="zh-CN" b="1" dirty="0"/>
              <a:t>Steps:</a:t>
            </a:r>
          </a:p>
          <a:p>
            <a:pPr marL="242979" indent="-242979">
              <a:buFont typeface="+mj-lt"/>
              <a:buAutoNum type="arabicPeriod"/>
            </a:pPr>
            <a:r>
              <a:rPr lang="en-US" dirty="0"/>
              <a:t>Open</a:t>
            </a:r>
            <a:r>
              <a:rPr lang="en-US" baseline="0" dirty="0"/>
              <a:t> Azure portal and click the </a:t>
            </a:r>
            <a:r>
              <a:rPr lang="en-US" b="1" baseline="0" dirty="0"/>
              <a:t>NEW</a:t>
            </a:r>
            <a:r>
              <a:rPr lang="en-US" baseline="0" dirty="0"/>
              <a:t> button at the upper-left corner.</a:t>
            </a:r>
          </a:p>
          <a:p>
            <a:pPr marL="242979" indent="-242979">
              <a:buFont typeface="+mj-lt"/>
              <a:buAutoNum type="arabicPeriod"/>
            </a:pPr>
            <a:r>
              <a:rPr lang="en-US" baseline="0" dirty="0"/>
              <a:t>Show the short list of resources. Explain that I can directly create popular resources here such as a Windows Server 2016.</a:t>
            </a:r>
          </a:p>
          <a:p>
            <a:pPr marL="242979" indent="-242979">
              <a:buFont typeface="+mj-lt"/>
              <a:buAutoNum type="arabicPeriod"/>
            </a:pPr>
            <a:r>
              <a:rPr lang="en-US" baseline="0" dirty="0"/>
              <a:t>Click on the </a:t>
            </a:r>
            <a:r>
              <a:rPr lang="en-US" b="1" baseline="0" dirty="0"/>
              <a:t>Everything</a:t>
            </a:r>
            <a:r>
              <a:rPr lang="en-US" baseline="0" dirty="0"/>
              <a:t> link.</a:t>
            </a:r>
          </a:p>
          <a:p>
            <a:pPr marL="242979" indent="-242979">
              <a:buFont typeface="+mj-lt"/>
              <a:buAutoNum type="arabicPeriod"/>
            </a:pPr>
            <a:r>
              <a:rPr lang="en-US" baseline="0" dirty="0"/>
              <a:t>In </a:t>
            </a:r>
            <a:r>
              <a:rPr lang="en-US" b="1" baseline="0" dirty="0"/>
              <a:t>Gallery</a:t>
            </a:r>
            <a:r>
              <a:rPr lang="en-US" baseline="0" dirty="0"/>
              <a:t> blade, open the </a:t>
            </a:r>
            <a:r>
              <a:rPr lang="en-US" b="1" baseline="0" dirty="0"/>
              <a:t>Virtual machines </a:t>
            </a:r>
            <a:r>
              <a:rPr lang="en-US" baseline="0" dirty="0"/>
              <a:t>category.</a:t>
            </a:r>
          </a:p>
          <a:p>
            <a:pPr marL="242979" indent="-242979">
              <a:buFont typeface="+mj-lt"/>
              <a:buAutoNum type="arabicPeriod"/>
            </a:pPr>
            <a:r>
              <a:rPr lang="en-US" baseline="0" dirty="0"/>
              <a:t>Scroll down the view and show images of different types (refer back to slide 9).</a:t>
            </a:r>
          </a:p>
          <a:p>
            <a:pPr marL="242979" indent="-242979">
              <a:buFont typeface="+mj-lt"/>
              <a:buAutoNum type="arabicPeriod"/>
            </a:pPr>
            <a:r>
              <a:rPr lang="en-US" baseline="0" dirty="0"/>
              <a:t>Click on </a:t>
            </a:r>
            <a:r>
              <a:rPr lang="en-US" b="1" baseline="0" dirty="0"/>
              <a:t>Windows Server 2016</a:t>
            </a:r>
            <a:r>
              <a:rPr lang="en-US" baseline="0" dirty="0"/>
              <a:t>, and then click the </a:t>
            </a:r>
            <a:r>
              <a:rPr lang="en-US" b="1" baseline="0" dirty="0"/>
              <a:t>Create</a:t>
            </a:r>
            <a:r>
              <a:rPr lang="en-US" baseline="0" dirty="0"/>
              <a:t> button in the overview blade. For non-Microsoft focused audience, consider to pick a Linux image instead.</a:t>
            </a:r>
          </a:p>
          <a:p>
            <a:pPr marL="242979" indent="-242979">
              <a:buFont typeface="+mj-lt"/>
              <a:buAutoNum type="arabicPeriod"/>
            </a:pPr>
            <a:r>
              <a:rPr lang="en-US" baseline="0" dirty="0"/>
              <a:t>Fill in the </a:t>
            </a:r>
            <a:r>
              <a:rPr lang="en-US" b="1" i="1" baseline="0" dirty="0"/>
              <a:t>Create VM </a:t>
            </a:r>
            <a:r>
              <a:rPr lang="en-US" baseline="0" dirty="0"/>
              <a:t>form and click on the </a:t>
            </a:r>
            <a:r>
              <a:rPr lang="en-US" b="1" baseline="0" dirty="0"/>
              <a:t>Create</a:t>
            </a:r>
            <a:r>
              <a:rPr lang="en-US" baseline="0" dirty="0"/>
              <a:t> button to provision the VM. Explain this will take a few minutes.</a:t>
            </a:r>
          </a:p>
          <a:p>
            <a:pPr marL="242979" indent="-242979">
              <a:buFont typeface="+mj-lt"/>
              <a:buAutoNum type="arabicPeriod" startAt="8"/>
            </a:pPr>
            <a:r>
              <a:rPr lang="en-US" dirty="0"/>
              <a:t>Open the already provisioned VM.</a:t>
            </a:r>
          </a:p>
          <a:p>
            <a:pPr marL="242979" indent="-242979">
              <a:buFont typeface="+mj-lt"/>
              <a:buAutoNum type="arabicPeriod" startAt="8"/>
            </a:pPr>
            <a:r>
              <a:rPr lang="en-US" dirty="0"/>
              <a:t>Scroll</a:t>
            </a:r>
            <a:r>
              <a:rPr lang="en-US" baseline="0" dirty="0"/>
              <a:t> down the blade to show various of information available on the blade.</a:t>
            </a:r>
          </a:p>
          <a:p>
            <a:pPr marL="242979" indent="-242979">
              <a:buFont typeface="+mj-lt"/>
              <a:buAutoNum type="arabicPeriod" startAt="8"/>
            </a:pPr>
            <a:r>
              <a:rPr lang="en-US" baseline="0" dirty="0"/>
              <a:t>Click on the </a:t>
            </a:r>
            <a:r>
              <a:rPr lang="en-US" b="1" baseline="0" dirty="0"/>
              <a:t>Extensions</a:t>
            </a:r>
            <a:r>
              <a:rPr lang="en-US" baseline="0" dirty="0"/>
              <a:t> tile. </a:t>
            </a:r>
          </a:p>
          <a:p>
            <a:pPr marL="242979" indent="-242979" defTabSz="971916">
              <a:buFont typeface="+mj-lt"/>
              <a:buAutoNum type="arabicPeriod" startAt="8"/>
              <a:defRPr/>
            </a:pPr>
            <a:r>
              <a:rPr lang="en-US" baseline="0" dirty="0"/>
              <a:t>On the </a:t>
            </a:r>
            <a:r>
              <a:rPr lang="en-US" b="1" i="1" baseline="0" dirty="0"/>
              <a:t>Extensions</a:t>
            </a:r>
            <a:r>
              <a:rPr lang="en-US" baseline="0" dirty="0"/>
              <a:t> blade, click on the </a:t>
            </a:r>
            <a:r>
              <a:rPr lang="en-US" b="1" baseline="0" dirty="0"/>
              <a:t>ADD</a:t>
            </a:r>
            <a:r>
              <a:rPr lang="en-US" baseline="0" dirty="0"/>
              <a:t> icon to bring up the extension list. Introduce that VM extensions are </a:t>
            </a:r>
            <a:r>
              <a:rPr lang="en-US" sz="1300" dirty="0"/>
              <a:t>installable components to customize VM instances. </a:t>
            </a:r>
          </a:p>
          <a:p>
            <a:pPr marL="242979" indent="-242979" defTabSz="971916">
              <a:buFont typeface="+mj-lt"/>
              <a:buAutoNum type="arabicPeriod" startAt="8"/>
              <a:defRPr/>
            </a:pPr>
            <a:r>
              <a:rPr lang="en-US" sz="1300" dirty="0"/>
              <a:t>Switch to slides to continue with VM extension introduction. </a:t>
            </a:r>
          </a:p>
          <a:p>
            <a:pPr marL="242979" indent="-242979">
              <a:buFont typeface="+mj-lt"/>
              <a:buAutoNum type="arabicPeriod" startAt="8"/>
            </a:pPr>
            <a:endParaRPr lang="en-US" baseline="0" dirty="0"/>
          </a:p>
          <a:p>
            <a:pPr marL="242979" indent="-242979">
              <a:buFont typeface="+mj-lt"/>
              <a:buAutoNum type="arabicPeriod" startAt="8"/>
            </a:pPr>
            <a:endParaRPr lang="en-US" dirty="0"/>
          </a:p>
        </p:txBody>
      </p:sp>
      <p:sp>
        <p:nvSpPr>
          <p:cNvPr id="4" name="Slide Number Placeholder 3"/>
          <p:cNvSpPr>
            <a:spLocks noGrp="1"/>
          </p:cNvSpPr>
          <p:nvPr>
            <p:ph type="sldNum" sz="quarter" idx="10"/>
          </p:nvPr>
        </p:nvSpPr>
        <p:spPr/>
        <p:txBody>
          <a:bodyPr/>
          <a:lstStyle/>
          <a:p>
            <a:fld id="{2C52CFDC-D2D5-4B9F-BA75-89F771E01AEB}" type="slidenum">
              <a:rPr lang="en-US" smtClean="0"/>
              <a:t>30</a:t>
            </a:fld>
            <a:endParaRPr lang="en-US"/>
          </a:p>
        </p:txBody>
      </p:sp>
      <p:sp>
        <p:nvSpPr>
          <p:cNvPr id="5" name="Datumsplatzhalter 4"/>
          <p:cNvSpPr>
            <a:spLocks noGrp="1"/>
          </p:cNvSpPr>
          <p:nvPr>
            <p:ph type="dt" idx="11"/>
          </p:nvPr>
        </p:nvSpPr>
        <p:spPr/>
        <p:txBody>
          <a:bodyPr/>
          <a:lstStyle/>
          <a:p>
            <a:endParaRPr lang="en-US"/>
          </a:p>
        </p:txBody>
      </p:sp>
      <p:sp>
        <p:nvSpPr>
          <p:cNvPr id="6" name="Fußzeilenplatzhalter 5"/>
          <p:cNvSpPr>
            <a:spLocks noGrp="1"/>
          </p:cNvSpPr>
          <p:nvPr>
            <p:ph type="ftr" sz="quarter" idx="12"/>
          </p:nvPr>
        </p:nvSpPr>
        <p:spPr/>
        <p:txBody>
          <a:bodyPr/>
          <a:lstStyle/>
          <a:p>
            <a:endParaRPr lang="en-US"/>
          </a:p>
        </p:txBody>
      </p:sp>
    </p:spTree>
    <p:extLst>
      <p:ext uri="{BB962C8B-B14F-4D97-AF65-F5344CB8AC3E}">
        <p14:creationId xmlns:p14="http://schemas.microsoft.com/office/powerpoint/2010/main" val="230295254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971673">
              <a:defRPr/>
            </a:pPr>
            <a:r>
              <a:rPr lang="en-US" b="1" dirty="0"/>
              <a:t>Slide</a:t>
            </a:r>
            <a:r>
              <a:rPr lang="en-US" b="1" baseline="0" dirty="0"/>
              <a:t> Objective:</a:t>
            </a:r>
          </a:p>
          <a:p>
            <a:r>
              <a:rPr lang="en-US" dirty="0"/>
              <a:t>Explain the</a:t>
            </a:r>
            <a:r>
              <a:rPr lang="en-US" baseline="0" dirty="0"/>
              <a:t> benefits of image mobility </a:t>
            </a:r>
          </a:p>
          <a:p>
            <a:endParaRPr lang="en-US" baseline="0" dirty="0"/>
          </a:p>
          <a:p>
            <a:r>
              <a:rPr lang="en-US" b="1" baseline="0" dirty="0"/>
              <a:t>Notes:</a:t>
            </a:r>
            <a:endParaRPr lang="en-US" b="1" dirty="0"/>
          </a:p>
          <a:p>
            <a:r>
              <a:rPr lang="en-US" dirty="0"/>
              <a:t>One of the key benefits of IaaS is flexibility and control. The</a:t>
            </a:r>
            <a:r>
              <a:rPr lang="en-US" baseline="0" dirty="0"/>
              <a:t> Microsoft Azure solution provides the capability of not only moving VHDs TO the cloud but also allows you to copy the VHD back down and run it locally or on another cloud provider. Great for testing out production issues or any other need where you require a copy of the production server.</a:t>
            </a:r>
            <a:endParaRPr lang="en-US" dirty="0"/>
          </a:p>
        </p:txBody>
      </p:sp>
      <p:sp>
        <p:nvSpPr>
          <p:cNvPr id="4" name="Slide Number Placeholder 3"/>
          <p:cNvSpPr>
            <a:spLocks noGrp="1"/>
          </p:cNvSpPr>
          <p:nvPr>
            <p:ph type="sldNum" sz="quarter" idx="10"/>
          </p:nvPr>
        </p:nvSpPr>
        <p:spPr/>
        <p:txBody>
          <a:bodyPr/>
          <a:lstStyle/>
          <a:p>
            <a:fld id="{0110E035-3DF4-4A15-9272-486F21423BC9}" type="slidenum">
              <a:rPr lang="en-US" smtClean="0"/>
              <a:t>31</a:t>
            </a:fld>
            <a:endParaRPr lang="en-US" dirty="0"/>
          </a:p>
        </p:txBody>
      </p:sp>
      <p:sp>
        <p:nvSpPr>
          <p:cNvPr id="5" name="Datumsplatzhalter 4"/>
          <p:cNvSpPr>
            <a:spLocks noGrp="1"/>
          </p:cNvSpPr>
          <p:nvPr>
            <p:ph type="dt" idx="11"/>
          </p:nvPr>
        </p:nvSpPr>
        <p:spPr/>
        <p:txBody>
          <a:bodyPr/>
          <a:lstStyle/>
          <a:p>
            <a:endParaRPr lang="en-US"/>
          </a:p>
        </p:txBody>
      </p:sp>
      <p:sp>
        <p:nvSpPr>
          <p:cNvPr id="6" name="Fußzeilenplatzhalter 5"/>
          <p:cNvSpPr>
            <a:spLocks noGrp="1"/>
          </p:cNvSpPr>
          <p:nvPr>
            <p:ph type="ftr" sz="quarter" idx="12"/>
          </p:nvPr>
        </p:nvSpPr>
        <p:spPr/>
        <p:txBody>
          <a:bodyPr/>
          <a:lstStyle/>
          <a:p>
            <a:endParaRPr lang="en-US"/>
          </a:p>
        </p:txBody>
      </p:sp>
    </p:spTree>
    <p:extLst>
      <p:ext uri="{BB962C8B-B14F-4D97-AF65-F5344CB8AC3E}">
        <p14:creationId xmlns:p14="http://schemas.microsoft.com/office/powerpoint/2010/main" val="206704401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971673">
              <a:defRPr/>
            </a:pPr>
            <a:r>
              <a:rPr lang="en-US" b="1" dirty="0"/>
              <a:t>Slide</a:t>
            </a:r>
            <a:r>
              <a:rPr lang="en-US" b="1" baseline="0" dirty="0"/>
              <a:t> Objective:</a:t>
            </a:r>
          </a:p>
          <a:p>
            <a:r>
              <a:rPr lang="en-US" dirty="0"/>
              <a:t>Introduce VM extensions.</a:t>
            </a:r>
            <a:endParaRPr lang="en-US" baseline="0" dirty="0"/>
          </a:p>
          <a:p>
            <a:endParaRPr lang="en-US" baseline="0" dirty="0"/>
          </a:p>
          <a:p>
            <a:r>
              <a:rPr lang="en-US" b="1" baseline="0" dirty="0"/>
              <a:t>Speaker Notes:</a:t>
            </a:r>
            <a:endParaRPr lang="en-US" b="1" dirty="0"/>
          </a:p>
          <a:p>
            <a:pPr marL="242979" indent="-242979">
              <a:buFont typeface="Arial" panose="020B0604020202020204" pitchFamily="34" charset="0"/>
              <a:buChar char="•"/>
            </a:pPr>
            <a:r>
              <a:rPr lang="en-US" dirty="0"/>
              <a:t>No matter how big the image gallery is, your projects may have specific needs that can’t be satisfied</a:t>
            </a:r>
            <a:r>
              <a:rPr lang="en-US" baseline="0" dirty="0"/>
              <a:t> by standard images.</a:t>
            </a:r>
          </a:p>
          <a:p>
            <a:pPr marL="242979" indent="-242979">
              <a:buFont typeface="Arial" panose="020B0604020202020204" pitchFamily="34" charset="0"/>
              <a:buChar char="•"/>
            </a:pPr>
            <a:r>
              <a:rPr lang="en-US" baseline="0" dirty="0"/>
              <a:t>Some components such as anti-virus, configuration management agents are required on most machines for compliance and management purposes.</a:t>
            </a:r>
          </a:p>
          <a:p>
            <a:pPr marL="242979" indent="-242979">
              <a:buFont typeface="Arial" panose="020B0604020202020204" pitchFamily="34" charset="0"/>
              <a:buChar char="•"/>
            </a:pPr>
            <a:r>
              <a:rPr lang="en-US" baseline="0" dirty="0"/>
              <a:t>This allows use to innovate faster to meet with your project needs. And you have flexibility to pick and combine extensions for your goals.</a:t>
            </a:r>
          </a:p>
          <a:p>
            <a:pPr marL="242979" indent="-242979">
              <a:buFont typeface="Arial" panose="020B0604020202020204" pitchFamily="34" charset="0"/>
              <a:buChar char="•"/>
            </a:pPr>
            <a:r>
              <a:rPr lang="en-US" baseline="0" dirty="0"/>
              <a:t>Point out some of existing extensions:</a:t>
            </a:r>
          </a:p>
          <a:p>
            <a:pPr marL="728937" lvl="1" indent="-242979">
              <a:buFont typeface="Arial" panose="020B0604020202020204" pitchFamily="34" charset="0"/>
              <a:buChar char="•"/>
            </a:pPr>
            <a:r>
              <a:rPr lang="en-US" baseline="0" dirty="0"/>
              <a:t>Custom Script Extension, which allows you to download and execute PowerShell scripts.</a:t>
            </a:r>
          </a:p>
          <a:p>
            <a:pPr marL="728937" lvl="1" indent="-242979">
              <a:buFont typeface="Arial" panose="020B0604020202020204" pitchFamily="34" charset="0"/>
              <a:buChar char="•"/>
            </a:pPr>
            <a:r>
              <a:rPr lang="en-US" baseline="0" dirty="0"/>
              <a:t>Chef Extension and Puppet Extension for automated management at scale.</a:t>
            </a:r>
          </a:p>
          <a:p>
            <a:pPr marL="728937" lvl="1" indent="-242979">
              <a:buFont typeface="Arial" panose="020B0604020202020204" pitchFamily="34" charset="0"/>
              <a:buChar char="•"/>
            </a:pPr>
            <a:r>
              <a:rPr lang="en-US" baseline="0" dirty="0"/>
              <a:t>Symantec Endpoint Protection etc. for protection.</a:t>
            </a:r>
          </a:p>
          <a:p>
            <a:pPr marL="728937" lvl="1" indent="-242979">
              <a:buFont typeface="Arial" panose="020B0604020202020204" pitchFamily="34" charset="0"/>
              <a:buChar char="•"/>
            </a:pPr>
            <a:r>
              <a:rPr lang="en-US" baseline="0" dirty="0" err="1"/>
              <a:t>Docker</a:t>
            </a:r>
            <a:r>
              <a:rPr lang="en-US" baseline="0" dirty="0"/>
              <a:t> (Linux only).</a:t>
            </a:r>
          </a:p>
          <a:p>
            <a:pPr marL="728937" lvl="1" indent="-242979">
              <a:buFont typeface="Arial" panose="020B0604020202020204" pitchFamily="34" charset="0"/>
              <a:buChar char="•"/>
            </a:pPr>
            <a:r>
              <a:rPr lang="en-US" baseline="0" dirty="0"/>
              <a:t>Visual Studio Remote Debugger.</a:t>
            </a:r>
          </a:p>
          <a:p>
            <a:pPr marL="242979" indent="-242979">
              <a:buFont typeface="Arial" panose="020B0604020202020204" pitchFamily="34" charset="0"/>
              <a:buChar char="•"/>
            </a:pPr>
            <a:endParaRPr lang="en-US" baseline="0" dirty="0"/>
          </a:p>
          <a:p>
            <a:endParaRPr lang="en-US" dirty="0"/>
          </a:p>
        </p:txBody>
      </p:sp>
      <p:sp>
        <p:nvSpPr>
          <p:cNvPr id="4" name="Slide Number Placeholder 3"/>
          <p:cNvSpPr>
            <a:spLocks noGrp="1"/>
          </p:cNvSpPr>
          <p:nvPr>
            <p:ph type="sldNum" sz="quarter" idx="10"/>
          </p:nvPr>
        </p:nvSpPr>
        <p:spPr/>
        <p:txBody>
          <a:bodyPr/>
          <a:lstStyle/>
          <a:p>
            <a:fld id="{2C52CFDC-D2D5-4B9F-BA75-89F771E01AEB}" type="slidenum">
              <a:rPr lang="en-US" smtClean="0"/>
              <a:t>32</a:t>
            </a:fld>
            <a:endParaRPr lang="en-US"/>
          </a:p>
        </p:txBody>
      </p:sp>
      <p:sp>
        <p:nvSpPr>
          <p:cNvPr id="5" name="Datumsplatzhalter 4"/>
          <p:cNvSpPr>
            <a:spLocks noGrp="1"/>
          </p:cNvSpPr>
          <p:nvPr>
            <p:ph type="dt" idx="11"/>
          </p:nvPr>
        </p:nvSpPr>
        <p:spPr/>
        <p:txBody>
          <a:bodyPr/>
          <a:lstStyle/>
          <a:p>
            <a:endParaRPr lang="en-US"/>
          </a:p>
        </p:txBody>
      </p:sp>
      <p:sp>
        <p:nvSpPr>
          <p:cNvPr id="6" name="Fußzeilenplatzhalter 5"/>
          <p:cNvSpPr>
            <a:spLocks noGrp="1"/>
          </p:cNvSpPr>
          <p:nvPr>
            <p:ph type="ftr" sz="quarter" idx="12"/>
          </p:nvPr>
        </p:nvSpPr>
        <p:spPr/>
        <p:txBody>
          <a:bodyPr/>
          <a:lstStyle/>
          <a:p>
            <a:endParaRPr lang="en-US"/>
          </a:p>
        </p:txBody>
      </p:sp>
    </p:spTree>
    <p:extLst>
      <p:ext uri="{BB962C8B-B14F-4D97-AF65-F5344CB8AC3E}">
        <p14:creationId xmlns:p14="http://schemas.microsoft.com/office/powerpoint/2010/main" val="196191058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Demo:</a:t>
            </a:r>
            <a:r>
              <a:rPr lang="en-US" dirty="0"/>
              <a:t> VM</a:t>
            </a:r>
            <a:r>
              <a:rPr lang="en-US" baseline="0" dirty="0"/>
              <a:t> Extension</a:t>
            </a:r>
            <a:endParaRPr lang="en-US" altLang="zh-CN" dirty="0"/>
          </a:p>
          <a:p>
            <a:endParaRPr lang="en-US" altLang="zh-CN" dirty="0"/>
          </a:p>
          <a:p>
            <a:r>
              <a:rPr lang="en-US" altLang="zh-CN" b="1" dirty="0"/>
              <a:t>Prerequisites:</a:t>
            </a:r>
            <a:r>
              <a:rPr lang="en-US" altLang="zh-CN" b="1" baseline="0" dirty="0"/>
              <a:t> </a:t>
            </a:r>
            <a:endParaRPr lang="en-US" altLang="zh-CN" baseline="0" dirty="0"/>
          </a:p>
          <a:p>
            <a:pPr marL="182234" indent="-182234">
              <a:buFont typeface="Arial" panose="020B0604020202020204" pitchFamily="34" charset="0"/>
              <a:buChar char="•"/>
            </a:pPr>
            <a:r>
              <a:rPr lang="en-US" altLang="zh-CN" baseline="0" dirty="0"/>
              <a:t>Azure PowerShell v0.8 or higher has been installed and configured.</a:t>
            </a:r>
          </a:p>
          <a:p>
            <a:pPr marL="182234" indent="-182234">
              <a:buFont typeface="Arial" panose="020B0604020202020204" pitchFamily="34" charset="0"/>
              <a:buChar char="•"/>
            </a:pPr>
            <a:r>
              <a:rPr lang="en-US" altLang="zh-CN" baseline="0" dirty="0"/>
              <a:t>Desired Azure subscription has already been selected. </a:t>
            </a:r>
          </a:p>
          <a:p>
            <a:pPr marL="182234" indent="-182234">
              <a:buFont typeface="Arial" panose="020B0604020202020204" pitchFamily="34" charset="0"/>
              <a:buChar char="•"/>
            </a:pPr>
            <a:r>
              <a:rPr lang="en-US" altLang="zh-CN" baseline="0" dirty="0"/>
              <a:t>A storage account has been provisioned under the same Azure subscription.</a:t>
            </a:r>
          </a:p>
          <a:p>
            <a:pPr marL="182234" indent="-182234">
              <a:buFont typeface="Arial" panose="020B0604020202020204" pitchFamily="34" charset="0"/>
              <a:buChar char="•"/>
            </a:pPr>
            <a:r>
              <a:rPr lang="en-US" altLang="zh-CN" baseline="0" dirty="0"/>
              <a:t>A </a:t>
            </a:r>
            <a:r>
              <a:rPr lang="en-US" altLang="zh-CN" b="1" baseline="0" dirty="0"/>
              <a:t>scripts </a:t>
            </a:r>
            <a:r>
              <a:rPr lang="en-US" altLang="zh-CN" b="0" baseline="0" dirty="0"/>
              <a:t>container has been created under the storage account with public read access.</a:t>
            </a:r>
          </a:p>
          <a:p>
            <a:pPr marL="182234" indent="-182234">
              <a:buFont typeface="Arial" panose="020B0604020202020204" pitchFamily="34" charset="0"/>
              <a:buChar char="•"/>
            </a:pPr>
            <a:r>
              <a:rPr lang="en-US" altLang="zh-CN" b="0" baseline="0" dirty="0"/>
              <a:t>A </a:t>
            </a:r>
            <a:r>
              <a:rPr lang="en-US" altLang="zh-CN" b="1" baseline="0" dirty="0"/>
              <a:t>helloworld.ps1</a:t>
            </a:r>
            <a:r>
              <a:rPr lang="en-US" altLang="zh-CN" b="0" baseline="0" dirty="0"/>
              <a:t> PowerShell script has been uploaded to the container. The content of the script is a single line: </a:t>
            </a:r>
            <a:r>
              <a:rPr lang="en-US" altLang="zh-CN" b="1" baseline="0" dirty="0"/>
              <a:t>write-output “Hello World!”</a:t>
            </a:r>
          </a:p>
          <a:p>
            <a:pPr marL="182234" indent="-182234">
              <a:buFont typeface="Arial" panose="020B0604020202020204" pitchFamily="34" charset="0"/>
              <a:buChar char="•"/>
            </a:pPr>
            <a:r>
              <a:rPr lang="en-US" altLang="zh-CN" baseline="0" dirty="0"/>
              <a:t>PowerShell environment has been set with large font for easy reading.</a:t>
            </a:r>
          </a:p>
          <a:p>
            <a:pPr marL="182234" indent="-182234">
              <a:buFont typeface="Arial" panose="020B0604020202020204" pitchFamily="34" charset="0"/>
              <a:buChar char="•"/>
            </a:pPr>
            <a:r>
              <a:rPr lang="en-US" altLang="zh-CN" baseline="0" dirty="0"/>
              <a:t>A Windows Server 2012 VM has been provisioned.</a:t>
            </a:r>
          </a:p>
          <a:p>
            <a:endParaRPr lang="en-US" altLang="zh-CN" dirty="0"/>
          </a:p>
          <a:p>
            <a:r>
              <a:rPr lang="en-US" altLang="zh-CN" b="1" dirty="0"/>
              <a:t>Steps:</a:t>
            </a:r>
          </a:p>
          <a:p>
            <a:pPr marL="242979" indent="-242979">
              <a:buFont typeface="+mj-lt"/>
              <a:buAutoNum type="arabicPeriod"/>
            </a:pPr>
            <a:r>
              <a:rPr lang="en-US" altLang="zh-CN" b="0" dirty="0"/>
              <a:t>In</a:t>
            </a:r>
            <a:r>
              <a:rPr lang="en-US" altLang="zh-CN" b="0" baseline="0" dirty="0"/>
              <a:t> Azure PowerShell, issue command: </a:t>
            </a:r>
            <a:r>
              <a:rPr lang="en-US" altLang="zh-CN" b="1" baseline="0" dirty="0">
                <a:latin typeface="Courier New" panose="02070309020205020404" pitchFamily="49" charset="0"/>
                <a:cs typeface="Courier New" panose="02070309020205020404" pitchFamily="49" charset="0"/>
              </a:rPr>
              <a:t>Get-</a:t>
            </a:r>
            <a:r>
              <a:rPr lang="en-US" altLang="zh-CN" b="1" baseline="0" dirty="0" err="1">
                <a:latin typeface="Courier New" panose="02070309020205020404" pitchFamily="49" charset="0"/>
                <a:cs typeface="Courier New" panose="02070309020205020404" pitchFamily="49" charset="0"/>
              </a:rPr>
              <a:t>AzureVMAvailableExtension</a:t>
            </a:r>
            <a:r>
              <a:rPr lang="en-US" altLang="zh-CN" b="1" baseline="0" dirty="0">
                <a:latin typeface="Courier New" panose="02070309020205020404" pitchFamily="49" charset="0"/>
                <a:cs typeface="Courier New" panose="02070309020205020404" pitchFamily="49" charset="0"/>
              </a:rPr>
              <a:t> | Format-Table -Property </a:t>
            </a:r>
            <a:r>
              <a:rPr lang="en-US" altLang="zh-CN" b="1" baseline="0" dirty="0" err="1">
                <a:latin typeface="Courier New" panose="02070309020205020404" pitchFamily="49" charset="0"/>
                <a:cs typeface="Courier New" panose="02070309020205020404" pitchFamily="49" charset="0"/>
              </a:rPr>
              <a:t>ExtensionName</a:t>
            </a:r>
            <a:r>
              <a:rPr lang="en-US" altLang="zh-CN" b="1" baseline="0" dirty="0">
                <a:latin typeface="Courier New" panose="02070309020205020404" pitchFamily="49" charset="0"/>
                <a:cs typeface="Courier New" panose="02070309020205020404" pitchFamily="49" charset="0"/>
              </a:rPr>
              <a:t>, Publisher</a:t>
            </a:r>
          </a:p>
          <a:p>
            <a:pPr marL="242979" indent="-242979">
              <a:buFont typeface="+mj-lt"/>
              <a:buAutoNum type="arabicPeriod"/>
            </a:pPr>
            <a:r>
              <a:rPr lang="en-US" altLang="zh-CN" b="0" baseline="0" dirty="0"/>
              <a:t>The above </a:t>
            </a:r>
            <a:r>
              <a:rPr lang="en-US" altLang="zh-CN" b="0" baseline="0" dirty="0" err="1"/>
              <a:t>cmdlet</a:t>
            </a:r>
            <a:r>
              <a:rPr lang="en-US" altLang="zh-CN" b="0" baseline="0" dirty="0"/>
              <a:t> lists existing extensions. Next we’ll see how we can inject an extension to a running VM instance. In the last demo you’ve seen that you can achieve this using Azure Management Portal. Here we’ll do it using PowerShell. In this case, we’ll install Custom Script Extension to an existing Windows Server 2012 VM.</a:t>
            </a:r>
          </a:p>
          <a:p>
            <a:pPr marL="242979" indent="-242979">
              <a:buFont typeface="+mj-lt"/>
              <a:buAutoNum type="arabicPeriod"/>
            </a:pPr>
            <a:r>
              <a:rPr lang="en-US" altLang="zh-CN" b="0" baseline="0" dirty="0"/>
              <a:t>Issue the following </a:t>
            </a:r>
            <a:r>
              <a:rPr lang="en-US" altLang="zh-CN" b="0" baseline="0" dirty="0" err="1"/>
              <a:t>cmdlets</a:t>
            </a:r>
            <a:r>
              <a:rPr lang="en-US" altLang="zh-CN" b="0" baseline="0" dirty="0"/>
              <a:t> to get a reference to the virtual machine instance:</a:t>
            </a:r>
          </a:p>
          <a:p>
            <a:r>
              <a:rPr lang="en-US" altLang="zh-CN" b="1" baseline="0" dirty="0"/>
              <a:t>      $</a:t>
            </a:r>
            <a:r>
              <a:rPr lang="en-US" altLang="zh-CN" b="1" baseline="0" dirty="0" err="1"/>
              <a:t>serviceName</a:t>
            </a:r>
            <a:r>
              <a:rPr lang="en-US" altLang="zh-CN" b="1" baseline="0" dirty="0"/>
              <a:t> = “[cloud service that hosts the VM]”</a:t>
            </a:r>
          </a:p>
          <a:p>
            <a:r>
              <a:rPr lang="en-US" altLang="zh-CN" b="1" baseline="0" dirty="0"/>
              <a:t>      $</a:t>
            </a:r>
            <a:r>
              <a:rPr lang="en-US" altLang="zh-CN" b="1" baseline="0" dirty="0" err="1"/>
              <a:t>vmName</a:t>
            </a:r>
            <a:r>
              <a:rPr lang="en-US" altLang="zh-CN" b="1" baseline="0" dirty="0"/>
              <a:t> = “[name of the VM]”</a:t>
            </a:r>
          </a:p>
          <a:p>
            <a:r>
              <a:rPr lang="en-US" altLang="zh-CN" b="1" baseline="0" dirty="0"/>
              <a:t>      $</a:t>
            </a:r>
            <a:r>
              <a:rPr lang="en-US" altLang="zh-CN" b="1" baseline="0" dirty="0" err="1"/>
              <a:t>vm</a:t>
            </a:r>
            <a:r>
              <a:rPr lang="en-US" altLang="zh-CN" b="1" baseline="0" dirty="0"/>
              <a:t> = Get-</a:t>
            </a:r>
            <a:r>
              <a:rPr lang="en-US" altLang="zh-CN" b="1" baseline="0" dirty="0" err="1"/>
              <a:t>AzureVM</a:t>
            </a:r>
            <a:r>
              <a:rPr lang="en-US" altLang="zh-CN" b="1" baseline="0" dirty="0"/>
              <a:t> –</a:t>
            </a:r>
            <a:r>
              <a:rPr lang="en-US" altLang="zh-CN" b="1" baseline="0" dirty="0" err="1"/>
              <a:t>ServiceName</a:t>
            </a:r>
            <a:r>
              <a:rPr lang="en-US" altLang="zh-CN" b="1" baseline="0" dirty="0"/>
              <a:t> $</a:t>
            </a:r>
            <a:r>
              <a:rPr lang="en-US" altLang="zh-CN" b="1" baseline="0" dirty="0" err="1"/>
              <a:t>serviceName</a:t>
            </a:r>
            <a:r>
              <a:rPr lang="en-US" altLang="zh-CN" b="1" baseline="0" dirty="0"/>
              <a:t> –Name $</a:t>
            </a:r>
            <a:r>
              <a:rPr lang="en-US" altLang="zh-CN" b="1" baseline="0" dirty="0" err="1"/>
              <a:t>vmName</a:t>
            </a:r>
            <a:endParaRPr lang="en-US" altLang="zh-CN" b="1" baseline="0" dirty="0"/>
          </a:p>
          <a:p>
            <a:pPr marL="242979" indent="-242979">
              <a:buFont typeface="+mj-lt"/>
              <a:buAutoNum type="arabicPeriod" startAt="4"/>
            </a:pPr>
            <a:r>
              <a:rPr lang="en-US" altLang="zh-CN" b="0" baseline="0" dirty="0"/>
              <a:t>Next, issue command </a:t>
            </a:r>
            <a:r>
              <a:rPr lang="en-US" altLang="zh-CN" b="1" baseline="0" dirty="0"/>
              <a:t>Get-</a:t>
            </a:r>
            <a:r>
              <a:rPr lang="en-US" altLang="zh-CN" b="1" baseline="0" dirty="0" err="1"/>
              <a:t>AzureVMExtension</a:t>
            </a:r>
            <a:r>
              <a:rPr lang="en-US" altLang="zh-CN" b="1" baseline="0" dirty="0"/>
              <a:t> –VM $</a:t>
            </a:r>
            <a:r>
              <a:rPr lang="en-US" altLang="zh-CN" b="1" baseline="0" dirty="0" err="1"/>
              <a:t>vm</a:t>
            </a:r>
            <a:r>
              <a:rPr lang="en-US" altLang="zh-CN" b="0" baseline="0" dirty="0"/>
              <a:t>. This lists VM extensions that are currently installed on the VM.</a:t>
            </a:r>
          </a:p>
          <a:p>
            <a:pPr marL="242979" indent="-242979">
              <a:buFont typeface="+mj-lt"/>
              <a:buAutoNum type="arabicPeriod" startAt="4"/>
            </a:pPr>
            <a:r>
              <a:rPr lang="en-US" altLang="zh-CN" b="0" baseline="0" dirty="0"/>
              <a:t>Use the following </a:t>
            </a:r>
            <a:r>
              <a:rPr lang="en-US" altLang="zh-CN" b="0" baseline="0" dirty="0" err="1"/>
              <a:t>cmdlet</a:t>
            </a:r>
            <a:r>
              <a:rPr lang="en-US" altLang="zh-CN" b="0" baseline="0" dirty="0"/>
              <a:t> to enable Custom Script Extension, and instruct it to download and execute the helloworld.ps1 (this takes about 20-30 seconds):</a:t>
            </a:r>
          </a:p>
          <a:p>
            <a:r>
              <a:rPr lang="en-US" altLang="zh-CN" b="1" baseline="0" dirty="0"/>
              <a:t>Set-</a:t>
            </a:r>
            <a:r>
              <a:rPr lang="en-US" altLang="zh-CN" b="1" baseline="0" dirty="0" err="1"/>
              <a:t>AzureVMCustomScriptExtension</a:t>
            </a:r>
            <a:r>
              <a:rPr lang="en-US" altLang="zh-CN" b="1" baseline="0" dirty="0"/>
              <a:t> -</a:t>
            </a:r>
            <a:r>
              <a:rPr lang="en-US" altLang="zh-CN" b="1" baseline="0" dirty="0" err="1"/>
              <a:t>ContainerName</a:t>
            </a:r>
            <a:r>
              <a:rPr lang="en-US" altLang="zh-CN" b="1" baseline="0" dirty="0"/>
              <a:t> scripts -</a:t>
            </a:r>
            <a:r>
              <a:rPr lang="en-US" altLang="zh-CN" b="1" baseline="0" dirty="0" err="1"/>
              <a:t>StorageAccountName</a:t>
            </a:r>
            <a:r>
              <a:rPr lang="en-US" altLang="zh-CN" b="1" baseline="0" dirty="0"/>
              <a:t> '[your storage account name]' -VM $</a:t>
            </a:r>
            <a:r>
              <a:rPr lang="en-US" altLang="zh-CN" b="1" baseline="0" dirty="0" err="1"/>
              <a:t>vm</a:t>
            </a:r>
            <a:r>
              <a:rPr lang="en-US" altLang="zh-CN" b="1" baseline="0" dirty="0"/>
              <a:t> -</a:t>
            </a:r>
            <a:r>
              <a:rPr lang="en-US" altLang="zh-CN" b="1" baseline="0" dirty="0" err="1"/>
              <a:t>FileName</a:t>
            </a:r>
            <a:r>
              <a:rPr lang="en-US" altLang="zh-CN" b="1" baseline="0" dirty="0"/>
              <a:t> ‘helloworld.ps1' -Run ‘helloworld.ps1' | Update-</a:t>
            </a:r>
            <a:r>
              <a:rPr lang="en-US" altLang="zh-CN" b="1" baseline="0" dirty="0" err="1"/>
              <a:t>AzureVM</a:t>
            </a:r>
            <a:r>
              <a:rPr lang="en-US" altLang="zh-CN" b="1" baseline="0" dirty="0"/>
              <a:t> -Verbose</a:t>
            </a:r>
          </a:p>
          <a:p>
            <a:r>
              <a:rPr lang="en-US" altLang="zh-CN" b="0" baseline="0" dirty="0"/>
              <a:t>6. Next, we’ll retrieve and display the script execution result:</a:t>
            </a:r>
          </a:p>
          <a:p>
            <a:r>
              <a:rPr lang="en-US" altLang="zh-CN" b="1" baseline="0" dirty="0"/>
              <a:t>$status = Get-</a:t>
            </a:r>
            <a:r>
              <a:rPr lang="en-US" altLang="zh-CN" b="1" baseline="0" dirty="0" err="1"/>
              <a:t>AzureVM</a:t>
            </a:r>
            <a:r>
              <a:rPr lang="en-US" altLang="zh-CN" b="1" baseline="0" dirty="0"/>
              <a:t> -</a:t>
            </a:r>
            <a:r>
              <a:rPr lang="en-US" altLang="zh-CN" b="1" baseline="0" dirty="0" err="1"/>
              <a:t>ServiceName</a:t>
            </a:r>
            <a:r>
              <a:rPr lang="en-US" altLang="zh-CN" b="1" baseline="0" dirty="0"/>
              <a:t> $</a:t>
            </a:r>
            <a:r>
              <a:rPr lang="en-US" altLang="zh-CN" b="1" baseline="0" dirty="0" err="1"/>
              <a:t>serviceName</a:t>
            </a:r>
            <a:r>
              <a:rPr lang="en-US" altLang="zh-CN" b="1" baseline="0" dirty="0"/>
              <a:t> -Name $</a:t>
            </a:r>
            <a:r>
              <a:rPr lang="en-US" altLang="zh-CN" b="1" baseline="0" dirty="0" err="1"/>
              <a:t>vmName</a:t>
            </a:r>
            <a:endParaRPr lang="en-US" altLang="zh-CN" b="1" baseline="0" dirty="0"/>
          </a:p>
          <a:p>
            <a:r>
              <a:rPr lang="en-US" altLang="zh-CN" b="1" baseline="0" dirty="0"/>
              <a:t>$result = $status.ResourceExtensionStatusList.ExtensionSettingStatus.SubStatusList | Select Name, @{"Label"="</a:t>
            </a:r>
            <a:r>
              <a:rPr lang="en-US" altLang="zh-CN" b="1" baseline="0" dirty="0" err="1"/>
              <a:t>Message";Expression</a:t>
            </a:r>
            <a:r>
              <a:rPr lang="en-US" altLang="zh-CN" b="1" baseline="0" dirty="0"/>
              <a:t> = {$_.</a:t>
            </a:r>
            <a:r>
              <a:rPr lang="en-US" altLang="zh-CN" b="1" baseline="0" dirty="0" err="1"/>
              <a:t>FormattedMessage.Message</a:t>
            </a:r>
            <a:r>
              <a:rPr lang="en-US" altLang="zh-CN" b="1" baseline="0" dirty="0"/>
              <a:t> }} </a:t>
            </a:r>
          </a:p>
          <a:p>
            <a:r>
              <a:rPr lang="en-US" altLang="zh-CN" b="1" baseline="0" dirty="0"/>
              <a:t>$result |</a:t>
            </a:r>
            <a:r>
              <a:rPr lang="en-US" altLang="zh-CN" b="1" baseline="0" dirty="0" err="1"/>
              <a:t>fl</a:t>
            </a:r>
            <a:endParaRPr lang="en-US" altLang="zh-CN" b="1" baseline="0" dirty="0"/>
          </a:p>
          <a:p>
            <a:endParaRPr lang="en-US" altLang="zh-CN" b="0" baseline="0" dirty="0"/>
          </a:p>
          <a:p>
            <a:r>
              <a:rPr lang="en-US" altLang="zh-CN" b="0" baseline="0" dirty="0"/>
              <a:t>(see screenshots in hidden slides for references)</a:t>
            </a:r>
          </a:p>
          <a:p>
            <a:r>
              <a:rPr lang="en-US" altLang="zh-CN" b="0" baseline="0" dirty="0"/>
              <a:t>(see this blog: http://azure.microsoft.com/blog/2014/07/15/automating-sql-server-vm-configuration-using-custom-script-extension/ for more details on Custom Script Extension)</a:t>
            </a:r>
          </a:p>
          <a:p>
            <a:endParaRPr lang="en-US" altLang="zh-CN" b="0" baseline="0" dirty="0"/>
          </a:p>
          <a:p>
            <a:pPr marL="242979" indent="-242979">
              <a:buFont typeface="+mj-lt"/>
              <a:buAutoNum type="arabicPeriod" startAt="4"/>
            </a:pPr>
            <a:endParaRPr lang="en-US" altLang="zh-CN" b="0" baseline="0" dirty="0"/>
          </a:p>
          <a:p>
            <a:pPr marL="242979" indent="-242979">
              <a:buFont typeface="+mj-lt"/>
              <a:buAutoNum type="arabicPeriod"/>
            </a:pPr>
            <a:endParaRPr lang="en-US" altLang="zh-CN" b="0" baseline="0" dirty="0"/>
          </a:p>
          <a:p>
            <a:pPr marL="242979" indent="-242979">
              <a:buFont typeface="+mj-lt"/>
              <a:buAutoNum type="arabicPeriod"/>
            </a:pPr>
            <a:endParaRPr lang="en-US" altLang="zh-CN" b="0" baseline="0" dirty="0"/>
          </a:p>
          <a:p>
            <a:pPr marL="242979" indent="-242979">
              <a:buFont typeface="+mj-lt"/>
              <a:buAutoNum type="arabicPeriod"/>
            </a:pPr>
            <a:endParaRPr lang="en-US" altLang="zh-CN" b="0" dirty="0"/>
          </a:p>
        </p:txBody>
      </p:sp>
      <p:sp>
        <p:nvSpPr>
          <p:cNvPr id="4" name="Slide Number Placeholder 3"/>
          <p:cNvSpPr>
            <a:spLocks noGrp="1"/>
          </p:cNvSpPr>
          <p:nvPr>
            <p:ph type="sldNum" sz="quarter" idx="10"/>
          </p:nvPr>
        </p:nvSpPr>
        <p:spPr/>
        <p:txBody>
          <a:bodyPr/>
          <a:lstStyle/>
          <a:p>
            <a:fld id="{2C52CFDC-D2D5-4B9F-BA75-89F771E01AEB}" type="slidenum">
              <a:rPr lang="en-US" smtClean="0"/>
              <a:t>33</a:t>
            </a:fld>
            <a:endParaRPr lang="en-US"/>
          </a:p>
        </p:txBody>
      </p:sp>
      <p:sp>
        <p:nvSpPr>
          <p:cNvPr id="5" name="Datumsplatzhalter 4"/>
          <p:cNvSpPr>
            <a:spLocks noGrp="1"/>
          </p:cNvSpPr>
          <p:nvPr>
            <p:ph type="dt" idx="11"/>
          </p:nvPr>
        </p:nvSpPr>
        <p:spPr/>
        <p:txBody>
          <a:bodyPr/>
          <a:lstStyle/>
          <a:p>
            <a:endParaRPr lang="en-US"/>
          </a:p>
        </p:txBody>
      </p:sp>
      <p:sp>
        <p:nvSpPr>
          <p:cNvPr id="6" name="Fußzeilenplatzhalter 5"/>
          <p:cNvSpPr>
            <a:spLocks noGrp="1"/>
          </p:cNvSpPr>
          <p:nvPr>
            <p:ph type="ftr" sz="quarter" idx="12"/>
          </p:nvPr>
        </p:nvSpPr>
        <p:spPr/>
        <p:txBody>
          <a:bodyPr/>
          <a:lstStyle/>
          <a:p>
            <a:endParaRPr lang="en-US"/>
          </a:p>
        </p:txBody>
      </p:sp>
    </p:spTree>
    <p:extLst>
      <p:ext uri="{BB962C8B-B14F-4D97-AF65-F5344CB8AC3E}">
        <p14:creationId xmlns:p14="http://schemas.microsoft.com/office/powerpoint/2010/main" val="165017134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C52CFDC-D2D5-4B9F-BA75-89F771E01AEB}" type="slidenum">
              <a:rPr lang="en-US" smtClean="0"/>
              <a:t>34</a:t>
            </a:fld>
            <a:endParaRPr lang="en-US"/>
          </a:p>
        </p:txBody>
      </p:sp>
      <p:sp>
        <p:nvSpPr>
          <p:cNvPr id="5" name="Datumsplatzhalter 4"/>
          <p:cNvSpPr>
            <a:spLocks noGrp="1"/>
          </p:cNvSpPr>
          <p:nvPr>
            <p:ph type="dt" idx="11"/>
          </p:nvPr>
        </p:nvSpPr>
        <p:spPr/>
        <p:txBody>
          <a:bodyPr/>
          <a:lstStyle/>
          <a:p>
            <a:endParaRPr lang="en-US"/>
          </a:p>
        </p:txBody>
      </p:sp>
      <p:sp>
        <p:nvSpPr>
          <p:cNvPr id="6" name="Fußzeilenplatzhalter 5"/>
          <p:cNvSpPr>
            <a:spLocks noGrp="1"/>
          </p:cNvSpPr>
          <p:nvPr>
            <p:ph type="ftr" sz="quarter" idx="12"/>
          </p:nvPr>
        </p:nvSpPr>
        <p:spPr/>
        <p:txBody>
          <a:bodyPr/>
          <a:lstStyle/>
          <a:p>
            <a:endParaRPr lang="en-US"/>
          </a:p>
        </p:txBody>
      </p:sp>
    </p:spTree>
    <p:extLst>
      <p:ext uri="{BB962C8B-B14F-4D97-AF65-F5344CB8AC3E}">
        <p14:creationId xmlns:p14="http://schemas.microsoft.com/office/powerpoint/2010/main" val="286664774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971673">
              <a:defRPr/>
            </a:pPr>
            <a:r>
              <a:rPr lang="en-US" b="1" dirty="0"/>
              <a:t>Slide</a:t>
            </a:r>
            <a:r>
              <a:rPr lang="en-US" b="1" baseline="0" dirty="0"/>
              <a:t> Objective:</a:t>
            </a:r>
          </a:p>
          <a:p>
            <a:r>
              <a:rPr lang="en-US" dirty="0"/>
              <a:t>Explain</a:t>
            </a:r>
            <a:r>
              <a:rPr lang="en-US" baseline="0" dirty="0"/>
              <a:t> the differences between disks and images with VMs</a:t>
            </a:r>
            <a:endParaRPr lang="en-US" dirty="0"/>
          </a:p>
        </p:txBody>
      </p:sp>
      <p:sp>
        <p:nvSpPr>
          <p:cNvPr id="4" name="Slide Number Placeholder 3"/>
          <p:cNvSpPr>
            <a:spLocks noGrp="1"/>
          </p:cNvSpPr>
          <p:nvPr>
            <p:ph type="sldNum" sz="quarter" idx="10"/>
          </p:nvPr>
        </p:nvSpPr>
        <p:spPr/>
        <p:txBody>
          <a:bodyPr/>
          <a:lstStyle/>
          <a:p>
            <a:fld id="{0110E035-3DF4-4A15-9272-486F21423BC9}" type="slidenum">
              <a:rPr lang="en-US" smtClean="0"/>
              <a:t>35</a:t>
            </a:fld>
            <a:endParaRPr lang="en-US" dirty="0"/>
          </a:p>
        </p:txBody>
      </p:sp>
      <p:sp>
        <p:nvSpPr>
          <p:cNvPr id="5" name="Datumsplatzhalter 4"/>
          <p:cNvSpPr>
            <a:spLocks noGrp="1"/>
          </p:cNvSpPr>
          <p:nvPr>
            <p:ph type="dt" idx="11"/>
          </p:nvPr>
        </p:nvSpPr>
        <p:spPr/>
        <p:txBody>
          <a:bodyPr/>
          <a:lstStyle/>
          <a:p>
            <a:endParaRPr lang="en-US"/>
          </a:p>
        </p:txBody>
      </p:sp>
      <p:sp>
        <p:nvSpPr>
          <p:cNvPr id="6" name="Fußzeilenplatzhalter 5"/>
          <p:cNvSpPr>
            <a:spLocks noGrp="1"/>
          </p:cNvSpPr>
          <p:nvPr>
            <p:ph type="ftr" sz="quarter" idx="12"/>
          </p:nvPr>
        </p:nvSpPr>
        <p:spPr/>
        <p:txBody>
          <a:bodyPr/>
          <a:lstStyle/>
          <a:p>
            <a:endParaRPr lang="en-US"/>
          </a:p>
        </p:txBody>
      </p:sp>
    </p:spTree>
    <p:extLst>
      <p:ext uri="{BB962C8B-B14F-4D97-AF65-F5344CB8AC3E}">
        <p14:creationId xmlns:p14="http://schemas.microsoft.com/office/powerpoint/2010/main" val="23289014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982606">
              <a:defRPr/>
            </a:pPr>
            <a:r>
              <a:rPr lang="en-US" b="1" dirty="0"/>
              <a:t>Slide</a:t>
            </a:r>
            <a:r>
              <a:rPr lang="en-US" b="1" baseline="0" dirty="0"/>
              <a:t> Objective:</a:t>
            </a:r>
          </a:p>
          <a:p>
            <a:pPr defTabSz="982606">
              <a:defRPr/>
            </a:pPr>
            <a:r>
              <a:rPr lang="en-US" dirty="0"/>
              <a:t>Explain how disks are durable</a:t>
            </a:r>
            <a:r>
              <a:rPr lang="en-US" baseline="0" dirty="0"/>
              <a:t> and how Microsoft Azure storage works</a:t>
            </a:r>
          </a:p>
          <a:p>
            <a:pPr defTabSz="982606">
              <a:defRPr/>
            </a:pPr>
            <a:endParaRPr lang="en-US" baseline="0" dirty="0"/>
          </a:p>
          <a:p>
            <a:pPr defTabSz="982606">
              <a:defRPr/>
            </a:pPr>
            <a:r>
              <a:rPr lang="en-US" b="1" baseline="0" dirty="0"/>
              <a:t>Notes:</a:t>
            </a:r>
            <a:endParaRPr lang="en-US" b="1" dirty="0"/>
          </a:p>
          <a:p>
            <a:pPr defTabSz="982606">
              <a:defRPr/>
            </a:pPr>
            <a:r>
              <a:rPr lang="en-US" dirty="0"/>
              <a:t>The</a:t>
            </a:r>
            <a:r>
              <a:rPr lang="en-US" baseline="0" dirty="0"/>
              <a:t> OS and Data Disks are stored in Microsoft Azure storage. So in addition to the data being persistent you also get the benefits of storage which means your VHD is replicated 3X’s locally and also 3X’s in a separate data center in the same region (geo-replication)</a:t>
            </a:r>
            <a:endParaRPr lang="en-US" dirty="0"/>
          </a:p>
          <a:p>
            <a:endParaRPr lang="en-US" dirty="0"/>
          </a:p>
        </p:txBody>
      </p:sp>
      <p:sp>
        <p:nvSpPr>
          <p:cNvPr id="4" name="Slide Number Placeholder 3"/>
          <p:cNvSpPr>
            <a:spLocks noGrp="1"/>
          </p:cNvSpPr>
          <p:nvPr>
            <p:ph type="sldNum" sz="quarter" idx="10"/>
          </p:nvPr>
        </p:nvSpPr>
        <p:spPr/>
        <p:txBody>
          <a:bodyPr/>
          <a:lstStyle/>
          <a:p>
            <a:fld id="{0110E035-3DF4-4A15-9272-486F21423BC9}" type="slidenum">
              <a:rPr lang="en-US" smtClean="0">
                <a:solidFill>
                  <a:prstClr val="black"/>
                </a:solidFill>
              </a:rPr>
              <a:pPr/>
              <a:t>38</a:t>
            </a:fld>
            <a:endParaRPr lang="en-US" dirty="0">
              <a:solidFill>
                <a:prstClr val="black"/>
              </a:solidFill>
            </a:endParaRPr>
          </a:p>
        </p:txBody>
      </p:sp>
      <p:sp>
        <p:nvSpPr>
          <p:cNvPr id="5" name="Datumsplatzhalter 4"/>
          <p:cNvSpPr>
            <a:spLocks noGrp="1"/>
          </p:cNvSpPr>
          <p:nvPr>
            <p:ph type="dt" idx="11"/>
          </p:nvPr>
        </p:nvSpPr>
        <p:spPr/>
        <p:txBody>
          <a:bodyPr/>
          <a:lstStyle/>
          <a:p>
            <a:endParaRPr lang="en-US"/>
          </a:p>
        </p:txBody>
      </p:sp>
      <p:sp>
        <p:nvSpPr>
          <p:cNvPr id="6" name="Fußzeilenplatzhalter 5"/>
          <p:cNvSpPr>
            <a:spLocks noGrp="1"/>
          </p:cNvSpPr>
          <p:nvPr>
            <p:ph type="ftr" sz="quarter" idx="12"/>
          </p:nvPr>
        </p:nvSpPr>
        <p:spPr/>
        <p:txBody>
          <a:bodyPr/>
          <a:lstStyle/>
          <a:p>
            <a:endParaRPr lang="en-US"/>
          </a:p>
        </p:txBody>
      </p:sp>
    </p:spTree>
    <p:extLst>
      <p:ext uri="{BB962C8B-B14F-4D97-AF65-F5344CB8AC3E}">
        <p14:creationId xmlns:p14="http://schemas.microsoft.com/office/powerpoint/2010/main" val="102822527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idx="10"/>
          </p:nvPr>
        </p:nvSpPr>
        <p:spPr/>
        <p:txBody>
          <a:bodyPr/>
          <a:lstStyle/>
          <a:p>
            <a:pPr>
              <a:defRPr/>
            </a:pPr>
            <a:endParaRPr lang="en-US" dirty="0">
              <a:solidFill>
                <a:prstClr val="black"/>
              </a:solidFill>
            </a:endParaRPr>
          </a:p>
        </p:txBody>
      </p:sp>
      <p:sp>
        <p:nvSpPr>
          <p:cNvPr id="5" name="Footer Placeholder 4"/>
          <p:cNvSpPr>
            <a:spLocks noGrp="1"/>
          </p:cNvSpPr>
          <p:nvPr>
            <p:ph type="ftr" sz="quarter" idx="11"/>
          </p:nvPr>
        </p:nvSpPr>
        <p:spPr/>
        <p:txBody>
          <a:bodyPr/>
          <a:lstStyle/>
          <a:p>
            <a:pPr defTabSz="971596" eaLnBrk="0" hangingPunct="0">
              <a:defRPr/>
            </a:pPr>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2014 Microsoft Corporation. All rights reserved. MICROSOFT MAKES NO WARRANTIES, EXPRESS, IMPLIED OR STATUTORY, AS TO THE INFORMATION IN THIS PRESENTATION.</a:t>
            </a:r>
            <a:endPar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Date Placeholder 5"/>
          <p:cNvSpPr>
            <a:spLocks noGrp="1"/>
          </p:cNvSpPr>
          <p:nvPr>
            <p:ph type="dt" idx="12"/>
          </p:nvPr>
        </p:nvSpPr>
        <p:spPr/>
        <p:txBody>
          <a:bodyPr/>
          <a:lstStyle/>
          <a:p>
            <a:pPr>
              <a:defRPr/>
            </a:pPr>
            <a:endParaRPr lang="en-US" dirty="0">
              <a:solidFill>
                <a:prstClr val="black"/>
              </a:solidFill>
            </a:endParaRPr>
          </a:p>
        </p:txBody>
      </p:sp>
      <p:sp>
        <p:nvSpPr>
          <p:cNvPr id="7" name="Slide Number Placeholder 6"/>
          <p:cNvSpPr>
            <a:spLocks noGrp="1"/>
          </p:cNvSpPr>
          <p:nvPr>
            <p:ph type="sldNum" sz="quarter" idx="13"/>
          </p:nvPr>
        </p:nvSpPr>
        <p:spPr/>
        <p:txBody>
          <a:bodyPr/>
          <a:lstStyle/>
          <a:p>
            <a:pPr>
              <a:defRPr/>
            </a:pPr>
            <a:fld id="{B4008EB6-D09E-4580-8CD6-DDB14511944F}" type="slidenum">
              <a:rPr lang="en-US" smtClean="0">
                <a:solidFill>
                  <a:prstClr val="black"/>
                </a:solidFill>
              </a:rPr>
              <a:pPr>
                <a:defRPr/>
              </a:pPr>
              <a:t>40</a:t>
            </a:fld>
            <a:endParaRPr lang="en-US" dirty="0">
              <a:solidFill>
                <a:prstClr val="black"/>
              </a:solidFill>
            </a:endParaRPr>
          </a:p>
        </p:txBody>
      </p:sp>
    </p:spTree>
    <p:extLst>
      <p:ext uri="{BB962C8B-B14F-4D97-AF65-F5344CB8AC3E}">
        <p14:creationId xmlns:p14="http://schemas.microsoft.com/office/powerpoint/2010/main" val="213616060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idx="10"/>
          </p:nvPr>
        </p:nvSpPr>
        <p:spPr/>
        <p:txBody>
          <a:bodyPr/>
          <a:lstStyle/>
          <a:p>
            <a:pPr>
              <a:defRPr/>
            </a:pPr>
            <a:endParaRPr lang="en-US" dirty="0">
              <a:solidFill>
                <a:prstClr val="black"/>
              </a:solidFill>
            </a:endParaRPr>
          </a:p>
        </p:txBody>
      </p:sp>
      <p:sp>
        <p:nvSpPr>
          <p:cNvPr id="5" name="Footer Placeholder 4"/>
          <p:cNvSpPr>
            <a:spLocks noGrp="1"/>
          </p:cNvSpPr>
          <p:nvPr>
            <p:ph type="ftr" sz="quarter" idx="11"/>
          </p:nvPr>
        </p:nvSpPr>
        <p:spPr/>
        <p:txBody>
          <a:bodyPr/>
          <a:lstStyle/>
          <a:p>
            <a:pPr defTabSz="971596" eaLnBrk="0" hangingPunct="0">
              <a:defRPr/>
            </a:pPr>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2014 Microsoft Corporation. All rights reserved. MICROSOFT MAKES NO WARRANTIES, EXPRESS, IMPLIED OR STATUTORY, AS TO THE INFORMATION IN THIS PRESENTATION.</a:t>
            </a:r>
            <a:endPar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Date Placeholder 5"/>
          <p:cNvSpPr>
            <a:spLocks noGrp="1"/>
          </p:cNvSpPr>
          <p:nvPr>
            <p:ph type="dt" idx="12"/>
          </p:nvPr>
        </p:nvSpPr>
        <p:spPr/>
        <p:txBody>
          <a:bodyPr/>
          <a:lstStyle/>
          <a:p>
            <a:pPr>
              <a:defRPr/>
            </a:pPr>
            <a:endParaRPr lang="en-US" dirty="0">
              <a:solidFill>
                <a:prstClr val="black"/>
              </a:solidFill>
            </a:endParaRPr>
          </a:p>
        </p:txBody>
      </p:sp>
      <p:sp>
        <p:nvSpPr>
          <p:cNvPr id="7" name="Slide Number Placeholder 6"/>
          <p:cNvSpPr>
            <a:spLocks noGrp="1"/>
          </p:cNvSpPr>
          <p:nvPr>
            <p:ph type="sldNum" sz="quarter" idx="13"/>
          </p:nvPr>
        </p:nvSpPr>
        <p:spPr/>
        <p:txBody>
          <a:bodyPr/>
          <a:lstStyle/>
          <a:p>
            <a:pPr>
              <a:defRPr/>
            </a:pPr>
            <a:fld id="{B4008EB6-D09E-4580-8CD6-DDB14511944F}" type="slidenum">
              <a:rPr lang="en-US" smtClean="0">
                <a:solidFill>
                  <a:prstClr val="black"/>
                </a:solidFill>
              </a:rPr>
              <a:pPr>
                <a:defRPr/>
              </a:pPr>
              <a:t>41</a:t>
            </a:fld>
            <a:endParaRPr lang="en-US" dirty="0">
              <a:solidFill>
                <a:prstClr val="black"/>
              </a:solidFill>
            </a:endParaRPr>
          </a:p>
        </p:txBody>
      </p:sp>
    </p:spTree>
    <p:extLst>
      <p:ext uri="{BB962C8B-B14F-4D97-AF65-F5344CB8AC3E}">
        <p14:creationId xmlns:p14="http://schemas.microsoft.com/office/powerpoint/2010/main" val="359877966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idx="10"/>
          </p:nvPr>
        </p:nvSpPr>
        <p:spPr/>
        <p:txBody>
          <a:bodyPr/>
          <a:lstStyle/>
          <a:p>
            <a:pPr>
              <a:defRPr/>
            </a:pPr>
            <a:r>
              <a:rPr lang="en-US">
                <a:solidFill>
                  <a:prstClr val="black"/>
                </a:solidFill>
              </a:rPr>
              <a:t>Microsoft Ignite 2015</a:t>
            </a:r>
            <a:endParaRPr lang="en-US" dirty="0">
              <a:solidFill>
                <a:prstClr val="black"/>
              </a:solidFill>
            </a:endParaRPr>
          </a:p>
        </p:txBody>
      </p:sp>
      <p:sp>
        <p:nvSpPr>
          <p:cNvPr id="5" name="Footer Placeholder 4"/>
          <p:cNvSpPr>
            <a:spLocks noGrp="1"/>
          </p:cNvSpPr>
          <p:nvPr>
            <p:ph type="ftr" sz="quarter" idx="11"/>
          </p:nvPr>
        </p:nvSpPr>
        <p:spPr/>
        <p:txBody>
          <a:bodyPr/>
          <a:lstStyle/>
          <a:p>
            <a:pPr defTabSz="971596" eaLnBrk="0" hangingPunct="0">
              <a:defRPr/>
            </a:pPr>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2015 Microsoft Corporation. All rights reserved. MICROSOFT MAKES NO WARRANTIES, EXPRESS, IMPLIED OR STATUTORY, AS TO THE INFORMATION IN THIS PRESENTATION.</a:t>
            </a:r>
            <a:endPar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Date Placeholder 5"/>
          <p:cNvSpPr>
            <a:spLocks noGrp="1"/>
          </p:cNvSpPr>
          <p:nvPr>
            <p:ph type="dt" idx="12"/>
          </p:nvPr>
        </p:nvSpPr>
        <p:spPr/>
        <p:txBody>
          <a:bodyPr/>
          <a:lstStyle/>
          <a:p>
            <a:pPr>
              <a:defRPr/>
            </a:pPr>
            <a:endParaRPr lang="en-US" dirty="0">
              <a:solidFill>
                <a:prstClr val="black"/>
              </a:solidFill>
            </a:endParaRPr>
          </a:p>
        </p:txBody>
      </p:sp>
      <p:sp>
        <p:nvSpPr>
          <p:cNvPr id="7" name="Slide Number Placeholder 6"/>
          <p:cNvSpPr>
            <a:spLocks noGrp="1"/>
          </p:cNvSpPr>
          <p:nvPr>
            <p:ph type="sldNum" sz="quarter" idx="13"/>
          </p:nvPr>
        </p:nvSpPr>
        <p:spPr/>
        <p:txBody>
          <a:bodyPr/>
          <a:lstStyle/>
          <a:p>
            <a:pPr>
              <a:defRPr/>
            </a:pPr>
            <a:fld id="{B4008EB6-D09E-4580-8CD6-DDB14511944F}" type="slidenum">
              <a:rPr lang="en-US" smtClean="0">
                <a:solidFill>
                  <a:prstClr val="black"/>
                </a:solidFill>
              </a:rPr>
              <a:pPr>
                <a:defRPr/>
              </a:pPr>
              <a:t>42</a:t>
            </a:fld>
            <a:endParaRPr lang="en-US" dirty="0">
              <a:solidFill>
                <a:prstClr val="black"/>
              </a:solidFill>
            </a:endParaRPr>
          </a:p>
        </p:txBody>
      </p:sp>
    </p:spTree>
    <p:extLst>
      <p:ext uri="{BB962C8B-B14F-4D97-AF65-F5344CB8AC3E}">
        <p14:creationId xmlns:p14="http://schemas.microsoft.com/office/powerpoint/2010/main" val="1982236999"/>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C52CFDC-D2D5-4B9F-BA75-89F771E01AEB}" type="slidenum">
              <a:rPr lang="en-US" smtClean="0"/>
              <a:t>43</a:t>
            </a:fld>
            <a:endParaRPr lang="en-US"/>
          </a:p>
        </p:txBody>
      </p:sp>
      <p:sp>
        <p:nvSpPr>
          <p:cNvPr id="5" name="Datumsplatzhalter 4"/>
          <p:cNvSpPr>
            <a:spLocks noGrp="1"/>
          </p:cNvSpPr>
          <p:nvPr>
            <p:ph type="dt" idx="11"/>
          </p:nvPr>
        </p:nvSpPr>
        <p:spPr/>
        <p:txBody>
          <a:bodyPr/>
          <a:lstStyle/>
          <a:p>
            <a:endParaRPr lang="en-US"/>
          </a:p>
        </p:txBody>
      </p:sp>
      <p:sp>
        <p:nvSpPr>
          <p:cNvPr id="6" name="Fußzeilenplatzhalter 5"/>
          <p:cNvSpPr>
            <a:spLocks noGrp="1"/>
          </p:cNvSpPr>
          <p:nvPr>
            <p:ph type="ftr" sz="quarter" idx="12"/>
          </p:nvPr>
        </p:nvSpPr>
        <p:spPr/>
        <p:txBody>
          <a:bodyPr/>
          <a:lstStyle/>
          <a:p>
            <a:endParaRPr lang="en-US"/>
          </a:p>
        </p:txBody>
      </p:sp>
    </p:spTree>
    <p:extLst>
      <p:ext uri="{BB962C8B-B14F-4D97-AF65-F5344CB8AC3E}">
        <p14:creationId xmlns:p14="http://schemas.microsoft.com/office/powerpoint/2010/main" val="205665397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2AABF77-E2E4-44CA-BA5C-65E132CF08D8}" type="slidenum">
              <a:rPr lang="en-US" smtClean="0">
                <a:solidFill>
                  <a:prstClr val="black"/>
                </a:solidFill>
              </a:rPr>
              <a:pPr/>
              <a:t>46</a:t>
            </a:fld>
            <a:endParaRPr lang="en-US" dirty="0">
              <a:solidFill>
                <a:prstClr val="black"/>
              </a:solidFill>
            </a:endParaRPr>
          </a:p>
        </p:txBody>
      </p:sp>
      <p:sp>
        <p:nvSpPr>
          <p:cNvPr id="5" name="Datumsplatzhalter 4"/>
          <p:cNvSpPr>
            <a:spLocks noGrp="1"/>
          </p:cNvSpPr>
          <p:nvPr>
            <p:ph type="dt" idx="11"/>
          </p:nvPr>
        </p:nvSpPr>
        <p:spPr/>
        <p:txBody>
          <a:bodyPr/>
          <a:lstStyle/>
          <a:p>
            <a:endParaRPr lang="en-US"/>
          </a:p>
        </p:txBody>
      </p:sp>
      <p:sp>
        <p:nvSpPr>
          <p:cNvPr id="6" name="Fußzeilenplatzhalter 5"/>
          <p:cNvSpPr>
            <a:spLocks noGrp="1"/>
          </p:cNvSpPr>
          <p:nvPr>
            <p:ph type="ftr" sz="quarter" idx="12"/>
          </p:nvPr>
        </p:nvSpPr>
        <p:spPr/>
        <p:txBody>
          <a:bodyPr/>
          <a:lstStyle/>
          <a:p>
            <a:endParaRPr lang="en-US"/>
          </a:p>
        </p:txBody>
      </p:sp>
    </p:spTree>
    <p:extLst>
      <p:ext uri="{BB962C8B-B14F-4D97-AF65-F5344CB8AC3E}">
        <p14:creationId xmlns:p14="http://schemas.microsoft.com/office/powerpoint/2010/main" val="2331943407"/>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253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dirty="0"/>
          </a:p>
        </p:txBody>
      </p:sp>
      <p:sp>
        <p:nvSpPr>
          <p:cNvPr id="22532"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entury Gothic" panose="020B0502020202020204" pitchFamily="34" charset="0"/>
                <a:ea typeface="MS PGothic" panose="020B0600070205080204" pitchFamily="34" charset="-128"/>
              </a:defRPr>
            </a:lvl1pPr>
            <a:lvl2pPr marL="789682" indent="-303724">
              <a:defRPr>
                <a:solidFill>
                  <a:schemeClr val="tx1"/>
                </a:solidFill>
                <a:latin typeface="Century Gothic" panose="020B0502020202020204" pitchFamily="34" charset="0"/>
                <a:ea typeface="MS PGothic" panose="020B0600070205080204" pitchFamily="34" charset="-128"/>
              </a:defRPr>
            </a:lvl2pPr>
            <a:lvl3pPr marL="1214895" indent="-242979">
              <a:defRPr>
                <a:solidFill>
                  <a:schemeClr val="tx1"/>
                </a:solidFill>
                <a:latin typeface="Century Gothic" panose="020B0502020202020204" pitchFamily="34" charset="0"/>
                <a:ea typeface="MS PGothic" panose="020B0600070205080204" pitchFamily="34" charset="-128"/>
              </a:defRPr>
            </a:lvl3pPr>
            <a:lvl4pPr marL="1700853" indent="-242979">
              <a:defRPr>
                <a:solidFill>
                  <a:schemeClr val="tx1"/>
                </a:solidFill>
                <a:latin typeface="Century Gothic" panose="020B0502020202020204" pitchFamily="34" charset="0"/>
                <a:ea typeface="MS PGothic" panose="020B0600070205080204" pitchFamily="34" charset="-128"/>
              </a:defRPr>
            </a:lvl4pPr>
            <a:lvl5pPr marL="2186810" indent="-242979">
              <a:defRPr>
                <a:solidFill>
                  <a:schemeClr val="tx1"/>
                </a:solidFill>
                <a:latin typeface="Century Gothic" panose="020B0502020202020204" pitchFamily="34" charset="0"/>
                <a:ea typeface="MS PGothic" panose="020B0600070205080204" pitchFamily="34" charset="-128"/>
              </a:defRPr>
            </a:lvl5pPr>
            <a:lvl6pPr marL="2672768" indent="-242979" defTabSz="485958" eaLnBrk="0" fontAlgn="base" hangingPunct="0">
              <a:spcBef>
                <a:spcPct val="0"/>
              </a:spcBef>
              <a:spcAft>
                <a:spcPct val="0"/>
              </a:spcAft>
              <a:defRPr>
                <a:solidFill>
                  <a:schemeClr val="tx1"/>
                </a:solidFill>
                <a:latin typeface="Century Gothic" panose="020B0502020202020204" pitchFamily="34" charset="0"/>
                <a:ea typeface="MS PGothic" panose="020B0600070205080204" pitchFamily="34" charset="-128"/>
              </a:defRPr>
            </a:lvl6pPr>
            <a:lvl7pPr marL="3158726" indent="-242979" defTabSz="485958" eaLnBrk="0" fontAlgn="base" hangingPunct="0">
              <a:spcBef>
                <a:spcPct val="0"/>
              </a:spcBef>
              <a:spcAft>
                <a:spcPct val="0"/>
              </a:spcAft>
              <a:defRPr>
                <a:solidFill>
                  <a:schemeClr val="tx1"/>
                </a:solidFill>
                <a:latin typeface="Century Gothic" panose="020B0502020202020204" pitchFamily="34" charset="0"/>
                <a:ea typeface="MS PGothic" panose="020B0600070205080204" pitchFamily="34" charset="-128"/>
              </a:defRPr>
            </a:lvl7pPr>
            <a:lvl8pPr marL="3644684" indent="-242979" defTabSz="485958" eaLnBrk="0" fontAlgn="base" hangingPunct="0">
              <a:spcBef>
                <a:spcPct val="0"/>
              </a:spcBef>
              <a:spcAft>
                <a:spcPct val="0"/>
              </a:spcAft>
              <a:defRPr>
                <a:solidFill>
                  <a:schemeClr val="tx1"/>
                </a:solidFill>
                <a:latin typeface="Century Gothic" panose="020B0502020202020204" pitchFamily="34" charset="0"/>
                <a:ea typeface="MS PGothic" panose="020B0600070205080204" pitchFamily="34" charset="-128"/>
              </a:defRPr>
            </a:lvl8pPr>
            <a:lvl9pPr marL="4130642" indent="-242979" defTabSz="485958" eaLnBrk="0" fontAlgn="base" hangingPunct="0">
              <a:spcBef>
                <a:spcPct val="0"/>
              </a:spcBef>
              <a:spcAft>
                <a:spcPct val="0"/>
              </a:spcAft>
              <a:defRPr>
                <a:solidFill>
                  <a:schemeClr val="tx1"/>
                </a:solidFill>
                <a:latin typeface="Century Gothic" panose="020B0502020202020204" pitchFamily="34" charset="0"/>
                <a:ea typeface="MS PGothic" panose="020B0600070205080204" pitchFamily="34" charset="-128"/>
              </a:defRPr>
            </a:lvl9pPr>
          </a:lstStyle>
          <a:p>
            <a:fld id="{3E1EDE3E-8DA4-43AE-AE17-3357EA31094F}" type="slidenum">
              <a:rPr lang="en-US" altLang="en-US" smtClean="0"/>
              <a:pPr/>
              <a:t>47</a:t>
            </a:fld>
            <a:endParaRPr lang="en-US" altLang="en-US"/>
          </a:p>
        </p:txBody>
      </p:sp>
      <p:sp>
        <p:nvSpPr>
          <p:cNvPr id="2" name="Datumsplatzhalter 1"/>
          <p:cNvSpPr>
            <a:spLocks noGrp="1"/>
          </p:cNvSpPr>
          <p:nvPr>
            <p:ph type="dt" idx="10"/>
          </p:nvPr>
        </p:nvSpPr>
        <p:spPr/>
        <p:txBody>
          <a:bodyPr/>
          <a:lstStyle/>
          <a:p>
            <a:endParaRPr lang="en-US"/>
          </a:p>
        </p:txBody>
      </p:sp>
      <p:sp>
        <p:nvSpPr>
          <p:cNvPr id="3" name="Fußzeilenplatzhalter 2"/>
          <p:cNvSpPr>
            <a:spLocks noGrp="1"/>
          </p:cNvSpPr>
          <p:nvPr>
            <p:ph type="ftr" sz="quarter" idx="11"/>
          </p:nvPr>
        </p:nvSpPr>
        <p:spPr/>
        <p:txBody>
          <a:bodyPr/>
          <a:lstStyle/>
          <a:p>
            <a:endParaRPr lang="en-US"/>
          </a:p>
        </p:txBody>
      </p:sp>
    </p:spTree>
    <p:extLst>
      <p:ext uri="{BB962C8B-B14F-4D97-AF65-F5344CB8AC3E}">
        <p14:creationId xmlns:p14="http://schemas.microsoft.com/office/powerpoint/2010/main" val="4032066000"/>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4579"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24580"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entury Gothic" panose="020B0502020202020204" pitchFamily="34" charset="0"/>
                <a:ea typeface="MS PGothic" panose="020B0600070205080204" pitchFamily="34" charset="-128"/>
              </a:defRPr>
            </a:lvl1pPr>
            <a:lvl2pPr marL="789682" indent="-303724">
              <a:defRPr>
                <a:solidFill>
                  <a:schemeClr val="tx1"/>
                </a:solidFill>
                <a:latin typeface="Century Gothic" panose="020B0502020202020204" pitchFamily="34" charset="0"/>
                <a:ea typeface="MS PGothic" panose="020B0600070205080204" pitchFamily="34" charset="-128"/>
              </a:defRPr>
            </a:lvl2pPr>
            <a:lvl3pPr marL="1214895" indent="-242979">
              <a:defRPr>
                <a:solidFill>
                  <a:schemeClr val="tx1"/>
                </a:solidFill>
                <a:latin typeface="Century Gothic" panose="020B0502020202020204" pitchFamily="34" charset="0"/>
                <a:ea typeface="MS PGothic" panose="020B0600070205080204" pitchFamily="34" charset="-128"/>
              </a:defRPr>
            </a:lvl3pPr>
            <a:lvl4pPr marL="1700853" indent="-242979">
              <a:defRPr>
                <a:solidFill>
                  <a:schemeClr val="tx1"/>
                </a:solidFill>
                <a:latin typeface="Century Gothic" panose="020B0502020202020204" pitchFamily="34" charset="0"/>
                <a:ea typeface="MS PGothic" panose="020B0600070205080204" pitchFamily="34" charset="-128"/>
              </a:defRPr>
            </a:lvl4pPr>
            <a:lvl5pPr marL="2186810" indent="-242979">
              <a:defRPr>
                <a:solidFill>
                  <a:schemeClr val="tx1"/>
                </a:solidFill>
                <a:latin typeface="Century Gothic" panose="020B0502020202020204" pitchFamily="34" charset="0"/>
                <a:ea typeface="MS PGothic" panose="020B0600070205080204" pitchFamily="34" charset="-128"/>
              </a:defRPr>
            </a:lvl5pPr>
            <a:lvl6pPr marL="2672768" indent="-242979" defTabSz="485958" eaLnBrk="0" fontAlgn="base" hangingPunct="0">
              <a:spcBef>
                <a:spcPct val="0"/>
              </a:spcBef>
              <a:spcAft>
                <a:spcPct val="0"/>
              </a:spcAft>
              <a:defRPr>
                <a:solidFill>
                  <a:schemeClr val="tx1"/>
                </a:solidFill>
                <a:latin typeface="Century Gothic" panose="020B0502020202020204" pitchFamily="34" charset="0"/>
                <a:ea typeface="MS PGothic" panose="020B0600070205080204" pitchFamily="34" charset="-128"/>
              </a:defRPr>
            </a:lvl6pPr>
            <a:lvl7pPr marL="3158726" indent="-242979" defTabSz="485958" eaLnBrk="0" fontAlgn="base" hangingPunct="0">
              <a:spcBef>
                <a:spcPct val="0"/>
              </a:spcBef>
              <a:spcAft>
                <a:spcPct val="0"/>
              </a:spcAft>
              <a:defRPr>
                <a:solidFill>
                  <a:schemeClr val="tx1"/>
                </a:solidFill>
                <a:latin typeface="Century Gothic" panose="020B0502020202020204" pitchFamily="34" charset="0"/>
                <a:ea typeface="MS PGothic" panose="020B0600070205080204" pitchFamily="34" charset="-128"/>
              </a:defRPr>
            </a:lvl7pPr>
            <a:lvl8pPr marL="3644684" indent="-242979" defTabSz="485958" eaLnBrk="0" fontAlgn="base" hangingPunct="0">
              <a:spcBef>
                <a:spcPct val="0"/>
              </a:spcBef>
              <a:spcAft>
                <a:spcPct val="0"/>
              </a:spcAft>
              <a:defRPr>
                <a:solidFill>
                  <a:schemeClr val="tx1"/>
                </a:solidFill>
                <a:latin typeface="Century Gothic" panose="020B0502020202020204" pitchFamily="34" charset="0"/>
                <a:ea typeface="MS PGothic" panose="020B0600070205080204" pitchFamily="34" charset="-128"/>
              </a:defRPr>
            </a:lvl8pPr>
            <a:lvl9pPr marL="4130642" indent="-242979" defTabSz="485958" eaLnBrk="0" fontAlgn="base" hangingPunct="0">
              <a:spcBef>
                <a:spcPct val="0"/>
              </a:spcBef>
              <a:spcAft>
                <a:spcPct val="0"/>
              </a:spcAft>
              <a:defRPr>
                <a:solidFill>
                  <a:schemeClr val="tx1"/>
                </a:solidFill>
                <a:latin typeface="Century Gothic" panose="020B0502020202020204" pitchFamily="34" charset="0"/>
                <a:ea typeface="MS PGothic" panose="020B0600070205080204" pitchFamily="34" charset="-128"/>
              </a:defRPr>
            </a:lvl9pPr>
          </a:lstStyle>
          <a:p>
            <a:fld id="{C1721EBC-D166-4734-BAB3-89FE4B9B20FF}" type="slidenum">
              <a:rPr lang="en-US" altLang="en-US" smtClean="0"/>
              <a:pPr/>
              <a:t>48</a:t>
            </a:fld>
            <a:endParaRPr lang="en-US" altLang="en-US"/>
          </a:p>
        </p:txBody>
      </p:sp>
      <p:sp>
        <p:nvSpPr>
          <p:cNvPr id="2" name="Datumsplatzhalter 1"/>
          <p:cNvSpPr>
            <a:spLocks noGrp="1"/>
          </p:cNvSpPr>
          <p:nvPr>
            <p:ph type="dt" idx="10"/>
          </p:nvPr>
        </p:nvSpPr>
        <p:spPr/>
        <p:txBody>
          <a:bodyPr/>
          <a:lstStyle/>
          <a:p>
            <a:endParaRPr lang="en-US"/>
          </a:p>
        </p:txBody>
      </p:sp>
      <p:sp>
        <p:nvSpPr>
          <p:cNvPr id="3" name="Fußzeilenplatzhalter 2"/>
          <p:cNvSpPr>
            <a:spLocks noGrp="1"/>
          </p:cNvSpPr>
          <p:nvPr>
            <p:ph type="ftr" sz="quarter" idx="11"/>
          </p:nvPr>
        </p:nvSpPr>
        <p:spPr/>
        <p:txBody>
          <a:bodyPr/>
          <a:lstStyle/>
          <a:p>
            <a:endParaRPr lang="en-US"/>
          </a:p>
        </p:txBody>
      </p:sp>
    </p:spTree>
    <p:extLst>
      <p:ext uri="{BB962C8B-B14F-4D97-AF65-F5344CB8AC3E}">
        <p14:creationId xmlns:p14="http://schemas.microsoft.com/office/powerpoint/2010/main" val="1024995300"/>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662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26628" name="Header Placeholder 3"/>
          <p:cNvSpPr>
            <a:spLocks noGrp="1"/>
          </p:cNvSpPr>
          <p:nvPr>
            <p:ph type="hdr" sz="quarter"/>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lvl1pPr>
              <a:defRPr>
                <a:solidFill>
                  <a:schemeClr val="tx1"/>
                </a:solidFill>
                <a:latin typeface="Century Gothic" panose="020B0502020202020204" pitchFamily="34" charset="0"/>
                <a:ea typeface="MS PGothic" panose="020B0600070205080204" pitchFamily="34" charset="-128"/>
              </a:defRPr>
            </a:lvl1pPr>
            <a:lvl2pPr marL="789682" indent="-303724">
              <a:defRPr>
                <a:solidFill>
                  <a:schemeClr val="tx1"/>
                </a:solidFill>
                <a:latin typeface="Century Gothic" panose="020B0502020202020204" pitchFamily="34" charset="0"/>
                <a:ea typeface="MS PGothic" panose="020B0600070205080204" pitchFamily="34" charset="-128"/>
              </a:defRPr>
            </a:lvl2pPr>
            <a:lvl3pPr marL="1214895" indent="-242979">
              <a:defRPr>
                <a:solidFill>
                  <a:schemeClr val="tx1"/>
                </a:solidFill>
                <a:latin typeface="Century Gothic" panose="020B0502020202020204" pitchFamily="34" charset="0"/>
                <a:ea typeface="MS PGothic" panose="020B0600070205080204" pitchFamily="34" charset="-128"/>
              </a:defRPr>
            </a:lvl3pPr>
            <a:lvl4pPr marL="1700853" indent="-242979">
              <a:defRPr>
                <a:solidFill>
                  <a:schemeClr val="tx1"/>
                </a:solidFill>
                <a:latin typeface="Century Gothic" panose="020B0502020202020204" pitchFamily="34" charset="0"/>
                <a:ea typeface="MS PGothic" panose="020B0600070205080204" pitchFamily="34" charset="-128"/>
              </a:defRPr>
            </a:lvl4pPr>
            <a:lvl5pPr marL="2186810" indent="-242979">
              <a:defRPr>
                <a:solidFill>
                  <a:schemeClr val="tx1"/>
                </a:solidFill>
                <a:latin typeface="Century Gothic" panose="020B0502020202020204" pitchFamily="34" charset="0"/>
                <a:ea typeface="MS PGothic" panose="020B0600070205080204" pitchFamily="34" charset="-128"/>
              </a:defRPr>
            </a:lvl5pPr>
            <a:lvl6pPr marL="2672768" indent="-242979" defTabSz="485958" eaLnBrk="0" fontAlgn="base" hangingPunct="0">
              <a:spcBef>
                <a:spcPct val="0"/>
              </a:spcBef>
              <a:spcAft>
                <a:spcPct val="0"/>
              </a:spcAft>
              <a:defRPr>
                <a:solidFill>
                  <a:schemeClr val="tx1"/>
                </a:solidFill>
                <a:latin typeface="Century Gothic" panose="020B0502020202020204" pitchFamily="34" charset="0"/>
                <a:ea typeface="MS PGothic" panose="020B0600070205080204" pitchFamily="34" charset="-128"/>
              </a:defRPr>
            </a:lvl6pPr>
            <a:lvl7pPr marL="3158726" indent="-242979" defTabSz="485958" eaLnBrk="0" fontAlgn="base" hangingPunct="0">
              <a:spcBef>
                <a:spcPct val="0"/>
              </a:spcBef>
              <a:spcAft>
                <a:spcPct val="0"/>
              </a:spcAft>
              <a:defRPr>
                <a:solidFill>
                  <a:schemeClr val="tx1"/>
                </a:solidFill>
                <a:latin typeface="Century Gothic" panose="020B0502020202020204" pitchFamily="34" charset="0"/>
                <a:ea typeface="MS PGothic" panose="020B0600070205080204" pitchFamily="34" charset="-128"/>
              </a:defRPr>
            </a:lvl7pPr>
            <a:lvl8pPr marL="3644684" indent="-242979" defTabSz="485958" eaLnBrk="0" fontAlgn="base" hangingPunct="0">
              <a:spcBef>
                <a:spcPct val="0"/>
              </a:spcBef>
              <a:spcAft>
                <a:spcPct val="0"/>
              </a:spcAft>
              <a:defRPr>
                <a:solidFill>
                  <a:schemeClr val="tx1"/>
                </a:solidFill>
                <a:latin typeface="Century Gothic" panose="020B0502020202020204" pitchFamily="34" charset="0"/>
                <a:ea typeface="MS PGothic" panose="020B0600070205080204" pitchFamily="34" charset="-128"/>
              </a:defRPr>
            </a:lvl8pPr>
            <a:lvl9pPr marL="4130642" indent="-242979" defTabSz="485958" eaLnBrk="0" fontAlgn="base" hangingPunct="0">
              <a:spcBef>
                <a:spcPct val="0"/>
              </a:spcBef>
              <a:spcAft>
                <a:spcPct val="0"/>
              </a:spcAft>
              <a:defRPr>
                <a:solidFill>
                  <a:schemeClr val="tx1"/>
                </a:solidFill>
                <a:latin typeface="Century Gothic" panose="020B0502020202020204" pitchFamily="34" charset="0"/>
                <a:ea typeface="MS PGothic" panose="020B0600070205080204" pitchFamily="34" charset="-128"/>
              </a:defRPr>
            </a:lvl9pPr>
          </a:lstStyle>
          <a:p>
            <a:r>
              <a:rPr lang="en-US" altLang="en-US"/>
              <a:t>TechEd 2013</a:t>
            </a:r>
          </a:p>
        </p:txBody>
      </p:sp>
      <p:sp>
        <p:nvSpPr>
          <p:cNvPr id="5" name="Footer Placeholder 4"/>
          <p:cNvSpPr>
            <a:spLocks noGrp="1"/>
          </p:cNvSpPr>
          <p:nvPr>
            <p:ph type="ftr" sz="quarter" idx="4"/>
          </p:nvPr>
        </p:nvSpPr>
        <p:spPr/>
        <p:txBody>
          <a:bodyPr/>
          <a:lstStyle/>
          <a:p>
            <a:pPr defTabSz="971596" eaLnBrk="0" hangingPunct="0">
              <a:defRPr/>
            </a:pPr>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2013 Microsoft Corporation. All rights reserved. Microsoft, Windows, and other product names are or may be registered trademarks and/or trademarks in the U.S. and/or other countries. The information herein is for informational purposes only and represents the current view of Microsoft Corporation as of the date of this presentation.  Because Microsoft must respond to changing market conditions, it should not be interpreted to be a commitment on the part of Microsoft, and Microsoft cannot guarantee the accuracy of any information provided after the date of this presentation.  MICROSOFT MAKES NO WARRANTIES, EXPRESS, IMPLIED OR STATUTORY, AS TO THE INFORMATION IN THIS PRESENTATION.</a:t>
            </a:r>
            <a:endPar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26630" name="Date Placeholder 5"/>
          <p:cNvSpPr>
            <a:spLocks noGrp="1"/>
          </p:cNvSpPr>
          <p:nvPr>
            <p:ph type="dt" sz="quarter"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entury Gothic" panose="020B0502020202020204" pitchFamily="34" charset="0"/>
                <a:ea typeface="MS PGothic" panose="020B0600070205080204" pitchFamily="34" charset="-128"/>
              </a:defRPr>
            </a:lvl1pPr>
            <a:lvl2pPr marL="789682" indent="-303724">
              <a:defRPr>
                <a:solidFill>
                  <a:schemeClr val="tx1"/>
                </a:solidFill>
                <a:latin typeface="Century Gothic" panose="020B0502020202020204" pitchFamily="34" charset="0"/>
                <a:ea typeface="MS PGothic" panose="020B0600070205080204" pitchFamily="34" charset="-128"/>
              </a:defRPr>
            </a:lvl2pPr>
            <a:lvl3pPr marL="1214895" indent="-242979">
              <a:defRPr>
                <a:solidFill>
                  <a:schemeClr val="tx1"/>
                </a:solidFill>
                <a:latin typeface="Century Gothic" panose="020B0502020202020204" pitchFamily="34" charset="0"/>
                <a:ea typeface="MS PGothic" panose="020B0600070205080204" pitchFamily="34" charset="-128"/>
              </a:defRPr>
            </a:lvl3pPr>
            <a:lvl4pPr marL="1700853" indent="-242979">
              <a:defRPr>
                <a:solidFill>
                  <a:schemeClr val="tx1"/>
                </a:solidFill>
                <a:latin typeface="Century Gothic" panose="020B0502020202020204" pitchFamily="34" charset="0"/>
                <a:ea typeface="MS PGothic" panose="020B0600070205080204" pitchFamily="34" charset="-128"/>
              </a:defRPr>
            </a:lvl4pPr>
            <a:lvl5pPr marL="2186810" indent="-242979">
              <a:defRPr>
                <a:solidFill>
                  <a:schemeClr val="tx1"/>
                </a:solidFill>
                <a:latin typeface="Century Gothic" panose="020B0502020202020204" pitchFamily="34" charset="0"/>
                <a:ea typeface="MS PGothic" panose="020B0600070205080204" pitchFamily="34" charset="-128"/>
              </a:defRPr>
            </a:lvl5pPr>
            <a:lvl6pPr marL="2672768" indent="-242979" defTabSz="485958" eaLnBrk="0" fontAlgn="base" hangingPunct="0">
              <a:spcBef>
                <a:spcPct val="0"/>
              </a:spcBef>
              <a:spcAft>
                <a:spcPct val="0"/>
              </a:spcAft>
              <a:defRPr>
                <a:solidFill>
                  <a:schemeClr val="tx1"/>
                </a:solidFill>
                <a:latin typeface="Century Gothic" panose="020B0502020202020204" pitchFamily="34" charset="0"/>
                <a:ea typeface="MS PGothic" panose="020B0600070205080204" pitchFamily="34" charset="-128"/>
              </a:defRPr>
            </a:lvl6pPr>
            <a:lvl7pPr marL="3158726" indent="-242979" defTabSz="485958" eaLnBrk="0" fontAlgn="base" hangingPunct="0">
              <a:spcBef>
                <a:spcPct val="0"/>
              </a:spcBef>
              <a:spcAft>
                <a:spcPct val="0"/>
              </a:spcAft>
              <a:defRPr>
                <a:solidFill>
                  <a:schemeClr val="tx1"/>
                </a:solidFill>
                <a:latin typeface="Century Gothic" panose="020B0502020202020204" pitchFamily="34" charset="0"/>
                <a:ea typeface="MS PGothic" panose="020B0600070205080204" pitchFamily="34" charset="-128"/>
              </a:defRPr>
            </a:lvl7pPr>
            <a:lvl8pPr marL="3644684" indent="-242979" defTabSz="485958" eaLnBrk="0" fontAlgn="base" hangingPunct="0">
              <a:spcBef>
                <a:spcPct val="0"/>
              </a:spcBef>
              <a:spcAft>
                <a:spcPct val="0"/>
              </a:spcAft>
              <a:defRPr>
                <a:solidFill>
                  <a:schemeClr val="tx1"/>
                </a:solidFill>
                <a:latin typeface="Century Gothic" panose="020B0502020202020204" pitchFamily="34" charset="0"/>
                <a:ea typeface="MS PGothic" panose="020B0600070205080204" pitchFamily="34" charset="-128"/>
              </a:defRPr>
            </a:lvl8pPr>
            <a:lvl9pPr marL="4130642" indent="-242979" defTabSz="485958" eaLnBrk="0" fontAlgn="base" hangingPunct="0">
              <a:spcBef>
                <a:spcPct val="0"/>
              </a:spcBef>
              <a:spcAft>
                <a:spcPct val="0"/>
              </a:spcAft>
              <a:defRPr>
                <a:solidFill>
                  <a:schemeClr val="tx1"/>
                </a:solidFill>
                <a:latin typeface="Century Gothic" panose="020B0502020202020204" pitchFamily="34" charset="0"/>
                <a:ea typeface="MS PGothic" panose="020B0600070205080204" pitchFamily="34" charset="-128"/>
              </a:defRPr>
            </a:lvl9pPr>
          </a:lstStyle>
          <a:p>
            <a:endParaRPr lang="en-US" altLang="en-US"/>
          </a:p>
        </p:txBody>
      </p:sp>
      <p:sp>
        <p:nvSpPr>
          <p:cNvPr id="26631" name="Slide Number Placeholder 6"/>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entury Gothic" panose="020B0502020202020204" pitchFamily="34" charset="0"/>
                <a:ea typeface="MS PGothic" panose="020B0600070205080204" pitchFamily="34" charset="-128"/>
              </a:defRPr>
            </a:lvl1pPr>
            <a:lvl2pPr marL="789682" indent="-303724">
              <a:defRPr>
                <a:solidFill>
                  <a:schemeClr val="tx1"/>
                </a:solidFill>
                <a:latin typeface="Century Gothic" panose="020B0502020202020204" pitchFamily="34" charset="0"/>
                <a:ea typeface="MS PGothic" panose="020B0600070205080204" pitchFamily="34" charset="-128"/>
              </a:defRPr>
            </a:lvl2pPr>
            <a:lvl3pPr marL="1214895" indent="-242979">
              <a:defRPr>
                <a:solidFill>
                  <a:schemeClr val="tx1"/>
                </a:solidFill>
                <a:latin typeface="Century Gothic" panose="020B0502020202020204" pitchFamily="34" charset="0"/>
                <a:ea typeface="MS PGothic" panose="020B0600070205080204" pitchFamily="34" charset="-128"/>
              </a:defRPr>
            </a:lvl3pPr>
            <a:lvl4pPr marL="1700853" indent="-242979">
              <a:defRPr>
                <a:solidFill>
                  <a:schemeClr val="tx1"/>
                </a:solidFill>
                <a:latin typeface="Century Gothic" panose="020B0502020202020204" pitchFamily="34" charset="0"/>
                <a:ea typeface="MS PGothic" panose="020B0600070205080204" pitchFamily="34" charset="-128"/>
              </a:defRPr>
            </a:lvl4pPr>
            <a:lvl5pPr marL="2186810" indent="-242979">
              <a:defRPr>
                <a:solidFill>
                  <a:schemeClr val="tx1"/>
                </a:solidFill>
                <a:latin typeface="Century Gothic" panose="020B0502020202020204" pitchFamily="34" charset="0"/>
                <a:ea typeface="MS PGothic" panose="020B0600070205080204" pitchFamily="34" charset="-128"/>
              </a:defRPr>
            </a:lvl5pPr>
            <a:lvl6pPr marL="2672768" indent="-242979" defTabSz="485958" eaLnBrk="0" fontAlgn="base" hangingPunct="0">
              <a:spcBef>
                <a:spcPct val="0"/>
              </a:spcBef>
              <a:spcAft>
                <a:spcPct val="0"/>
              </a:spcAft>
              <a:defRPr>
                <a:solidFill>
                  <a:schemeClr val="tx1"/>
                </a:solidFill>
                <a:latin typeface="Century Gothic" panose="020B0502020202020204" pitchFamily="34" charset="0"/>
                <a:ea typeface="MS PGothic" panose="020B0600070205080204" pitchFamily="34" charset="-128"/>
              </a:defRPr>
            </a:lvl6pPr>
            <a:lvl7pPr marL="3158726" indent="-242979" defTabSz="485958" eaLnBrk="0" fontAlgn="base" hangingPunct="0">
              <a:spcBef>
                <a:spcPct val="0"/>
              </a:spcBef>
              <a:spcAft>
                <a:spcPct val="0"/>
              </a:spcAft>
              <a:defRPr>
                <a:solidFill>
                  <a:schemeClr val="tx1"/>
                </a:solidFill>
                <a:latin typeface="Century Gothic" panose="020B0502020202020204" pitchFamily="34" charset="0"/>
                <a:ea typeface="MS PGothic" panose="020B0600070205080204" pitchFamily="34" charset="-128"/>
              </a:defRPr>
            </a:lvl7pPr>
            <a:lvl8pPr marL="3644684" indent="-242979" defTabSz="485958" eaLnBrk="0" fontAlgn="base" hangingPunct="0">
              <a:spcBef>
                <a:spcPct val="0"/>
              </a:spcBef>
              <a:spcAft>
                <a:spcPct val="0"/>
              </a:spcAft>
              <a:defRPr>
                <a:solidFill>
                  <a:schemeClr val="tx1"/>
                </a:solidFill>
                <a:latin typeface="Century Gothic" panose="020B0502020202020204" pitchFamily="34" charset="0"/>
                <a:ea typeface="MS PGothic" panose="020B0600070205080204" pitchFamily="34" charset="-128"/>
              </a:defRPr>
            </a:lvl8pPr>
            <a:lvl9pPr marL="4130642" indent="-242979" defTabSz="485958" eaLnBrk="0" fontAlgn="base" hangingPunct="0">
              <a:spcBef>
                <a:spcPct val="0"/>
              </a:spcBef>
              <a:spcAft>
                <a:spcPct val="0"/>
              </a:spcAft>
              <a:defRPr>
                <a:solidFill>
                  <a:schemeClr val="tx1"/>
                </a:solidFill>
                <a:latin typeface="Century Gothic" panose="020B0502020202020204" pitchFamily="34" charset="0"/>
                <a:ea typeface="MS PGothic" panose="020B0600070205080204" pitchFamily="34" charset="-128"/>
              </a:defRPr>
            </a:lvl9pPr>
          </a:lstStyle>
          <a:p>
            <a:fld id="{1FEDC2B7-2EF7-4D33-99F9-FBE0F5F2879C}" type="slidenum">
              <a:rPr lang="en-US" altLang="en-US" smtClean="0"/>
              <a:pPr/>
              <a:t>49</a:t>
            </a:fld>
            <a:endParaRPr lang="en-US" altLang="en-US"/>
          </a:p>
        </p:txBody>
      </p:sp>
    </p:spTree>
    <p:extLst>
      <p:ext uri="{BB962C8B-B14F-4D97-AF65-F5344CB8AC3E}">
        <p14:creationId xmlns:p14="http://schemas.microsoft.com/office/powerpoint/2010/main" val="148280124"/>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3025" y="766763"/>
            <a:ext cx="6823075" cy="3838575"/>
          </a:xfrm>
        </p:spPr>
      </p:sp>
      <p:sp>
        <p:nvSpPr>
          <p:cNvPr id="3" name="Notes Placeholder 2"/>
          <p:cNvSpPr>
            <a:spLocks noGrp="1"/>
          </p:cNvSpPr>
          <p:nvPr>
            <p:ph type="body" idx="1"/>
          </p:nvPr>
        </p:nvSpPr>
        <p:spPr/>
        <p:txBody>
          <a:bodyPr/>
          <a:lstStyle/>
          <a:p>
            <a:pPr defTabSz="766501">
              <a:lnSpc>
                <a:spcPct val="90000"/>
              </a:lnSpc>
              <a:spcAft>
                <a:spcPts val="280"/>
              </a:spcAft>
              <a:defRPr/>
            </a:pPr>
            <a:r>
              <a:rPr lang="en-NZ" b="1" dirty="0"/>
              <a:t>Slide Objective:</a:t>
            </a:r>
          </a:p>
          <a:p>
            <a:pPr defTabSz="766501">
              <a:lnSpc>
                <a:spcPct val="90000"/>
              </a:lnSpc>
              <a:spcAft>
                <a:spcPts val="280"/>
              </a:spcAft>
              <a:defRPr/>
            </a:pPr>
            <a:r>
              <a:rPr lang="en-NZ" b="0" dirty="0"/>
              <a:t>Provide a graphical view of fault and upgrade domains for existing web</a:t>
            </a:r>
            <a:r>
              <a:rPr lang="en-NZ" b="0" baseline="0" dirty="0"/>
              <a:t> and worker roles. Use to contrast existing skills with availability sets.</a:t>
            </a:r>
            <a:endParaRPr lang="en-NZ" b="0" dirty="0"/>
          </a:p>
          <a:p>
            <a:pPr defTabSz="766501">
              <a:lnSpc>
                <a:spcPct val="90000"/>
              </a:lnSpc>
              <a:spcAft>
                <a:spcPts val="280"/>
              </a:spcAft>
              <a:defRPr/>
            </a:pPr>
            <a:endParaRPr lang="en-NZ" b="0" dirty="0"/>
          </a:p>
          <a:p>
            <a:pPr defTabSz="766501">
              <a:lnSpc>
                <a:spcPct val="90000"/>
              </a:lnSpc>
              <a:spcAft>
                <a:spcPts val="280"/>
              </a:spcAft>
              <a:defRPr/>
            </a:pPr>
            <a:r>
              <a:rPr lang="en-NZ" b="1" baseline="0" dirty="0"/>
              <a:t>Notes:</a:t>
            </a:r>
          </a:p>
          <a:p>
            <a:pPr defTabSz="766501">
              <a:lnSpc>
                <a:spcPct val="90000"/>
              </a:lnSpc>
              <a:spcAft>
                <a:spcPts val="280"/>
              </a:spcAft>
              <a:defRPr/>
            </a:pPr>
            <a:r>
              <a:rPr lang="en-NZ" b="0" dirty="0"/>
              <a:t>You can see that our service is well spread out across both fault and upgrade domains</a:t>
            </a:r>
          </a:p>
          <a:p>
            <a:pPr defTabSz="766501">
              <a:lnSpc>
                <a:spcPct val="90000"/>
              </a:lnSpc>
              <a:spcAft>
                <a:spcPts val="280"/>
              </a:spcAft>
              <a:defRPr/>
            </a:pPr>
            <a:r>
              <a:rPr lang="en-NZ" b="0" dirty="0"/>
              <a:t>The loss of a fault domain will not cause a failure of our service</a:t>
            </a:r>
            <a:r>
              <a:rPr lang="en-NZ" b="0" baseline="0" dirty="0"/>
              <a:t> nor will the restart or change of an upgrade domain cause a failure of our service</a:t>
            </a:r>
          </a:p>
          <a:p>
            <a:pPr defTabSz="766501">
              <a:lnSpc>
                <a:spcPct val="90000"/>
              </a:lnSpc>
              <a:spcAft>
                <a:spcPts val="280"/>
              </a:spcAft>
              <a:defRPr/>
            </a:pPr>
            <a:endParaRPr lang="en-NZ" b="1" baseline="0" dirty="0"/>
          </a:p>
          <a:p>
            <a:pPr defTabSz="766501">
              <a:lnSpc>
                <a:spcPct val="90000"/>
              </a:lnSpc>
              <a:spcAft>
                <a:spcPts val="280"/>
              </a:spcAft>
              <a:defRPr/>
            </a:pPr>
            <a:endParaRPr lang="en-NZ" b="1" baseline="0" dirty="0"/>
          </a:p>
          <a:p>
            <a:pPr defTabSz="766501">
              <a:lnSpc>
                <a:spcPct val="90000"/>
              </a:lnSpc>
              <a:spcAft>
                <a:spcPts val="280"/>
              </a:spcAft>
              <a:defRPr/>
            </a:pPr>
            <a:r>
              <a:rPr lang="en-NZ" b="1" baseline="0" dirty="0"/>
              <a:t>Notes</a:t>
            </a:r>
          </a:p>
          <a:p>
            <a:pPr defTabSz="766501">
              <a:lnSpc>
                <a:spcPct val="90000"/>
              </a:lnSpc>
              <a:spcAft>
                <a:spcPts val="280"/>
              </a:spcAft>
              <a:defRPr/>
            </a:pPr>
            <a:r>
              <a:rPr lang="en-NZ" b="0" dirty="0"/>
              <a:t>Useful pre-reading here.</a:t>
            </a:r>
          </a:p>
          <a:p>
            <a:pPr defTabSz="766501">
              <a:lnSpc>
                <a:spcPct val="90000"/>
              </a:lnSpc>
              <a:spcAft>
                <a:spcPts val="280"/>
              </a:spcAft>
              <a:defRPr/>
            </a:pPr>
            <a:r>
              <a:rPr lang="en-NZ" b="0" dirty="0"/>
              <a:t>http://blog.toddysm.com/2010/04/upgrade-domains-and-fault-domains-in-windows-azure.html</a:t>
            </a:r>
          </a:p>
          <a:p>
            <a:endParaRPr lang="en-NZ" dirty="0"/>
          </a:p>
        </p:txBody>
      </p:sp>
      <p:sp>
        <p:nvSpPr>
          <p:cNvPr id="4" name="Slide Number Placeholder 3"/>
          <p:cNvSpPr>
            <a:spLocks noGrp="1"/>
          </p:cNvSpPr>
          <p:nvPr>
            <p:ph type="sldNum" sz="quarter" idx="10"/>
          </p:nvPr>
        </p:nvSpPr>
        <p:spPr/>
        <p:txBody>
          <a:bodyPr/>
          <a:lstStyle/>
          <a:p>
            <a:fld id="{8B263312-38AA-4E1E-B2B5-0F8F122B24FE}" type="slidenum">
              <a:rPr lang="en-US" smtClean="0">
                <a:solidFill>
                  <a:prstClr val="black"/>
                </a:solidFill>
              </a:rPr>
              <a:pPr/>
              <a:t>50</a:t>
            </a:fld>
            <a:endParaRPr lang="en-US" dirty="0">
              <a:solidFill>
                <a:prstClr val="black"/>
              </a:solidFill>
            </a:endParaRPr>
          </a:p>
        </p:txBody>
      </p:sp>
      <p:sp>
        <p:nvSpPr>
          <p:cNvPr id="5" name="Datumsplatzhalter 4"/>
          <p:cNvSpPr>
            <a:spLocks noGrp="1"/>
          </p:cNvSpPr>
          <p:nvPr>
            <p:ph type="dt" idx="11"/>
          </p:nvPr>
        </p:nvSpPr>
        <p:spPr/>
        <p:txBody>
          <a:bodyPr/>
          <a:lstStyle/>
          <a:p>
            <a:endParaRPr lang="en-US"/>
          </a:p>
        </p:txBody>
      </p:sp>
      <p:sp>
        <p:nvSpPr>
          <p:cNvPr id="6" name="Fußzeilenplatzhalter 5"/>
          <p:cNvSpPr>
            <a:spLocks noGrp="1"/>
          </p:cNvSpPr>
          <p:nvPr>
            <p:ph type="ftr" sz="quarter" idx="12"/>
          </p:nvPr>
        </p:nvSpPr>
        <p:spPr/>
        <p:txBody>
          <a:bodyPr/>
          <a:lstStyle/>
          <a:p>
            <a:endParaRPr lang="en-US"/>
          </a:p>
        </p:txBody>
      </p:sp>
    </p:spTree>
    <p:extLst>
      <p:ext uri="{BB962C8B-B14F-4D97-AF65-F5344CB8AC3E}">
        <p14:creationId xmlns:p14="http://schemas.microsoft.com/office/powerpoint/2010/main" val="1483862897"/>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3025" y="766763"/>
            <a:ext cx="6823075" cy="3838575"/>
          </a:xfrm>
        </p:spPr>
      </p:sp>
      <p:sp>
        <p:nvSpPr>
          <p:cNvPr id="3" name="Notes Placeholder 2"/>
          <p:cNvSpPr>
            <a:spLocks noGrp="1"/>
          </p:cNvSpPr>
          <p:nvPr>
            <p:ph type="body" idx="1"/>
          </p:nvPr>
        </p:nvSpPr>
        <p:spPr/>
        <p:txBody>
          <a:bodyPr/>
          <a:lstStyle/>
          <a:p>
            <a:pPr defTabSz="971673">
              <a:defRPr/>
            </a:pPr>
            <a:r>
              <a:rPr lang="en-US" b="1" dirty="0"/>
              <a:t>Slide</a:t>
            </a:r>
            <a:r>
              <a:rPr lang="en-US" b="1" baseline="0" dirty="0"/>
              <a:t> Objective:</a:t>
            </a:r>
          </a:p>
          <a:p>
            <a:r>
              <a:rPr lang="en-NZ" dirty="0"/>
              <a:t>Explain availability</a:t>
            </a:r>
            <a:r>
              <a:rPr lang="en-NZ" baseline="0" dirty="0"/>
              <a:t> sets</a:t>
            </a:r>
          </a:p>
          <a:p>
            <a:endParaRPr lang="en-NZ" baseline="0" dirty="0"/>
          </a:p>
          <a:p>
            <a:r>
              <a:rPr lang="en-NZ" b="1" baseline="0" dirty="0"/>
              <a:t>Notes:</a:t>
            </a:r>
            <a:endParaRPr lang="en-NZ" b="1" dirty="0"/>
          </a:p>
          <a:p>
            <a:r>
              <a:rPr lang="en-NZ" dirty="0"/>
              <a:t>Availability sets</a:t>
            </a:r>
            <a:r>
              <a:rPr lang="en-NZ" baseline="0" dirty="0"/>
              <a:t> tell the Fabric Controller to place VMs in the same set on different racks for faults and in separate upgrade domains for updates. </a:t>
            </a:r>
          </a:p>
          <a:p>
            <a:r>
              <a:rPr lang="en-NZ" baseline="0" dirty="0"/>
              <a:t>This essentially tells the FC not to take the guest OS down of all VMs in the same set for host updates. </a:t>
            </a:r>
            <a:endParaRPr lang="en-NZ" dirty="0"/>
          </a:p>
        </p:txBody>
      </p:sp>
      <p:sp>
        <p:nvSpPr>
          <p:cNvPr id="4" name="Slide Number Placeholder 3"/>
          <p:cNvSpPr>
            <a:spLocks noGrp="1"/>
          </p:cNvSpPr>
          <p:nvPr>
            <p:ph type="sldNum" sz="quarter" idx="10"/>
          </p:nvPr>
        </p:nvSpPr>
        <p:spPr/>
        <p:txBody>
          <a:bodyPr/>
          <a:lstStyle/>
          <a:p>
            <a:fld id="{8B263312-38AA-4E1E-B2B5-0F8F122B24FE}" type="slidenum">
              <a:rPr lang="en-US" smtClean="0"/>
              <a:pPr/>
              <a:t>51</a:t>
            </a:fld>
            <a:endParaRPr lang="en-US" dirty="0"/>
          </a:p>
        </p:txBody>
      </p:sp>
      <p:sp>
        <p:nvSpPr>
          <p:cNvPr id="5" name="Datumsplatzhalter 4"/>
          <p:cNvSpPr>
            <a:spLocks noGrp="1"/>
          </p:cNvSpPr>
          <p:nvPr>
            <p:ph type="dt" idx="11"/>
          </p:nvPr>
        </p:nvSpPr>
        <p:spPr/>
        <p:txBody>
          <a:bodyPr/>
          <a:lstStyle/>
          <a:p>
            <a:endParaRPr lang="en-US"/>
          </a:p>
        </p:txBody>
      </p:sp>
      <p:sp>
        <p:nvSpPr>
          <p:cNvPr id="6" name="Fußzeilenplatzhalter 5"/>
          <p:cNvSpPr>
            <a:spLocks noGrp="1"/>
          </p:cNvSpPr>
          <p:nvPr>
            <p:ph type="ftr" sz="quarter" idx="12"/>
          </p:nvPr>
        </p:nvSpPr>
        <p:spPr/>
        <p:txBody>
          <a:bodyPr/>
          <a:lstStyle/>
          <a:p>
            <a:endParaRPr lang="en-US"/>
          </a:p>
        </p:txBody>
      </p:sp>
    </p:spTree>
    <p:extLst>
      <p:ext uri="{BB962C8B-B14F-4D97-AF65-F5344CB8AC3E}">
        <p14:creationId xmlns:p14="http://schemas.microsoft.com/office/powerpoint/2010/main" val="2553226712"/>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C52CFDC-D2D5-4B9F-BA75-89F771E01AEB}" type="slidenum">
              <a:rPr lang="en-US" smtClean="0"/>
              <a:t>54</a:t>
            </a:fld>
            <a:endParaRPr lang="en-US"/>
          </a:p>
        </p:txBody>
      </p:sp>
      <p:sp>
        <p:nvSpPr>
          <p:cNvPr id="5" name="Datumsplatzhalter 4"/>
          <p:cNvSpPr>
            <a:spLocks noGrp="1"/>
          </p:cNvSpPr>
          <p:nvPr>
            <p:ph type="dt" idx="11"/>
          </p:nvPr>
        </p:nvSpPr>
        <p:spPr/>
        <p:txBody>
          <a:bodyPr/>
          <a:lstStyle/>
          <a:p>
            <a:endParaRPr lang="en-US"/>
          </a:p>
        </p:txBody>
      </p:sp>
      <p:sp>
        <p:nvSpPr>
          <p:cNvPr id="6" name="Fußzeilenplatzhalter 5"/>
          <p:cNvSpPr>
            <a:spLocks noGrp="1"/>
          </p:cNvSpPr>
          <p:nvPr>
            <p:ph type="ftr" sz="quarter" idx="12"/>
          </p:nvPr>
        </p:nvSpPr>
        <p:spPr/>
        <p:txBody>
          <a:bodyPr/>
          <a:lstStyle/>
          <a:p>
            <a:endParaRPr lang="en-US"/>
          </a:p>
        </p:txBody>
      </p:sp>
    </p:spTree>
    <p:extLst>
      <p:ext uri="{BB962C8B-B14F-4D97-AF65-F5344CB8AC3E}">
        <p14:creationId xmlns:p14="http://schemas.microsoft.com/office/powerpoint/2010/main" val="513505093"/>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Speaker</a:t>
            </a:r>
            <a:r>
              <a:rPr lang="en-US" b="1" baseline="0" dirty="0"/>
              <a:t> Note:</a:t>
            </a:r>
          </a:p>
          <a:p>
            <a:r>
              <a:rPr lang="en-US" b="0" dirty="0"/>
              <a:t>Consider</a:t>
            </a:r>
            <a:r>
              <a:rPr lang="en-US" b="0" baseline="0" dirty="0"/>
              <a:t> this demo if time permits:</a:t>
            </a:r>
            <a:endParaRPr lang="en-US" b="0" dirty="0"/>
          </a:p>
          <a:p>
            <a:r>
              <a:rPr lang="en-US" dirty="0"/>
              <a:t>https://microsoft-my.sharepoint.com/personal/mmcspirt_microsoft_com/Documents/Shared%20with%20Everyone/BCDR</a:t>
            </a:r>
          </a:p>
          <a:p>
            <a:r>
              <a:rPr lang="en-US" dirty="0"/>
              <a:t>The</a:t>
            </a:r>
            <a:r>
              <a:rPr lang="en-US" baseline="0" dirty="0"/>
              <a:t> specific demo is Azure Site Recovery – Between Sites.exe</a:t>
            </a:r>
          </a:p>
          <a:p>
            <a:endParaRPr lang="en-US" dirty="0"/>
          </a:p>
        </p:txBody>
      </p:sp>
      <p:sp>
        <p:nvSpPr>
          <p:cNvPr id="4" name="Slide Number Placeholder 3"/>
          <p:cNvSpPr>
            <a:spLocks noGrp="1"/>
          </p:cNvSpPr>
          <p:nvPr>
            <p:ph type="sldNum" sz="quarter" idx="10"/>
          </p:nvPr>
        </p:nvSpPr>
        <p:spPr/>
        <p:txBody>
          <a:bodyPr/>
          <a:lstStyle/>
          <a:p>
            <a:fld id="{0153BC3D-042C-4528-BB53-B4A539F77A11}" type="slidenum">
              <a:rPr lang="en-US" smtClean="0"/>
              <a:t>56</a:t>
            </a:fld>
            <a:endParaRPr lang="en-US"/>
          </a:p>
        </p:txBody>
      </p:sp>
      <p:sp>
        <p:nvSpPr>
          <p:cNvPr id="5" name="Datumsplatzhalter 4"/>
          <p:cNvSpPr>
            <a:spLocks noGrp="1"/>
          </p:cNvSpPr>
          <p:nvPr>
            <p:ph type="dt" idx="11"/>
          </p:nvPr>
        </p:nvSpPr>
        <p:spPr/>
        <p:txBody>
          <a:bodyPr/>
          <a:lstStyle/>
          <a:p>
            <a:endParaRPr lang="en-US"/>
          </a:p>
        </p:txBody>
      </p:sp>
      <p:sp>
        <p:nvSpPr>
          <p:cNvPr id="6" name="Fußzeilenplatzhalter 5"/>
          <p:cNvSpPr>
            <a:spLocks noGrp="1"/>
          </p:cNvSpPr>
          <p:nvPr>
            <p:ph type="ftr" sz="quarter" idx="12"/>
          </p:nvPr>
        </p:nvSpPr>
        <p:spPr/>
        <p:txBody>
          <a:bodyPr/>
          <a:lstStyle/>
          <a:p>
            <a:endParaRPr lang="en-US"/>
          </a:p>
        </p:txBody>
      </p:sp>
    </p:spTree>
    <p:extLst>
      <p:ext uri="{BB962C8B-B14F-4D97-AF65-F5344CB8AC3E}">
        <p14:creationId xmlns:p14="http://schemas.microsoft.com/office/powerpoint/2010/main" val="162509193"/>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300" dirty="0"/>
              <a:t>Azure Key Vault offers an easy, cost-effective way to safeguard keys and other secrets used by cloud apps and services. With Key Vault, customers can streamline key management and maintain control of keys used to access and encrypt their data.</a:t>
            </a:r>
          </a:p>
          <a:p>
            <a:endParaRPr lang="en-US" sz="1300" dirty="0"/>
          </a:p>
          <a:p>
            <a:r>
              <a:rPr lang="en-US" sz="1300" dirty="0"/>
              <a:t>Hardware Security Module (HSM) </a:t>
            </a:r>
            <a:r>
              <a:rPr lang="en-US" sz="1300" dirty="0">
                <a:sym typeface="Wingdings" panose="05000000000000000000" pitchFamily="2" charset="2"/>
              </a:rPr>
              <a:t> TPM</a:t>
            </a:r>
          </a:p>
          <a:p>
            <a:endParaRPr lang="en-US" dirty="0"/>
          </a:p>
        </p:txBody>
      </p:sp>
      <p:sp>
        <p:nvSpPr>
          <p:cNvPr id="4" name="Slide Number Placeholder 3"/>
          <p:cNvSpPr>
            <a:spLocks noGrp="1"/>
          </p:cNvSpPr>
          <p:nvPr>
            <p:ph type="sldNum" sz="quarter" idx="10"/>
          </p:nvPr>
        </p:nvSpPr>
        <p:spPr/>
        <p:txBody>
          <a:bodyPr/>
          <a:lstStyle/>
          <a:p>
            <a:fld id="{E98C02C0-98AB-4661-8FF3-2C79CAD8CBF9}" type="slidenum">
              <a:rPr lang="en-US" smtClean="0">
                <a:solidFill>
                  <a:prstClr val="black"/>
                </a:solidFill>
              </a:rPr>
              <a:pPr/>
              <a:t>57</a:t>
            </a:fld>
            <a:endParaRPr lang="en-US">
              <a:solidFill>
                <a:prstClr val="black"/>
              </a:solidFill>
            </a:endParaRPr>
          </a:p>
        </p:txBody>
      </p:sp>
      <p:sp>
        <p:nvSpPr>
          <p:cNvPr id="5" name="Datumsplatzhalter 4"/>
          <p:cNvSpPr>
            <a:spLocks noGrp="1"/>
          </p:cNvSpPr>
          <p:nvPr>
            <p:ph type="dt" idx="11"/>
          </p:nvPr>
        </p:nvSpPr>
        <p:spPr/>
        <p:txBody>
          <a:bodyPr/>
          <a:lstStyle/>
          <a:p>
            <a:endParaRPr lang="en-US"/>
          </a:p>
        </p:txBody>
      </p:sp>
      <p:sp>
        <p:nvSpPr>
          <p:cNvPr id="6" name="Fußzeilenplatzhalter 5"/>
          <p:cNvSpPr>
            <a:spLocks noGrp="1"/>
          </p:cNvSpPr>
          <p:nvPr>
            <p:ph type="ftr" sz="quarter" idx="12"/>
          </p:nvPr>
        </p:nvSpPr>
        <p:spPr/>
        <p:txBody>
          <a:bodyPr/>
          <a:lstStyle/>
          <a:p>
            <a:endParaRPr lang="en-US"/>
          </a:p>
        </p:txBody>
      </p:sp>
    </p:spTree>
    <p:extLst>
      <p:ext uri="{BB962C8B-B14F-4D97-AF65-F5344CB8AC3E}">
        <p14:creationId xmlns:p14="http://schemas.microsoft.com/office/powerpoint/2010/main" val="386447816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300" dirty="0"/>
              <a:t>Enhance data protection and compliance </a:t>
            </a:r>
          </a:p>
          <a:p>
            <a:pPr marL="182234" indent="-182234" defTabSz="971916">
              <a:buFont typeface="Arial" panose="020B0604020202020204" pitchFamily="34" charset="0"/>
              <a:buChar char="•"/>
              <a:defRPr/>
            </a:pPr>
            <a:r>
              <a:rPr lang="en-US" sz="1300" dirty="0">
                <a:solidFill>
                  <a:srgbClr val="505050"/>
                </a:solidFill>
              </a:rPr>
              <a:t>Encrypt keys and small secrets like passwords using keys stored in tightly controlled and monitored Hardware Security Modules (HSMs)</a:t>
            </a:r>
          </a:p>
          <a:p>
            <a:pPr marL="182234" indent="-182234" defTabSz="971916">
              <a:buFont typeface="Arial" panose="020B0604020202020204" pitchFamily="34" charset="0"/>
              <a:buChar char="•"/>
              <a:defRPr/>
            </a:pPr>
            <a:r>
              <a:rPr lang="en-US" sz="1300" dirty="0">
                <a:solidFill>
                  <a:srgbClr val="505050"/>
                </a:solidFill>
              </a:rPr>
              <a:t>Import or generate your keys in HSMs for added assurance. Key Vault is designed so that keys stay within the HSM boundary</a:t>
            </a:r>
          </a:p>
          <a:p>
            <a:pPr marL="182234" indent="-182234" defTabSz="971916">
              <a:buFont typeface="Arial" panose="020B0604020202020204" pitchFamily="34" charset="0"/>
              <a:buChar char="•"/>
              <a:defRPr/>
            </a:pPr>
            <a:r>
              <a:rPr lang="en-US" dirty="0">
                <a:solidFill>
                  <a:srgbClr val="505050"/>
                </a:solidFill>
              </a:rPr>
              <a:t>Comply with regulatory standards for secure key management, including the US Government FIPS 140-2 and Common Criteria EAL 4+</a:t>
            </a:r>
          </a:p>
          <a:p>
            <a:pPr marL="182234" indent="-182234" defTabSz="971916">
              <a:buFont typeface="Arial" panose="020B0604020202020204" pitchFamily="34" charset="0"/>
              <a:buChar char="•"/>
              <a:defRPr/>
            </a:pPr>
            <a:r>
              <a:rPr lang="en-US" dirty="0"/>
              <a:t>Monitor and audit key use through Azure logging – pipe logs into HDInsight or your SIEM for additional analysis (coming soon)</a:t>
            </a:r>
            <a:endParaRPr lang="en-US" dirty="0">
              <a:gradFill>
                <a:gsLst>
                  <a:gs pos="2917">
                    <a:schemeClr val="tx1"/>
                  </a:gs>
                  <a:gs pos="30000">
                    <a:schemeClr val="tx1"/>
                  </a:gs>
                </a:gsLst>
                <a:lin ang="5400000" scaled="0"/>
              </a:gradFill>
            </a:endParaRPr>
          </a:p>
          <a:p>
            <a:pPr defTabSz="971916">
              <a:defRPr/>
            </a:pPr>
            <a:endParaRPr lang="en-US" sz="1300" dirty="0">
              <a:gradFill>
                <a:gsLst>
                  <a:gs pos="2917">
                    <a:srgbClr val="505050"/>
                  </a:gs>
                  <a:gs pos="30000">
                    <a:srgbClr val="505050"/>
                  </a:gs>
                </a:gsLst>
                <a:lin ang="5400000" scaled="0"/>
              </a:gradFill>
            </a:endParaRPr>
          </a:p>
          <a:p>
            <a:r>
              <a:rPr lang="en-US" dirty="0"/>
              <a:t>SIEM - Security information and event management</a:t>
            </a:r>
          </a:p>
        </p:txBody>
      </p:sp>
      <p:sp>
        <p:nvSpPr>
          <p:cNvPr id="4" name="Slide Number Placeholder 3"/>
          <p:cNvSpPr>
            <a:spLocks noGrp="1"/>
          </p:cNvSpPr>
          <p:nvPr>
            <p:ph type="sldNum" sz="quarter" idx="10"/>
          </p:nvPr>
        </p:nvSpPr>
        <p:spPr/>
        <p:txBody>
          <a:bodyPr/>
          <a:lstStyle/>
          <a:p>
            <a:fld id="{97745441-626C-4E73-AD28-AF6ABED9ACED}" type="slidenum">
              <a:rPr lang="en-US" smtClean="0"/>
              <a:t>58</a:t>
            </a:fld>
            <a:endParaRPr lang="en-US"/>
          </a:p>
        </p:txBody>
      </p:sp>
      <p:sp>
        <p:nvSpPr>
          <p:cNvPr id="5" name="Datumsplatzhalter 4"/>
          <p:cNvSpPr>
            <a:spLocks noGrp="1"/>
          </p:cNvSpPr>
          <p:nvPr>
            <p:ph type="dt" idx="11"/>
          </p:nvPr>
        </p:nvSpPr>
        <p:spPr/>
        <p:txBody>
          <a:bodyPr/>
          <a:lstStyle/>
          <a:p>
            <a:endParaRPr lang="en-US"/>
          </a:p>
        </p:txBody>
      </p:sp>
      <p:sp>
        <p:nvSpPr>
          <p:cNvPr id="6" name="Fußzeilenplatzhalter 5"/>
          <p:cNvSpPr>
            <a:spLocks noGrp="1"/>
          </p:cNvSpPr>
          <p:nvPr>
            <p:ph type="ftr" sz="quarter" idx="12"/>
          </p:nvPr>
        </p:nvSpPr>
        <p:spPr/>
        <p:txBody>
          <a:bodyPr/>
          <a:lstStyle/>
          <a:p>
            <a:endParaRPr lang="en-US"/>
          </a:p>
        </p:txBody>
      </p:sp>
    </p:spTree>
    <p:extLst>
      <p:ext uri="{BB962C8B-B14F-4D97-AF65-F5344CB8AC3E}">
        <p14:creationId xmlns:p14="http://schemas.microsoft.com/office/powerpoint/2010/main" val="2625775429"/>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C52CFDC-D2D5-4B9F-BA75-89F771E01AEB}" type="slidenum">
              <a:rPr lang="en-US" smtClean="0"/>
              <a:t>59</a:t>
            </a:fld>
            <a:endParaRPr lang="en-US"/>
          </a:p>
        </p:txBody>
      </p:sp>
      <p:sp>
        <p:nvSpPr>
          <p:cNvPr id="5" name="Datumsplatzhalter 4"/>
          <p:cNvSpPr>
            <a:spLocks noGrp="1"/>
          </p:cNvSpPr>
          <p:nvPr>
            <p:ph type="dt" idx="11"/>
          </p:nvPr>
        </p:nvSpPr>
        <p:spPr/>
        <p:txBody>
          <a:bodyPr/>
          <a:lstStyle/>
          <a:p>
            <a:endParaRPr lang="en-US"/>
          </a:p>
        </p:txBody>
      </p:sp>
      <p:sp>
        <p:nvSpPr>
          <p:cNvPr id="6" name="Fußzeilenplatzhalter 5"/>
          <p:cNvSpPr>
            <a:spLocks noGrp="1"/>
          </p:cNvSpPr>
          <p:nvPr>
            <p:ph type="ftr" sz="quarter" idx="12"/>
          </p:nvPr>
        </p:nvSpPr>
        <p:spPr/>
        <p:txBody>
          <a:bodyPr/>
          <a:lstStyle/>
          <a:p>
            <a:endParaRPr lang="en-US"/>
          </a:p>
        </p:txBody>
      </p:sp>
    </p:spTree>
    <p:extLst>
      <p:ext uri="{BB962C8B-B14F-4D97-AF65-F5344CB8AC3E}">
        <p14:creationId xmlns:p14="http://schemas.microsoft.com/office/powerpoint/2010/main" val="416784137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C52CFDC-D2D5-4B9F-BA75-89F771E01AEB}" type="slidenum">
              <a:rPr lang="en-US" smtClean="0"/>
              <a:t>60</a:t>
            </a:fld>
            <a:endParaRPr lang="en-US"/>
          </a:p>
        </p:txBody>
      </p:sp>
      <p:sp>
        <p:nvSpPr>
          <p:cNvPr id="5" name="Datumsplatzhalter 4"/>
          <p:cNvSpPr>
            <a:spLocks noGrp="1"/>
          </p:cNvSpPr>
          <p:nvPr>
            <p:ph type="dt" idx="11"/>
          </p:nvPr>
        </p:nvSpPr>
        <p:spPr/>
        <p:txBody>
          <a:bodyPr/>
          <a:lstStyle/>
          <a:p>
            <a:endParaRPr lang="en-US"/>
          </a:p>
        </p:txBody>
      </p:sp>
      <p:sp>
        <p:nvSpPr>
          <p:cNvPr id="6" name="Fußzeilenplatzhalter 5"/>
          <p:cNvSpPr>
            <a:spLocks noGrp="1"/>
          </p:cNvSpPr>
          <p:nvPr>
            <p:ph type="ftr" sz="quarter" idx="12"/>
          </p:nvPr>
        </p:nvSpPr>
        <p:spPr/>
        <p:txBody>
          <a:bodyPr/>
          <a:lstStyle/>
          <a:p>
            <a:endParaRPr lang="en-US"/>
          </a:p>
        </p:txBody>
      </p:sp>
    </p:spTree>
    <p:extLst>
      <p:ext uri="{BB962C8B-B14F-4D97-AF65-F5344CB8AC3E}">
        <p14:creationId xmlns:p14="http://schemas.microsoft.com/office/powerpoint/2010/main" val="2933561857"/>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Demo:</a:t>
            </a:r>
            <a:r>
              <a:rPr lang="en-US" dirty="0"/>
              <a:t> Point-to-Site</a:t>
            </a:r>
            <a:r>
              <a:rPr lang="en-US" baseline="0" dirty="0"/>
              <a:t> connection</a:t>
            </a:r>
            <a:endParaRPr lang="en-US" altLang="zh-CN" dirty="0"/>
          </a:p>
          <a:p>
            <a:endParaRPr lang="en-US" altLang="zh-CN" dirty="0"/>
          </a:p>
          <a:p>
            <a:r>
              <a:rPr lang="en-US" altLang="zh-CN" b="1" dirty="0"/>
              <a:t>Prerequisites:</a:t>
            </a:r>
            <a:r>
              <a:rPr lang="en-US" altLang="zh-CN" b="1" baseline="0" dirty="0"/>
              <a:t> </a:t>
            </a:r>
            <a:endParaRPr lang="en-US" altLang="zh-CN" baseline="0" dirty="0"/>
          </a:p>
          <a:p>
            <a:pPr marL="182234" indent="-182234">
              <a:buFont typeface="Arial" panose="020B0604020202020204" pitchFamily="34" charset="0"/>
              <a:buChar char="•"/>
            </a:pPr>
            <a:r>
              <a:rPr lang="en-US" altLang="zh-CN" baseline="0" dirty="0"/>
              <a:t>Follow step 1-15 below to prepare the environment.</a:t>
            </a:r>
          </a:p>
          <a:p>
            <a:r>
              <a:rPr lang="en-US" altLang="zh-CN" baseline="0" dirty="0"/>
              <a:t>(http://haishibai.blogspot.com/2013/05/walkthrough-file-sharing-between-your.html)</a:t>
            </a:r>
          </a:p>
          <a:p>
            <a:endParaRPr lang="en-US" altLang="zh-CN" dirty="0"/>
          </a:p>
          <a:p>
            <a:r>
              <a:rPr lang="en-US" altLang="zh-CN" b="1" dirty="0"/>
              <a:t>Steps:</a:t>
            </a:r>
          </a:p>
          <a:p>
            <a:r>
              <a:rPr lang="en-US" altLang="zh-CN" b="0" dirty="0"/>
              <a:t>R</a:t>
            </a:r>
            <a:r>
              <a:rPr lang="en-US" altLang="zh-CN" b="0" baseline="0" dirty="0"/>
              <a:t>un through steps 17-21 in the following steps. If time permits, you can start with step 16.</a:t>
            </a:r>
          </a:p>
          <a:p>
            <a:endParaRPr lang="en-US" altLang="zh-CN" b="0" baseline="0" dirty="0"/>
          </a:p>
          <a:p>
            <a:pPr marL="242979" indent="-242979">
              <a:buAutoNum type="arabicPeriod"/>
            </a:pPr>
            <a:r>
              <a:rPr lang="en-US" dirty="0">
                <a:effectLst/>
              </a:rPr>
              <a:t>Log on to (current)</a:t>
            </a:r>
            <a:r>
              <a:rPr lang="en-US" baseline="0" dirty="0">
                <a:effectLst/>
              </a:rPr>
              <a:t> </a:t>
            </a:r>
            <a:r>
              <a:rPr lang="en-US" dirty="0">
                <a:effectLst/>
              </a:rPr>
              <a:t>Microsoft Azure Management Portal.</a:t>
            </a:r>
          </a:p>
          <a:p>
            <a:pPr marL="242979" indent="-242979">
              <a:buAutoNum type="arabicPeriod"/>
            </a:pPr>
            <a:r>
              <a:rPr lang="en-US" dirty="0">
                <a:effectLst/>
              </a:rPr>
              <a:t>On command bar, click on </a:t>
            </a:r>
            <a:r>
              <a:rPr lang="en-US" b="1" dirty="0">
                <a:effectLst/>
              </a:rPr>
              <a:t>NEW</a:t>
            </a:r>
            <a:r>
              <a:rPr lang="en-US" dirty="0">
                <a:effectLst/>
              </a:rPr>
              <a:t> button, then select </a:t>
            </a:r>
            <a:r>
              <a:rPr lang="en-US" b="1" dirty="0">
                <a:effectLst/>
              </a:rPr>
              <a:t>NETWORKS</a:t>
            </a:r>
            <a:r>
              <a:rPr lang="en-US" dirty="0">
                <a:effectLst/>
              </a:rPr>
              <a:t>-&gt;</a:t>
            </a:r>
            <a:r>
              <a:rPr lang="en-US" b="1" dirty="0">
                <a:effectLst/>
              </a:rPr>
              <a:t>VIRTUAL NETWORK</a:t>
            </a:r>
            <a:r>
              <a:rPr lang="en-US" dirty="0">
                <a:effectLst/>
              </a:rPr>
              <a:t>-&gt;</a:t>
            </a:r>
            <a:r>
              <a:rPr lang="en-US" b="1" dirty="0">
                <a:effectLst/>
              </a:rPr>
              <a:t>CUSTOM</a:t>
            </a:r>
            <a:r>
              <a:rPr lang="en-US" b="1" baseline="0" dirty="0">
                <a:effectLst/>
              </a:rPr>
              <a:t> </a:t>
            </a:r>
            <a:r>
              <a:rPr lang="en-US" b="1" dirty="0">
                <a:effectLst/>
              </a:rPr>
              <a:t>CREATE</a:t>
            </a:r>
            <a:r>
              <a:rPr lang="en-US" dirty="0">
                <a:effectLst/>
              </a:rPr>
              <a:t> menu.</a:t>
            </a:r>
          </a:p>
          <a:p>
            <a:pPr marL="242979" indent="-242979">
              <a:buAutoNum type="arabicPeriod"/>
            </a:pPr>
            <a:r>
              <a:rPr lang="en-US" dirty="0">
                <a:effectLst/>
              </a:rPr>
              <a:t>On </a:t>
            </a:r>
            <a:r>
              <a:rPr lang="en-US" b="1" i="1" dirty="0">
                <a:effectLst/>
              </a:rPr>
              <a:t>Virtual Network Details</a:t>
            </a:r>
            <a:r>
              <a:rPr lang="en-US" dirty="0">
                <a:effectLst/>
              </a:rPr>
              <a:t> page, enter network </a:t>
            </a:r>
            <a:r>
              <a:rPr lang="en-US" b="1" dirty="0">
                <a:effectLst/>
              </a:rPr>
              <a:t>NAME</a:t>
            </a:r>
            <a:r>
              <a:rPr lang="en-US" dirty="0">
                <a:effectLst/>
              </a:rPr>
              <a:t> as </a:t>
            </a:r>
            <a:r>
              <a:rPr lang="en-US" i="1" dirty="0" err="1">
                <a:effectLst/>
              </a:rPr>
              <a:t>pointtosite</a:t>
            </a:r>
            <a:r>
              <a:rPr lang="en-US" dirty="0">
                <a:effectLst/>
              </a:rPr>
              <a:t>, create or select a </a:t>
            </a:r>
            <a:r>
              <a:rPr lang="en-US" b="1" dirty="0">
                <a:effectLst/>
              </a:rPr>
              <a:t>AFFINITY GROUP</a:t>
            </a:r>
            <a:r>
              <a:rPr lang="en-US" dirty="0">
                <a:effectLst/>
              </a:rPr>
              <a:t>, then click next arrow.</a:t>
            </a:r>
          </a:p>
          <a:p>
            <a:pPr marL="242979" indent="-242979">
              <a:buAutoNum type="arabicPeriod"/>
            </a:pPr>
            <a:r>
              <a:rPr lang="en-US" dirty="0">
                <a:effectLst/>
              </a:rPr>
              <a:t>On </a:t>
            </a:r>
            <a:r>
              <a:rPr lang="en-US" b="1" i="1" dirty="0">
                <a:effectLst/>
              </a:rPr>
              <a:t>DNS Servers and VPN Connectivity</a:t>
            </a:r>
            <a:r>
              <a:rPr lang="en-US" dirty="0">
                <a:effectLst/>
              </a:rPr>
              <a:t> page, check</a:t>
            </a:r>
            <a:r>
              <a:rPr lang="en-US" b="1" dirty="0">
                <a:effectLst/>
              </a:rPr>
              <a:t> Configure Point-to-Site VPN</a:t>
            </a:r>
            <a:r>
              <a:rPr lang="en-US" dirty="0">
                <a:effectLst/>
              </a:rPr>
              <a:t>, then click next arrow:</a:t>
            </a:r>
          </a:p>
          <a:p>
            <a:pPr marL="242979" indent="-242979">
              <a:buAutoNum type="arabicPeriod"/>
            </a:pPr>
            <a:r>
              <a:rPr lang="en-US" dirty="0">
                <a:effectLst/>
              </a:rPr>
              <a:t>On </a:t>
            </a:r>
            <a:r>
              <a:rPr lang="en-US" b="1" i="1" dirty="0">
                <a:effectLst/>
              </a:rPr>
              <a:t>Point-to-Site Connectivity</a:t>
            </a:r>
            <a:r>
              <a:rPr lang="en-US" dirty="0">
                <a:effectLst/>
              </a:rPr>
              <a:t> page, click next arrow.</a:t>
            </a:r>
          </a:p>
          <a:p>
            <a:pPr marL="242979" indent="-242979">
              <a:buAutoNum type="arabicPeriod"/>
            </a:pPr>
            <a:r>
              <a:rPr lang="en-US" dirty="0">
                <a:effectLst/>
              </a:rPr>
              <a:t>On </a:t>
            </a:r>
            <a:r>
              <a:rPr lang="en-US" b="1" i="1" dirty="0">
                <a:effectLst/>
              </a:rPr>
              <a:t>Virtual Network Address Spaces</a:t>
            </a:r>
            <a:r>
              <a:rPr lang="en-US" dirty="0">
                <a:effectLst/>
              </a:rPr>
              <a:t> page, click on </a:t>
            </a:r>
            <a:r>
              <a:rPr lang="en-US" b="1" dirty="0">
                <a:effectLst/>
              </a:rPr>
              <a:t>add gateway subnet</a:t>
            </a:r>
            <a:r>
              <a:rPr lang="en-US" dirty="0">
                <a:effectLst/>
              </a:rPr>
              <a:t> button, and then click on check icon to complete network creation.</a:t>
            </a:r>
          </a:p>
          <a:p>
            <a:pPr marL="242979" indent="-242979">
              <a:buAutoNum type="arabicPeriod"/>
            </a:pPr>
            <a:r>
              <a:rPr lang="en-US" dirty="0">
                <a:effectLst/>
              </a:rPr>
              <a:t>After the virtual network has been created, open its </a:t>
            </a:r>
            <a:r>
              <a:rPr lang="en-US" b="1" dirty="0">
                <a:effectLst/>
              </a:rPr>
              <a:t>DASHBOARD</a:t>
            </a:r>
            <a:r>
              <a:rPr lang="en-US" dirty="0">
                <a:effectLst/>
              </a:rPr>
              <a:t> page, and the click </a:t>
            </a:r>
            <a:r>
              <a:rPr lang="en-US" b="1" dirty="0">
                <a:effectLst/>
              </a:rPr>
              <a:t>CREATE GATEWAY</a:t>
            </a:r>
            <a:r>
              <a:rPr lang="en-US" dirty="0">
                <a:effectLst/>
              </a:rPr>
              <a:t> icon to create the dynamic routing gateway.</a:t>
            </a:r>
          </a:p>
          <a:p>
            <a:pPr marL="242979" indent="-242979">
              <a:buAutoNum type="arabicPeriod"/>
            </a:pPr>
            <a:r>
              <a:rPr lang="en-US" dirty="0">
                <a:effectLst/>
              </a:rPr>
              <a:t>Add a new Windows Server 2012 virtual machine to the virtual network. Note that when you specify user credential, make sure to </a:t>
            </a:r>
            <a:r>
              <a:rPr lang="en-US" u="sng" dirty="0">
                <a:effectLst/>
              </a:rPr>
              <a:t>use the same user id and password of your local account</a:t>
            </a:r>
            <a:r>
              <a:rPr lang="en-US" dirty="0">
                <a:effectLst/>
              </a:rPr>
              <a:t>. This is because the virtual machine on Microsoft Azure is not under your domain controller, and we are using the same user credential on both local and virtual machines to allow file sharing.</a:t>
            </a:r>
          </a:p>
          <a:p>
            <a:pPr marL="242979" indent="-242979">
              <a:buAutoNum type="arabicPeriod"/>
            </a:pPr>
            <a:r>
              <a:rPr lang="en-US" dirty="0">
                <a:effectLst/>
              </a:rPr>
              <a:t>As the virtual machine is cooking, let’s create two self-signed certificates: one for root, and another for client identification. During the following steps we’ll need to upload the root certificate to Microsoft Azure so Microsoft Azure can validate the client machine using the certificate chain.</a:t>
            </a:r>
          </a:p>
          <a:p>
            <a:pPr marL="242979" indent="-242979">
              <a:buAutoNum type="arabicPeriod"/>
            </a:pPr>
            <a:r>
              <a:rPr lang="en-US" dirty="0">
                <a:effectLst/>
              </a:rPr>
              <a:t>Launch </a:t>
            </a:r>
            <a:r>
              <a:rPr lang="en-US" b="1" dirty="0">
                <a:effectLst/>
              </a:rPr>
              <a:t>Developer Command Prompt for VS2012</a:t>
            </a:r>
            <a:r>
              <a:rPr lang="en-US" dirty="0">
                <a:effectLst/>
              </a:rPr>
              <a:t> as administrator. Change current folder to a folder where you want to keep the generated certificates. Here I’ll use folder </a:t>
            </a:r>
            <a:r>
              <a:rPr lang="en-US" b="1" i="1" dirty="0">
                <a:effectLst/>
              </a:rPr>
              <a:t>c:\books</a:t>
            </a:r>
            <a:r>
              <a:rPr lang="en-US" dirty="0">
                <a:effectLst/>
              </a:rPr>
              <a:t>.</a:t>
            </a:r>
          </a:p>
          <a:p>
            <a:pPr marL="242979" indent="-242979">
              <a:buAutoNum type="arabicPeriod"/>
            </a:pPr>
            <a:r>
              <a:rPr lang="en-US" dirty="0">
                <a:effectLst/>
              </a:rPr>
              <a:t>Use command </a:t>
            </a:r>
            <a:r>
              <a:rPr lang="en-US" dirty="0" err="1">
                <a:effectLst/>
              </a:rPr>
              <a:t>makecert</a:t>
            </a:r>
            <a:r>
              <a:rPr lang="en-US" dirty="0">
                <a:effectLst/>
              </a:rPr>
              <a:t> -sky exchange -r -n "CN=</a:t>
            </a:r>
            <a:r>
              <a:rPr lang="en-US" dirty="0" err="1">
                <a:effectLst/>
              </a:rPr>
              <a:t>MyFakeRoot</a:t>
            </a:r>
            <a:r>
              <a:rPr lang="en-US" dirty="0">
                <a:effectLst/>
              </a:rPr>
              <a:t>" -</a:t>
            </a:r>
            <a:r>
              <a:rPr lang="en-US" dirty="0" err="1">
                <a:effectLst/>
              </a:rPr>
              <a:t>pe</a:t>
            </a:r>
            <a:r>
              <a:rPr lang="en-US" dirty="0">
                <a:effectLst/>
              </a:rPr>
              <a:t> -a sha1 -</a:t>
            </a:r>
            <a:r>
              <a:rPr lang="en-US" dirty="0" err="1">
                <a:effectLst/>
              </a:rPr>
              <a:t>len</a:t>
            </a:r>
            <a:r>
              <a:rPr lang="en-US" dirty="0">
                <a:effectLst/>
              </a:rPr>
              <a:t> 2048 -</a:t>
            </a:r>
            <a:r>
              <a:rPr lang="en-US" dirty="0" err="1">
                <a:effectLst/>
              </a:rPr>
              <a:t>ss</a:t>
            </a:r>
            <a:r>
              <a:rPr lang="en-US" dirty="0">
                <a:effectLst/>
              </a:rPr>
              <a:t> My to create root certificate.</a:t>
            </a:r>
          </a:p>
          <a:p>
            <a:pPr marL="242979" indent="-242979">
              <a:buAutoNum type="arabicPeriod"/>
            </a:pPr>
            <a:r>
              <a:rPr lang="en-US" dirty="0">
                <a:effectLst/>
              </a:rPr>
              <a:t>Use command </a:t>
            </a:r>
            <a:r>
              <a:rPr lang="en-US" dirty="0" err="1">
                <a:effectLst/>
              </a:rPr>
              <a:t>makecert</a:t>
            </a:r>
            <a:r>
              <a:rPr lang="en-US" dirty="0">
                <a:effectLst/>
              </a:rPr>
              <a:t> -n "CN=</a:t>
            </a:r>
            <a:r>
              <a:rPr lang="en-US" dirty="0" err="1">
                <a:effectLst/>
              </a:rPr>
              <a:t>MyLaptop</a:t>
            </a:r>
            <a:r>
              <a:rPr lang="en-US" dirty="0">
                <a:effectLst/>
              </a:rPr>
              <a:t>" -</a:t>
            </a:r>
            <a:r>
              <a:rPr lang="en-US" dirty="0" err="1">
                <a:effectLst/>
              </a:rPr>
              <a:t>pe</a:t>
            </a:r>
            <a:r>
              <a:rPr lang="en-US" dirty="0">
                <a:effectLst/>
              </a:rPr>
              <a:t> -sky exchange -m 96 -</a:t>
            </a:r>
            <a:r>
              <a:rPr lang="en-US" dirty="0" err="1">
                <a:effectLst/>
              </a:rPr>
              <a:t>ss</a:t>
            </a:r>
            <a:r>
              <a:rPr lang="en-US" dirty="0">
                <a:effectLst/>
              </a:rPr>
              <a:t> My -in "</a:t>
            </a:r>
            <a:r>
              <a:rPr lang="en-US" dirty="0" err="1">
                <a:effectLst/>
              </a:rPr>
              <a:t>MyFakeRoot</a:t>
            </a:r>
            <a:r>
              <a:rPr lang="en-US" dirty="0">
                <a:effectLst/>
              </a:rPr>
              <a:t>" -is my -a sha1 to create client certificate.</a:t>
            </a:r>
          </a:p>
          <a:p>
            <a:pPr marL="242979" indent="-242979">
              <a:buAutoNum type="arabicPeriod"/>
            </a:pPr>
            <a:r>
              <a:rPr lang="en-US" dirty="0">
                <a:effectLst/>
              </a:rPr>
              <a:t>Launch </a:t>
            </a:r>
            <a:r>
              <a:rPr lang="en-US" b="1" dirty="0" err="1">
                <a:effectLst/>
              </a:rPr>
              <a:t>certmgr</a:t>
            </a:r>
            <a:r>
              <a:rPr lang="en-US" dirty="0">
                <a:effectLst/>
              </a:rPr>
              <a:t>. Export the root certificate as a </a:t>
            </a:r>
            <a:r>
              <a:rPr lang="en-US" b="1" i="1" dirty="0">
                <a:effectLst/>
              </a:rPr>
              <a:t>MyFakeRoot.cer</a:t>
            </a:r>
            <a:r>
              <a:rPr lang="en-US" dirty="0">
                <a:effectLst/>
              </a:rPr>
              <a:t> file (</a:t>
            </a:r>
            <a:r>
              <a:rPr lang="en-US" u="sng" dirty="0">
                <a:effectLst/>
              </a:rPr>
              <a:t>without</a:t>
            </a:r>
            <a:r>
              <a:rPr lang="en-US" dirty="0">
                <a:effectLst/>
              </a:rPr>
              <a:t> private key).</a:t>
            </a:r>
          </a:p>
          <a:p>
            <a:pPr marL="242979" indent="-242979">
              <a:buAutoNum type="arabicPeriod"/>
            </a:pPr>
            <a:r>
              <a:rPr lang="en-US" dirty="0">
                <a:effectLst/>
              </a:rPr>
              <a:t>[Optional] if you are configuring VPN for another client, you’d need to install the client certificate on target machine.</a:t>
            </a:r>
          </a:p>
          <a:p>
            <a:pPr marL="242979" indent="-242979">
              <a:buAutoNum type="arabicPeriod"/>
            </a:pPr>
            <a:r>
              <a:rPr lang="en-US" dirty="0">
                <a:effectLst/>
              </a:rPr>
              <a:t>Go back to Microsoft Azure Management Portal. On </a:t>
            </a:r>
            <a:r>
              <a:rPr lang="en-US" b="1" dirty="0">
                <a:effectLst/>
              </a:rPr>
              <a:t>DASHBOARD</a:t>
            </a:r>
            <a:r>
              <a:rPr lang="en-US" dirty="0">
                <a:effectLst/>
              </a:rPr>
              <a:t> page of the virtual network, click on link </a:t>
            </a:r>
            <a:r>
              <a:rPr lang="en-US" b="1" dirty="0">
                <a:effectLst/>
              </a:rPr>
              <a:t>Upload client certificate</a:t>
            </a:r>
            <a:r>
              <a:rPr lang="en-US" dirty="0">
                <a:effectLst/>
              </a:rPr>
              <a:t> to upload the root certificate. Note at this point the gateway should have been created.</a:t>
            </a:r>
          </a:p>
          <a:p>
            <a:pPr marL="242979" indent="-242979">
              <a:buAutoNum type="arabicPeriod"/>
            </a:pPr>
            <a:r>
              <a:rPr lang="en-US" dirty="0">
                <a:effectLst/>
              </a:rPr>
              <a:t>After certificate has been uploaded, you can download and install VPN client from the </a:t>
            </a:r>
            <a:r>
              <a:rPr lang="en-US" b="1" dirty="0">
                <a:effectLst/>
              </a:rPr>
              <a:t>DASHBOARD</a:t>
            </a:r>
            <a:r>
              <a:rPr lang="en-US" dirty="0">
                <a:effectLst/>
              </a:rPr>
              <a:t> page (</a:t>
            </a:r>
            <a:r>
              <a:rPr lang="en-US" b="1" i="1" dirty="0">
                <a:effectLst/>
              </a:rPr>
              <a:t>AMD64 Client</a:t>
            </a:r>
            <a:r>
              <a:rPr lang="en-US" dirty="0">
                <a:effectLst/>
              </a:rPr>
              <a:t> link for 64-bit machines, </a:t>
            </a:r>
            <a:r>
              <a:rPr lang="en-US" b="1" i="1" dirty="0">
                <a:effectLst/>
              </a:rPr>
              <a:t>x86 Client</a:t>
            </a:r>
            <a:r>
              <a:rPr lang="en-US" dirty="0">
                <a:effectLst/>
              </a:rPr>
              <a:t> link for 32-bit machines).</a:t>
            </a:r>
          </a:p>
          <a:p>
            <a:pPr marL="242979" indent="-242979">
              <a:buAutoNum type="arabicPeriod"/>
            </a:pPr>
            <a:r>
              <a:rPr lang="en-US" dirty="0">
                <a:effectLst/>
              </a:rPr>
              <a:t>After VPN client has been installed, you can see the VPN connection on your Windows network connection list. Click on the network to connect. When prompted by the VPN client, click </a:t>
            </a:r>
            <a:r>
              <a:rPr lang="en-US" b="1" dirty="0">
                <a:effectLst/>
              </a:rPr>
              <a:t>Connect</a:t>
            </a:r>
            <a:r>
              <a:rPr lang="en-US" dirty="0">
                <a:effectLst/>
              </a:rPr>
              <a:t> button to continue.</a:t>
            </a:r>
          </a:p>
          <a:p>
            <a:pPr marL="242979" indent="-242979">
              <a:buAutoNum type="arabicPeriod"/>
            </a:pPr>
            <a:r>
              <a:rPr lang="en-US" dirty="0">
                <a:effectLst/>
              </a:rPr>
              <a:t>[Optional] Now you can use </a:t>
            </a:r>
            <a:r>
              <a:rPr lang="en-US" b="1" i="1" dirty="0" err="1">
                <a:effectLst/>
              </a:rPr>
              <a:t>ipconfig</a:t>
            </a:r>
            <a:r>
              <a:rPr lang="en-US" b="1" i="1" dirty="0">
                <a:effectLst/>
              </a:rPr>
              <a:t>/all</a:t>
            </a:r>
            <a:r>
              <a:rPr lang="en-US" dirty="0">
                <a:effectLst/>
              </a:rPr>
              <a:t> to verify if VPN connection has been successfully established  (look for PPP adapter).</a:t>
            </a:r>
          </a:p>
          <a:p>
            <a:pPr marL="242979" indent="-242979">
              <a:buAutoNum type="arabicPeriod"/>
            </a:pPr>
            <a:r>
              <a:rPr lang="en-US" dirty="0">
                <a:effectLst/>
              </a:rPr>
              <a:t>Log on to the virtual machine, create a new </a:t>
            </a:r>
            <a:r>
              <a:rPr lang="en-US" b="1" i="1" dirty="0">
                <a:effectLst/>
              </a:rPr>
              <a:t>Share</a:t>
            </a:r>
            <a:r>
              <a:rPr lang="en-US" dirty="0">
                <a:effectLst/>
              </a:rPr>
              <a:t> folder under</a:t>
            </a:r>
            <a:r>
              <a:rPr lang="en-US" b="1" i="1" dirty="0">
                <a:effectLst/>
              </a:rPr>
              <a:t> c:\</a:t>
            </a:r>
            <a:r>
              <a:rPr lang="en-US" dirty="0">
                <a:effectLst/>
              </a:rPr>
              <a:t>. Share the folder with the user you specified when you created the virtual machine. </a:t>
            </a:r>
          </a:p>
          <a:p>
            <a:pPr marL="242979" indent="-242979">
              <a:buAutoNum type="arabicPeriod"/>
            </a:pPr>
            <a:r>
              <a:rPr lang="en-US" dirty="0">
                <a:effectLst/>
              </a:rPr>
              <a:t>On Management Portal, record the virtual machines private IP on its </a:t>
            </a:r>
            <a:r>
              <a:rPr lang="en-US" b="1" dirty="0">
                <a:effectLst/>
              </a:rPr>
              <a:t>DASHBOARD</a:t>
            </a:r>
            <a:r>
              <a:rPr lang="en-US" dirty="0">
                <a:effectLst/>
              </a:rPr>
              <a:t> page. In my case the IP is 10.0.1.4.</a:t>
            </a:r>
          </a:p>
          <a:p>
            <a:pPr marL="242979" indent="-242979">
              <a:buAutoNum type="arabicPeriod"/>
            </a:pPr>
            <a:r>
              <a:rPr lang="en-US" dirty="0">
                <a:effectLst/>
              </a:rPr>
              <a:t>Now you can use Explorer on your local machine and access the shared folder by \\10.0.1.4\Share.</a:t>
            </a:r>
          </a:p>
        </p:txBody>
      </p:sp>
      <p:sp>
        <p:nvSpPr>
          <p:cNvPr id="4" name="Slide Number Placeholder 3"/>
          <p:cNvSpPr>
            <a:spLocks noGrp="1"/>
          </p:cNvSpPr>
          <p:nvPr>
            <p:ph type="sldNum" sz="quarter" idx="10"/>
          </p:nvPr>
        </p:nvSpPr>
        <p:spPr/>
        <p:txBody>
          <a:bodyPr/>
          <a:lstStyle/>
          <a:p>
            <a:fld id="{2C52CFDC-D2D5-4B9F-BA75-89F771E01AEB}" type="slidenum">
              <a:rPr lang="en-US" smtClean="0"/>
              <a:t>63</a:t>
            </a:fld>
            <a:endParaRPr lang="en-US"/>
          </a:p>
        </p:txBody>
      </p:sp>
      <p:sp>
        <p:nvSpPr>
          <p:cNvPr id="5" name="Datumsplatzhalter 4"/>
          <p:cNvSpPr>
            <a:spLocks noGrp="1"/>
          </p:cNvSpPr>
          <p:nvPr>
            <p:ph type="dt" idx="11"/>
          </p:nvPr>
        </p:nvSpPr>
        <p:spPr/>
        <p:txBody>
          <a:bodyPr/>
          <a:lstStyle/>
          <a:p>
            <a:endParaRPr lang="en-US"/>
          </a:p>
        </p:txBody>
      </p:sp>
      <p:sp>
        <p:nvSpPr>
          <p:cNvPr id="6" name="Fußzeilenplatzhalter 5"/>
          <p:cNvSpPr>
            <a:spLocks noGrp="1"/>
          </p:cNvSpPr>
          <p:nvPr>
            <p:ph type="ftr" sz="quarter" idx="12"/>
          </p:nvPr>
        </p:nvSpPr>
        <p:spPr/>
        <p:txBody>
          <a:bodyPr/>
          <a:lstStyle/>
          <a:p>
            <a:endParaRPr lang="en-US"/>
          </a:p>
        </p:txBody>
      </p:sp>
    </p:spTree>
    <p:extLst>
      <p:ext uri="{BB962C8B-B14F-4D97-AF65-F5344CB8AC3E}">
        <p14:creationId xmlns:p14="http://schemas.microsoft.com/office/powerpoint/2010/main" val="1886314493"/>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C52CFDC-D2D5-4B9F-BA75-89F771E01AEB}" type="slidenum">
              <a:rPr lang="en-US" smtClean="0"/>
              <a:t>64</a:t>
            </a:fld>
            <a:endParaRPr lang="en-US"/>
          </a:p>
        </p:txBody>
      </p:sp>
      <p:sp>
        <p:nvSpPr>
          <p:cNvPr id="5" name="Datumsplatzhalter 4"/>
          <p:cNvSpPr>
            <a:spLocks noGrp="1"/>
          </p:cNvSpPr>
          <p:nvPr>
            <p:ph type="dt" idx="11"/>
          </p:nvPr>
        </p:nvSpPr>
        <p:spPr/>
        <p:txBody>
          <a:bodyPr/>
          <a:lstStyle/>
          <a:p>
            <a:endParaRPr lang="en-US"/>
          </a:p>
        </p:txBody>
      </p:sp>
      <p:sp>
        <p:nvSpPr>
          <p:cNvPr id="6" name="Fußzeilenplatzhalter 5"/>
          <p:cNvSpPr>
            <a:spLocks noGrp="1"/>
          </p:cNvSpPr>
          <p:nvPr>
            <p:ph type="ftr" sz="quarter" idx="12"/>
          </p:nvPr>
        </p:nvSpPr>
        <p:spPr/>
        <p:txBody>
          <a:bodyPr/>
          <a:lstStyle/>
          <a:p>
            <a:endParaRPr lang="en-US"/>
          </a:p>
        </p:txBody>
      </p:sp>
    </p:spTree>
    <p:extLst>
      <p:ext uri="{BB962C8B-B14F-4D97-AF65-F5344CB8AC3E}">
        <p14:creationId xmlns:p14="http://schemas.microsoft.com/office/powerpoint/2010/main" val="402146996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idx="10"/>
          </p:nvPr>
        </p:nvSpPr>
        <p:spPr/>
        <p:txBody>
          <a:bodyPr/>
          <a:lstStyle/>
          <a:p>
            <a:pPr defTabSz="1027332" fontAlgn="base">
              <a:spcBef>
                <a:spcPct val="0"/>
              </a:spcBef>
              <a:spcAft>
                <a:spcPct val="0"/>
              </a:spcAft>
              <a:defRPr/>
            </a:pPr>
            <a:endParaRPr lang="en-US" dirty="0">
              <a:solidFill>
                <a:prstClr val="black"/>
              </a:solidFill>
              <a:latin typeface="Calibri Light" pitchFamily="34" charset="0"/>
            </a:endParaRPr>
          </a:p>
        </p:txBody>
      </p:sp>
      <p:sp>
        <p:nvSpPr>
          <p:cNvPr id="5" name="Footer Placeholder 4"/>
          <p:cNvSpPr>
            <a:spLocks noGrp="1"/>
          </p:cNvSpPr>
          <p:nvPr>
            <p:ph type="ftr" sz="quarter" idx="11"/>
          </p:nvPr>
        </p:nvSpPr>
        <p:spPr/>
        <p:txBody>
          <a:bodyPr/>
          <a:lstStyle/>
          <a:p>
            <a:pPr defTabSz="991610" eaLnBrk="0" fontAlgn="base" hangingPunct="0">
              <a:spcBef>
                <a:spcPct val="0"/>
              </a:spcBef>
              <a:spcAft>
                <a:spcPct val="0"/>
              </a:spcAft>
              <a:defRPr/>
            </a:pPr>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2012 Microsoft Corporation. All rights reserved. Microsoft, Windows, and other product names are or may be registered trademarks and/or trademarks in the U.S. and/or other countries.</a:t>
            </a:r>
          </a:p>
          <a:p>
            <a:pPr defTabSz="991610" eaLnBrk="0" fontAlgn="base" hangingPunct="0">
              <a:spcBef>
                <a:spcPct val="0"/>
              </a:spcBef>
              <a:spcAft>
                <a:spcPct val="0"/>
              </a:spcAft>
              <a:defRPr/>
            </a:pPr>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The information herein is for informational purposes only and represents the current view of Microsoft Corporation as of the date of this presentation. Because Microsoft must respond to changing market conditions, it should not be interpreted to be a commitment on the part of Microsoft, and Microsoft cannot guarantee the accuracy of any information provided after the date of this presentation. MICROSOFT MAKES NO WARRANTIES, EXPRESS, IMPLIED OR STATUTORY, AS TO THE INFORMATION IN THIS PRESENTATION.</a:t>
            </a:r>
          </a:p>
        </p:txBody>
      </p:sp>
      <p:sp>
        <p:nvSpPr>
          <p:cNvPr id="6" name="Date Placeholder 5"/>
          <p:cNvSpPr>
            <a:spLocks noGrp="1"/>
          </p:cNvSpPr>
          <p:nvPr>
            <p:ph type="dt" idx="12"/>
          </p:nvPr>
        </p:nvSpPr>
        <p:spPr/>
        <p:txBody>
          <a:bodyPr/>
          <a:lstStyle/>
          <a:p>
            <a:pPr defTabSz="1027332" fontAlgn="base">
              <a:spcBef>
                <a:spcPct val="0"/>
              </a:spcBef>
              <a:spcAft>
                <a:spcPct val="0"/>
              </a:spcAft>
              <a:defRPr/>
            </a:pPr>
            <a:endParaRPr lang="en-US" dirty="0">
              <a:solidFill>
                <a:prstClr val="black"/>
              </a:solidFill>
              <a:latin typeface="Calibri Light" pitchFamily="34" charset="0"/>
            </a:endParaRPr>
          </a:p>
        </p:txBody>
      </p:sp>
      <p:sp>
        <p:nvSpPr>
          <p:cNvPr id="7" name="Slide Number Placeholder 6"/>
          <p:cNvSpPr>
            <a:spLocks noGrp="1"/>
          </p:cNvSpPr>
          <p:nvPr>
            <p:ph type="sldNum" sz="quarter" idx="13"/>
          </p:nvPr>
        </p:nvSpPr>
        <p:spPr/>
        <p:txBody>
          <a:bodyPr/>
          <a:lstStyle/>
          <a:p>
            <a:pPr defTabSz="1027332" fontAlgn="base">
              <a:spcBef>
                <a:spcPct val="0"/>
              </a:spcBef>
              <a:spcAft>
                <a:spcPct val="0"/>
              </a:spcAft>
              <a:defRPr/>
            </a:pPr>
            <a:fld id="{B4008EB6-D09E-4580-8CD6-DDB14511944F}" type="slidenum">
              <a:rPr lang="en-US" smtClean="0">
                <a:solidFill>
                  <a:prstClr val="black"/>
                </a:solidFill>
                <a:latin typeface="Calibri Light" pitchFamily="34" charset="0"/>
              </a:rPr>
              <a:pPr defTabSz="1027332" fontAlgn="base">
                <a:spcBef>
                  <a:spcPct val="0"/>
                </a:spcBef>
                <a:spcAft>
                  <a:spcPct val="0"/>
                </a:spcAft>
                <a:defRPr/>
              </a:pPr>
              <a:t>66</a:t>
            </a:fld>
            <a:endParaRPr lang="en-US" dirty="0">
              <a:solidFill>
                <a:prstClr val="black"/>
              </a:solidFill>
              <a:latin typeface="Calibri Light" pitchFamily="34" charset="0"/>
            </a:endParaRPr>
          </a:p>
        </p:txBody>
      </p:sp>
    </p:spTree>
    <p:extLst>
      <p:ext uri="{BB962C8B-B14F-4D97-AF65-F5344CB8AC3E}">
        <p14:creationId xmlns:p14="http://schemas.microsoft.com/office/powerpoint/2010/main" val="3399780854"/>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6E8C67A6-C0E7-47DF-97C2-CA9B11275397}" type="slidenum">
              <a:rPr lang="en-US" smtClean="0">
                <a:solidFill>
                  <a:prstClr val="black"/>
                </a:solidFill>
              </a:rPr>
              <a:pPr>
                <a:defRPr/>
              </a:pPr>
              <a:t>67</a:t>
            </a:fld>
            <a:endParaRPr lang="en-US">
              <a:solidFill>
                <a:prstClr val="black"/>
              </a:solidFill>
            </a:endParaRPr>
          </a:p>
        </p:txBody>
      </p:sp>
      <p:sp>
        <p:nvSpPr>
          <p:cNvPr id="5" name="Datumsplatzhalter 4"/>
          <p:cNvSpPr>
            <a:spLocks noGrp="1"/>
          </p:cNvSpPr>
          <p:nvPr>
            <p:ph type="dt" idx="11"/>
          </p:nvPr>
        </p:nvSpPr>
        <p:spPr/>
        <p:txBody>
          <a:bodyPr/>
          <a:lstStyle/>
          <a:p>
            <a:endParaRPr lang="en-US"/>
          </a:p>
        </p:txBody>
      </p:sp>
      <p:sp>
        <p:nvSpPr>
          <p:cNvPr id="6" name="Fußzeilenplatzhalter 5"/>
          <p:cNvSpPr>
            <a:spLocks noGrp="1"/>
          </p:cNvSpPr>
          <p:nvPr>
            <p:ph type="ftr" sz="quarter" idx="12"/>
          </p:nvPr>
        </p:nvSpPr>
        <p:spPr/>
        <p:txBody>
          <a:bodyPr/>
          <a:lstStyle/>
          <a:p>
            <a:endParaRPr lang="en-US"/>
          </a:p>
        </p:txBody>
      </p:sp>
    </p:spTree>
    <p:extLst>
      <p:ext uri="{BB962C8B-B14F-4D97-AF65-F5344CB8AC3E}">
        <p14:creationId xmlns:p14="http://schemas.microsoft.com/office/powerpoint/2010/main" val="338794606"/>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template consists of JSON and expressions that you can use to construct values for your deployment. For a step-by-step tutorial on creating a template, see </a:t>
            </a:r>
            <a:r>
              <a:rPr lang="en-US" dirty="0">
                <a:hlinkClick r:id="rId3"/>
              </a:rPr>
              <a:t>Create your first Azure Resource Manager template</a:t>
            </a:r>
            <a:r>
              <a:rPr lang="en-US" dirty="0"/>
              <a:t>:</a:t>
            </a:r>
          </a:p>
          <a:p>
            <a:r>
              <a:rPr lang="en-US"/>
              <a:t>https://docs.microsoft.com/en-us/azure/azure-resource-manager/resource-manager-create-first-template</a:t>
            </a:r>
          </a:p>
          <a:p>
            <a:endParaRPr lang="en-US" dirty="0"/>
          </a:p>
        </p:txBody>
      </p:sp>
      <p:sp>
        <p:nvSpPr>
          <p:cNvPr id="4" name="Header Placeholder 3"/>
          <p:cNvSpPr>
            <a:spLocks noGrp="1"/>
          </p:cNvSpPr>
          <p:nvPr>
            <p:ph type="hdr" sz="quarter" idx="10"/>
          </p:nvPr>
        </p:nvSpPr>
        <p:spPr/>
        <p:txBody>
          <a:bodyPr/>
          <a:lstStyle/>
          <a:p>
            <a:pPr defTabSz="991411">
              <a:defRPr/>
            </a:pPr>
            <a:r>
              <a:rPr lang="en-US">
                <a:solidFill>
                  <a:prstClr val="black"/>
                </a:solidFill>
                <a:latin typeface="Segoe UI" pitchFamily="34" charset="0"/>
              </a:rPr>
              <a:t>One Marketing Template</a:t>
            </a:r>
          </a:p>
          <a:p>
            <a:pPr defTabSz="991411">
              <a:defRPr/>
            </a:pPr>
            <a:endParaRPr lang="en-US" dirty="0">
              <a:solidFill>
                <a:prstClr val="black"/>
              </a:solidFill>
              <a:latin typeface="Segoe UI" pitchFamily="34" charset="0"/>
            </a:endParaRPr>
          </a:p>
        </p:txBody>
      </p:sp>
      <p:sp>
        <p:nvSpPr>
          <p:cNvPr id="5" name="Footer Placeholder 4"/>
          <p:cNvSpPr>
            <a:spLocks noGrp="1"/>
          </p:cNvSpPr>
          <p:nvPr>
            <p:ph type="ftr" sz="quarter" idx="11"/>
          </p:nvPr>
        </p:nvSpPr>
        <p:spPr/>
        <p:txBody>
          <a:bodyPr/>
          <a:lstStyle/>
          <a:p>
            <a:pPr marL="607447" defTabSz="991610" eaLnBrk="0" hangingPunct="0">
              <a:defRPr/>
            </a:pPr>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2013 Microsoft Corporation. All rights reserved. Microsoft, Windows, and other product names are or may be registered trademarks and/or trademarks in the U.S. and/or other countries.</a:t>
            </a:r>
          </a:p>
          <a:p>
            <a:pPr marL="607447" defTabSz="991610" eaLnBrk="0" hangingPunct="0">
              <a:defRPr/>
            </a:pPr>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The information herein is for informational purposes only and represents the current view of Microsoft Corporation as of the date of this presentation. Because Microsoft must respond to changing market conditions, it should not be interpreted to be a commitment on the part of Microsoft, and Microsoft cannot guarantee the accuracy of any information provided after the date of this presentation. MICROSOFT MAKES NO WARRANTIES, EXPRESS, IMPLIED OR STATUTORY, AS TO THE INFORMATION IN THIS PRESENTATION.</a:t>
            </a:r>
          </a:p>
        </p:txBody>
      </p:sp>
      <p:sp>
        <p:nvSpPr>
          <p:cNvPr id="6" name="Date Placeholder 5"/>
          <p:cNvSpPr>
            <a:spLocks noGrp="1"/>
          </p:cNvSpPr>
          <p:nvPr>
            <p:ph type="dt" idx="12"/>
          </p:nvPr>
        </p:nvSpPr>
        <p:spPr/>
        <p:txBody>
          <a:bodyPr/>
          <a:lstStyle/>
          <a:p>
            <a:pPr defTabSz="991411">
              <a:defRPr/>
            </a:pPr>
            <a:endParaRPr lang="en-US" dirty="0">
              <a:solidFill>
                <a:prstClr val="black"/>
              </a:solidFill>
              <a:latin typeface="Segoe UI" pitchFamily="34" charset="0"/>
            </a:endParaRPr>
          </a:p>
        </p:txBody>
      </p:sp>
      <p:sp>
        <p:nvSpPr>
          <p:cNvPr id="7" name="Slide Number Placeholder 6"/>
          <p:cNvSpPr>
            <a:spLocks noGrp="1"/>
          </p:cNvSpPr>
          <p:nvPr>
            <p:ph type="sldNum" sz="quarter" idx="13"/>
          </p:nvPr>
        </p:nvSpPr>
        <p:spPr/>
        <p:txBody>
          <a:bodyPr/>
          <a:lstStyle/>
          <a:p>
            <a:pPr defTabSz="991411">
              <a:defRPr/>
            </a:pPr>
            <a:fld id="{B4008EB6-D09E-4580-8CD6-DDB14511944F}" type="slidenum">
              <a:rPr lang="en-US">
                <a:solidFill>
                  <a:prstClr val="black"/>
                </a:solidFill>
                <a:latin typeface="Segoe UI" pitchFamily="34" charset="0"/>
              </a:rPr>
              <a:pPr defTabSz="991411">
                <a:defRPr/>
              </a:pPr>
              <a:t>68</a:t>
            </a:fld>
            <a:endParaRPr lang="en-US" dirty="0">
              <a:solidFill>
                <a:prstClr val="black"/>
              </a:solidFill>
              <a:latin typeface="Segoe UI" pitchFamily="34" charset="0"/>
            </a:endParaRPr>
          </a:p>
        </p:txBody>
      </p:sp>
    </p:spTree>
    <p:extLst>
      <p:ext uri="{BB962C8B-B14F-4D97-AF65-F5344CB8AC3E}">
        <p14:creationId xmlns:p14="http://schemas.microsoft.com/office/powerpoint/2010/main" val="1901128924"/>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idx="10"/>
          </p:nvPr>
        </p:nvSpPr>
        <p:spPr/>
        <p:txBody>
          <a:bodyPr/>
          <a:lstStyle/>
          <a:p>
            <a:r>
              <a:rPr lang="en-US">
                <a:solidFill>
                  <a:prstClr val="black"/>
                </a:solidFill>
              </a:rPr>
              <a:t>Build 2012</a:t>
            </a:r>
            <a:endParaRPr lang="en-US" dirty="0">
              <a:solidFill>
                <a:prstClr val="black"/>
              </a:solidFill>
            </a:endParaRPr>
          </a:p>
        </p:txBody>
      </p:sp>
      <p:sp>
        <p:nvSpPr>
          <p:cNvPr id="5" name="Footer Placeholder 4"/>
          <p:cNvSpPr>
            <a:spLocks noGrp="1"/>
          </p:cNvSpPr>
          <p:nvPr>
            <p:ph type="ftr" sz="quarter" idx="11"/>
          </p:nvPr>
        </p:nvSpPr>
        <p:spPr/>
        <p:txBody>
          <a:bodyPr/>
          <a:lstStyle/>
          <a:p>
            <a:pPr defTabSz="991610"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2012 Microsoft Corporation. All rights reserved. Microsoft, Windows, and other product names are or may be registered trademarks and/or trademarks in the U.S. and/or other countries.</a:t>
            </a:r>
          </a:p>
          <a:p>
            <a:pPr defTabSz="991610"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The information herein is for informational purposes only and represents the current view of Microsoft Corporation as of the date of this presentation.  Because Microsoft must respond to changing market conditions, it should not be interpreted to be a commitment on the part of Microsoft, and Microsoft cannot guarantee the accuracy of any information provided after the date of this presentation.  MICROSOFT MAKES NO WARRANTIES, EXPRESS, IMPLIED OR STATUTORY, AS TO THE INFORMATION IN THIS PRESENTATION.</a:t>
            </a:r>
            <a:endPar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Date Placeholder 5"/>
          <p:cNvSpPr>
            <a:spLocks noGrp="1"/>
          </p:cNvSpPr>
          <p:nvPr>
            <p:ph type="dt" idx="12"/>
          </p:nvPr>
        </p:nvSpPr>
        <p:spPr/>
        <p:txBody>
          <a:bodyPr/>
          <a:lstStyle/>
          <a:p>
            <a:endParaRPr lang="en-US" dirty="0">
              <a:solidFill>
                <a:prstClr val="black"/>
              </a:solidFill>
            </a:endParaRPr>
          </a:p>
        </p:txBody>
      </p:sp>
      <p:sp>
        <p:nvSpPr>
          <p:cNvPr id="7" name="Slide Number Placeholder 6"/>
          <p:cNvSpPr>
            <a:spLocks noGrp="1"/>
          </p:cNvSpPr>
          <p:nvPr>
            <p:ph type="sldNum" sz="quarter" idx="13"/>
          </p:nvPr>
        </p:nvSpPr>
        <p:spPr/>
        <p:txBody>
          <a:bodyPr/>
          <a:lstStyle/>
          <a:p>
            <a:fld id="{B4008EB6-D09E-4580-8CD6-DDB14511944F}" type="slidenum">
              <a:rPr lang="en-US" smtClean="0">
                <a:solidFill>
                  <a:prstClr val="black"/>
                </a:solidFill>
              </a:rPr>
              <a:pPr/>
              <a:t>69</a:t>
            </a:fld>
            <a:endParaRPr lang="en-US" dirty="0">
              <a:solidFill>
                <a:prstClr val="black"/>
              </a:solidFill>
            </a:endParaRPr>
          </a:p>
        </p:txBody>
      </p:sp>
    </p:spTree>
    <p:extLst>
      <p:ext uri="{BB962C8B-B14F-4D97-AF65-F5344CB8AC3E}">
        <p14:creationId xmlns:p14="http://schemas.microsoft.com/office/powerpoint/2010/main" val="2492742883"/>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5.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5.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6.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6.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8.png"/><Relationship Id="rId1" Type="http://schemas.openxmlformats.org/officeDocument/2006/relationships/slideMaster" Target="../slideMasters/slideMaster1.xml"/><Relationship Id="rId4" Type="http://schemas.openxmlformats.org/officeDocument/2006/relationships/image" Target="../media/image5.png"/></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8.png"/><Relationship Id="rId1" Type="http://schemas.openxmlformats.org/officeDocument/2006/relationships/slideMaster" Target="../slideMasters/slideMaster1.xml"/><Relationship Id="rId4" Type="http://schemas.openxmlformats.org/officeDocument/2006/relationships/image" Target="../media/image5.png"/></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Master" Target="../slideMasters/slideMaster2.xml"/><Relationship Id="rId4" Type="http://schemas.openxmlformats.org/officeDocument/2006/relationships/image" Target="../media/image11.png"/></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5.png"/><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5.png"/><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5.png"/><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5.png"/><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6.png"/><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7.png"/><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18.jpg"/><Relationship Id="rId2" Type="http://schemas.openxmlformats.org/officeDocument/2006/relationships/image" Target="../media/image15.png"/><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21.png"/><Relationship Id="rId1" Type="http://schemas.openxmlformats.org/officeDocument/2006/relationships/slideMaster" Target="../slideMasters/slideMaster2.xml"/><Relationship Id="rId4" Type="http://schemas.openxmlformats.org/officeDocument/2006/relationships/image" Target="../media/image11.png"/></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Master" Target="../slideMasters/slideMaster3.xml"/><Relationship Id="rId4" Type="http://schemas.openxmlformats.org/officeDocument/2006/relationships/image" Target="../media/image11.png"/></Relationships>
</file>

<file path=ppt/slideLayouts/_rels/slideLayout5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5.png"/><Relationship Id="rId1" Type="http://schemas.openxmlformats.org/officeDocument/2006/relationships/slideMaster" Target="../slideMasters/slideMaster3.xml"/></Relationships>
</file>

<file path=ppt/slideLayouts/_rels/slideLayout5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5.png"/><Relationship Id="rId1" Type="http://schemas.openxmlformats.org/officeDocument/2006/relationships/slideMaster" Target="../slideMasters/slideMaster3.xml"/></Relationships>
</file>

<file path=ppt/slideLayouts/_rels/slideLayout5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5.png"/><Relationship Id="rId1" Type="http://schemas.openxmlformats.org/officeDocument/2006/relationships/slideMaster" Target="../slideMasters/slideMaster3.xml"/></Relationships>
</file>

<file path=ppt/slideLayouts/_rels/slideLayout5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5.png"/><Relationship Id="rId1" Type="http://schemas.openxmlformats.org/officeDocument/2006/relationships/slideMaster" Target="../slideMasters/slideMaster3.xml"/></Relationships>
</file>

<file path=ppt/slideLayouts/_rels/slideLayout6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6.png"/><Relationship Id="rId1" Type="http://schemas.openxmlformats.org/officeDocument/2006/relationships/slideMaster" Target="../slideMasters/slideMaster3.xml"/></Relationships>
</file>

<file path=ppt/slideLayouts/_rels/slideLayout6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7.png"/><Relationship Id="rId1" Type="http://schemas.openxmlformats.org/officeDocument/2006/relationships/slideMaster" Target="../slideMasters/slideMaster3.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3.xml.rels><?xml version="1.0" encoding="UTF-8" standalone="yes"?>
<Relationships xmlns="http://schemas.openxmlformats.org/package/2006/relationships"><Relationship Id="rId3" Type="http://schemas.openxmlformats.org/officeDocument/2006/relationships/image" Target="../media/image18.jpg"/><Relationship Id="rId2" Type="http://schemas.openxmlformats.org/officeDocument/2006/relationships/image" Target="../media/image15.png"/><Relationship Id="rId1" Type="http://schemas.openxmlformats.org/officeDocument/2006/relationships/slideMaster" Target="../slideMasters/slideMaster3.xml"/></Relationships>
</file>

<file path=ppt/slideLayouts/_rels/slideLayout6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Master" Target="../slideMasters/slideMaster3.xml"/></Relationships>
</file>

<file path=ppt/slideLayouts/_rels/slideLayout6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Master" Target="../slideMasters/slideMaster3.xml"/></Relationships>
</file>

<file path=ppt/slideLayouts/_rels/slideLayout6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21.png"/><Relationship Id="rId1" Type="http://schemas.openxmlformats.org/officeDocument/2006/relationships/slideMaster" Target="../slideMasters/slideMaster3.xml"/><Relationship Id="rId4" Type="http://schemas.openxmlformats.org/officeDocument/2006/relationships/image" Target="../media/image11.png"/></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Master" Target="../slideMasters/slideMaster3.xml"/></Relationships>
</file>

<file path=ppt/slideLayouts/_rels/slideLayout72.xml.rels><?xml version="1.0" encoding="UTF-8" standalone="yes"?>
<Relationships xmlns="http://schemas.openxmlformats.org/package/2006/relationships"><Relationship Id="rId2" Type="http://schemas.openxmlformats.org/officeDocument/2006/relationships/image" Target="../media/image22.emf"/><Relationship Id="rId1" Type="http://schemas.openxmlformats.org/officeDocument/2006/relationships/slideMaster" Target="../slideMasters/slideMaster4.xml"/></Relationships>
</file>

<file path=ppt/slideLayouts/_rels/slideLayout73.xml.rels><?xml version="1.0" encoding="UTF-8" standalone="yes"?>
<Relationships xmlns="http://schemas.openxmlformats.org/package/2006/relationships"><Relationship Id="rId2" Type="http://schemas.openxmlformats.org/officeDocument/2006/relationships/image" Target="../media/image22.emf"/><Relationship Id="rId1" Type="http://schemas.openxmlformats.org/officeDocument/2006/relationships/slideMaster" Target="../slideMasters/slideMaster4.xml"/></Relationships>
</file>

<file path=ppt/slideLayouts/_rels/slideLayout74.xml.rels><?xml version="1.0" encoding="UTF-8" standalone="yes"?>
<Relationships xmlns="http://schemas.openxmlformats.org/package/2006/relationships"><Relationship Id="rId2" Type="http://schemas.openxmlformats.org/officeDocument/2006/relationships/image" Target="../media/image22.emf"/><Relationship Id="rId1" Type="http://schemas.openxmlformats.org/officeDocument/2006/relationships/slideMaster" Target="../slideMasters/slideMaster4.xml"/></Relationships>
</file>

<file path=ppt/slideLayouts/_rels/slideLayout75.xml.rels><?xml version="1.0" encoding="UTF-8" standalone="yes"?>
<Relationships xmlns="http://schemas.openxmlformats.org/package/2006/relationships"><Relationship Id="rId2" Type="http://schemas.openxmlformats.org/officeDocument/2006/relationships/image" Target="../media/image22.emf"/><Relationship Id="rId1" Type="http://schemas.openxmlformats.org/officeDocument/2006/relationships/slideMaster" Target="../slideMasters/slideMaster4.xml"/></Relationships>
</file>

<file path=ppt/slideLayouts/_rels/slideLayout76.xml.rels><?xml version="1.0" encoding="UTF-8" standalone="yes"?>
<Relationships xmlns="http://schemas.openxmlformats.org/package/2006/relationships"><Relationship Id="rId2" Type="http://schemas.openxmlformats.org/officeDocument/2006/relationships/image" Target="../media/image22.emf"/><Relationship Id="rId1" Type="http://schemas.openxmlformats.org/officeDocument/2006/relationships/slideMaster" Target="../slideMasters/slideMaster4.xml"/></Relationships>
</file>

<file path=ppt/slideLayouts/_rels/slideLayout77.xml.rels><?xml version="1.0" encoding="UTF-8" standalone="yes"?>
<Relationships xmlns="http://schemas.openxmlformats.org/package/2006/relationships"><Relationship Id="rId2" Type="http://schemas.openxmlformats.org/officeDocument/2006/relationships/image" Target="../media/image22.emf"/><Relationship Id="rId1" Type="http://schemas.openxmlformats.org/officeDocument/2006/relationships/slideMaster" Target="../slideMasters/slideMaster4.xml"/></Relationships>
</file>

<file path=ppt/slideLayouts/_rels/slideLayout78.xml.rels><?xml version="1.0" encoding="UTF-8" standalone="yes"?>
<Relationships xmlns="http://schemas.openxmlformats.org/package/2006/relationships"><Relationship Id="rId2" Type="http://schemas.openxmlformats.org/officeDocument/2006/relationships/image" Target="../media/image22.emf"/><Relationship Id="rId1" Type="http://schemas.openxmlformats.org/officeDocument/2006/relationships/slideMaster" Target="../slideMasters/slideMaster4.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Master" Target="../slideMasters/slideMaster4.xml"/></Relationships>
</file>

<file path=ppt/slideLayouts/_rels/slideLayout8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Master" Target="../slideMasters/slideMaster5.xml"/><Relationship Id="rId4" Type="http://schemas.openxmlformats.org/officeDocument/2006/relationships/image" Target="../media/image11.png"/></Relationships>
</file>

<file path=ppt/slideLayouts/_rels/slideLayout8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5.png"/><Relationship Id="rId1" Type="http://schemas.openxmlformats.org/officeDocument/2006/relationships/slideMaster" Target="../slideMasters/slideMaster5.xml"/></Relationships>
</file>

<file path=ppt/slideLayouts/_rels/slideLayout8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5.png"/><Relationship Id="rId1" Type="http://schemas.openxmlformats.org/officeDocument/2006/relationships/slideMaster" Target="../slideMasters/slideMaster5.xml"/></Relationships>
</file>

<file path=ppt/slideLayouts/_rels/slideLayout8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Master" Target="../slideMasters/slideMaster5.xml"/></Relationships>
</file>

<file path=ppt/slideLayouts/_rels/slideLayout9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Master" Target="../slideMasters/slideMaster5.xml"/></Relationships>
</file>

<file path=ppt/slideLayouts/_rels/slideLayout9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Master" Target="../slideMasters/slideMaster5.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0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6.xml"/></Relationships>
</file>

<file path=ppt/slideLayouts/_rels/slideLayout109.xml.rels><?xml version="1.0" encoding="UTF-8" standalone="yes"?>
<Relationships xmlns="http://schemas.openxmlformats.org/package/2006/relationships"><Relationship Id="rId3" Type="http://schemas.openxmlformats.org/officeDocument/2006/relationships/image" Target="../media/image24.emf"/><Relationship Id="rId2" Type="http://schemas.openxmlformats.org/officeDocument/2006/relationships/image" Target="../media/image23.png"/><Relationship Id="rId1" Type="http://schemas.openxmlformats.org/officeDocument/2006/relationships/slideMaster" Target="../slideMasters/slideMaster6.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2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5.png"/><Relationship Id="rId1" Type="http://schemas.openxmlformats.org/officeDocument/2006/relationships/slideMaster" Target="../slideMasters/slideMaster7.xml"/></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2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2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2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2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2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2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2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29.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Master" Target="../slideMasters/slideMaster8.xml"/></Relationships>
</file>

<file path=ppt/slideLayouts/_rels/slideLayout13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31.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Master" Target="../slideMasters/slideMaster8.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and Present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Rectangle 3"/>
          <p:cNvSpPr/>
          <p:nvPr/>
        </p:nvSpPr>
        <p:spPr bwMode="auto">
          <a:xfrm>
            <a:off x="6057716" y="4147420"/>
            <a:ext cx="6432145" cy="1733912"/>
          </a:xfrm>
          <a:prstGeom prst="rect">
            <a:avLst/>
          </a:prstGeom>
          <a:solidFill>
            <a:schemeClr val="tx2">
              <a:alpha val="91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pic>
        <p:nvPicPr>
          <p:cNvPr id="7" name="Picture 6" descr="Ones-and-zeroes2.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6979" y="4928556"/>
            <a:ext cx="2714605" cy="1972396"/>
          </a:xfrm>
          <a:prstGeom prst="rect">
            <a:avLst/>
          </a:prstGeom>
        </p:spPr>
      </p:pic>
      <p:pic>
        <p:nvPicPr>
          <p:cNvPr id="9" name="Picture 8" descr="MS-Azure_rgb_Wht.png"/>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0358686" y="147877"/>
            <a:ext cx="1662233" cy="382281"/>
          </a:xfrm>
          <a:prstGeom prst="rect">
            <a:avLst/>
          </a:prstGeom>
        </p:spPr>
      </p:pic>
      <p:sp>
        <p:nvSpPr>
          <p:cNvPr id="6" name="Presenter"/>
          <p:cNvSpPr txBox="1">
            <a:spLocks/>
          </p:cNvSpPr>
          <p:nvPr/>
        </p:nvSpPr>
        <p:spPr>
          <a:xfrm>
            <a:off x="6342214" y="5233033"/>
            <a:ext cx="5669955" cy="1095241"/>
          </a:xfrm>
          <a:prstGeom prst="rect">
            <a:avLst/>
          </a:prstGeom>
        </p:spPr>
        <p:txBody>
          <a:bodyPr vert="horz" wrap="square" lIns="228600" tIns="91400" rIns="146240" bIns="91400" rtlCol="0" anchor="t">
            <a:noAutofit/>
          </a:bodyPr>
          <a:lstStyle>
            <a:lvl1pPr algn="l" defTabSz="932472" rtl="0" eaLnBrk="1" latinLnBrk="0" hangingPunct="1">
              <a:lnSpc>
                <a:spcPct val="90000"/>
              </a:lnSpc>
              <a:spcBef>
                <a:spcPct val="0"/>
              </a:spcBef>
              <a:buNone/>
              <a:defRPr lang="en-US" sz="5200" b="0" kern="1200" cap="none" spc="-102" baseline="0">
                <a:ln w="3175">
                  <a:noFill/>
                </a:ln>
                <a:solidFill>
                  <a:schemeClr val="bg1"/>
                </a:solidFill>
                <a:effectLst/>
                <a:latin typeface="+mj-lt"/>
                <a:ea typeface="+mn-ea"/>
                <a:cs typeface="Segoe UI" pitchFamily="34" charset="0"/>
              </a:defRPr>
            </a:lvl1pPr>
          </a:lstStyle>
          <a:p>
            <a:pPr defTabSz="932563">
              <a:lnSpc>
                <a:spcPts val="3000"/>
              </a:lnSpc>
              <a:spcBef>
                <a:spcPts val="0"/>
              </a:spcBef>
              <a:spcAft>
                <a:spcPts val="1199"/>
              </a:spcAft>
              <a:defRPr/>
            </a:pPr>
            <a:r>
              <a:rPr lang="en-US" sz="2200" dirty="0">
                <a:solidFill>
                  <a:srgbClr val="FFFFFF"/>
                </a:solidFill>
              </a:rPr>
              <a:t>Presenter</a:t>
            </a:r>
            <a:endParaRPr sz="2200" dirty="0">
              <a:solidFill>
                <a:srgbClr val="FFFFFF"/>
              </a:solidFill>
            </a:endParaRPr>
          </a:p>
        </p:txBody>
      </p:sp>
      <p:sp>
        <p:nvSpPr>
          <p:cNvPr id="10" name="Title"/>
          <p:cNvSpPr>
            <a:spLocks noGrp="1"/>
          </p:cNvSpPr>
          <p:nvPr>
            <p:ph type="title" hasCustomPrompt="1"/>
          </p:nvPr>
        </p:nvSpPr>
        <p:spPr>
          <a:xfrm>
            <a:off x="6364080" y="4263384"/>
            <a:ext cx="5827921" cy="899665"/>
          </a:xfrm>
          <a:prstGeom prst="rect">
            <a:avLst/>
          </a:prstGeom>
        </p:spPr>
        <p:txBody>
          <a:bodyPr/>
          <a:lstStyle>
            <a:lvl1pPr>
              <a:defRPr lang="en-US" sz="5400" b="0" kern="1200" cap="none" spc="0" baseline="0" smtClean="0">
                <a:ln w="3175">
                  <a:noFill/>
                </a:ln>
                <a:solidFill>
                  <a:schemeClr val="bg1"/>
                </a:solidFill>
                <a:effectLst/>
                <a:latin typeface="+mj-lt"/>
                <a:ea typeface="+mn-ea"/>
                <a:cs typeface="Segoe UI" pitchFamily="34" charset="0"/>
              </a:defRPr>
            </a:lvl1pPr>
          </a:lstStyle>
          <a:p>
            <a:r>
              <a:rPr lang="en-US" dirty="0"/>
              <a:t>Title</a:t>
            </a:r>
          </a:p>
        </p:txBody>
      </p:sp>
    </p:spTree>
    <p:extLst>
      <p:ext uri="{BB962C8B-B14F-4D97-AF65-F5344CB8AC3E}">
        <p14:creationId xmlns:p14="http://schemas.microsoft.com/office/powerpoint/2010/main" val="1964042274"/>
      </p:ext>
    </p:extLst>
  </p:cSld>
  <p:clrMapOvr>
    <a:masterClrMapping/>
  </p:clrMapOvr>
  <p:transition>
    <p:fade/>
  </p:transition>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TItle Box"/>
          <p:cNvSpPr/>
          <p:nvPr/>
        </p:nvSpPr>
        <p:spPr bwMode="auto">
          <a:xfrm>
            <a:off x="6057716" y="4147420"/>
            <a:ext cx="6432145" cy="1733912"/>
          </a:xfrm>
          <a:prstGeom prst="rect">
            <a:avLst/>
          </a:prstGeom>
          <a:solidFill>
            <a:schemeClr val="tx2">
              <a:alpha val="91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pic>
        <p:nvPicPr>
          <p:cNvPr id="7" name="Icon" descr="Ones-and-zeroes2.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6979" y="4928556"/>
            <a:ext cx="2714605" cy="1972396"/>
          </a:xfrm>
          <a:prstGeom prst="rect">
            <a:avLst/>
          </a:prstGeom>
        </p:spPr>
      </p:pic>
      <p:pic>
        <p:nvPicPr>
          <p:cNvPr id="9" name="Azure Light" descr="MS-Azure_rgb_Wht.png"/>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0358686" y="147877"/>
            <a:ext cx="1662233" cy="382281"/>
          </a:xfrm>
          <a:prstGeom prst="rect">
            <a:avLst/>
          </a:prstGeom>
        </p:spPr>
      </p:pic>
      <p:sp>
        <p:nvSpPr>
          <p:cNvPr id="10" name="Title"/>
          <p:cNvSpPr>
            <a:spLocks noGrp="1"/>
          </p:cNvSpPr>
          <p:nvPr>
            <p:ph type="title" hasCustomPrompt="1"/>
          </p:nvPr>
        </p:nvSpPr>
        <p:spPr>
          <a:xfrm>
            <a:off x="6364080" y="4263384"/>
            <a:ext cx="5827921" cy="899665"/>
          </a:xfrm>
          <a:prstGeom prst="rect">
            <a:avLst/>
          </a:prstGeom>
        </p:spPr>
        <p:txBody>
          <a:bodyPr/>
          <a:lstStyle>
            <a:lvl1pPr>
              <a:defRPr lang="en-US" sz="5400" b="0" kern="1200" cap="none" spc="0" baseline="0" smtClean="0">
                <a:ln w="3175">
                  <a:noFill/>
                </a:ln>
                <a:solidFill>
                  <a:schemeClr val="bg1"/>
                </a:solidFill>
                <a:effectLst/>
                <a:latin typeface="+mj-lt"/>
                <a:ea typeface="+mn-ea"/>
                <a:cs typeface="Segoe UI" pitchFamily="34" charset="0"/>
              </a:defRPr>
            </a:lvl1pPr>
          </a:lstStyle>
          <a:p>
            <a:r>
              <a:rPr lang="en-US" dirty="0"/>
              <a:t>Title</a:t>
            </a:r>
          </a:p>
        </p:txBody>
      </p:sp>
    </p:spTree>
    <p:extLst>
      <p:ext uri="{BB962C8B-B14F-4D97-AF65-F5344CB8AC3E}">
        <p14:creationId xmlns:p14="http://schemas.microsoft.com/office/powerpoint/2010/main" val="302528917"/>
      </p:ext>
    </p:extLst>
  </p:cSld>
  <p:clrMapOvr>
    <a:masterClrMapping/>
  </p:clrMapOvr>
  <p:transition>
    <p:fade/>
  </p:transition>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Alt">
    <p:spTree>
      <p:nvGrpSpPr>
        <p:cNvPr id="1" name=""/>
        <p:cNvGrpSpPr/>
        <p:nvPr/>
      </p:nvGrpSpPr>
      <p:grpSpPr>
        <a:xfrm>
          <a:off x="0" y="0"/>
          <a:ext cx="0" cy="0"/>
          <a:chOff x="0" y="0"/>
          <a:chExt cx="0" cy="0"/>
        </a:xfrm>
      </p:grpSpPr>
      <p:pic>
        <p:nvPicPr>
          <p:cNvPr id="6" name="Icon" descr="Ones-and-zeroes2.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6979" y="4928556"/>
            <a:ext cx="2714605" cy="1972396"/>
          </a:xfrm>
          <a:prstGeom prst="rect">
            <a:avLst/>
          </a:prstGeom>
        </p:spPr>
      </p:pic>
      <p:pic>
        <p:nvPicPr>
          <p:cNvPr id="8" name="Azure Light" descr="MS-Azure_rgb_Wht.png"/>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358686" y="147877"/>
            <a:ext cx="1662233" cy="382281"/>
          </a:xfrm>
          <a:prstGeom prst="rect">
            <a:avLst/>
          </a:prstGeom>
        </p:spPr>
      </p:pic>
      <p:sp>
        <p:nvSpPr>
          <p:cNvPr id="9" name="Title"/>
          <p:cNvSpPr>
            <a:spLocks noGrp="1"/>
          </p:cNvSpPr>
          <p:nvPr>
            <p:ph type="title" hasCustomPrompt="1"/>
          </p:nvPr>
        </p:nvSpPr>
        <p:spPr>
          <a:xfrm>
            <a:off x="0" y="2194768"/>
            <a:ext cx="12192001" cy="1081833"/>
          </a:xfrm>
          <a:prstGeom prst="rect">
            <a:avLst/>
          </a:prstGeom>
        </p:spPr>
        <p:txBody>
          <a:bodyPr/>
          <a:lstStyle>
            <a:lvl1pPr algn="ctr">
              <a:defRPr lang="en-US" sz="5400" b="0" kern="1200" cap="none" spc="0" baseline="0" dirty="0" smtClean="0">
                <a:ln w="3175">
                  <a:noFill/>
                </a:ln>
                <a:solidFill>
                  <a:schemeClr val="bg1"/>
                </a:solidFill>
                <a:effectLst/>
                <a:latin typeface="+mj-lt"/>
                <a:ea typeface="+mn-ea"/>
                <a:cs typeface="Segoe UI" pitchFamily="34" charset="0"/>
              </a:defRPr>
            </a:lvl1pPr>
          </a:lstStyle>
          <a:p>
            <a:r>
              <a:rPr lang="en-US" dirty="0"/>
              <a:t>Title</a:t>
            </a:r>
          </a:p>
        </p:txBody>
      </p:sp>
      <p:sp>
        <p:nvSpPr>
          <p:cNvPr id="11" name="Presenter"/>
          <p:cNvSpPr>
            <a:spLocks noGrp="1"/>
          </p:cNvSpPr>
          <p:nvPr>
            <p:ph type="body" sz="quarter" idx="10" hasCustomPrompt="1"/>
          </p:nvPr>
        </p:nvSpPr>
        <p:spPr>
          <a:xfrm>
            <a:off x="-1588" y="3276600"/>
            <a:ext cx="12192000" cy="990600"/>
          </a:xfrm>
          <a:prstGeom prst="rect">
            <a:avLst/>
          </a:prstGeom>
        </p:spPr>
        <p:txBody>
          <a:bodyPr/>
          <a:lstStyle>
            <a:lvl1pPr marL="0" indent="0" algn="ctr">
              <a:buNone/>
              <a:defRPr lang="en-US" sz="2200" b="0" kern="1200" cap="none" spc="-102" baseline="0" dirty="0">
                <a:ln w="3175">
                  <a:noFill/>
                </a:ln>
                <a:solidFill>
                  <a:srgbClr val="FFFFFF"/>
                </a:solidFill>
                <a:effectLst/>
                <a:latin typeface="+mj-lt"/>
                <a:ea typeface="+mn-ea"/>
                <a:cs typeface="Segoe UI" pitchFamily="34" charset="0"/>
              </a:defRPr>
            </a:lvl1pPr>
          </a:lstStyle>
          <a:p>
            <a:pPr lvl="0"/>
            <a:r>
              <a:rPr lang="en-US" dirty="0"/>
              <a:t>Presenter</a:t>
            </a:r>
          </a:p>
        </p:txBody>
      </p:sp>
    </p:spTree>
    <p:extLst>
      <p:ext uri="{BB962C8B-B14F-4D97-AF65-F5344CB8AC3E}">
        <p14:creationId xmlns:p14="http://schemas.microsoft.com/office/powerpoint/2010/main" val="2153966380"/>
      </p:ext>
    </p:extLst>
  </p:cSld>
  <p:clrMapOvr>
    <a:masterClrMapping/>
  </p:clrMapOvr>
  <p:transition>
    <p:fade/>
  </p:transition>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tatement">
    <p:spTree>
      <p:nvGrpSpPr>
        <p:cNvPr id="1" name=""/>
        <p:cNvGrpSpPr/>
        <p:nvPr/>
      </p:nvGrpSpPr>
      <p:grpSpPr>
        <a:xfrm>
          <a:off x="0" y="0"/>
          <a:ext cx="0" cy="0"/>
          <a:chOff x="0" y="0"/>
          <a:chExt cx="0" cy="0"/>
        </a:xfrm>
      </p:grpSpPr>
      <p:sp>
        <p:nvSpPr>
          <p:cNvPr id="3" name="Statement"/>
          <p:cNvSpPr>
            <a:spLocks noGrp="1"/>
          </p:cNvSpPr>
          <p:nvPr>
            <p:ph type="ctrTitle" hasCustomPrompt="1"/>
          </p:nvPr>
        </p:nvSpPr>
        <p:spPr>
          <a:xfrm>
            <a:off x="769466" y="2709521"/>
            <a:ext cx="10722224" cy="1266359"/>
          </a:xfrm>
          <a:prstGeom prst="rect">
            <a:avLst/>
          </a:prstGeom>
        </p:spPr>
        <p:txBody>
          <a:bodyPr>
            <a:noAutofit/>
          </a:bodyPr>
          <a:lstStyle>
            <a:lvl1pPr algn="ctr">
              <a:defRPr sz="8000"/>
            </a:lvl1pPr>
          </a:lstStyle>
          <a:p>
            <a:pPr algn="ctr"/>
            <a:r>
              <a:rPr lang="en-US" sz="7998" dirty="0"/>
              <a:t>Statement</a:t>
            </a:r>
          </a:p>
        </p:txBody>
      </p:sp>
      <p:pic>
        <p:nvPicPr>
          <p:cNvPr id="4" name="Azure Light" descr="MS-Azure_rgb_Wht.png"/>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358686" y="147877"/>
            <a:ext cx="1662233" cy="382281"/>
          </a:xfrm>
          <a:prstGeom prst="rect">
            <a:avLst/>
          </a:prstGeom>
        </p:spPr>
      </p:pic>
    </p:spTree>
    <p:extLst>
      <p:ext uri="{BB962C8B-B14F-4D97-AF65-F5344CB8AC3E}">
        <p14:creationId xmlns:p14="http://schemas.microsoft.com/office/powerpoint/2010/main" val="3732165487"/>
      </p:ext>
    </p:extLst>
  </p:cSld>
  <p:clrMapOvr>
    <a:masterClrMapping/>
  </p:clrMapOvr>
  <p:transition>
    <p:fade/>
  </p:transition>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Blue Blank">
    <p:spTree>
      <p:nvGrpSpPr>
        <p:cNvPr id="1" name=""/>
        <p:cNvGrpSpPr/>
        <p:nvPr/>
      </p:nvGrpSpPr>
      <p:grpSpPr>
        <a:xfrm>
          <a:off x="0" y="0"/>
          <a:ext cx="0" cy="0"/>
          <a:chOff x="0" y="0"/>
          <a:chExt cx="0" cy="0"/>
        </a:xfrm>
      </p:grpSpPr>
      <p:pic>
        <p:nvPicPr>
          <p:cNvPr id="4" name="Azure Light" descr="MS-Azure_rgb_Wht.png"/>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358686" y="147877"/>
            <a:ext cx="1662233" cy="382281"/>
          </a:xfrm>
          <a:prstGeom prst="rect">
            <a:avLst/>
          </a:prstGeom>
        </p:spPr>
      </p:pic>
    </p:spTree>
    <p:extLst>
      <p:ext uri="{BB962C8B-B14F-4D97-AF65-F5344CB8AC3E}">
        <p14:creationId xmlns:p14="http://schemas.microsoft.com/office/powerpoint/2010/main" val="2500372479"/>
      </p:ext>
    </p:extLst>
  </p:cSld>
  <p:clrMapOvr>
    <a:masterClrMapping/>
  </p:clrMapOvr>
  <p:transition>
    <p:fade/>
  </p:transition>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Dark Blue Blank">
    <p:bg>
      <p:bgPr>
        <a:solidFill>
          <a:srgbClr val="004086"/>
        </a:solidFill>
        <a:effectLst/>
      </p:bgPr>
    </p:bg>
    <p:spTree>
      <p:nvGrpSpPr>
        <p:cNvPr id="1" name=""/>
        <p:cNvGrpSpPr/>
        <p:nvPr/>
      </p:nvGrpSpPr>
      <p:grpSpPr>
        <a:xfrm>
          <a:off x="0" y="0"/>
          <a:ext cx="0" cy="0"/>
          <a:chOff x="0" y="0"/>
          <a:chExt cx="0" cy="0"/>
        </a:xfrm>
      </p:grpSpPr>
      <p:pic>
        <p:nvPicPr>
          <p:cNvPr id="4" name="Azure Light" descr="MS-Azure_rgb_Wht.png"/>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358686" y="147877"/>
            <a:ext cx="1662233" cy="382281"/>
          </a:xfrm>
          <a:prstGeom prst="rect">
            <a:avLst/>
          </a:prstGeom>
        </p:spPr>
      </p:pic>
    </p:spTree>
    <p:extLst>
      <p:ext uri="{BB962C8B-B14F-4D97-AF65-F5344CB8AC3E}">
        <p14:creationId xmlns:p14="http://schemas.microsoft.com/office/powerpoint/2010/main" val="2913444099"/>
      </p:ext>
    </p:extLst>
  </p:cSld>
  <p:clrMapOvr>
    <a:masterClrMapping/>
  </p:clrMapOvr>
  <p:transition>
    <p:fade/>
  </p:transition>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Light Blank">
    <p:bg>
      <p:bgRef idx="1001">
        <a:schemeClr val="bg1"/>
      </p:bgRef>
    </p:bg>
    <p:spTree>
      <p:nvGrpSpPr>
        <p:cNvPr id="1" name=""/>
        <p:cNvGrpSpPr/>
        <p:nvPr/>
      </p:nvGrpSpPr>
      <p:grpSpPr>
        <a:xfrm>
          <a:off x="0" y="0"/>
          <a:ext cx="0" cy="0"/>
          <a:chOff x="0" y="0"/>
          <a:chExt cx="0" cy="0"/>
        </a:xfrm>
      </p:grpSpPr>
      <p:pic>
        <p:nvPicPr>
          <p:cNvPr id="4" name="Logo Dark" descr="MS Logo.png"/>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807760" y="6474573"/>
            <a:ext cx="1157499" cy="248097"/>
          </a:xfrm>
          <a:prstGeom prst="rect">
            <a:avLst/>
          </a:prstGeom>
        </p:spPr>
      </p:pic>
      <p:pic>
        <p:nvPicPr>
          <p:cNvPr id="6" name="Azure Dark" descr="MS-Azure_rgb_Blk.png"/>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362282" y="151316"/>
            <a:ext cx="1661373" cy="382084"/>
          </a:xfrm>
          <a:prstGeom prst="rect">
            <a:avLst/>
          </a:prstGeom>
        </p:spPr>
      </p:pic>
    </p:spTree>
    <p:extLst>
      <p:ext uri="{BB962C8B-B14F-4D97-AF65-F5344CB8AC3E}">
        <p14:creationId xmlns:p14="http://schemas.microsoft.com/office/powerpoint/2010/main" val="2640862587"/>
      </p:ext>
    </p:extLst>
  </p:cSld>
  <p:clrMapOvr>
    <a:overrideClrMapping bg1="lt1" tx1="dk1" bg2="lt2" tx2="dk2" accent1="accent1" accent2="accent2" accent3="accent3" accent4="accent4" accent5="accent5" accent6="accent6" hlink="hlink" folHlink="folHlink"/>
  </p:clrMapOvr>
  <p:transition>
    <p:fade/>
  </p:transition>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Gray Blank">
    <p:bg>
      <p:bgPr>
        <a:solidFill>
          <a:schemeClr val="bg2">
            <a:lumMod val="25000"/>
          </a:schemeClr>
        </a:solidFill>
        <a:effectLst/>
      </p:bgPr>
    </p:bg>
    <p:spTree>
      <p:nvGrpSpPr>
        <p:cNvPr id="1" name=""/>
        <p:cNvGrpSpPr/>
        <p:nvPr/>
      </p:nvGrpSpPr>
      <p:grpSpPr>
        <a:xfrm>
          <a:off x="0" y="0"/>
          <a:ext cx="0" cy="0"/>
          <a:chOff x="0" y="0"/>
          <a:chExt cx="0" cy="0"/>
        </a:xfrm>
      </p:grpSpPr>
      <p:pic>
        <p:nvPicPr>
          <p:cNvPr id="5" name="Azure Light" descr="MS-Azure_rgb_Wht.png"/>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358686" y="147877"/>
            <a:ext cx="1662233" cy="382281"/>
          </a:xfrm>
          <a:prstGeom prst="rect">
            <a:avLst/>
          </a:prstGeom>
        </p:spPr>
      </p:pic>
      <p:pic>
        <p:nvPicPr>
          <p:cNvPr id="7" name="Logo" descr="MS Logo White.png"/>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805329" y="6468242"/>
            <a:ext cx="1169019" cy="250567"/>
          </a:xfrm>
          <a:prstGeom prst="rect">
            <a:avLst/>
          </a:prstGeom>
        </p:spPr>
      </p:pic>
    </p:spTree>
    <p:extLst>
      <p:ext uri="{BB962C8B-B14F-4D97-AF65-F5344CB8AC3E}">
        <p14:creationId xmlns:p14="http://schemas.microsoft.com/office/powerpoint/2010/main" val="1866025619"/>
      </p:ext>
    </p:extLst>
  </p:cSld>
  <p:clrMapOvr>
    <a:masterClrMapping/>
  </p:clrMapOvr>
  <p:transition>
    <p:fade/>
  </p:transition>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Green Blank">
    <p:bg>
      <p:bgPr>
        <a:solidFill>
          <a:srgbClr val="003630"/>
        </a:solidFill>
        <a:effectLst/>
      </p:bgPr>
    </p:bg>
    <p:spTree>
      <p:nvGrpSpPr>
        <p:cNvPr id="1" name=""/>
        <p:cNvGrpSpPr/>
        <p:nvPr/>
      </p:nvGrpSpPr>
      <p:grpSpPr>
        <a:xfrm>
          <a:off x="0" y="0"/>
          <a:ext cx="0" cy="0"/>
          <a:chOff x="0" y="0"/>
          <a:chExt cx="0" cy="0"/>
        </a:xfrm>
      </p:grpSpPr>
      <p:pic>
        <p:nvPicPr>
          <p:cNvPr id="5" name="Azure Light" descr="MS-Azure_rgb_Wht.png"/>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358686" y="147877"/>
            <a:ext cx="1662233" cy="382281"/>
          </a:xfrm>
          <a:prstGeom prst="rect">
            <a:avLst/>
          </a:prstGeom>
        </p:spPr>
      </p:pic>
      <p:pic>
        <p:nvPicPr>
          <p:cNvPr id="6" name="Logo" descr="MS Logo White.png"/>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805329" y="6468242"/>
            <a:ext cx="1169019" cy="250567"/>
          </a:xfrm>
          <a:prstGeom prst="rect">
            <a:avLst/>
          </a:prstGeom>
        </p:spPr>
      </p:pic>
    </p:spTree>
    <p:extLst>
      <p:ext uri="{BB962C8B-B14F-4D97-AF65-F5344CB8AC3E}">
        <p14:creationId xmlns:p14="http://schemas.microsoft.com/office/powerpoint/2010/main" val="3637976168"/>
      </p:ext>
    </p:extLst>
  </p:cSld>
  <p:clrMapOvr>
    <a:masterClrMapping/>
  </p:clrMapOvr>
  <p:transition>
    <p:fade/>
  </p:transition>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urple Blank">
    <p:bg>
      <p:bgPr>
        <a:solidFill>
          <a:schemeClr val="accent2">
            <a:lumMod val="50000"/>
          </a:schemeClr>
        </a:solidFill>
        <a:effectLst/>
      </p:bgPr>
    </p:bg>
    <p:spTree>
      <p:nvGrpSpPr>
        <p:cNvPr id="1" name=""/>
        <p:cNvGrpSpPr/>
        <p:nvPr/>
      </p:nvGrpSpPr>
      <p:grpSpPr>
        <a:xfrm>
          <a:off x="0" y="0"/>
          <a:ext cx="0" cy="0"/>
          <a:chOff x="0" y="0"/>
          <a:chExt cx="0" cy="0"/>
        </a:xfrm>
      </p:grpSpPr>
      <p:pic>
        <p:nvPicPr>
          <p:cNvPr id="5" name="Azure Light" descr="MS-Azure_rgb_Wht.png"/>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358686" y="147877"/>
            <a:ext cx="1662233" cy="382281"/>
          </a:xfrm>
          <a:prstGeom prst="rect">
            <a:avLst/>
          </a:prstGeom>
        </p:spPr>
      </p:pic>
      <p:pic>
        <p:nvPicPr>
          <p:cNvPr id="6" name="Logo" descr="MS Logo White.png"/>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805329" y="6468242"/>
            <a:ext cx="1169019" cy="250567"/>
          </a:xfrm>
          <a:prstGeom prst="rect">
            <a:avLst/>
          </a:prstGeom>
        </p:spPr>
      </p:pic>
    </p:spTree>
    <p:extLst>
      <p:ext uri="{BB962C8B-B14F-4D97-AF65-F5344CB8AC3E}">
        <p14:creationId xmlns:p14="http://schemas.microsoft.com/office/powerpoint/2010/main" val="2629982698"/>
      </p:ext>
    </p:extLst>
  </p:cSld>
  <p:clrMapOvr>
    <a:masterClrMapping/>
  </p:clrMapOvr>
  <p:transition>
    <p:fade/>
  </p:transition>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Headline and Content">
    <p:spTree>
      <p:nvGrpSpPr>
        <p:cNvPr id="1" name=""/>
        <p:cNvGrpSpPr/>
        <p:nvPr/>
      </p:nvGrpSpPr>
      <p:grpSpPr>
        <a:xfrm>
          <a:off x="0" y="0"/>
          <a:ext cx="0" cy="0"/>
          <a:chOff x="0" y="0"/>
          <a:chExt cx="0" cy="0"/>
        </a:xfrm>
      </p:grpSpPr>
      <p:sp>
        <p:nvSpPr>
          <p:cNvPr id="3" name="White Background"/>
          <p:cNvSpPr/>
          <p:nvPr/>
        </p:nvSpPr>
        <p:spPr bwMode="auto">
          <a:xfrm>
            <a:off x="1" y="3365500"/>
            <a:ext cx="12192000" cy="3492500"/>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pic>
        <p:nvPicPr>
          <p:cNvPr id="4" name="Logo Dark" descr="MS Logo.png"/>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807760" y="6474573"/>
            <a:ext cx="1157499" cy="248097"/>
          </a:xfrm>
          <a:prstGeom prst="rect">
            <a:avLst/>
          </a:prstGeom>
        </p:spPr>
      </p:pic>
      <p:pic>
        <p:nvPicPr>
          <p:cNvPr id="8" name="Azure Light" descr="MS-Azure_rgb_Wht.png"/>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358686" y="147877"/>
            <a:ext cx="1662233" cy="382281"/>
          </a:xfrm>
          <a:prstGeom prst="rect">
            <a:avLst/>
          </a:prstGeom>
        </p:spPr>
      </p:pic>
      <p:sp>
        <p:nvSpPr>
          <p:cNvPr id="12" name="Body"/>
          <p:cNvSpPr>
            <a:spLocks noGrp="1"/>
          </p:cNvSpPr>
          <p:nvPr>
            <p:ph type="body" sz="quarter" idx="11"/>
          </p:nvPr>
        </p:nvSpPr>
        <p:spPr>
          <a:xfrm>
            <a:off x="373985" y="4824404"/>
            <a:ext cx="6750030" cy="1139825"/>
          </a:xfrm>
          <a:prstGeom prst="rect">
            <a:avLst/>
          </a:prstGeom>
        </p:spPr>
        <p:txBody>
          <a:bodyPr/>
          <a:lstStyle>
            <a:lvl1pPr>
              <a:buClr>
                <a:schemeClr val="tx2"/>
              </a:buClr>
              <a:defRPr lang="en-US" sz="2000" kern="1200" spc="0" baseline="0" dirty="0" smtClean="0">
                <a:solidFill>
                  <a:srgbClr val="0072C6"/>
                </a:solidFill>
                <a:latin typeface="Segoe UI Light" panose="020B0502040204020203" pitchFamily="34" charset="0"/>
                <a:ea typeface="+mn-ea"/>
                <a:cs typeface="+mn-cs"/>
              </a:defRPr>
            </a:lvl1pPr>
            <a:lvl2pPr>
              <a:buClr>
                <a:schemeClr val="tx2"/>
              </a:buClr>
              <a:defRPr lang="en-US" sz="2000" kern="1200" spc="0" baseline="0" dirty="0" smtClean="0">
                <a:solidFill>
                  <a:srgbClr val="0072C6"/>
                </a:solidFill>
                <a:latin typeface="Segoe UI Light" panose="020B0502040204020203" pitchFamily="34" charset="0"/>
                <a:ea typeface="+mn-ea"/>
                <a:cs typeface="+mn-cs"/>
              </a:defRPr>
            </a:lvl2pPr>
            <a:lvl3pPr>
              <a:buClr>
                <a:schemeClr val="tx2"/>
              </a:buClr>
              <a:defRPr lang="en-US" sz="2000" kern="1200" spc="0" baseline="0" dirty="0" smtClean="0">
                <a:solidFill>
                  <a:srgbClr val="0072C6"/>
                </a:solidFill>
                <a:latin typeface="Segoe UI Light" panose="020B0502040204020203" pitchFamily="34" charset="0"/>
                <a:ea typeface="+mn-ea"/>
                <a:cs typeface="+mn-cs"/>
              </a:defRPr>
            </a:lvl3pPr>
            <a:lvl4pPr>
              <a:buClr>
                <a:schemeClr val="tx2"/>
              </a:buClr>
              <a:defRPr lang="en-US" sz="2000" kern="1200" spc="0" baseline="0" dirty="0" smtClean="0">
                <a:solidFill>
                  <a:srgbClr val="0072C6"/>
                </a:solidFill>
                <a:latin typeface="Segoe UI Light" panose="020B0502040204020203" pitchFamily="34" charset="0"/>
                <a:ea typeface="+mn-ea"/>
                <a:cs typeface="+mn-cs"/>
              </a:defRPr>
            </a:lvl4pPr>
            <a:lvl5pPr>
              <a:buClr>
                <a:schemeClr val="tx2"/>
              </a:buClr>
              <a:defRPr lang="en-US" sz="2000" kern="1200" spc="0" baseline="0" dirty="0" smtClean="0">
                <a:solidFill>
                  <a:srgbClr val="0072C6"/>
                </a:solidFill>
                <a:latin typeface="Segoe UI Light" panose="020B0502040204020203" pitchFamily="34" charset="0"/>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Subhead"/>
          <p:cNvSpPr>
            <a:spLocks noGrp="1"/>
          </p:cNvSpPr>
          <p:nvPr>
            <p:ph type="body" sz="quarter" idx="12" hasCustomPrompt="1"/>
          </p:nvPr>
        </p:nvSpPr>
        <p:spPr>
          <a:xfrm>
            <a:off x="374748" y="3873501"/>
            <a:ext cx="6748632" cy="950913"/>
          </a:xfrm>
          <a:prstGeom prst="rect">
            <a:avLst/>
          </a:prstGeom>
        </p:spPr>
        <p:txBody>
          <a:bodyPr/>
          <a:lstStyle>
            <a:lvl1pPr marL="0" indent="0">
              <a:buNone/>
              <a:defRPr>
                <a:solidFill>
                  <a:schemeClr val="tx2"/>
                </a:solidFill>
              </a:defRPr>
            </a:lvl1pPr>
            <a:lvl2pPr marL="336076" indent="0">
              <a:buNone/>
              <a:defRPr>
                <a:solidFill>
                  <a:schemeClr val="tx2"/>
                </a:solidFill>
              </a:defRPr>
            </a:lvl2pPr>
            <a:lvl3pPr marL="560127" indent="0">
              <a:buNone/>
              <a:defRPr>
                <a:solidFill>
                  <a:schemeClr val="tx2"/>
                </a:solidFill>
              </a:defRPr>
            </a:lvl3pPr>
            <a:lvl4pPr marL="784178" indent="0">
              <a:buNone/>
              <a:defRPr>
                <a:solidFill>
                  <a:schemeClr val="tx2"/>
                </a:solidFill>
              </a:defRPr>
            </a:lvl4pPr>
            <a:lvl5pPr marL="1008229" indent="0">
              <a:buNone/>
              <a:defRPr>
                <a:solidFill>
                  <a:schemeClr val="tx2"/>
                </a:solidFill>
              </a:defRPr>
            </a:lvl5pPr>
          </a:lstStyle>
          <a:p>
            <a:pPr lvl="0"/>
            <a:r>
              <a:rPr lang="en-US" dirty="0"/>
              <a:t>Subhead</a:t>
            </a:r>
          </a:p>
        </p:txBody>
      </p:sp>
      <p:sp>
        <p:nvSpPr>
          <p:cNvPr id="7" name="Headline"/>
          <p:cNvSpPr>
            <a:spLocks noGrp="1"/>
          </p:cNvSpPr>
          <p:nvPr>
            <p:ph type="title"/>
          </p:nvPr>
        </p:nvSpPr>
        <p:spPr>
          <a:xfrm>
            <a:off x="274712" y="930351"/>
            <a:ext cx="9976363" cy="917575"/>
          </a:xfrm>
          <a:prstGeom prst="rect">
            <a:avLst/>
          </a:prstGeom>
        </p:spPr>
        <p:txBody>
          <a:bodyPr/>
          <a:lstStyle/>
          <a:p>
            <a:r>
              <a:rPr lang="en-US" sz="4800">
                <a:solidFill>
                  <a:schemeClr val="bg1"/>
                </a:solidFill>
              </a:rPr>
              <a:t>Click to edit Master title style</a:t>
            </a:r>
            <a:endParaRPr lang="en-US" sz="4800" dirty="0">
              <a:solidFill>
                <a:schemeClr val="bg1"/>
              </a:solidFill>
            </a:endParaRPr>
          </a:p>
        </p:txBody>
      </p:sp>
    </p:spTree>
    <p:extLst>
      <p:ext uri="{BB962C8B-B14F-4D97-AF65-F5344CB8AC3E}">
        <p14:creationId xmlns:p14="http://schemas.microsoft.com/office/powerpoint/2010/main" val="3612628345"/>
      </p:ext>
    </p:extLst>
  </p:cSld>
  <p:clrMapOvr>
    <a:masterClrMapping/>
  </p:clrMapOvr>
  <p:transition>
    <p:fade/>
  </p:transition>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Headline">
    <p:spTree>
      <p:nvGrpSpPr>
        <p:cNvPr id="1" name=""/>
        <p:cNvGrpSpPr/>
        <p:nvPr/>
      </p:nvGrpSpPr>
      <p:grpSpPr>
        <a:xfrm>
          <a:off x="0" y="0"/>
          <a:ext cx="0" cy="0"/>
          <a:chOff x="0" y="0"/>
          <a:chExt cx="0" cy="0"/>
        </a:xfrm>
      </p:grpSpPr>
      <p:sp>
        <p:nvSpPr>
          <p:cNvPr id="3" name="White Background"/>
          <p:cNvSpPr/>
          <p:nvPr/>
        </p:nvSpPr>
        <p:spPr bwMode="auto">
          <a:xfrm>
            <a:off x="1" y="3365500"/>
            <a:ext cx="12192000" cy="3492500"/>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pic>
        <p:nvPicPr>
          <p:cNvPr id="4" name="Logo Dark" descr="MS Logo.png"/>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807760" y="6474573"/>
            <a:ext cx="1157499" cy="248097"/>
          </a:xfrm>
          <a:prstGeom prst="rect">
            <a:avLst/>
          </a:prstGeom>
        </p:spPr>
      </p:pic>
      <p:pic>
        <p:nvPicPr>
          <p:cNvPr id="8" name="Azure Light" descr="MS-Azure_rgb_Wht.png"/>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358686" y="147877"/>
            <a:ext cx="1662233" cy="382281"/>
          </a:xfrm>
          <a:prstGeom prst="rect">
            <a:avLst/>
          </a:prstGeom>
        </p:spPr>
      </p:pic>
      <p:sp>
        <p:nvSpPr>
          <p:cNvPr id="14" name="Subhead"/>
          <p:cNvSpPr>
            <a:spLocks noGrp="1"/>
          </p:cNvSpPr>
          <p:nvPr>
            <p:ph type="body" sz="quarter" idx="12" hasCustomPrompt="1"/>
          </p:nvPr>
        </p:nvSpPr>
        <p:spPr>
          <a:xfrm>
            <a:off x="374748" y="3873501"/>
            <a:ext cx="6748632" cy="950913"/>
          </a:xfrm>
          <a:prstGeom prst="rect">
            <a:avLst/>
          </a:prstGeom>
        </p:spPr>
        <p:txBody>
          <a:bodyPr/>
          <a:lstStyle>
            <a:lvl1pPr marL="0" indent="0">
              <a:buNone/>
              <a:defRPr>
                <a:solidFill>
                  <a:schemeClr val="tx2"/>
                </a:solidFill>
              </a:defRPr>
            </a:lvl1pPr>
            <a:lvl2pPr marL="336076" indent="0">
              <a:buNone/>
              <a:defRPr>
                <a:solidFill>
                  <a:schemeClr val="tx2"/>
                </a:solidFill>
              </a:defRPr>
            </a:lvl2pPr>
            <a:lvl3pPr marL="560127" indent="0">
              <a:buNone/>
              <a:defRPr>
                <a:solidFill>
                  <a:schemeClr val="tx2"/>
                </a:solidFill>
              </a:defRPr>
            </a:lvl3pPr>
            <a:lvl4pPr marL="784178" indent="0">
              <a:buNone/>
              <a:defRPr>
                <a:solidFill>
                  <a:schemeClr val="tx2"/>
                </a:solidFill>
              </a:defRPr>
            </a:lvl4pPr>
            <a:lvl5pPr marL="1008229" indent="0">
              <a:buNone/>
              <a:defRPr>
                <a:solidFill>
                  <a:schemeClr val="tx2"/>
                </a:solidFill>
              </a:defRPr>
            </a:lvl5pPr>
          </a:lstStyle>
          <a:p>
            <a:pPr lvl="0"/>
            <a:r>
              <a:rPr lang="en-US" dirty="0"/>
              <a:t>Subhead</a:t>
            </a:r>
          </a:p>
        </p:txBody>
      </p:sp>
      <p:sp>
        <p:nvSpPr>
          <p:cNvPr id="7" name="Headline"/>
          <p:cNvSpPr>
            <a:spLocks noGrp="1"/>
          </p:cNvSpPr>
          <p:nvPr>
            <p:ph type="title"/>
          </p:nvPr>
        </p:nvSpPr>
        <p:spPr>
          <a:xfrm>
            <a:off x="274712" y="930351"/>
            <a:ext cx="9976363" cy="917575"/>
          </a:xfrm>
          <a:prstGeom prst="rect">
            <a:avLst/>
          </a:prstGeom>
        </p:spPr>
        <p:txBody>
          <a:bodyPr/>
          <a:lstStyle/>
          <a:p>
            <a:r>
              <a:rPr lang="en-US" sz="4800">
                <a:solidFill>
                  <a:schemeClr val="bg1"/>
                </a:solidFill>
              </a:rPr>
              <a:t>Click to edit Master title style</a:t>
            </a:r>
            <a:endParaRPr lang="en-US" sz="4800" dirty="0">
              <a:solidFill>
                <a:schemeClr val="bg1"/>
              </a:solidFill>
            </a:endParaRPr>
          </a:p>
        </p:txBody>
      </p:sp>
      <p:pic>
        <p:nvPicPr>
          <p:cNvPr id="9" name="Icon" descr="Ones-and-zeroes2.png"/>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6979" y="4928556"/>
            <a:ext cx="2714605" cy="1972396"/>
          </a:xfrm>
          <a:prstGeom prst="rect">
            <a:avLst/>
          </a:prstGeom>
        </p:spPr>
      </p:pic>
    </p:spTree>
    <p:extLst>
      <p:ext uri="{BB962C8B-B14F-4D97-AF65-F5344CB8AC3E}">
        <p14:creationId xmlns:p14="http://schemas.microsoft.com/office/powerpoint/2010/main" val="1031838053"/>
      </p:ext>
    </p:extLst>
  </p:cSld>
  <p:clrMapOvr>
    <a:masterClrMapping/>
  </p:clrMapOvr>
  <p:transition>
    <p:fade/>
  </p:transition>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Blank Half">
    <p:spTree>
      <p:nvGrpSpPr>
        <p:cNvPr id="1" name=""/>
        <p:cNvGrpSpPr/>
        <p:nvPr/>
      </p:nvGrpSpPr>
      <p:grpSpPr>
        <a:xfrm>
          <a:off x="0" y="0"/>
          <a:ext cx="0" cy="0"/>
          <a:chOff x="0" y="0"/>
          <a:chExt cx="0" cy="0"/>
        </a:xfrm>
      </p:grpSpPr>
      <p:sp>
        <p:nvSpPr>
          <p:cNvPr id="3" name="White Background"/>
          <p:cNvSpPr/>
          <p:nvPr/>
        </p:nvSpPr>
        <p:spPr bwMode="auto">
          <a:xfrm>
            <a:off x="1" y="3365500"/>
            <a:ext cx="12192000" cy="3492500"/>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pic>
        <p:nvPicPr>
          <p:cNvPr id="4" name="Logo Dark" descr="MS Logo.png"/>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807760" y="6474573"/>
            <a:ext cx="1157499" cy="248097"/>
          </a:xfrm>
          <a:prstGeom prst="rect">
            <a:avLst/>
          </a:prstGeom>
        </p:spPr>
      </p:pic>
      <p:pic>
        <p:nvPicPr>
          <p:cNvPr id="8" name="Azure Light" descr="MS-Azure_rgb_Wht.png"/>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358686" y="147877"/>
            <a:ext cx="1662233" cy="382281"/>
          </a:xfrm>
          <a:prstGeom prst="rect">
            <a:avLst/>
          </a:prstGeom>
        </p:spPr>
      </p:pic>
      <p:pic>
        <p:nvPicPr>
          <p:cNvPr id="9" name="Icon" descr="Ones-and-zeroes2.png"/>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6979" y="4928556"/>
            <a:ext cx="2714605" cy="1972396"/>
          </a:xfrm>
          <a:prstGeom prst="rect">
            <a:avLst/>
          </a:prstGeom>
        </p:spPr>
      </p:pic>
    </p:spTree>
    <p:extLst>
      <p:ext uri="{BB962C8B-B14F-4D97-AF65-F5344CB8AC3E}">
        <p14:creationId xmlns:p14="http://schemas.microsoft.com/office/powerpoint/2010/main" val="2169800163"/>
      </p:ext>
    </p:extLst>
  </p:cSld>
  <p:clrMapOvr>
    <a:masterClrMapping/>
  </p:clrMapOvr>
  <p:transition>
    <p:fade/>
  </p:transition>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Headline and Content Alt">
    <p:bg>
      <p:bgRef idx="1001">
        <a:schemeClr val="bg1"/>
      </p:bgRef>
    </p:bg>
    <p:spTree>
      <p:nvGrpSpPr>
        <p:cNvPr id="1" name=""/>
        <p:cNvGrpSpPr/>
        <p:nvPr/>
      </p:nvGrpSpPr>
      <p:grpSpPr>
        <a:xfrm>
          <a:off x="0" y="0"/>
          <a:ext cx="0" cy="0"/>
          <a:chOff x="0" y="0"/>
          <a:chExt cx="0" cy="0"/>
        </a:xfrm>
      </p:grpSpPr>
      <p:sp>
        <p:nvSpPr>
          <p:cNvPr id="13" name="White Background"/>
          <p:cNvSpPr/>
          <p:nvPr/>
        </p:nvSpPr>
        <p:spPr bwMode="auto">
          <a:xfrm>
            <a:off x="1" y="5256715"/>
            <a:ext cx="12192000" cy="1601285"/>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pic>
        <p:nvPicPr>
          <p:cNvPr id="9" name="Icon" descr="Ones-and-zeroes2.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6979" y="4928556"/>
            <a:ext cx="2714605" cy="1972396"/>
          </a:xfrm>
          <a:prstGeom prst="rect">
            <a:avLst/>
          </a:prstGeom>
        </p:spPr>
      </p:pic>
      <p:pic>
        <p:nvPicPr>
          <p:cNvPr id="12" name="Azure Dark" descr="MS-Azure_rgb_Blk.png"/>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362282" y="151316"/>
            <a:ext cx="1661373" cy="382084"/>
          </a:xfrm>
          <a:prstGeom prst="rect">
            <a:avLst/>
          </a:prstGeom>
        </p:spPr>
      </p:pic>
      <p:sp>
        <p:nvSpPr>
          <p:cNvPr id="10" name="Headline"/>
          <p:cNvSpPr>
            <a:spLocks noGrp="1"/>
          </p:cNvSpPr>
          <p:nvPr>
            <p:ph type="title"/>
          </p:nvPr>
        </p:nvSpPr>
        <p:spPr>
          <a:xfrm>
            <a:off x="274712" y="930351"/>
            <a:ext cx="9976363" cy="917575"/>
          </a:xfrm>
          <a:prstGeom prst="rect">
            <a:avLst/>
          </a:prstGeom>
        </p:spPr>
        <p:txBody>
          <a:bodyPr/>
          <a:lstStyle>
            <a:lvl1pPr>
              <a:defRPr>
                <a:solidFill>
                  <a:schemeClr val="tx2"/>
                </a:solidFill>
              </a:defRPr>
            </a:lvl1pPr>
          </a:lstStyle>
          <a:p>
            <a:r>
              <a:rPr lang="en-US" sz="4800">
                <a:solidFill>
                  <a:srgbClr val="0072C6"/>
                </a:solidFill>
                <a:latin typeface="Segoe UI Light" panose="020B0502040204020203" pitchFamily="34" charset="0"/>
              </a:rPr>
              <a:t>Click to edit Master title style</a:t>
            </a:r>
            <a:endParaRPr lang="en-US" sz="4800" dirty="0">
              <a:solidFill>
                <a:srgbClr val="0072C6"/>
              </a:solidFill>
              <a:latin typeface="Segoe UI Light" panose="020B0502040204020203" pitchFamily="34" charset="0"/>
            </a:endParaRPr>
          </a:p>
        </p:txBody>
      </p:sp>
      <p:sp>
        <p:nvSpPr>
          <p:cNvPr id="6" name="Body"/>
          <p:cNvSpPr>
            <a:spLocks noGrp="1"/>
          </p:cNvSpPr>
          <p:nvPr>
            <p:ph sz="quarter" idx="10"/>
          </p:nvPr>
        </p:nvSpPr>
        <p:spPr>
          <a:xfrm>
            <a:off x="274712" y="2193928"/>
            <a:ext cx="9976860" cy="2719388"/>
          </a:xfrm>
          <a:prstGeom prst="rect">
            <a:avLst/>
          </a:prstGeom>
        </p:spPr>
        <p:txBody>
          <a:bodyPr/>
          <a:lstStyle>
            <a:lvl1pPr>
              <a:buClr>
                <a:schemeClr val="tx2"/>
              </a:buClr>
              <a:defRPr sz="2000">
                <a:solidFill>
                  <a:schemeClr val="tx2"/>
                </a:solidFill>
              </a:defRPr>
            </a:lvl1pPr>
            <a:lvl2pPr>
              <a:buClr>
                <a:schemeClr val="tx2"/>
              </a:buClr>
              <a:defRPr sz="2000">
                <a:solidFill>
                  <a:schemeClr val="tx2"/>
                </a:solidFill>
              </a:defRPr>
            </a:lvl2pPr>
            <a:lvl3pPr>
              <a:buClr>
                <a:schemeClr val="tx2"/>
              </a:buClr>
              <a:defRPr sz="2000">
                <a:solidFill>
                  <a:schemeClr val="tx2"/>
                </a:solidFill>
              </a:defRPr>
            </a:lvl3pPr>
            <a:lvl4pPr>
              <a:buClr>
                <a:schemeClr val="tx2"/>
              </a:buClr>
              <a:defRPr sz="2000">
                <a:solidFill>
                  <a:schemeClr val="tx2"/>
                </a:solidFill>
              </a:defRPr>
            </a:lvl4pPr>
            <a:lvl5pPr>
              <a:buClr>
                <a:schemeClr val="tx2"/>
              </a:buClr>
              <a:defRPr sz="200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5" name="Logo" descr="MS Logo White.png"/>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0805329" y="6468242"/>
            <a:ext cx="1169019" cy="250567"/>
          </a:xfrm>
          <a:prstGeom prst="rect">
            <a:avLst/>
          </a:prstGeom>
        </p:spPr>
      </p:pic>
    </p:spTree>
    <p:extLst>
      <p:ext uri="{BB962C8B-B14F-4D97-AF65-F5344CB8AC3E}">
        <p14:creationId xmlns:p14="http://schemas.microsoft.com/office/powerpoint/2010/main" val="393712641"/>
      </p:ext>
    </p:extLst>
  </p:cSld>
  <p:clrMapOvr>
    <a:overrideClrMapping bg1="lt1" tx1="dk1" bg2="lt2" tx2="dk2" accent1="accent1" accent2="accent2" accent3="accent3" accent4="accent4" accent5="accent5" accent6="accent6" hlink="hlink" folHlink="folHlink"/>
  </p:clrMapOvr>
  <p:transition>
    <p:fade/>
  </p:transition>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Headline Only Alt">
    <p:bg>
      <p:bgRef idx="1001">
        <a:schemeClr val="bg1"/>
      </p:bgRef>
    </p:bg>
    <p:spTree>
      <p:nvGrpSpPr>
        <p:cNvPr id="1" name=""/>
        <p:cNvGrpSpPr/>
        <p:nvPr/>
      </p:nvGrpSpPr>
      <p:grpSpPr>
        <a:xfrm>
          <a:off x="0" y="0"/>
          <a:ext cx="0" cy="0"/>
          <a:chOff x="0" y="0"/>
          <a:chExt cx="0" cy="0"/>
        </a:xfrm>
      </p:grpSpPr>
      <p:sp>
        <p:nvSpPr>
          <p:cNvPr id="7" name="White Background"/>
          <p:cNvSpPr/>
          <p:nvPr/>
        </p:nvSpPr>
        <p:spPr bwMode="auto">
          <a:xfrm>
            <a:off x="1" y="5256715"/>
            <a:ext cx="12192000" cy="1601285"/>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pic>
        <p:nvPicPr>
          <p:cNvPr id="9" name="Icon" descr="Ones-and-zeroes2.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6979" y="4928556"/>
            <a:ext cx="2714605" cy="1972396"/>
          </a:xfrm>
          <a:prstGeom prst="rect">
            <a:avLst/>
          </a:prstGeom>
        </p:spPr>
      </p:pic>
      <p:pic>
        <p:nvPicPr>
          <p:cNvPr id="12" name="Azure Dark" descr="MS-Azure_rgb_Blk.png"/>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362282" y="151316"/>
            <a:ext cx="1661373" cy="382084"/>
          </a:xfrm>
          <a:prstGeom prst="rect">
            <a:avLst/>
          </a:prstGeom>
        </p:spPr>
      </p:pic>
      <p:sp>
        <p:nvSpPr>
          <p:cNvPr id="10" name="Headline"/>
          <p:cNvSpPr>
            <a:spLocks noGrp="1"/>
          </p:cNvSpPr>
          <p:nvPr>
            <p:ph type="title"/>
          </p:nvPr>
        </p:nvSpPr>
        <p:spPr>
          <a:xfrm>
            <a:off x="274712" y="930351"/>
            <a:ext cx="9976363" cy="917575"/>
          </a:xfrm>
          <a:prstGeom prst="rect">
            <a:avLst/>
          </a:prstGeom>
        </p:spPr>
        <p:txBody>
          <a:bodyPr/>
          <a:lstStyle>
            <a:lvl1pPr>
              <a:defRPr>
                <a:solidFill>
                  <a:schemeClr val="tx2"/>
                </a:solidFill>
              </a:defRPr>
            </a:lvl1pPr>
          </a:lstStyle>
          <a:p>
            <a:r>
              <a:rPr lang="en-US" sz="4800">
                <a:solidFill>
                  <a:srgbClr val="0072C6"/>
                </a:solidFill>
                <a:latin typeface="Segoe UI Light" panose="020B0502040204020203" pitchFamily="34" charset="0"/>
              </a:rPr>
              <a:t>Click to edit Master title style</a:t>
            </a:r>
            <a:endParaRPr lang="en-US" sz="4800" dirty="0">
              <a:solidFill>
                <a:srgbClr val="0072C6"/>
              </a:solidFill>
              <a:latin typeface="Segoe UI Light" panose="020B0502040204020203" pitchFamily="34" charset="0"/>
            </a:endParaRPr>
          </a:p>
        </p:txBody>
      </p:sp>
      <p:pic>
        <p:nvPicPr>
          <p:cNvPr id="8" name="Logo" descr="MS Logo White.png"/>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0805329" y="6468242"/>
            <a:ext cx="1169019" cy="250567"/>
          </a:xfrm>
          <a:prstGeom prst="rect">
            <a:avLst/>
          </a:prstGeom>
        </p:spPr>
      </p:pic>
    </p:spTree>
    <p:extLst>
      <p:ext uri="{BB962C8B-B14F-4D97-AF65-F5344CB8AC3E}">
        <p14:creationId xmlns:p14="http://schemas.microsoft.com/office/powerpoint/2010/main" val="577571455"/>
      </p:ext>
    </p:extLst>
  </p:cSld>
  <p:clrMapOvr>
    <a:overrideClrMapping bg1="lt1" tx1="dk1" bg2="lt2" tx2="dk2" accent1="accent1" accent2="accent2" accent3="accent3" accent4="accent4" accent5="accent5" accent6="accent6" hlink="hlink" folHlink="folHlink"/>
  </p:clrMapOvr>
  <p:transition>
    <p:fade/>
  </p:transition>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Headline Bottom Only">
    <p:bg>
      <p:bgRef idx="1001">
        <a:schemeClr val="bg1"/>
      </p:bgRef>
    </p:bg>
    <p:spTree>
      <p:nvGrpSpPr>
        <p:cNvPr id="1" name=""/>
        <p:cNvGrpSpPr/>
        <p:nvPr/>
      </p:nvGrpSpPr>
      <p:grpSpPr>
        <a:xfrm>
          <a:off x="0" y="0"/>
          <a:ext cx="0" cy="0"/>
          <a:chOff x="0" y="0"/>
          <a:chExt cx="0" cy="0"/>
        </a:xfrm>
      </p:grpSpPr>
      <p:sp>
        <p:nvSpPr>
          <p:cNvPr id="7" name="White Background"/>
          <p:cNvSpPr/>
          <p:nvPr/>
        </p:nvSpPr>
        <p:spPr bwMode="auto">
          <a:xfrm>
            <a:off x="1" y="5256715"/>
            <a:ext cx="12192000" cy="1601285"/>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pic>
        <p:nvPicPr>
          <p:cNvPr id="9" name="Icon" descr="Ones-and-zeroes2.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6979" y="4928556"/>
            <a:ext cx="2714605" cy="1972396"/>
          </a:xfrm>
          <a:prstGeom prst="rect">
            <a:avLst/>
          </a:prstGeom>
        </p:spPr>
      </p:pic>
      <p:pic>
        <p:nvPicPr>
          <p:cNvPr id="12" name="Azure Dark" descr="MS-Azure_rgb_Blk.png"/>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362282" y="151316"/>
            <a:ext cx="1661373" cy="382084"/>
          </a:xfrm>
          <a:prstGeom prst="rect">
            <a:avLst/>
          </a:prstGeom>
        </p:spPr>
      </p:pic>
      <p:sp>
        <p:nvSpPr>
          <p:cNvPr id="10" name="Headline"/>
          <p:cNvSpPr>
            <a:spLocks noGrp="1"/>
          </p:cNvSpPr>
          <p:nvPr>
            <p:ph type="title"/>
          </p:nvPr>
        </p:nvSpPr>
        <p:spPr>
          <a:xfrm>
            <a:off x="2518612" y="5576547"/>
            <a:ext cx="8069064" cy="917575"/>
          </a:xfrm>
          <a:prstGeom prst="rect">
            <a:avLst/>
          </a:prstGeom>
        </p:spPr>
        <p:txBody>
          <a:bodyPr/>
          <a:lstStyle>
            <a:lvl1pPr>
              <a:defRPr>
                <a:solidFill>
                  <a:schemeClr val="bg1"/>
                </a:solidFill>
              </a:defRPr>
            </a:lvl1pPr>
          </a:lstStyle>
          <a:p>
            <a:r>
              <a:rPr lang="en-US" sz="4800">
                <a:solidFill>
                  <a:srgbClr val="0072C6"/>
                </a:solidFill>
                <a:latin typeface="Segoe UI Light" panose="020B0502040204020203" pitchFamily="34" charset="0"/>
              </a:rPr>
              <a:t>Click to edit Master title style</a:t>
            </a:r>
            <a:endParaRPr lang="en-US" sz="4800" dirty="0">
              <a:solidFill>
                <a:srgbClr val="0072C6"/>
              </a:solidFill>
              <a:latin typeface="Segoe UI Light" panose="020B0502040204020203" pitchFamily="34" charset="0"/>
            </a:endParaRPr>
          </a:p>
        </p:txBody>
      </p:sp>
      <p:pic>
        <p:nvPicPr>
          <p:cNvPr id="8" name="Logo" descr="MS Logo White.png"/>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0805329" y="6468242"/>
            <a:ext cx="1169019" cy="250567"/>
          </a:xfrm>
          <a:prstGeom prst="rect">
            <a:avLst/>
          </a:prstGeom>
        </p:spPr>
      </p:pic>
    </p:spTree>
    <p:extLst>
      <p:ext uri="{BB962C8B-B14F-4D97-AF65-F5344CB8AC3E}">
        <p14:creationId xmlns:p14="http://schemas.microsoft.com/office/powerpoint/2010/main" val="2270619354"/>
      </p:ext>
    </p:extLst>
  </p:cSld>
  <p:clrMapOvr>
    <a:overrideClrMapping bg1="lt1" tx1="dk1" bg2="lt2" tx2="dk2" accent1="accent1" accent2="accent2" accent3="accent3" accent4="accent4" accent5="accent5" accent6="accent6" hlink="hlink" folHlink="folHlink"/>
  </p:clrMapOvr>
  <p:transition>
    <p:fade/>
  </p:transition>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Blank Alt">
    <p:bg>
      <p:bgRef idx="1001">
        <a:schemeClr val="bg1"/>
      </p:bgRef>
    </p:bg>
    <p:spTree>
      <p:nvGrpSpPr>
        <p:cNvPr id="1" name=""/>
        <p:cNvGrpSpPr/>
        <p:nvPr/>
      </p:nvGrpSpPr>
      <p:grpSpPr>
        <a:xfrm>
          <a:off x="0" y="0"/>
          <a:ext cx="0" cy="0"/>
          <a:chOff x="0" y="0"/>
          <a:chExt cx="0" cy="0"/>
        </a:xfrm>
      </p:grpSpPr>
      <p:sp>
        <p:nvSpPr>
          <p:cNvPr id="7" name="White Background"/>
          <p:cNvSpPr/>
          <p:nvPr/>
        </p:nvSpPr>
        <p:spPr bwMode="auto">
          <a:xfrm>
            <a:off x="1" y="5256715"/>
            <a:ext cx="12192000" cy="1601285"/>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pic>
        <p:nvPicPr>
          <p:cNvPr id="9" name="Icon" descr="Ones-and-zeroes2.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6979" y="4928556"/>
            <a:ext cx="2714605" cy="1972396"/>
          </a:xfrm>
          <a:prstGeom prst="rect">
            <a:avLst/>
          </a:prstGeom>
        </p:spPr>
      </p:pic>
      <p:pic>
        <p:nvPicPr>
          <p:cNvPr id="12" name="Azure Dark" descr="MS-Azure_rgb_Blk.png"/>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362282" y="151316"/>
            <a:ext cx="1661373" cy="382084"/>
          </a:xfrm>
          <a:prstGeom prst="rect">
            <a:avLst/>
          </a:prstGeom>
        </p:spPr>
      </p:pic>
      <p:pic>
        <p:nvPicPr>
          <p:cNvPr id="8" name="Logo" descr="MS Logo White.png"/>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0805329" y="6468242"/>
            <a:ext cx="1169019" cy="250567"/>
          </a:xfrm>
          <a:prstGeom prst="rect">
            <a:avLst/>
          </a:prstGeom>
        </p:spPr>
      </p:pic>
    </p:spTree>
    <p:extLst>
      <p:ext uri="{BB962C8B-B14F-4D97-AF65-F5344CB8AC3E}">
        <p14:creationId xmlns:p14="http://schemas.microsoft.com/office/powerpoint/2010/main" val="3182380527"/>
      </p:ext>
    </p:extLst>
  </p:cSld>
  <p:clrMapOvr>
    <a:overrideClrMapping bg1="lt1" tx1="dk1" bg2="lt2" tx2="dk2" accent1="accent1" accent2="accent2" accent3="accent3" accent4="accent4" accent5="accent5" accent6="accent6" hlink="hlink" folHlink="folHlink"/>
  </p:clrMapOvr>
  <p:transition>
    <p:fade/>
  </p:transition>
  <p:hf hdr="0" ftr="0" dt="0"/>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Left Headline and Content">
    <p:bg>
      <p:bgRef idx="1001">
        <a:schemeClr val="bg1"/>
      </p:bgRef>
    </p:bg>
    <p:spTree>
      <p:nvGrpSpPr>
        <p:cNvPr id="1" name=""/>
        <p:cNvGrpSpPr/>
        <p:nvPr/>
      </p:nvGrpSpPr>
      <p:grpSpPr>
        <a:xfrm>
          <a:off x="0" y="0"/>
          <a:ext cx="0" cy="0"/>
          <a:chOff x="0" y="0"/>
          <a:chExt cx="0" cy="0"/>
        </a:xfrm>
      </p:grpSpPr>
      <p:sp>
        <p:nvSpPr>
          <p:cNvPr id="7" name="White Background"/>
          <p:cNvSpPr/>
          <p:nvPr/>
        </p:nvSpPr>
        <p:spPr bwMode="auto">
          <a:xfrm>
            <a:off x="1" y="5256715"/>
            <a:ext cx="12192000" cy="1601285"/>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pic>
        <p:nvPicPr>
          <p:cNvPr id="9" name="Icon" descr="Ones-and-zeroes2.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6979" y="4928556"/>
            <a:ext cx="2714605" cy="1972396"/>
          </a:xfrm>
          <a:prstGeom prst="rect">
            <a:avLst/>
          </a:prstGeom>
        </p:spPr>
      </p:pic>
      <p:pic>
        <p:nvPicPr>
          <p:cNvPr id="12" name="Azure Dark" descr="MS-Azure_rgb_Blk.png"/>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362282" y="151316"/>
            <a:ext cx="1661373" cy="382084"/>
          </a:xfrm>
          <a:prstGeom prst="rect">
            <a:avLst/>
          </a:prstGeom>
        </p:spPr>
      </p:pic>
      <p:sp>
        <p:nvSpPr>
          <p:cNvPr id="10" name="Headline"/>
          <p:cNvSpPr>
            <a:spLocks noGrp="1"/>
          </p:cNvSpPr>
          <p:nvPr>
            <p:ph type="title"/>
          </p:nvPr>
        </p:nvSpPr>
        <p:spPr>
          <a:xfrm>
            <a:off x="274712" y="2436271"/>
            <a:ext cx="2848714" cy="917575"/>
          </a:xfrm>
          <a:prstGeom prst="rect">
            <a:avLst/>
          </a:prstGeom>
        </p:spPr>
        <p:txBody>
          <a:bodyPr/>
          <a:lstStyle>
            <a:lvl1pPr>
              <a:defRPr>
                <a:solidFill>
                  <a:schemeClr val="tx2"/>
                </a:solidFill>
              </a:defRPr>
            </a:lvl1pPr>
          </a:lstStyle>
          <a:p>
            <a:r>
              <a:rPr lang="en-US" sz="4800">
                <a:solidFill>
                  <a:srgbClr val="0072C6"/>
                </a:solidFill>
                <a:latin typeface="Segoe UI Light" panose="020B0502040204020203" pitchFamily="34" charset="0"/>
              </a:rPr>
              <a:t>Click to edit Master title style</a:t>
            </a:r>
            <a:endParaRPr lang="en-US" sz="4800" dirty="0">
              <a:solidFill>
                <a:srgbClr val="0072C6"/>
              </a:solidFill>
              <a:latin typeface="Segoe UI Light" panose="020B0502040204020203" pitchFamily="34" charset="0"/>
            </a:endParaRPr>
          </a:p>
        </p:txBody>
      </p:sp>
      <p:sp>
        <p:nvSpPr>
          <p:cNvPr id="6" name="Body"/>
          <p:cNvSpPr>
            <a:spLocks noGrp="1"/>
          </p:cNvSpPr>
          <p:nvPr>
            <p:ph sz="quarter" idx="10"/>
          </p:nvPr>
        </p:nvSpPr>
        <p:spPr>
          <a:xfrm>
            <a:off x="3398139" y="684717"/>
            <a:ext cx="8625516" cy="4420683"/>
          </a:xfrm>
          <a:prstGeom prst="rect">
            <a:avLst/>
          </a:prstGeom>
        </p:spPr>
        <p:txBody>
          <a:bodyPr/>
          <a:lstStyle>
            <a:lvl1pPr>
              <a:buClr>
                <a:schemeClr val="tx2"/>
              </a:buClr>
              <a:defRPr sz="2000">
                <a:solidFill>
                  <a:schemeClr val="tx2"/>
                </a:solidFill>
              </a:defRPr>
            </a:lvl1pPr>
            <a:lvl2pPr>
              <a:buClr>
                <a:schemeClr val="tx2"/>
              </a:buClr>
              <a:defRPr sz="2000">
                <a:solidFill>
                  <a:schemeClr val="tx2"/>
                </a:solidFill>
              </a:defRPr>
            </a:lvl2pPr>
            <a:lvl3pPr>
              <a:buClr>
                <a:schemeClr val="tx2"/>
              </a:buClr>
              <a:defRPr sz="2000">
                <a:solidFill>
                  <a:schemeClr val="tx2"/>
                </a:solidFill>
              </a:defRPr>
            </a:lvl3pPr>
            <a:lvl4pPr>
              <a:buClr>
                <a:schemeClr val="tx2"/>
              </a:buClr>
              <a:defRPr sz="2000">
                <a:solidFill>
                  <a:schemeClr val="tx2"/>
                </a:solidFill>
              </a:defRPr>
            </a:lvl4pPr>
            <a:lvl5pPr>
              <a:buClr>
                <a:schemeClr val="tx2"/>
              </a:buClr>
              <a:defRPr sz="200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8" name="Logo" descr="MS Logo White.png"/>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0805329" y="6468242"/>
            <a:ext cx="1169019" cy="250567"/>
          </a:xfrm>
          <a:prstGeom prst="rect">
            <a:avLst/>
          </a:prstGeom>
        </p:spPr>
      </p:pic>
    </p:spTree>
    <p:extLst>
      <p:ext uri="{BB962C8B-B14F-4D97-AF65-F5344CB8AC3E}">
        <p14:creationId xmlns:p14="http://schemas.microsoft.com/office/powerpoint/2010/main" val="2976987840"/>
      </p:ext>
    </p:extLst>
  </p:cSld>
  <p:clrMapOvr>
    <a:overrideClrMapping bg1="lt1" tx1="dk1" bg2="lt2" tx2="dk2" accent1="accent1" accent2="accent2" accent3="accent3" accent4="accent4" accent5="accent5" accent6="accent6" hlink="hlink" folHlink="folHlink"/>
  </p:clrMapOvr>
  <p:transition>
    <p:fade/>
  </p:transition>
  <p:hf hdr="0" ftr="0" dt="0"/>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Left Headline Only">
    <p:bg>
      <p:bgRef idx="1001">
        <a:schemeClr val="bg1"/>
      </p:bgRef>
    </p:bg>
    <p:spTree>
      <p:nvGrpSpPr>
        <p:cNvPr id="1" name=""/>
        <p:cNvGrpSpPr/>
        <p:nvPr/>
      </p:nvGrpSpPr>
      <p:grpSpPr>
        <a:xfrm>
          <a:off x="0" y="0"/>
          <a:ext cx="0" cy="0"/>
          <a:chOff x="0" y="0"/>
          <a:chExt cx="0" cy="0"/>
        </a:xfrm>
      </p:grpSpPr>
      <p:sp>
        <p:nvSpPr>
          <p:cNvPr id="7" name="White Background"/>
          <p:cNvSpPr/>
          <p:nvPr/>
        </p:nvSpPr>
        <p:spPr bwMode="auto">
          <a:xfrm>
            <a:off x="1" y="5256715"/>
            <a:ext cx="12192000" cy="1601285"/>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pic>
        <p:nvPicPr>
          <p:cNvPr id="9" name="Icon" descr="Ones-and-zeroes2.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6979" y="4928556"/>
            <a:ext cx="2714605" cy="1972396"/>
          </a:xfrm>
          <a:prstGeom prst="rect">
            <a:avLst/>
          </a:prstGeom>
        </p:spPr>
      </p:pic>
      <p:pic>
        <p:nvPicPr>
          <p:cNvPr id="12" name="Azure Dark" descr="MS-Azure_rgb_Blk.png"/>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362282" y="151316"/>
            <a:ext cx="1661373" cy="382084"/>
          </a:xfrm>
          <a:prstGeom prst="rect">
            <a:avLst/>
          </a:prstGeom>
        </p:spPr>
      </p:pic>
      <p:sp>
        <p:nvSpPr>
          <p:cNvPr id="10" name="Headline"/>
          <p:cNvSpPr>
            <a:spLocks noGrp="1"/>
          </p:cNvSpPr>
          <p:nvPr>
            <p:ph type="title"/>
          </p:nvPr>
        </p:nvSpPr>
        <p:spPr>
          <a:xfrm>
            <a:off x="274712" y="2436271"/>
            <a:ext cx="2848714" cy="917575"/>
          </a:xfrm>
          <a:prstGeom prst="rect">
            <a:avLst/>
          </a:prstGeom>
        </p:spPr>
        <p:txBody>
          <a:bodyPr/>
          <a:lstStyle>
            <a:lvl1pPr>
              <a:defRPr>
                <a:solidFill>
                  <a:schemeClr val="tx2"/>
                </a:solidFill>
              </a:defRPr>
            </a:lvl1pPr>
          </a:lstStyle>
          <a:p>
            <a:r>
              <a:rPr lang="en-US" sz="4800">
                <a:solidFill>
                  <a:srgbClr val="0072C6"/>
                </a:solidFill>
                <a:latin typeface="Segoe UI Light" panose="020B0502040204020203" pitchFamily="34" charset="0"/>
              </a:rPr>
              <a:t>Click to edit Master title style</a:t>
            </a:r>
            <a:endParaRPr lang="en-US" sz="4800" dirty="0">
              <a:solidFill>
                <a:srgbClr val="0072C6"/>
              </a:solidFill>
              <a:latin typeface="Segoe UI Light" panose="020B0502040204020203" pitchFamily="34" charset="0"/>
            </a:endParaRPr>
          </a:p>
        </p:txBody>
      </p:sp>
      <p:pic>
        <p:nvPicPr>
          <p:cNvPr id="8" name="Logo" descr="MS Logo White.png"/>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0805329" y="6468242"/>
            <a:ext cx="1169019" cy="250567"/>
          </a:xfrm>
          <a:prstGeom prst="rect">
            <a:avLst/>
          </a:prstGeom>
        </p:spPr>
      </p:pic>
    </p:spTree>
    <p:extLst>
      <p:ext uri="{BB962C8B-B14F-4D97-AF65-F5344CB8AC3E}">
        <p14:creationId xmlns:p14="http://schemas.microsoft.com/office/powerpoint/2010/main" val="4134415531"/>
      </p:ext>
    </p:extLst>
  </p:cSld>
  <p:clrMapOvr>
    <a:overrideClrMapping bg1="lt1" tx1="dk1" bg2="lt2" tx2="dk2" accent1="accent1" accent2="accent2" accent3="accent3" accent4="accent4" accent5="accent5" accent6="accent6" hlink="hlink" folHlink="folHlink"/>
  </p:clrMapOvr>
  <p:transition>
    <p:fade/>
  </p:transition>
  <p:hf hdr="0" ftr="0" dt="0"/>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Headline and Custom Content">
    <p:spTree>
      <p:nvGrpSpPr>
        <p:cNvPr id="1" name=""/>
        <p:cNvGrpSpPr/>
        <p:nvPr/>
      </p:nvGrpSpPr>
      <p:grpSpPr>
        <a:xfrm>
          <a:off x="0" y="0"/>
          <a:ext cx="0" cy="0"/>
          <a:chOff x="0" y="0"/>
          <a:chExt cx="0" cy="0"/>
        </a:xfrm>
      </p:grpSpPr>
      <p:sp>
        <p:nvSpPr>
          <p:cNvPr id="6" name="Body"/>
          <p:cNvSpPr>
            <a:spLocks noGrp="1"/>
          </p:cNvSpPr>
          <p:nvPr>
            <p:ph sz="quarter" idx="10"/>
          </p:nvPr>
        </p:nvSpPr>
        <p:spPr>
          <a:xfrm>
            <a:off x="274391" y="2317689"/>
            <a:ext cx="11614318" cy="4083112"/>
          </a:xfrm>
          <a:prstGeom prst="rect">
            <a:avLst/>
          </a:prstGeom>
        </p:spPr>
        <p:txBody>
          <a:bodyPr/>
          <a:lstStyle>
            <a:lvl1pPr>
              <a:defRPr sz="2000"/>
            </a:lvl1pPr>
            <a:lvl2pPr>
              <a:defRPr sz="2000"/>
            </a:lvl2pPr>
            <a:lvl3pPr>
              <a:defRPr sz="2000"/>
            </a:lvl3pPr>
            <a:lvl4pPr>
              <a:defRPr sz="2000"/>
            </a:lvl4pPr>
            <a:lvl5pPr>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4" name="White Background"/>
          <p:cNvGrpSpPr/>
          <p:nvPr userDrawn="1"/>
        </p:nvGrpSpPr>
        <p:grpSpPr>
          <a:xfrm>
            <a:off x="-1" y="0"/>
            <a:ext cx="12192001" cy="6858000"/>
            <a:chOff x="-1" y="0"/>
            <a:chExt cx="12188826" cy="6858000"/>
          </a:xfrm>
        </p:grpSpPr>
        <p:sp>
          <p:nvSpPr>
            <p:cNvPr id="3" name="White Rectangle"/>
            <p:cNvSpPr/>
            <p:nvPr userDrawn="1"/>
          </p:nvSpPr>
          <p:spPr bwMode="auto">
            <a:xfrm>
              <a:off x="0" y="0"/>
              <a:ext cx="137160" cy="6858000"/>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sp>
          <p:nvSpPr>
            <p:cNvPr id="7" name="White Rectangle"/>
            <p:cNvSpPr/>
            <p:nvPr userDrawn="1"/>
          </p:nvSpPr>
          <p:spPr bwMode="auto">
            <a:xfrm>
              <a:off x="12051665" y="0"/>
              <a:ext cx="137160" cy="6858000"/>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sp>
          <p:nvSpPr>
            <p:cNvPr id="8" name="White Rectangle"/>
            <p:cNvSpPr/>
            <p:nvPr userDrawn="1"/>
          </p:nvSpPr>
          <p:spPr bwMode="auto">
            <a:xfrm>
              <a:off x="-1" y="0"/>
              <a:ext cx="12188825" cy="2121408"/>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grpSp>
      <p:pic>
        <p:nvPicPr>
          <p:cNvPr id="15" name="Azure Dark" descr="MS-Azure_rgb_Blk.png"/>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514722" y="303716"/>
            <a:ext cx="1661373" cy="382084"/>
          </a:xfrm>
          <a:prstGeom prst="rect">
            <a:avLst/>
          </a:prstGeom>
        </p:spPr>
      </p:pic>
      <p:sp>
        <p:nvSpPr>
          <p:cNvPr id="13" name="Headline"/>
          <p:cNvSpPr>
            <a:spLocks noGrp="1"/>
          </p:cNvSpPr>
          <p:nvPr>
            <p:ph type="title" hasCustomPrompt="1"/>
          </p:nvPr>
        </p:nvSpPr>
        <p:spPr>
          <a:xfrm>
            <a:off x="274710" y="295279"/>
            <a:ext cx="9875336" cy="923922"/>
          </a:xfrm>
          <a:prstGeom prst="rect">
            <a:avLst/>
          </a:prstGeom>
        </p:spPr>
        <p:txBody>
          <a:bodyPr/>
          <a:lstStyle>
            <a:lvl1pPr>
              <a:defRPr sz="5200">
                <a:solidFill>
                  <a:schemeClr val="tx1"/>
                </a:solidFill>
              </a:defRPr>
            </a:lvl1pPr>
          </a:lstStyle>
          <a:p>
            <a:r>
              <a:rPr lang="en-US" dirty="0"/>
              <a:t>Headline</a:t>
            </a:r>
          </a:p>
        </p:txBody>
      </p:sp>
      <p:sp>
        <p:nvSpPr>
          <p:cNvPr id="5" name="Text Placeholder 4"/>
          <p:cNvSpPr>
            <a:spLocks noGrp="1"/>
          </p:cNvSpPr>
          <p:nvPr>
            <p:ph type="body" sz="quarter" idx="11" hasCustomPrompt="1"/>
          </p:nvPr>
        </p:nvSpPr>
        <p:spPr>
          <a:xfrm>
            <a:off x="274638" y="1403350"/>
            <a:ext cx="9875837" cy="642018"/>
          </a:xfrm>
          <a:prstGeom prst="rect">
            <a:avLst/>
          </a:prstGeom>
        </p:spPr>
        <p:txBody>
          <a:bodyPr/>
          <a:lstStyle>
            <a:lvl1pPr marL="0" marR="0" indent="0" algn="l" defTabSz="914180" rtl="0" eaLnBrk="1" fontAlgn="auto" latinLnBrk="0" hangingPunct="1">
              <a:lnSpc>
                <a:spcPct val="90000"/>
              </a:lnSpc>
              <a:spcBef>
                <a:spcPct val="20000"/>
              </a:spcBef>
              <a:spcAft>
                <a:spcPts val="0"/>
              </a:spcAft>
              <a:buClr>
                <a:schemeClr val="bg1"/>
              </a:buClr>
              <a:buSzPct val="90000"/>
              <a:buFontTx/>
              <a:buNone/>
              <a:tabLst/>
              <a:defRPr sz="3600">
                <a:solidFill>
                  <a:schemeClr val="tx2"/>
                </a:solidFill>
              </a:defRPr>
            </a:lvl1pPr>
          </a:lstStyle>
          <a:p>
            <a:pPr marL="336076" marR="0" lvl="0" indent="-336076" algn="l" defTabSz="914180" rtl="0" eaLnBrk="1" fontAlgn="auto" latinLnBrk="0" hangingPunct="1">
              <a:lnSpc>
                <a:spcPct val="90000"/>
              </a:lnSpc>
              <a:spcBef>
                <a:spcPct val="20000"/>
              </a:spcBef>
              <a:spcAft>
                <a:spcPts val="0"/>
              </a:spcAft>
              <a:buClr>
                <a:schemeClr val="bg1"/>
              </a:buClr>
              <a:buSzPct val="90000"/>
              <a:buFont typeface="Wingdings" panose="05000000000000000000" pitchFamily="2" charset="2"/>
              <a:buChar char="§"/>
              <a:tabLst/>
              <a:defRPr/>
            </a:pPr>
            <a:r>
              <a:rPr lang="en-US" sz="4000" dirty="0">
                <a:solidFill>
                  <a:schemeClr val="tx2"/>
                </a:solidFill>
              </a:rPr>
              <a:t>Subhead</a:t>
            </a:r>
          </a:p>
        </p:txBody>
      </p:sp>
    </p:spTree>
    <p:extLst>
      <p:ext uri="{BB962C8B-B14F-4D97-AF65-F5344CB8AC3E}">
        <p14:creationId xmlns:p14="http://schemas.microsoft.com/office/powerpoint/2010/main" val="3229785614"/>
      </p:ext>
    </p:extLst>
  </p:cSld>
  <p:clrMapOvr>
    <a:masterClrMapping/>
  </p:clrMapOvr>
  <p:transition>
    <p:fade/>
  </p:transition>
  <p:hf hdr="0" ftr="0" dt="0"/>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Headline Only and Custom Content Alt">
    <p:spTree>
      <p:nvGrpSpPr>
        <p:cNvPr id="1" name=""/>
        <p:cNvGrpSpPr/>
        <p:nvPr/>
      </p:nvGrpSpPr>
      <p:grpSpPr>
        <a:xfrm>
          <a:off x="0" y="0"/>
          <a:ext cx="0" cy="0"/>
          <a:chOff x="0" y="0"/>
          <a:chExt cx="0" cy="0"/>
        </a:xfrm>
      </p:grpSpPr>
      <p:grpSp>
        <p:nvGrpSpPr>
          <p:cNvPr id="2" name="Group 1"/>
          <p:cNvGrpSpPr/>
          <p:nvPr/>
        </p:nvGrpSpPr>
        <p:grpSpPr>
          <a:xfrm>
            <a:off x="-1" y="0"/>
            <a:ext cx="12192001" cy="6858000"/>
            <a:chOff x="-1" y="0"/>
            <a:chExt cx="12188826" cy="6858000"/>
          </a:xfrm>
        </p:grpSpPr>
        <p:sp>
          <p:nvSpPr>
            <p:cNvPr id="3" name="White Rectangle"/>
            <p:cNvSpPr/>
            <p:nvPr userDrawn="1"/>
          </p:nvSpPr>
          <p:spPr bwMode="auto">
            <a:xfrm>
              <a:off x="0" y="0"/>
              <a:ext cx="137160" cy="6858000"/>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sp>
          <p:nvSpPr>
            <p:cNvPr id="7" name="White Rectangle"/>
            <p:cNvSpPr/>
            <p:nvPr userDrawn="1"/>
          </p:nvSpPr>
          <p:spPr bwMode="auto">
            <a:xfrm>
              <a:off x="12051665" y="0"/>
              <a:ext cx="137160" cy="6858000"/>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sp>
          <p:nvSpPr>
            <p:cNvPr id="8" name="White Rectangle"/>
            <p:cNvSpPr/>
            <p:nvPr userDrawn="1"/>
          </p:nvSpPr>
          <p:spPr bwMode="auto">
            <a:xfrm>
              <a:off x="-1" y="0"/>
              <a:ext cx="12188825" cy="1447800"/>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grpSp>
      <p:pic>
        <p:nvPicPr>
          <p:cNvPr id="15" name="Azure Dark" descr="MS-Azure_rgb_Blk.png"/>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514722" y="303716"/>
            <a:ext cx="1661373" cy="382084"/>
          </a:xfrm>
          <a:prstGeom prst="rect">
            <a:avLst/>
          </a:prstGeom>
        </p:spPr>
      </p:pic>
      <p:sp>
        <p:nvSpPr>
          <p:cNvPr id="13" name="Headline"/>
          <p:cNvSpPr>
            <a:spLocks noGrp="1"/>
          </p:cNvSpPr>
          <p:nvPr>
            <p:ph type="title" hasCustomPrompt="1"/>
          </p:nvPr>
        </p:nvSpPr>
        <p:spPr>
          <a:xfrm>
            <a:off x="274710" y="295279"/>
            <a:ext cx="9875336" cy="923922"/>
          </a:xfrm>
          <a:prstGeom prst="rect">
            <a:avLst/>
          </a:prstGeom>
        </p:spPr>
        <p:txBody>
          <a:bodyPr/>
          <a:lstStyle>
            <a:lvl1pPr>
              <a:defRPr sz="5200">
                <a:solidFill>
                  <a:schemeClr val="tx1"/>
                </a:solidFill>
              </a:defRPr>
            </a:lvl1pPr>
          </a:lstStyle>
          <a:p>
            <a:r>
              <a:rPr lang="en-US" dirty="0"/>
              <a:t>Headline</a:t>
            </a:r>
          </a:p>
        </p:txBody>
      </p:sp>
      <p:sp>
        <p:nvSpPr>
          <p:cNvPr id="9" name="Body"/>
          <p:cNvSpPr>
            <a:spLocks noGrp="1"/>
          </p:cNvSpPr>
          <p:nvPr>
            <p:ph sz="quarter" idx="10"/>
          </p:nvPr>
        </p:nvSpPr>
        <p:spPr>
          <a:xfrm>
            <a:off x="274391" y="1620253"/>
            <a:ext cx="11614318" cy="4780548"/>
          </a:xfrm>
          <a:prstGeom prst="rect">
            <a:avLst/>
          </a:prstGeom>
        </p:spPr>
        <p:txBody>
          <a:bodyPr/>
          <a:lstStyle>
            <a:lvl1pPr>
              <a:defRPr sz="2000"/>
            </a:lvl1pPr>
            <a:lvl2pPr>
              <a:defRPr sz="2000"/>
            </a:lvl2pPr>
            <a:lvl3pPr>
              <a:defRPr sz="2000"/>
            </a:lvl3pPr>
            <a:lvl4pPr>
              <a:defRPr sz="2000"/>
            </a:lvl4pPr>
            <a:lvl5pPr>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276564381"/>
      </p:ext>
    </p:extLst>
  </p:cSld>
  <p:clrMapOvr>
    <a:masterClrMapping/>
  </p:clrMapOvr>
  <p:transition>
    <p:fade/>
  </p:transition>
  <p:hf hdr="0" ftr="0" dt="0"/>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Headline Only and Custom Content">
    <p:spTree>
      <p:nvGrpSpPr>
        <p:cNvPr id="1" name=""/>
        <p:cNvGrpSpPr/>
        <p:nvPr/>
      </p:nvGrpSpPr>
      <p:grpSpPr>
        <a:xfrm>
          <a:off x="0" y="0"/>
          <a:ext cx="0" cy="0"/>
          <a:chOff x="0" y="0"/>
          <a:chExt cx="0" cy="0"/>
        </a:xfrm>
      </p:grpSpPr>
      <p:grpSp>
        <p:nvGrpSpPr>
          <p:cNvPr id="2" name="Group 1"/>
          <p:cNvGrpSpPr/>
          <p:nvPr/>
        </p:nvGrpSpPr>
        <p:grpSpPr>
          <a:xfrm>
            <a:off x="-1" y="0"/>
            <a:ext cx="12192001" cy="6858000"/>
            <a:chOff x="-1" y="0"/>
            <a:chExt cx="12188826" cy="6858000"/>
          </a:xfrm>
        </p:grpSpPr>
        <p:sp>
          <p:nvSpPr>
            <p:cNvPr id="3" name="White Rectangle"/>
            <p:cNvSpPr/>
            <p:nvPr userDrawn="1"/>
          </p:nvSpPr>
          <p:spPr bwMode="auto">
            <a:xfrm>
              <a:off x="0" y="0"/>
              <a:ext cx="137160" cy="6858000"/>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sp>
          <p:nvSpPr>
            <p:cNvPr id="7" name="White Rectangle"/>
            <p:cNvSpPr/>
            <p:nvPr userDrawn="1"/>
          </p:nvSpPr>
          <p:spPr bwMode="auto">
            <a:xfrm>
              <a:off x="12051665" y="0"/>
              <a:ext cx="137160" cy="6858000"/>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sp>
          <p:nvSpPr>
            <p:cNvPr id="8" name="White Rectangle"/>
            <p:cNvSpPr/>
            <p:nvPr userDrawn="1"/>
          </p:nvSpPr>
          <p:spPr bwMode="auto">
            <a:xfrm>
              <a:off x="-1" y="0"/>
              <a:ext cx="12188825" cy="1447800"/>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grpSp>
      <p:pic>
        <p:nvPicPr>
          <p:cNvPr id="15" name="Azure Dark" descr="MS-Azure_rgb_Blk.png"/>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514722" y="303716"/>
            <a:ext cx="1661373" cy="382084"/>
          </a:xfrm>
          <a:prstGeom prst="rect">
            <a:avLst/>
          </a:prstGeom>
        </p:spPr>
      </p:pic>
      <p:sp>
        <p:nvSpPr>
          <p:cNvPr id="13" name="Headline"/>
          <p:cNvSpPr>
            <a:spLocks noGrp="1"/>
          </p:cNvSpPr>
          <p:nvPr>
            <p:ph type="title" hasCustomPrompt="1"/>
          </p:nvPr>
        </p:nvSpPr>
        <p:spPr>
          <a:xfrm>
            <a:off x="274710" y="295279"/>
            <a:ext cx="9875336" cy="923922"/>
          </a:xfrm>
          <a:prstGeom prst="rect">
            <a:avLst/>
          </a:prstGeom>
        </p:spPr>
        <p:txBody>
          <a:bodyPr/>
          <a:lstStyle>
            <a:lvl1pPr>
              <a:defRPr sz="5200">
                <a:solidFill>
                  <a:schemeClr val="tx1"/>
                </a:solidFill>
              </a:defRPr>
            </a:lvl1pPr>
          </a:lstStyle>
          <a:p>
            <a:r>
              <a:rPr lang="en-US" dirty="0"/>
              <a:t>Headline</a:t>
            </a:r>
          </a:p>
        </p:txBody>
      </p:sp>
    </p:spTree>
    <p:extLst>
      <p:ext uri="{BB962C8B-B14F-4D97-AF65-F5344CB8AC3E}">
        <p14:creationId xmlns:p14="http://schemas.microsoft.com/office/powerpoint/2010/main" val="3320439354"/>
      </p:ext>
    </p:extLst>
  </p:cSld>
  <p:clrMapOvr>
    <a:masterClrMapping/>
  </p:clrMapOvr>
  <p:transition>
    <p:fade/>
  </p:transition>
  <p:hf hdr="0" ftr="0" dt="0"/>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Blank Third">
    <p:spTree>
      <p:nvGrpSpPr>
        <p:cNvPr id="1" name=""/>
        <p:cNvGrpSpPr/>
        <p:nvPr/>
      </p:nvGrpSpPr>
      <p:grpSpPr>
        <a:xfrm>
          <a:off x="0" y="0"/>
          <a:ext cx="0" cy="0"/>
          <a:chOff x="0" y="0"/>
          <a:chExt cx="0" cy="0"/>
        </a:xfrm>
      </p:grpSpPr>
      <p:grpSp>
        <p:nvGrpSpPr>
          <p:cNvPr id="2" name="Group 1"/>
          <p:cNvGrpSpPr/>
          <p:nvPr/>
        </p:nvGrpSpPr>
        <p:grpSpPr>
          <a:xfrm>
            <a:off x="-1" y="0"/>
            <a:ext cx="12192001" cy="6858000"/>
            <a:chOff x="-1" y="0"/>
            <a:chExt cx="12188826" cy="6858000"/>
          </a:xfrm>
        </p:grpSpPr>
        <p:sp>
          <p:nvSpPr>
            <p:cNvPr id="3" name="White Rectangle"/>
            <p:cNvSpPr/>
            <p:nvPr userDrawn="1"/>
          </p:nvSpPr>
          <p:spPr bwMode="auto">
            <a:xfrm>
              <a:off x="0" y="0"/>
              <a:ext cx="137160" cy="6858000"/>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sp>
          <p:nvSpPr>
            <p:cNvPr id="7" name="White Rectangle"/>
            <p:cNvSpPr/>
            <p:nvPr userDrawn="1"/>
          </p:nvSpPr>
          <p:spPr bwMode="auto">
            <a:xfrm>
              <a:off x="12051665" y="0"/>
              <a:ext cx="137160" cy="6858000"/>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sp>
          <p:nvSpPr>
            <p:cNvPr id="8" name="White Rectangle"/>
            <p:cNvSpPr/>
            <p:nvPr userDrawn="1"/>
          </p:nvSpPr>
          <p:spPr bwMode="auto">
            <a:xfrm>
              <a:off x="-1" y="0"/>
              <a:ext cx="12188825" cy="1447800"/>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grpSp>
      <p:pic>
        <p:nvPicPr>
          <p:cNvPr id="15" name="Azure Dark" descr="MS-Azure_rgb_Blk.png"/>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514722" y="303716"/>
            <a:ext cx="1661373" cy="382084"/>
          </a:xfrm>
          <a:prstGeom prst="rect">
            <a:avLst/>
          </a:prstGeom>
        </p:spPr>
      </p:pic>
    </p:spTree>
    <p:extLst>
      <p:ext uri="{BB962C8B-B14F-4D97-AF65-F5344CB8AC3E}">
        <p14:creationId xmlns:p14="http://schemas.microsoft.com/office/powerpoint/2010/main" val="444452402"/>
      </p:ext>
    </p:extLst>
  </p:cSld>
  <p:clrMapOvr>
    <a:masterClrMapping/>
  </p:clrMapOvr>
  <p:transition>
    <p:fade/>
  </p:transition>
  <p:hf hdr="0" ftr="0" dt="0"/>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Headline and Content Dark">
    <p:spTree>
      <p:nvGrpSpPr>
        <p:cNvPr id="1" name=""/>
        <p:cNvGrpSpPr/>
        <p:nvPr/>
      </p:nvGrpSpPr>
      <p:grpSpPr>
        <a:xfrm>
          <a:off x="0" y="0"/>
          <a:ext cx="0" cy="0"/>
          <a:chOff x="0" y="0"/>
          <a:chExt cx="0" cy="0"/>
        </a:xfrm>
      </p:grpSpPr>
      <p:sp>
        <p:nvSpPr>
          <p:cNvPr id="3" name="Headline"/>
          <p:cNvSpPr>
            <a:spLocks noGrp="1"/>
          </p:cNvSpPr>
          <p:nvPr>
            <p:ph type="title"/>
          </p:nvPr>
        </p:nvSpPr>
        <p:spPr>
          <a:xfrm>
            <a:off x="2075001" y="611794"/>
            <a:ext cx="8772126" cy="917575"/>
          </a:xfrm>
          <a:prstGeom prst="rect">
            <a:avLst/>
          </a:prstGeom>
        </p:spPr>
        <p:txBody>
          <a:bodyPr/>
          <a:lstStyle/>
          <a:p>
            <a:r>
              <a:rPr lang="en-US" sz="5400">
                <a:solidFill>
                  <a:srgbClr val="92D050"/>
                </a:solidFill>
              </a:rPr>
              <a:t>Click to edit Master title style</a:t>
            </a:r>
            <a:endParaRPr lang="en-US" dirty="0">
              <a:solidFill>
                <a:schemeClr val="bg2"/>
              </a:solidFill>
            </a:endParaRPr>
          </a:p>
        </p:txBody>
      </p:sp>
      <p:sp>
        <p:nvSpPr>
          <p:cNvPr id="7" name="Body"/>
          <p:cNvSpPr>
            <a:spLocks noGrp="1"/>
          </p:cNvSpPr>
          <p:nvPr>
            <p:ph sz="quarter" idx="10"/>
          </p:nvPr>
        </p:nvSpPr>
        <p:spPr>
          <a:xfrm>
            <a:off x="2103900" y="1828800"/>
            <a:ext cx="8743227" cy="4343400"/>
          </a:xfrm>
          <a:prstGeom prst="rect">
            <a:avLst/>
          </a:prstGeom>
        </p:spPr>
        <p:txBody>
          <a:bodyPr/>
          <a:lstStyle>
            <a:lvl1pPr>
              <a:defRPr sz="2000"/>
            </a:lvl1pPr>
            <a:lvl2pPr>
              <a:defRPr sz="2000"/>
            </a:lvl2pPr>
            <a:lvl3pPr>
              <a:defRPr sz="2000"/>
            </a:lvl3pPr>
            <a:lvl4pPr>
              <a:defRPr sz="2000"/>
            </a:lvl4pPr>
            <a:lvl5pPr>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4" name="Azure Light" descr="MS-Azure_rgb_Wht.png"/>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358686" y="147877"/>
            <a:ext cx="1662233" cy="382281"/>
          </a:xfrm>
          <a:prstGeom prst="rect">
            <a:avLst/>
          </a:prstGeom>
        </p:spPr>
      </p:pic>
    </p:spTree>
    <p:extLst>
      <p:ext uri="{BB962C8B-B14F-4D97-AF65-F5344CB8AC3E}">
        <p14:creationId xmlns:p14="http://schemas.microsoft.com/office/powerpoint/2010/main" val="747114950"/>
      </p:ext>
    </p:extLst>
  </p:cSld>
  <p:clrMapOvr>
    <a:masterClrMapping/>
  </p:clrMapOvr>
  <p:transition>
    <p:fade/>
  </p:transition>
  <p:hf hdr="0" ftr="0" dt="0"/>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Headline Only Dark">
    <p:spTree>
      <p:nvGrpSpPr>
        <p:cNvPr id="1" name=""/>
        <p:cNvGrpSpPr/>
        <p:nvPr/>
      </p:nvGrpSpPr>
      <p:grpSpPr>
        <a:xfrm>
          <a:off x="0" y="0"/>
          <a:ext cx="0" cy="0"/>
          <a:chOff x="0" y="0"/>
          <a:chExt cx="0" cy="0"/>
        </a:xfrm>
      </p:grpSpPr>
      <p:sp>
        <p:nvSpPr>
          <p:cNvPr id="3" name="Headline"/>
          <p:cNvSpPr>
            <a:spLocks noGrp="1"/>
          </p:cNvSpPr>
          <p:nvPr>
            <p:ph type="title"/>
          </p:nvPr>
        </p:nvSpPr>
        <p:spPr>
          <a:xfrm>
            <a:off x="2075001" y="611794"/>
            <a:ext cx="8772126" cy="917575"/>
          </a:xfrm>
          <a:prstGeom prst="rect">
            <a:avLst/>
          </a:prstGeom>
        </p:spPr>
        <p:txBody>
          <a:bodyPr/>
          <a:lstStyle/>
          <a:p>
            <a:r>
              <a:rPr lang="en-US" sz="5400">
                <a:solidFill>
                  <a:srgbClr val="92D050"/>
                </a:solidFill>
              </a:rPr>
              <a:t>Click to edit Master title style</a:t>
            </a:r>
            <a:endParaRPr lang="en-US" dirty="0">
              <a:solidFill>
                <a:schemeClr val="bg2"/>
              </a:solidFill>
            </a:endParaRPr>
          </a:p>
        </p:txBody>
      </p:sp>
      <p:pic>
        <p:nvPicPr>
          <p:cNvPr id="4" name="Azure Light" descr="MS-Azure_rgb_Wht.png"/>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358686" y="147877"/>
            <a:ext cx="1662233" cy="382281"/>
          </a:xfrm>
          <a:prstGeom prst="rect">
            <a:avLst/>
          </a:prstGeom>
        </p:spPr>
      </p:pic>
    </p:spTree>
    <p:extLst>
      <p:ext uri="{BB962C8B-B14F-4D97-AF65-F5344CB8AC3E}">
        <p14:creationId xmlns:p14="http://schemas.microsoft.com/office/powerpoint/2010/main" val="260656859"/>
      </p:ext>
    </p:extLst>
  </p:cSld>
  <p:clrMapOvr>
    <a:masterClrMapping/>
  </p:clrMapOvr>
  <p:transition>
    <p:fade/>
  </p:transition>
  <p:hf hdr="0" ftr="0" dt="0"/>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Demo">
    <p:spTree>
      <p:nvGrpSpPr>
        <p:cNvPr id="1" name=""/>
        <p:cNvGrpSpPr/>
        <p:nvPr/>
      </p:nvGrpSpPr>
      <p:grpSpPr>
        <a:xfrm>
          <a:off x="0" y="0"/>
          <a:ext cx="0" cy="0"/>
          <a:chOff x="0" y="0"/>
          <a:chExt cx="0" cy="0"/>
        </a:xfrm>
      </p:grpSpPr>
      <p:sp>
        <p:nvSpPr>
          <p:cNvPr id="3" name="Headline"/>
          <p:cNvSpPr>
            <a:spLocks noGrp="1"/>
          </p:cNvSpPr>
          <p:nvPr>
            <p:ph type="title" hasCustomPrompt="1"/>
          </p:nvPr>
        </p:nvSpPr>
        <p:spPr>
          <a:xfrm>
            <a:off x="1052741" y="2970214"/>
            <a:ext cx="10086517" cy="917575"/>
          </a:xfrm>
          <a:prstGeom prst="rect">
            <a:avLst/>
          </a:prstGeom>
        </p:spPr>
        <p:txBody>
          <a:bodyPr/>
          <a:lstStyle>
            <a:lvl1pPr algn="ctr">
              <a:defRPr sz="6000">
                <a:solidFill>
                  <a:srgbClr val="92D050"/>
                </a:solidFill>
              </a:defRPr>
            </a:lvl1pPr>
          </a:lstStyle>
          <a:p>
            <a:r>
              <a:rPr lang="en-US" sz="5400" dirty="0">
                <a:solidFill>
                  <a:srgbClr val="92D050"/>
                </a:solidFill>
              </a:rPr>
              <a:t>Demo</a:t>
            </a:r>
            <a:endParaRPr lang="en-US" dirty="0">
              <a:solidFill>
                <a:schemeClr val="bg2"/>
              </a:solidFill>
            </a:endParaRPr>
          </a:p>
        </p:txBody>
      </p:sp>
      <p:pic>
        <p:nvPicPr>
          <p:cNvPr id="4" name="Picture 3" descr="Ones-and-zeroes2.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6979" y="4928556"/>
            <a:ext cx="2714605" cy="1972396"/>
          </a:xfrm>
          <a:prstGeom prst="rect">
            <a:avLst/>
          </a:prstGeom>
        </p:spPr>
      </p:pic>
      <p:pic>
        <p:nvPicPr>
          <p:cNvPr id="5" name="Azure Light" descr="MS-Azure_rgb_Wht.png"/>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358686" y="147877"/>
            <a:ext cx="1662233" cy="382281"/>
          </a:xfrm>
          <a:prstGeom prst="rect">
            <a:avLst/>
          </a:prstGeom>
        </p:spPr>
      </p:pic>
    </p:spTree>
    <p:extLst>
      <p:ext uri="{BB962C8B-B14F-4D97-AF65-F5344CB8AC3E}">
        <p14:creationId xmlns:p14="http://schemas.microsoft.com/office/powerpoint/2010/main" val="4171415409"/>
      </p:ext>
    </p:extLst>
  </p:cSld>
  <p:clrMapOvr>
    <a:masterClrMapping/>
  </p:clrMapOvr>
  <p:transition>
    <p:fade/>
  </p:transition>
  <p:hf hdr="0" ftr="0" dt="0"/>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extured Blank">
    <p:spTree>
      <p:nvGrpSpPr>
        <p:cNvPr id="1" name=""/>
        <p:cNvGrpSpPr/>
        <p:nvPr/>
      </p:nvGrpSpPr>
      <p:grpSpPr>
        <a:xfrm>
          <a:off x="0" y="0"/>
          <a:ext cx="0" cy="0"/>
          <a:chOff x="0" y="0"/>
          <a:chExt cx="0" cy="0"/>
        </a:xfrm>
      </p:grpSpPr>
      <p:pic>
        <p:nvPicPr>
          <p:cNvPr id="4" name="Picture 3"/>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2917"/>
            <a:ext cx="12192000" cy="6852165"/>
          </a:xfrm>
          <a:prstGeom prst="rect">
            <a:avLst/>
          </a:prstGeom>
        </p:spPr>
      </p:pic>
      <p:sp>
        <p:nvSpPr>
          <p:cNvPr id="5" name="Rectangle 4"/>
          <p:cNvSpPr/>
          <p:nvPr userDrawn="1"/>
        </p:nvSpPr>
        <p:spPr>
          <a:xfrm>
            <a:off x="0" y="0"/>
            <a:ext cx="12192000" cy="6858000"/>
          </a:xfrm>
          <a:prstGeom prst="rect">
            <a:avLst/>
          </a:prstGeom>
          <a:gradFill flip="none" rotWithShape="1">
            <a:gsLst>
              <a:gs pos="100000">
                <a:srgbClr val="000000">
                  <a:alpha val="48000"/>
                </a:srgbClr>
              </a:gs>
              <a:gs pos="0">
                <a:srgbClr val="000000">
                  <a:lumMod val="100000"/>
                  <a:alpha val="0"/>
                </a:srgb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Logo" descr="MS Logo White.png"/>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805329" y="6468242"/>
            <a:ext cx="1169019" cy="250567"/>
          </a:xfrm>
          <a:prstGeom prst="rect">
            <a:avLst/>
          </a:prstGeom>
        </p:spPr>
      </p:pic>
      <p:pic>
        <p:nvPicPr>
          <p:cNvPr id="7" name="Azure Light" descr="MS-Azure_rgb_Wht.png"/>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0358686" y="147877"/>
            <a:ext cx="1662233" cy="382281"/>
          </a:xfrm>
          <a:prstGeom prst="rect">
            <a:avLst/>
          </a:prstGeom>
        </p:spPr>
      </p:pic>
    </p:spTree>
    <p:extLst>
      <p:ext uri="{BB962C8B-B14F-4D97-AF65-F5344CB8AC3E}">
        <p14:creationId xmlns:p14="http://schemas.microsoft.com/office/powerpoint/2010/main" val="3383759960"/>
      </p:ext>
    </p:extLst>
  </p:cSld>
  <p:clrMapOvr>
    <a:masterClrMapping/>
  </p:clrMapOvr>
  <p:transition>
    <p:fade/>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extured Blank Alt">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2917"/>
            <a:ext cx="12192000" cy="6852165"/>
          </a:xfrm>
          <a:prstGeom prst="rect">
            <a:avLst/>
          </a:prstGeom>
        </p:spPr>
      </p:pic>
      <p:pic>
        <p:nvPicPr>
          <p:cNvPr id="4" name="Logo" descr="MS Logo White.png"/>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805329" y="6468242"/>
            <a:ext cx="1169019" cy="250567"/>
          </a:xfrm>
          <a:prstGeom prst="rect">
            <a:avLst/>
          </a:prstGeom>
        </p:spPr>
      </p:pic>
      <p:pic>
        <p:nvPicPr>
          <p:cNvPr id="5" name="Azure Light" descr="MS-Azure_rgb_Wht.png"/>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0358686" y="147877"/>
            <a:ext cx="1662233" cy="382281"/>
          </a:xfrm>
          <a:prstGeom prst="rect">
            <a:avLst/>
          </a:prstGeom>
        </p:spPr>
      </p:pic>
    </p:spTree>
    <p:extLst>
      <p:ext uri="{BB962C8B-B14F-4D97-AF65-F5344CB8AC3E}">
        <p14:creationId xmlns:p14="http://schemas.microsoft.com/office/powerpoint/2010/main" val="1398721055"/>
      </p:ext>
    </p:extLst>
  </p:cSld>
  <p:clrMapOvr>
    <a:masterClrMapping/>
  </p:clrMapOvr>
  <p:transition>
    <p:fade/>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extured Blank Light">
    <p:spTree>
      <p:nvGrpSpPr>
        <p:cNvPr id="1" name=""/>
        <p:cNvGrpSpPr/>
        <p:nvPr/>
      </p:nvGrpSpPr>
      <p:grpSpPr>
        <a:xfrm>
          <a:off x="0" y="0"/>
          <a:ext cx="0" cy="0"/>
          <a:chOff x="0" y="0"/>
          <a:chExt cx="0" cy="0"/>
        </a:xfrm>
      </p:grpSpPr>
      <p:sp>
        <p:nvSpPr>
          <p:cNvPr id="5" name="Rectangle 4"/>
          <p:cNvSpPr/>
          <p:nvPr userDrawn="1"/>
        </p:nvSpPr>
        <p:spPr>
          <a:xfrm>
            <a:off x="0" y="0"/>
            <a:ext cx="12192000" cy="6858000"/>
          </a:xfrm>
          <a:prstGeom prst="rect">
            <a:avLst/>
          </a:prstGeom>
          <a:gradFill flip="none" rotWithShape="1">
            <a:gsLst>
              <a:gs pos="100000">
                <a:srgbClr val="000000">
                  <a:alpha val="48000"/>
                </a:srgbClr>
              </a:gs>
              <a:gs pos="0">
                <a:srgbClr val="000000">
                  <a:lumMod val="100000"/>
                  <a:alpha val="0"/>
                </a:srgb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Logo" descr="MS Logo White.png"/>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805329" y="6468242"/>
            <a:ext cx="1169019" cy="250567"/>
          </a:xfrm>
          <a:prstGeom prst="rect">
            <a:avLst/>
          </a:prstGeom>
        </p:spPr>
      </p:pic>
      <p:pic>
        <p:nvPicPr>
          <p:cNvPr id="4" name="Azure Light" descr="MS-Azure_rgb_Wht.png"/>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358686" y="147877"/>
            <a:ext cx="1662233" cy="382281"/>
          </a:xfrm>
          <a:prstGeom prst="rect">
            <a:avLst/>
          </a:prstGeom>
        </p:spPr>
      </p:pic>
    </p:spTree>
    <p:extLst>
      <p:ext uri="{BB962C8B-B14F-4D97-AF65-F5344CB8AC3E}">
        <p14:creationId xmlns:p14="http://schemas.microsoft.com/office/powerpoint/2010/main" val="1378952442"/>
      </p:ext>
    </p:extLst>
  </p:cSld>
  <p:clrMapOvr>
    <a:masterClrMapping/>
  </p:clrMapOvr>
  <p:transition>
    <p:fade/>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Q&amp;A">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2917"/>
            <a:ext cx="12192000" cy="6852165"/>
          </a:xfrm>
          <a:prstGeom prst="rect">
            <a:avLst/>
          </a:prstGeom>
        </p:spPr>
      </p:pic>
      <p:sp>
        <p:nvSpPr>
          <p:cNvPr id="5" name="Rectangle 4"/>
          <p:cNvSpPr/>
          <p:nvPr userDrawn="1"/>
        </p:nvSpPr>
        <p:spPr bwMode="auto">
          <a:xfrm>
            <a:off x="8884871" y="-1"/>
            <a:ext cx="3307130" cy="6855083"/>
          </a:xfrm>
          <a:prstGeom prst="rect">
            <a:avLst/>
          </a:prstGeom>
          <a:solidFill>
            <a:srgbClr val="00AEEF"/>
          </a:solidFill>
          <a:ln w="9525" cap="flat" cmpd="sng" algn="ctr">
            <a:noFill/>
            <a:prstDash val="solid"/>
            <a:headEnd type="none" w="med" len="med"/>
            <a:tailEnd type="none" w="med" len="med"/>
          </a:ln>
          <a:effectLst/>
        </p:spPr>
        <p:txBody>
          <a:bodyPr vert="horz" wrap="square" lIns="93256" tIns="46628" rIns="93256" bIns="46628" numCol="1" rtlCol="0" anchor="ctr" anchorCtr="0" compatLnSpc="1">
            <a:prstTxWarp prst="textNoShape">
              <a:avLst/>
            </a:prstTxWarp>
          </a:bodyPr>
          <a:lstStyle/>
          <a:p>
            <a:pPr marL="0" marR="0" lvl="0" indent="0" algn="ctr" defTabSz="932290" eaLnBrk="1" fontAlgn="base" latinLnBrk="0" hangingPunct="1">
              <a:lnSpc>
                <a:spcPct val="100000"/>
              </a:lnSpc>
              <a:spcBef>
                <a:spcPct val="0"/>
              </a:spcBef>
              <a:spcAft>
                <a:spcPct val="0"/>
              </a:spcAft>
              <a:buClrTx/>
              <a:buSzTx/>
              <a:buFontTx/>
              <a:buNone/>
              <a:tabLst/>
              <a:defRPr/>
            </a:pPr>
            <a:endParaRPr kumimoji="0" lang="en-US" sz="2244" b="0" i="0" u="none" strike="noStrike" kern="0" cap="none" spc="0" normalizeH="0" baseline="0" noProof="0" dirty="0">
              <a:ln>
                <a:noFill/>
              </a:ln>
              <a:gradFill>
                <a:gsLst>
                  <a:gs pos="0">
                    <a:srgbClr val="FFFFFF"/>
                  </a:gs>
                  <a:gs pos="100000">
                    <a:srgbClr val="FFFFFF"/>
                  </a:gs>
                </a:gsLst>
                <a:lin ang="5400000" scaled="0"/>
              </a:gradFill>
              <a:effectLst/>
              <a:uLnTx/>
              <a:uFillTx/>
              <a:latin typeface="Segoe UI"/>
            </a:endParaRPr>
          </a:p>
        </p:txBody>
      </p:sp>
      <p:sp>
        <p:nvSpPr>
          <p:cNvPr id="6" name="Rounded Rectangle 29"/>
          <p:cNvSpPr/>
          <p:nvPr userDrawn="1"/>
        </p:nvSpPr>
        <p:spPr bwMode="black">
          <a:xfrm>
            <a:off x="9884269" y="1944139"/>
            <a:ext cx="1308334" cy="3044320"/>
          </a:xfrm>
          <a:custGeom>
            <a:avLst/>
            <a:gdLst/>
            <a:ahLst/>
            <a:cxnLst/>
            <a:rect l="l" t="t" r="r" b="b"/>
            <a:pathLst>
              <a:path w="2136009" h="4350877">
                <a:moveTo>
                  <a:pt x="111238" y="2095565"/>
                </a:moveTo>
                <a:cubicBezTo>
                  <a:pt x="168383" y="2095565"/>
                  <a:pt x="215464" y="2138656"/>
                  <a:pt x="221204" y="2194180"/>
                </a:cubicBezTo>
                <a:lnTo>
                  <a:pt x="222888" y="2194180"/>
                </a:lnTo>
                <a:cubicBezTo>
                  <a:pt x="222888" y="2661471"/>
                  <a:pt x="601700" y="3040283"/>
                  <a:pt x="1068991" y="3040283"/>
                </a:cubicBezTo>
                <a:cubicBezTo>
                  <a:pt x="1530017" y="3040283"/>
                  <a:pt x="1904922" y="2671559"/>
                  <a:pt x="1914148" y="2212909"/>
                </a:cubicBezTo>
                <a:cubicBezTo>
                  <a:pt x="1913589" y="2210904"/>
                  <a:pt x="1913533" y="2208860"/>
                  <a:pt x="1913533" y="2206803"/>
                </a:cubicBezTo>
                <a:cubicBezTo>
                  <a:pt x="1913533" y="2145368"/>
                  <a:pt x="1963336" y="2095565"/>
                  <a:pt x="2024771" y="2095565"/>
                </a:cubicBezTo>
                <a:cubicBezTo>
                  <a:pt x="2081917" y="2095565"/>
                  <a:pt x="2128997" y="2138656"/>
                  <a:pt x="2134737" y="2194180"/>
                </a:cubicBezTo>
                <a:lnTo>
                  <a:pt x="2136009" y="2194180"/>
                </a:lnTo>
                <a:lnTo>
                  <a:pt x="2135585" y="2202590"/>
                </a:lnTo>
                <a:cubicBezTo>
                  <a:pt x="2135983" y="2203980"/>
                  <a:pt x="2136009" y="2205388"/>
                  <a:pt x="2136009" y="2206803"/>
                </a:cubicBezTo>
                <a:lnTo>
                  <a:pt x="2134732" y="2219472"/>
                </a:lnTo>
                <a:cubicBezTo>
                  <a:pt x="2123259" y="2751175"/>
                  <a:pt x="1722042" y="3186685"/>
                  <a:pt x="1205164" y="3251541"/>
                </a:cubicBezTo>
                <a:lnTo>
                  <a:pt x="1205164" y="3820541"/>
                </a:lnTo>
                <a:lnTo>
                  <a:pt x="1457555" y="3820541"/>
                </a:lnTo>
                <a:cubicBezTo>
                  <a:pt x="1604003" y="3820541"/>
                  <a:pt x="1722723" y="3939261"/>
                  <a:pt x="1722723" y="4085709"/>
                </a:cubicBezTo>
                <a:lnTo>
                  <a:pt x="1722722" y="4085709"/>
                </a:lnTo>
                <a:cubicBezTo>
                  <a:pt x="1722722" y="4232157"/>
                  <a:pt x="1604002" y="4350877"/>
                  <a:pt x="1457554" y="4350877"/>
                </a:cubicBezTo>
                <a:lnTo>
                  <a:pt x="678455" y="4350876"/>
                </a:lnTo>
                <a:cubicBezTo>
                  <a:pt x="532007" y="4350876"/>
                  <a:pt x="413288" y="4232157"/>
                  <a:pt x="413287" y="4085709"/>
                </a:cubicBezTo>
                <a:cubicBezTo>
                  <a:pt x="413288" y="3939261"/>
                  <a:pt x="532007" y="3820541"/>
                  <a:pt x="678455" y="3820541"/>
                </a:cubicBezTo>
                <a:lnTo>
                  <a:pt x="930844" y="3820541"/>
                </a:lnTo>
                <a:lnTo>
                  <a:pt x="930844" y="3251239"/>
                </a:lnTo>
                <a:cubicBezTo>
                  <a:pt x="419935" y="3186221"/>
                  <a:pt x="22536" y="2758927"/>
                  <a:pt x="4029" y="2234922"/>
                </a:cubicBezTo>
                <a:cubicBezTo>
                  <a:pt x="1255" y="2226017"/>
                  <a:pt x="0" y="2216556"/>
                  <a:pt x="0" y="2206803"/>
                </a:cubicBezTo>
                <a:cubicBezTo>
                  <a:pt x="0" y="2145368"/>
                  <a:pt x="49803" y="2095565"/>
                  <a:pt x="111238" y="2095565"/>
                </a:cubicBezTo>
                <a:close/>
                <a:moveTo>
                  <a:pt x="1050366" y="0"/>
                </a:moveTo>
                <a:lnTo>
                  <a:pt x="1085642" y="0"/>
                </a:lnTo>
                <a:cubicBezTo>
                  <a:pt x="1458724" y="0"/>
                  <a:pt x="1761980" y="298955"/>
                  <a:pt x="1767734" y="670400"/>
                </a:cubicBezTo>
                <a:lnTo>
                  <a:pt x="1582354" y="670400"/>
                </a:lnTo>
                <a:cubicBezTo>
                  <a:pt x="1489769" y="670400"/>
                  <a:pt x="1414714" y="745455"/>
                  <a:pt x="1414714" y="838040"/>
                </a:cubicBezTo>
                <a:cubicBezTo>
                  <a:pt x="1414714" y="930625"/>
                  <a:pt x="1489769" y="1005680"/>
                  <a:pt x="1582354" y="1005680"/>
                </a:cubicBezTo>
                <a:lnTo>
                  <a:pt x="1769044" y="1005680"/>
                </a:lnTo>
                <a:lnTo>
                  <a:pt x="1769044" y="1319453"/>
                </a:lnTo>
                <a:lnTo>
                  <a:pt x="1582354" y="1319453"/>
                </a:lnTo>
                <a:cubicBezTo>
                  <a:pt x="1489769" y="1319453"/>
                  <a:pt x="1414714" y="1394508"/>
                  <a:pt x="1414714" y="1487093"/>
                </a:cubicBezTo>
                <a:cubicBezTo>
                  <a:pt x="1414714" y="1579678"/>
                  <a:pt x="1489769" y="1654733"/>
                  <a:pt x="1582354" y="1654733"/>
                </a:cubicBezTo>
                <a:lnTo>
                  <a:pt x="1769044" y="1654733"/>
                </a:lnTo>
                <a:lnTo>
                  <a:pt x="1769044" y="1968506"/>
                </a:lnTo>
                <a:lnTo>
                  <a:pt x="1582354" y="1968506"/>
                </a:lnTo>
                <a:cubicBezTo>
                  <a:pt x="1489769" y="1968506"/>
                  <a:pt x="1414714" y="2043561"/>
                  <a:pt x="1414714" y="2136146"/>
                </a:cubicBezTo>
                <a:cubicBezTo>
                  <a:pt x="1414714" y="2228731"/>
                  <a:pt x="1489769" y="2303786"/>
                  <a:pt x="1582354" y="2303786"/>
                </a:cubicBezTo>
                <a:lnTo>
                  <a:pt x="1758275" y="2303786"/>
                </a:lnTo>
                <a:cubicBezTo>
                  <a:pt x="1709241" y="2630669"/>
                  <a:pt x="1426601" y="2880360"/>
                  <a:pt x="1085642" y="2880360"/>
                </a:cubicBezTo>
                <a:lnTo>
                  <a:pt x="1050366" y="2880360"/>
                </a:lnTo>
                <a:cubicBezTo>
                  <a:pt x="709407" y="2880360"/>
                  <a:pt x="426767" y="2630669"/>
                  <a:pt x="377733" y="2303786"/>
                </a:cubicBezTo>
                <a:lnTo>
                  <a:pt x="549845" y="2303786"/>
                </a:lnTo>
                <a:cubicBezTo>
                  <a:pt x="642430" y="2303786"/>
                  <a:pt x="717485" y="2228731"/>
                  <a:pt x="717485" y="2136146"/>
                </a:cubicBezTo>
                <a:cubicBezTo>
                  <a:pt x="717485" y="2043561"/>
                  <a:pt x="642430" y="1968506"/>
                  <a:pt x="549845" y="1968506"/>
                </a:cubicBezTo>
                <a:lnTo>
                  <a:pt x="366964" y="1968506"/>
                </a:lnTo>
                <a:lnTo>
                  <a:pt x="366964" y="1654733"/>
                </a:lnTo>
                <a:lnTo>
                  <a:pt x="549845" y="1654733"/>
                </a:lnTo>
                <a:cubicBezTo>
                  <a:pt x="642430" y="1654733"/>
                  <a:pt x="717485" y="1579678"/>
                  <a:pt x="717485" y="1487093"/>
                </a:cubicBezTo>
                <a:cubicBezTo>
                  <a:pt x="717485" y="1394508"/>
                  <a:pt x="642430" y="1319453"/>
                  <a:pt x="549845" y="1319453"/>
                </a:cubicBezTo>
                <a:lnTo>
                  <a:pt x="366964" y="1319453"/>
                </a:lnTo>
                <a:lnTo>
                  <a:pt x="366964" y="1005680"/>
                </a:lnTo>
                <a:lnTo>
                  <a:pt x="549845" y="1005680"/>
                </a:lnTo>
                <a:cubicBezTo>
                  <a:pt x="642430" y="1005680"/>
                  <a:pt x="717485" y="930625"/>
                  <a:pt x="717485" y="838040"/>
                </a:cubicBezTo>
                <a:cubicBezTo>
                  <a:pt x="717485" y="745455"/>
                  <a:pt x="642430" y="670400"/>
                  <a:pt x="549845" y="670400"/>
                </a:cubicBezTo>
                <a:lnTo>
                  <a:pt x="368275" y="670400"/>
                </a:lnTo>
                <a:cubicBezTo>
                  <a:pt x="374028" y="298955"/>
                  <a:pt x="677284" y="0"/>
                  <a:pt x="1050366" y="0"/>
                </a:cubicBezTo>
                <a:close/>
              </a:path>
            </a:pathLst>
          </a:custGeom>
          <a:solidFill>
            <a:srgbClr val="FFFFFF"/>
          </a:solidFill>
          <a:ln w="9525" cap="flat" cmpd="sng" algn="ctr">
            <a:noFill/>
            <a:prstDash val="solid"/>
            <a:headEnd type="none" w="med" len="med"/>
            <a:tailEnd type="none" w="med" len="med"/>
          </a:ln>
          <a:effectLst/>
        </p:spPr>
        <p:txBody>
          <a:bodyPr rot="0" spcFirstLastPara="0" vertOverflow="overflow" horzOverflow="overflow" vert="horz" wrap="square" lIns="46630" tIns="46630" rIns="46630" bIns="46630" numCol="1" spcCol="0" rtlCol="0" fromWordArt="0" anchor="ctr" anchorCtr="0" forceAA="0" compatLnSpc="1">
            <a:prstTxWarp prst="textNoShape">
              <a:avLst/>
            </a:prstTxWarp>
            <a:noAutofit/>
          </a:bodyPr>
          <a:lstStyle/>
          <a:p>
            <a:pPr marL="0" marR="0" lvl="0" indent="0" algn="ctr" defTabSz="932290" eaLnBrk="1" fontAlgn="base" latinLnBrk="0" hangingPunct="1">
              <a:lnSpc>
                <a:spcPct val="100000"/>
              </a:lnSpc>
              <a:spcBef>
                <a:spcPct val="0"/>
              </a:spcBef>
              <a:spcAft>
                <a:spcPct val="0"/>
              </a:spcAft>
              <a:buClrTx/>
              <a:buSzTx/>
              <a:buFontTx/>
              <a:buNone/>
              <a:tabLst/>
              <a:defRPr/>
            </a:pPr>
            <a:endParaRPr kumimoji="0" lang="en-US" sz="1836" b="0" i="0" u="none" strike="noStrike" kern="0" cap="none" spc="0" normalizeH="0" baseline="0" noProof="0" dirty="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7" name="Title 5"/>
          <p:cNvSpPr>
            <a:spLocks noGrp="1"/>
          </p:cNvSpPr>
          <p:nvPr>
            <p:ph type="title" idx="4294967295"/>
          </p:nvPr>
        </p:nvSpPr>
        <p:spPr>
          <a:xfrm>
            <a:off x="461264" y="158735"/>
            <a:ext cx="3694118" cy="2413891"/>
          </a:xfrm>
          <a:prstGeom prst="rect">
            <a:avLst/>
          </a:prstGeom>
        </p:spPr>
        <p:txBody>
          <a:bodyPr anchor="ctr">
            <a:noAutofit/>
          </a:bodyPr>
          <a:lstStyle>
            <a:lvl1pPr>
              <a:defRPr sz="8800"/>
            </a:lvl1pPr>
          </a:lstStyle>
          <a:p>
            <a:r>
              <a:rPr lang="en-US" sz="8798">
                <a:solidFill>
                  <a:schemeClr val="bg1">
                    <a:alpha val="99000"/>
                  </a:schemeClr>
                </a:solidFill>
              </a:rPr>
              <a:t>Click to edit Master title style</a:t>
            </a:r>
            <a:endParaRPr lang="en-US" sz="8798" dirty="0">
              <a:solidFill>
                <a:schemeClr val="bg1">
                  <a:alpha val="99000"/>
                </a:schemeClr>
              </a:solidFill>
            </a:endParaRPr>
          </a:p>
        </p:txBody>
      </p:sp>
    </p:spTree>
    <p:extLst>
      <p:ext uri="{BB962C8B-B14F-4D97-AF65-F5344CB8AC3E}">
        <p14:creationId xmlns:p14="http://schemas.microsoft.com/office/powerpoint/2010/main" val="2257946326"/>
      </p:ext>
    </p:extLst>
  </p:cSld>
  <p:clrMapOvr>
    <a:masterClrMapping/>
  </p:clrMapOvr>
  <p:transition>
    <p:fade/>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Call to Action">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5835"/>
            <a:ext cx="12192000" cy="6852165"/>
          </a:xfrm>
          <a:prstGeom prst="rect">
            <a:avLst/>
          </a:prstGeom>
        </p:spPr>
      </p:pic>
      <p:sp>
        <p:nvSpPr>
          <p:cNvPr id="8" name="Rectangle 7"/>
          <p:cNvSpPr/>
          <p:nvPr userDrawn="1"/>
        </p:nvSpPr>
        <p:spPr bwMode="auto">
          <a:xfrm>
            <a:off x="10187268" y="-1"/>
            <a:ext cx="2004732" cy="6855083"/>
          </a:xfrm>
          <a:prstGeom prst="rect">
            <a:avLst/>
          </a:prstGeom>
          <a:solidFill>
            <a:srgbClr val="8CC600"/>
          </a:solidFill>
          <a:ln w="9525" cap="flat" cmpd="sng" algn="ctr">
            <a:noFill/>
            <a:prstDash val="solid"/>
            <a:headEnd type="none" w="med" len="med"/>
            <a:tailEnd type="none" w="med" len="med"/>
          </a:ln>
          <a:effectLst/>
        </p:spPr>
        <p:txBody>
          <a:bodyPr vert="horz" wrap="square" lIns="93256" tIns="46628" rIns="93256" bIns="46628" numCol="1" rtlCol="0" anchor="ctr" anchorCtr="0" compatLnSpc="1">
            <a:prstTxWarp prst="textNoShape">
              <a:avLst/>
            </a:prstTxWarp>
          </a:bodyPr>
          <a:lstStyle/>
          <a:p>
            <a:pPr marL="0" marR="0" lvl="0" indent="0" algn="ctr" defTabSz="932290" eaLnBrk="1" fontAlgn="base" latinLnBrk="0" hangingPunct="1">
              <a:lnSpc>
                <a:spcPct val="100000"/>
              </a:lnSpc>
              <a:spcBef>
                <a:spcPct val="0"/>
              </a:spcBef>
              <a:spcAft>
                <a:spcPct val="0"/>
              </a:spcAft>
              <a:buClrTx/>
              <a:buSzTx/>
              <a:buFontTx/>
              <a:buNone/>
              <a:tabLst/>
              <a:defRPr/>
            </a:pPr>
            <a:endParaRPr kumimoji="0" lang="en-US" sz="2244" b="0" i="0" u="none" strike="noStrike" kern="0" cap="none" spc="0" normalizeH="0" baseline="0" noProof="0" dirty="0">
              <a:ln>
                <a:noFill/>
              </a:ln>
              <a:gradFill>
                <a:gsLst>
                  <a:gs pos="0">
                    <a:srgbClr val="FFFFFF"/>
                  </a:gs>
                  <a:gs pos="100000">
                    <a:srgbClr val="FFFFFF"/>
                  </a:gs>
                </a:gsLst>
                <a:lin ang="5400000" scaled="0"/>
              </a:gradFill>
              <a:effectLst/>
              <a:uLnTx/>
              <a:uFillTx/>
              <a:latin typeface="Segoe UI"/>
            </a:endParaRPr>
          </a:p>
        </p:txBody>
      </p:sp>
      <p:sp>
        <p:nvSpPr>
          <p:cNvPr id="9" name="Freeform 64"/>
          <p:cNvSpPr>
            <a:spLocks noEditPoints="1"/>
          </p:cNvSpPr>
          <p:nvPr userDrawn="1"/>
        </p:nvSpPr>
        <p:spPr bwMode="black">
          <a:xfrm flipH="1">
            <a:off x="10598291" y="233151"/>
            <a:ext cx="1182686" cy="908302"/>
          </a:xfrm>
          <a:custGeom>
            <a:avLst/>
            <a:gdLst>
              <a:gd name="T0" fmla="*/ 12 w 221"/>
              <a:gd name="T1" fmla="*/ 104 h 170"/>
              <a:gd name="T2" fmla="*/ 6 w 221"/>
              <a:gd name="T3" fmla="*/ 103 h 170"/>
              <a:gd name="T4" fmla="*/ 2 w 221"/>
              <a:gd name="T5" fmla="*/ 108 h 170"/>
              <a:gd name="T6" fmla="*/ 10 w 221"/>
              <a:gd name="T7" fmla="*/ 141 h 170"/>
              <a:gd name="T8" fmla="*/ 16 w 221"/>
              <a:gd name="T9" fmla="*/ 143 h 170"/>
              <a:gd name="T10" fmla="*/ 21 w 221"/>
              <a:gd name="T11" fmla="*/ 139 h 170"/>
              <a:gd name="T12" fmla="*/ 12 w 221"/>
              <a:gd name="T13" fmla="*/ 104 h 170"/>
              <a:gd name="T14" fmla="*/ 185 w 221"/>
              <a:gd name="T15" fmla="*/ 8 h 170"/>
              <a:gd name="T16" fmla="*/ 219 w 221"/>
              <a:gd name="T17" fmla="*/ 136 h 170"/>
              <a:gd name="T18" fmla="*/ 209 w 221"/>
              <a:gd name="T19" fmla="*/ 139 h 170"/>
              <a:gd name="T20" fmla="*/ 175 w 221"/>
              <a:gd name="T21" fmla="*/ 10 h 170"/>
              <a:gd name="T22" fmla="*/ 185 w 221"/>
              <a:gd name="T23" fmla="*/ 8 h 170"/>
              <a:gd name="T24" fmla="*/ 104 w 221"/>
              <a:gd name="T25" fmla="*/ 170 h 170"/>
              <a:gd name="T26" fmla="*/ 85 w 221"/>
              <a:gd name="T27" fmla="*/ 170 h 170"/>
              <a:gd name="T28" fmla="*/ 63 w 221"/>
              <a:gd name="T29" fmla="*/ 143 h 170"/>
              <a:gd name="T30" fmla="*/ 73 w 221"/>
              <a:gd name="T31" fmla="*/ 143 h 170"/>
              <a:gd name="T32" fmla="*/ 85 w 221"/>
              <a:gd name="T33" fmla="*/ 157 h 170"/>
              <a:gd name="T34" fmla="*/ 104 w 221"/>
              <a:gd name="T35" fmla="*/ 157 h 170"/>
              <a:gd name="T36" fmla="*/ 116 w 221"/>
              <a:gd name="T37" fmla="*/ 143 h 170"/>
              <a:gd name="T38" fmla="*/ 128 w 221"/>
              <a:gd name="T39" fmla="*/ 143 h 170"/>
              <a:gd name="T40" fmla="*/ 104 w 221"/>
              <a:gd name="T41" fmla="*/ 170 h 170"/>
              <a:gd name="T42" fmla="*/ 18 w 221"/>
              <a:gd name="T43" fmla="*/ 102 h 170"/>
              <a:gd name="T44" fmla="*/ 168 w 221"/>
              <a:gd name="T45" fmla="*/ 16 h 170"/>
              <a:gd name="T46" fmla="*/ 172 w 221"/>
              <a:gd name="T47" fmla="*/ 30 h 170"/>
              <a:gd name="T48" fmla="*/ 20 w 221"/>
              <a:gd name="T49" fmla="*/ 109 h 170"/>
              <a:gd name="T50" fmla="*/ 18 w 221"/>
              <a:gd name="T51" fmla="*/ 102 h 170"/>
              <a:gd name="T52" fmla="*/ 185 w 221"/>
              <a:gd name="T53" fmla="*/ 79 h 170"/>
              <a:gd name="T54" fmla="*/ 201 w 221"/>
              <a:gd name="T55" fmla="*/ 137 h 170"/>
              <a:gd name="T56" fmla="*/ 28 w 221"/>
              <a:gd name="T57" fmla="*/ 138 h 170"/>
              <a:gd name="T58" fmla="*/ 24 w 221"/>
              <a:gd name="T59" fmla="*/ 122 h 170"/>
              <a:gd name="T60" fmla="*/ 185 w 221"/>
              <a:gd name="T61" fmla="*/ 79 h 1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221" h="170">
                <a:moveTo>
                  <a:pt x="12" y="104"/>
                </a:moveTo>
                <a:cubicBezTo>
                  <a:pt x="6" y="103"/>
                  <a:pt x="6" y="103"/>
                  <a:pt x="6" y="103"/>
                </a:cubicBezTo>
                <a:cubicBezTo>
                  <a:pt x="3" y="103"/>
                  <a:pt x="0" y="104"/>
                  <a:pt x="2" y="108"/>
                </a:cubicBezTo>
                <a:cubicBezTo>
                  <a:pt x="10" y="141"/>
                  <a:pt x="10" y="141"/>
                  <a:pt x="10" y="141"/>
                </a:cubicBezTo>
                <a:cubicBezTo>
                  <a:pt x="12" y="145"/>
                  <a:pt x="14" y="144"/>
                  <a:pt x="16" y="143"/>
                </a:cubicBezTo>
                <a:cubicBezTo>
                  <a:pt x="21" y="139"/>
                  <a:pt x="21" y="139"/>
                  <a:pt x="21" y="139"/>
                </a:cubicBezTo>
                <a:cubicBezTo>
                  <a:pt x="12" y="104"/>
                  <a:pt x="12" y="104"/>
                  <a:pt x="12" y="104"/>
                </a:cubicBezTo>
                <a:close/>
                <a:moveTo>
                  <a:pt x="185" y="8"/>
                </a:moveTo>
                <a:cubicBezTo>
                  <a:pt x="219" y="136"/>
                  <a:pt x="219" y="136"/>
                  <a:pt x="219" y="136"/>
                </a:cubicBezTo>
                <a:cubicBezTo>
                  <a:pt x="221" y="143"/>
                  <a:pt x="211" y="146"/>
                  <a:pt x="209" y="139"/>
                </a:cubicBezTo>
                <a:cubicBezTo>
                  <a:pt x="175" y="10"/>
                  <a:pt x="175" y="10"/>
                  <a:pt x="175" y="10"/>
                </a:cubicBezTo>
                <a:cubicBezTo>
                  <a:pt x="173" y="3"/>
                  <a:pt x="183" y="0"/>
                  <a:pt x="185" y="8"/>
                </a:cubicBezTo>
                <a:close/>
                <a:moveTo>
                  <a:pt x="104" y="170"/>
                </a:moveTo>
                <a:cubicBezTo>
                  <a:pt x="85" y="170"/>
                  <a:pt x="85" y="170"/>
                  <a:pt x="85" y="170"/>
                </a:cubicBezTo>
                <a:cubicBezTo>
                  <a:pt x="69" y="170"/>
                  <a:pt x="62" y="156"/>
                  <a:pt x="63" y="143"/>
                </a:cubicBezTo>
                <a:cubicBezTo>
                  <a:pt x="73" y="143"/>
                  <a:pt x="73" y="143"/>
                  <a:pt x="73" y="143"/>
                </a:cubicBezTo>
                <a:cubicBezTo>
                  <a:pt x="73" y="150"/>
                  <a:pt x="77" y="157"/>
                  <a:pt x="85" y="157"/>
                </a:cubicBezTo>
                <a:cubicBezTo>
                  <a:pt x="104" y="157"/>
                  <a:pt x="104" y="157"/>
                  <a:pt x="104" y="157"/>
                </a:cubicBezTo>
                <a:cubicBezTo>
                  <a:pt x="112" y="157"/>
                  <a:pt x="116" y="150"/>
                  <a:pt x="116" y="143"/>
                </a:cubicBezTo>
                <a:cubicBezTo>
                  <a:pt x="128" y="143"/>
                  <a:pt x="128" y="143"/>
                  <a:pt x="128" y="143"/>
                </a:cubicBezTo>
                <a:cubicBezTo>
                  <a:pt x="128" y="156"/>
                  <a:pt x="120" y="170"/>
                  <a:pt x="104" y="170"/>
                </a:cubicBezTo>
                <a:close/>
                <a:moveTo>
                  <a:pt x="18" y="102"/>
                </a:moveTo>
                <a:cubicBezTo>
                  <a:pt x="168" y="16"/>
                  <a:pt x="168" y="16"/>
                  <a:pt x="168" y="16"/>
                </a:cubicBezTo>
                <a:cubicBezTo>
                  <a:pt x="172" y="30"/>
                  <a:pt x="172" y="30"/>
                  <a:pt x="172" y="30"/>
                </a:cubicBezTo>
                <a:cubicBezTo>
                  <a:pt x="20" y="109"/>
                  <a:pt x="20" y="109"/>
                  <a:pt x="20" y="109"/>
                </a:cubicBezTo>
                <a:cubicBezTo>
                  <a:pt x="18" y="102"/>
                  <a:pt x="18" y="102"/>
                  <a:pt x="18" y="102"/>
                </a:cubicBezTo>
                <a:close/>
                <a:moveTo>
                  <a:pt x="185" y="79"/>
                </a:moveTo>
                <a:cubicBezTo>
                  <a:pt x="201" y="137"/>
                  <a:pt x="201" y="137"/>
                  <a:pt x="201" y="137"/>
                </a:cubicBezTo>
                <a:cubicBezTo>
                  <a:pt x="28" y="138"/>
                  <a:pt x="28" y="138"/>
                  <a:pt x="28" y="138"/>
                </a:cubicBezTo>
                <a:cubicBezTo>
                  <a:pt x="24" y="122"/>
                  <a:pt x="24" y="122"/>
                  <a:pt x="24" y="122"/>
                </a:cubicBezTo>
                <a:cubicBezTo>
                  <a:pt x="185" y="79"/>
                  <a:pt x="185" y="79"/>
                  <a:pt x="185" y="79"/>
                </a:cubicBezTo>
                <a:close/>
              </a:path>
            </a:pathLst>
          </a:custGeom>
          <a:solidFill>
            <a:srgbClr val="FFFFFF"/>
          </a:solidFill>
          <a:ln>
            <a:noFill/>
          </a:ln>
        </p:spPr>
        <p:txBody>
          <a:bodyPr vert="horz" wrap="square" lIns="83943" tIns="41972" rIns="83943" bIns="41972" numCol="1" anchor="t" anchorCtr="0" compatLnSpc="1">
            <a:prstTxWarp prst="textNoShape">
              <a:avLst/>
            </a:prstTxWarp>
          </a:bodyPr>
          <a:lstStyle/>
          <a:p>
            <a:pPr marL="0" marR="0" lvl="0" indent="0" defTabSz="932559" eaLnBrk="1" fontAlgn="auto" latinLnBrk="0" hangingPunct="1">
              <a:lnSpc>
                <a:spcPct val="100000"/>
              </a:lnSpc>
              <a:spcBef>
                <a:spcPts val="0"/>
              </a:spcBef>
              <a:spcAft>
                <a:spcPts val="0"/>
              </a:spcAft>
              <a:buClrTx/>
              <a:buSzTx/>
              <a:buFontTx/>
              <a:buNone/>
              <a:tabLst/>
              <a:defRPr/>
            </a:pPr>
            <a:endParaRPr kumimoji="0" lang="en-US" sz="1632" b="0" i="0" u="none" strike="noStrike" kern="0" cap="none" spc="0" normalizeH="0" baseline="0" noProof="0">
              <a:ln>
                <a:noFill/>
              </a:ln>
              <a:solidFill>
                <a:srgbClr val="292929"/>
              </a:solidFill>
              <a:effectLst/>
              <a:uLnTx/>
              <a:uFillTx/>
            </a:endParaRPr>
          </a:p>
        </p:txBody>
      </p:sp>
      <p:sp>
        <p:nvSpPr>
          <p:cNvPr id="4" name="Text Placeholder 3"/>
          <p:cNvSpPr>
            <a:spLocks noGrp="1"/>
          </p:cNvSpPr>
          <p:nvPr>
            <p:ph type="body" sz="quarter" idx="10"/>
          </p:nvPr>
        </p:nvSpPr>
        <p:spPr>
          <a:xfrm>
            <a:off x="589800" y="233151"/>
            <a:ext cx="9310688" cy="6416675"/>
          </a:xfrm>
          <a:prstGeom prst="rect">
            <a:avLst/>
          </a:prstGeom>
        </p:spPr>
        <p:txBody>
          <a:bodyPr/>
          <a:lstStyle>
            <a:lvl1pPr marL="0" indent="0">
              <a:buNone/>
              <a:defRPr sz="3600"/>
            </a:lvl1pPr>
            <a:lvl2pPr>
              <a:defRPr sz="3600"/>
            </a:lvl2pPr>
            <a:lvl3pPr>
              <a:defRPr sz="3600"/>
            </a:lvl3pPr>
            <a:lvl4pPr>
              <a:defRPr sz="3600"/>
            </a:lvl4pPr>
            <a:lvl5pPr>
              <a:defRPr sz="3600"/>
            </a:lvl5pPr>
          </a:lstStyle>
          <a:p>
            <a:pPr lvl="0"/>
            <a:r>
              <a:rPr lang="en-US"/>
              <a:t>Click to edit Master text styles</a:t>
            </a:r>
          </a:p>
        </p:txBody>
      </p:sp>
    </p:spTree>
    <p:extLst>
      <p:ext uri="{BB962C8B-B14F-4D97-AF65-F5344CB8AC3E}">
        <p14:creationId xmlns:p14="http://schemas.microsoft.com/office/powerpoint/2010/main" val="2685348906"/>
      </p:ext>
    </p:extLst>
  </p:cSld>
  <p:clrMapOvr>
    <a:masterClrMapping/>
  </p:clrMapOvr>
  <p:transition>
    <p:fade/>
  </p:transition>
</p:sldLayout>
</file>

<file path=ppt/slideLayouts/slideLayout32.xml><?xml version="1.0" encoding="utf-8"?>
<p:sldLayout xmlns:a="http://schemas.openxmlformats.org/drawingml/2006/main" xmlns:r="http://schemas.openxmlformats.org/officeDocument/2006/relationships" xmlns:p="http://schemas.openxmlformats.org/presentationml/2006/main" userDrawn="1">
  <p:cSld name="End">
    <p:bg>
      <p:bgPr>
        <a:solidFill>
          <a:schemeClr val="tx2">
            <a:lumMod val="50000"/>
          </a:schemeClr>
        </a:solidFill>
        <a:effectLst/>
      </p:bgPr>
    </p:bg>
    <p:spTree>
      <p:nvGrpSpPr>
        <p:cNvPr id="1" name=""/>
        <p:cNvGrpSpPr/>
        <p:nvPr/>
      </p:nvGrpSpPr>
      <p:grpSpPr>
        <a:xfrm>
          <a:off x="0" y="0"/>
          <a:ext cx="0" cy="0"/>
          <a:chOff x="0" y="0"/>
          <a:chExt cx="0" cy="0"/>
        </a:xfrm>
      </p:grpSpPr>
      <p:sp>
        <p:nvSpPr>
          <p:cNvPr id="2" name="Rectangle 1"/>
          <p:cNvSpPr/>
          <p:nvPr userDrawn="1"/>
        </p:nvSpPr>
        <p:spPr>
          <a:xfrm>
            <a:off x="0" y="0"/>
            <a:ext cx="12192000" cy="6858000"/>
          </a:xfrm>
          <a:prstGeom prst="rect">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3" name="Text Box 3"/>
          <p:cNvSpPr txBox="1">
            <a:spLocks noChangeArrowheads="1"/>
          </p:cNvSpPr>
          <p:nvPr userDrawn="1"/>
        </p:nvSpPr>
        <p:spPr bwMode="blackWhite">
          <a:xfrm>
            <a:off x="450202" y="5503176"/>
            <a:ext cx="8639369" cy="711824"/>
          </a:xfrm>
          <a:prstGeom prst="rect">
            <a:avLst/>
          </a:prstGeom>
          <a:noFill/>
          <a:ln w="12700">
            <a:noFill/>
            <a:miter lim="800000"/>
            <a:headEnd type="none" w="sm" len="sm"/>
            <a:tailEnd type="none" w="sm" len="sm"/>
          </a:ln>
          <a:effectLst/>
        </p:spPr>
        <p:txBody>
          <a:bodyPr vert="horz" wrap="square" lIns="179285" tIns="143428" rIns="179285" bIns="143428" numCol="1" anchor="t" anchorCtr="0" compatLnSpc="1">
            <a:prstTxWarp prst="textNoShape">
              <a:avLst/>
            </a:prstTxWarp>
            <a:spAutoFit/>
          </a:bodyPr>
          <a:lstStyle/>
          <a:p>
            <a:pPr defTabSz="913924" eaLnBrk="0" hangingPunct="0"/>
            <a:r>
              <a:rPr lang="en-US" sz="686" dirty="0">
                <a:gradFill>
                  <a:gsLst>
                    <a:gs pos="0">
                      <a:srgbClr val="FFFFFF"/>
                    </a:gs>
                    <a:gs pos="100000">
                      <a:srgbClr val="FFFFFF"/>
                    </a:gs>
                  </a:gsLst>
                  <a:lin ang="5400000" scaled="0"/>
                </a:gradFill>
                <a:cs typeface="Segoe UI" pitchFamily="34" charset="0"/>
              </a:rPr>
              <a:t>© 2014 Microsoft Corporation. All rights reserved. Microsoft, Windows, Windows Vista and other product names are or may be registered trademarks and/or trademarks in the U.S. and/or other countries.</a:t>
            </a:r>
          </a:p>
          <a:p>
            <a:pPr defTabSz="913924" eaLnBrk="0" hangingPunct="0"/>
            <a:r>
              <a:rPr lang="en-US" sz="686" dirty="0">
                <a:gradFill>
                  <a:gsLst>
                    <a:gs pos="0">
                      <a:srgbClr val="FFFFFF"/>
                    </a:gs>
                    <a:gs pos="100000">
                      <a:srgbClr val="FFFFFF"/>
                    </a:gs>
                  </a:gsLst>
                  <a:lin ang="5400000" scaled="0"/>
                </a:gradFill>
                <a:cs typeface="Segoe UI" pitchFamily="34" charset="0"/>
              </a:rPr>
              <a:t>The information herein is for informational purposes only and represents the current view of Microsoft Corporation as of the date of this presentation.  Because Microsoft must respond to changing market conditions, it should not be interpreted to be a commitment on the part of Microsoft, and Microsoft cannot guarantee the accuracy of any information provided after the date of this presentation.  MICROSOFT MAKES NO WARRANTIES, EXPRESS, IMPLIED OR STATUTORY, AS TO THE INFORMATION IN THIS PRESENTATION.</a:t>
            </a:r>
          </a:p>
        </p:txBody>
      </p:sp>
      <p:pic>
        <p:nvPicPr>
          <p:cNvPr id="4" name="Picture 3"/>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bwMode="invGray">
          <a:xfrm>
            <a:off x="667916" y="2968090"/>
            <a:ext cx="3223861" cy="690695"/>
          </a:xfrm>
          <a:prstGeom prst="rect">
            <a:avLst/>
          </a:prstGeom>
        </p:spPr>
      </p:pic>
    </p:spTree>
    <p:extLst>
      <p:ext uri="{BB962C8B-B14F-4D97-AF65-F5344CB8AC3E}">
        <p14:creationId xmlns:p14="http://schemas.microsoft.com/office/powerpoint/2010/main" val="12201581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3.xml><?xml version="1.0" encoding="utf-8"?>
<p:sldLayout xmlns:a="http://schemas.openxmlformats.org/drawingml/2006/main" xmlns:r="http://schemas.openxmlformats.org/officeDocument/2006/relationships" xmlns:p="http://schemas.openxmlformats.org/presentationml/2006/main" userDrawn="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09600" y="304800"/>
            <a:ext cx="10972800" cy="762000"/>
          </a:xfrm>
          <a:prstGeom prst="rect">
            <a:avLst/>
          </a:prstGeom>
        </p:spPr>
        <p:txBody>
          <a:bodyPr/>
          <a:lstStyle/>
          <a:p>
            <a:r>
              <a:rPr lang="en-US" dirty="0"/>
              <a:t>Click to edit Master title style</a:t>
            </a:r>
          </a:p>
        </p:txBody>
      </p:sp>
    </p:spTree>
    <p:extLst>
      <p:ext uri="{BB962C8B-B14F-4D97-AF65-F5344CB8AC3E}">
        <p14:creationId xmlns:p14="http://schemas.microsoft.com/office/powerpoint/2010/main" val="3017205171"/>
      </p:ext>
    </p:extLst>
  </p:cSld>
  <p:clrMapOvr>
    <a:masterClrMapping/>
  </p:clrMapOvr>
  <p:transition>
    <p:fade/>
  </p:transition>
</p:sldLayout>
</file>

<file path=ppt/slideLayouts/slideLayout34.xml><?xml version="1.0" encoding="utf-8"?>
<p:sldLayout xmlns:a="http://schemas.openxmlformats.org/drawingml/2006/main" xmlns:r="http://schemas.openxmlformats.org/officeDocument/2006/relationships" xmlns:p="http://schemas.openxmlformats.org/presentationml/2006/main" userDrawn="1">
  <p:cSld name="3_Content slide">
    <p:bg>
      <p:bgPr>
        <a:solidFill>
          <a:schemeClr val="bg1"/>
        </a:solidFill>
        <a:effectLst/>
      </p:bgPr>
    </p:bg>
    <p:spTree>
      <p:nvGrpSpPr>
        <p:cNvPr id="1" name=""/>
        <p:cNvGrpSpPr/>
        <p:nvPr/>
      </p:nvGrpSpPr>
      <p:grpSpPr>
        <a:xfrm>
          <a:off x="0" y="0"/>
          <a:ext cx="0" cy="0"/>
          <a:chOff x="0" y="0"/>
          <a:chExt cx="0" cy="0"/>
        </a:xfrm>
      </p:grpSpPr>
      <p:pic>
        <p:nvPicPr>
          <p:cNvPr id="2" name="Picture 1" descr="104750_Speaker TemplateART_v01-06.pn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7968" y="-102830"/>
            <a:ext cx="12292374" cy="7048094"/>
          </a:xfrm>
          <a:prstGeom prst="rect">
            <a:avLst/>
          </a:prstGeom>
        </p:spPr>
      </p:pic>
      <p:sp>
        <p:nvSpPr>
          <p:cNvPr id="12" name="Text Placeholder 7"/>
          <p:cNvSpPr>
            <a:spLocks noGrp="1"/>
          </p:cNvSpPr>
          <p:nvPr>
            <p:ph type="body" sz="quarter" idx="10" hasCustomPrompt="1"/>
          </p:nvPr>
        </p:nvSpPr>
        <p:spPr>
          <a:xfrm>
            <a:off x="448602" y="1411818"/>
            <a:ext cx="11037715" cy="1829217"/>
          </a:xfrm>
          <a:prstGeom prst="rect">
            <a:avLst/>
          </a:prstGeom>
          <a:ln>
            <a:solidFill>
              <a:srgbClr val="FFFFFF"/>
            </a:solidFill>
          </a:ln>
        </p:spPr>
        <p:txBody>
          <a:bodyPr anchor="ctr" anchorCtr="0">
            <a:noAutofit/>
          </a:bodyPr>
          <a:lstStyle>
            <a:lvl1pPr marL="0" indent="0">
              <a:buNone/>
              <a:defRPr sz="5294"/>
            </a:lvl1pPr>
            <a:lvl2pPr marL="609543" indent="0">
              <a:buNone/>
              <a:defRPr/>
            </a:lvl2pPr>
          </a:lstStyle>
          <a:p>
            <a:pPr lvl="0"/>
            <a:r>
              <a:rPr lang="en-US" dirty="0"/>
              <a:t>Heading text</a:t>
            </a:r>
          </a:p>
        </p:txBody>
      </p:sp>
      <p:sp>
        <p:nvSpPr>
          <p:cNvPr id="13" name="Text Placeholder 7"/>
          <p:cNvSpPr>
            <a:spLocks noGrp="1"/>
          </p:cNvSpPr>
          <p:nvPr>
            <p:ph type="body" sz="quarter" idx="11" hasCustomPrompt="1"/>
          </p:nvPr>
        </p:nvSpPr>
        <p:spPr>
          <a:xfrm>
            <a:off x="448602" y="3387028"/>
            <a:ext cx="11037715" cy="2467852"/>
          </a:xfrm>
          <a:prstGeom prst="rect">
            <a:avLst/>
          </a:prstGeom>
          <a:ln>
            <a:solidFill>
              <a:srgbClr val="FFFFFF"/>
            </a:solidFill>
          </a:ln>
        </p:spPr>
        <p:txBody>
          <a:bodyPr>
            <a:noAutofit/>
          </a:bodyPr>
          <a:lstStyle>
            <a:lvl1pPr marL="0" indent="0">
              <a:buNone/>
              <a:defRPr sz="3137"/>
            </a:lvl1pPr>
            <a:lvl2pPr marL="609543" indent="0">
              <a:buNone/>
              <a:defRPr/>
            </a:lvl2pPr>
          </a:lstStyle>
          <a:p>
            <a:pPr lvl="0"/>
            <a:r>
              <a:rPr lang="en-US" dirty="0"/>
              <a:t>Body copy text</a:t>
            </a:r>
          </a:p>
        </p:txBody>
      </p:sp>
      <p:pic>
        <p:nvPicPr>
          <p:cNvPr id="6" name="Picture 5" descr="MSFT_logo_rgb_C-Wht.png"/>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26159" y="6074926"/>
            <a:ext cx="2239573" cy="823929"/>
          </a:xfrm>
          <a:prstGeom prst="rect">
            <a:avLst/>
          </a:prstGeom>
        </p:spPr>
      </p:pic>
    </p:spTree>
    <p:extLst>
      <p:ext uri="{BB962C8B-B14F-4D97-AF65-F5344CB8AC3E}">
        <p14:creationId xmlns:p14="http://schemas.microsoft.com/office/powerpoint/2010/main" val="726452026"/>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slow">
        <p14:reveal/>
      </p:transition>
    </mc:Choice>
    <mc:Fallback xmlns="">
      <p:transition xmlns:p14="http://schemas.microsoft.com/office/powerpoint/2010/main" spd="slow">
        <p:fade/>
      </p:transition>
    </mc:Fallback>
  </mc:AlternateContent>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p:cSld name="Section Slide">
    <p:spTree>
      <p:nvGrpSpPr>
        <p:cNvPr id="1" name=""/>
        <p:cNvGrpSpPr/>
        <p:nvPr/>
      </p:nvGrpSpPr>
      <p:grpSpPr>
        <a:xfrm>
          <a:off x="0" y="0"/>
          <a:ext cx="0" cy="0"/>
          <a:chOff x="0" y="0"/>
          <a:chExt cx="0" cy="0"/>
        </a:xfrm>
      </p:grpSpPr>
      <p:sp>
        <p:nvSpPr>
          <p:cNvPr id="7" name="Title 1"/>
          <p:cNvSpPr>
            <a:spLocks noGrp="1"/>
          </p:cNvSpPr>
          <p:nvPr>
            <p:ph type="title" hasCustomPrompt="1"/>
          </p:nvPr>
        </p:nvSpPr>
        <p:spPr>
          <a:xfrm>
            <a:off x="268928" y="3689190"/>
            <a:ext cx="11541863" cy="899665"/>
          </a:xfrm>
        </p:spPr>
        <p:txBody>
          <a:bodyPr/>
          <a:lstStyle>
            <a:lvl1pPr algn="ctr">
              <a:defRPr baseline="0"/>
            </a:lvl1pPr>
          </a:lstStyle>
          <a:p>
            <a:r>
              <a:rPr lang="en-US" dirty="0"/>
              <a:t>Click to edit section name</a:t>
            </a:r>
          </a:p>
        </p:txBody>
      </p:sp>
      <p:sp>
        <p:nvSpPr>
          <p:cNvPr id="8" name="TextBox 7"/>
          <p:cNvSpPr txBox="1"/>
          <p:nvPr/>
        </p:nvSpPr>
        <p:spPr>
          <a:xfrm>
            <a:off x="778469" y="1024876"/>
            <a:ext cx="3740504" cy="1321387"/>
          </a:xfrm>
          <a:prstGeom prst="rect">
            <a:avLst/>
          </a:prstGeom>
          <a:noFill/>
        </p:spPr>
        <p:txBody>
          <a:bodyPr wrap="square" lIns="182880" tIns="146304" rIns="182880" bIns="146304" rtlCol="0">
            <a:spAutoFit/>
          </a:bodyPr>
          <a:lstStyle/>
          <a:p>
            <a:pPr marL="0" marR="0" lvl="0" indent="0" algn="ctr" defTabSz="914400" rtl="0" eaLnBrk="1" fontAlgn="auto" latinLnBrk="0" hangingPunct="1">
              <a:lnSpc>
                <a:spcPts val="4000"/>
              </a:lnSpc>
              <a:spcBef>
                <a:spcPts val="0"/>
              </a:spcBef>
              <a:spcAft>
                <a:spcPts val="0"/>
              </a:spcAft>
              <a:buClrTx/>
              <a:buSzTx/>
              <a:buFontTx/>
              <a:buNone/>
              <a:tabLst/>
              <a:defRPr/>
            </a:pPr>
            <a:r>
              <a:rPr kumimoji="0" lang="en-US" sz="3600" b="0" i="0" u="none" strike="noStrike" kern="1200" cap="none" spc="0" normalizeH="0" baseline="0" noProof="0" dirty="0">
                <a:ln>
                  <a:noFill/>
                </a:ln>
                <a:solidFill>
                  <a:srgbClr val="0070C0"/>
                </a:solidFill>
                <a:effectLst/>
                <a:uLnTx/>
                <a:uFillTx/>
                <a:latin typeface="Segoe UI Light"/>
                <a:ea typeface="+mn-ea"/>
                <a:cs typeface="+mn-cs"/>
              </a:rPr>
              <a:t>Engineer to Engineer</a:t>
            </a:r>
          </a:p>
        </p:txBody>
      </p:sp>
    </p:spTree>
    <p:extLst>
      <p:ext uri="{BB962C8B-B14F-4D97-AF65-F5344CB8AC3E}">
        <p14:creationId xmlns:p14="http://schemas.microsoft.com/office/powerpoint/2010/main" val="793644341"/>
      </p:ext>
    </p:extLst>
  </p:cSld>
  <p:clrMapOvr>
    <a:masterClrMapping/>
  </p:clrMapOvr>
  <p:transition>
    <p:fade/>
  </p:transition>
  <p:hf sldNum="0" hdr="0" dt="0"/>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6" name="Content Placeholder 6"/>
          <p:cNvSpPr>
            <a:spLocks noGrp="1"/>
          </p:cNvSpPr>
          <p:nvPr>
            <p:ph sz="quarter" idx="10"/>
          </p:nvPr>
        </p:nvSpPr>
        <p:spPr>
          <a:xfrm>
            <a:off x="268288" y="1398397"/>
            <a:ext cx="11542503" cy="4451560"/>
          </a:xfrm>
        </p:spPr>
        <p:txBody>
          <a:bodyPr/>
          <a:lstStyle/>
          <a:p>
            <a:pPr lvl="0"/>
            <a:r>
              <a:rPr lang="en-US"/>
              <a:t>Edit Master text styles</a:t>
            </a:r>
          </a:p>
          <a:p>
            <a:pPr lvl="1"/>
            <a:r>
              <a:rPr lang="en-US"/>
              <a:t>Second level</a:t>
            </a:r>
          </a:p>
          <a:p>
            <a:pPr lvl="2"/>
            <a:r>
              <a:rPr lang="en-US"/>
              <a:t>Third level</a:t>
            </a:r>
          </a:p>
        </p:txBody>
      </p:sp>
    </p:spTree>
    <p:extLst>
      <p:ext uri="{BB962C8B-B14F-4D97-AF65-F5344CB8AC3E}">
        <p14:creationId xmlns:p14="http://schemas.microsoft.com/office/powerpoint/2010/main" val="3779911738"/>
      </p:ext>
    </p:extLst>
  </p:cSld>
  <p:clrMapOvr>
    <a:masterClrMapping/>
  </p:clrMapOvr>
  <p:transition>
    <p:fade/>
  </p:transition>
</p:sldLayout>
</file>

<file path=ppt/slideLayouts/slideLayout37.xml><?xml version="1.0" encoding="utf-8"?>
<p:sldLayout xmlns:a="http://schemas.openxmlformats.org/drawingml/2006/main" xmlns:r="http://schemas.openxmlformats.org/officeDocument/2006/relationships" xmlns:p="http://schemas.openxmlformats.org/presentationml/2006/main">
  <p:cSld name="Title and Content - 2 Column">
    <p:bg>
      <p:bgPr>
        <a:solidFill>
          <a:srgbClr val="1574B8"/>
        </a:solidFill>
        <a:effectLst/>
      </p:bgPr>
    </p:bg>
    <p:spTree>
      <p:nvGrpSpPr>
        <p:cNvPr id="1" name=""/>
        <p:cNvGrpSpPr/>
        <p:nvPr/>
      </p:nvGrpSpPr>
      <p:grpSpPr>
        <a:xfrm>
          <a:off x="0" y="0"/>
          <a:ext cx="0" cy="0"/>
          <a:chOff x="0" y="0"/>
          <a:chExt cx="0" cy="0"/>
        </a:xfrm>
      </p:grpSpPr>
      <p:sp>
        <p:nvSpPr>
          <p:cNvPr id="5" name="Title 1"/>
          <p:cNvSpPr>
            <a:spLocks noGrp="1"/>
          </p:cNvSpPr>
          <p:nvPr>
            <p:ph type="title"/>
          </p:nvPr>
        </p:nvSpPr>
        <p:spPr>
          <a:xfrm>
            <a:off x="268930" y="291069"/>
            <a:ext cx="11653832" cy="899665"/>
          </a:xfrm>
        </p:spPr>
        <p:txBody>
          <a:bodyPr/>
          <a:lstStyle/>
          <a:p>
            <a:r>
              <a:rPr lang="en-US"/>
              <a:t>Click to edit Master title style</a:t>
            </a:r>
            <a:endParaRPr lang="en-US" dirty="0"/>
          </a:p>
        </p:txBody>
      </p:sp>
      <p:sp>
        <p:nvSpPr>
          <p:cNvPr id="7" name="Content Placeholder 6"/>
          <p:cNvSpPr>
            <a:spLocks noGrp="1"/>
          </p:cNvSpPr>
          <p:nvPr>
            <p:ph sz="quarter" idx="10"/>
          </p:nvPr>
        </p:nvSpPr>
        <p:spPr>
          <a:xfrm>
            <a:off x="268289" y="1387776"/>
            <a:ext cx="5494536" cy="1889748"/>
          </a:xfrm>
        </p:spPr>
        <p:txBody>
          <a:bodyPr/>
          <a:lstStyle/>
          <a:p>
            <a:pPr lvl="0"/>
            <a:r>
              <a:rPr lang="en-US"/>
              <a:t>Edit Master text styles</a:t>
            </a:r>
          </a:p>
          <a:p>
            <a:pPr lvl="1"/>
            <a:r>
              <a:rPr lang="en-US"/>
              <a:t>Second level</a:t>
            </a:r>
          </a:p>
          <a:p>
            <a:pPr lvl="2"/>
            <a:r>
              <a:rPr lang="en-US"/>
              <a:t>Third level</a:t>
            </a:r>
          </a:p>
        </p:txBody>
      </p:sp>
      <p:sp>
        <p:nvSpPr>
          <p:cNvPr id="8" name="Content Placeholder 6"/>
          <p:cNvSpPr>
            <a:spLocks noGrp="1"/>
          </p:cNvSpPr>
          <p:nvPr>
            <p:ph sz="quarter" idx="11"/>
          </p:nvPr>
        </p:nvSpPr>
        <p:spPr>
          <a:xfrm>
            <a:off x="6432242" y="1387776"/>
            <a:ext cx="5490520" cy="1889748"/>
          </a:xfrm>
        </p:spPr>
        <p:txBody>
          <a:bodyPr/>
          <a:lstStyle/>
          <a:p>
            <a:pPr lvl="0"/>
            <a:r>
              <a:rPr lang="en-US"/>
              <a:t>Edit Master text styles</a:t>
            </a:r>
          </a:p>
          <a:p>
            <a:pPr lvl="1"/>
            <a:r>
              <a:rPr lang="en-US"/>
              <a:t>Second level</a:t>
            </a:r>
          </a:p>
          <a:p>
            <a:pPr lvl="2"/>
            <a:r>
              <a:rPr lang="en-US"/>
              <a:t>Third level</a:t>
            </a:r>
          </a:p>
        </p:txBody>
      </p:sp>
    </p:spTree>
    <p:extLst>
      <p:ext uri="{BB962C8B-B14F-4D97-AF65-F5344CB8AC3E}">
        <p14:creationId xmlns:p14="http://schemas.microsoft.com/office/powerpoint/2010/main" val="1931220672"/>
      </p:ext>
    </p:extLst>
  </p:cSld>
  <p:clrMapOvr>
    <a:masterClrMapping/>
  </p:clrMapOvr>
  <p:transition>
    <p:fade/>
  </p:transition>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Walk-in">
    <p:spTree>
      <p:nvGrpSpPr>
        <p:cNvPr id="1" name=""/>
        <p:cNvGrpSpPr/>
        <p:nvPr/>
      </p:nvGrpSpPr>
      <p:grpSpPr>
        <a:xfrm>
          <a:off x="0" y="0"/>
          <a:ext cx="0" cy="0"/>
          <a:chOff x="0" y="0"/>
          <a:chExt cx="0" cy="0"/>
        </a:xfrm>
      </p:grpSpPr>
      <p:pic>
        <p:nvPicPr>
          <p:cNvPr id="5" name="Picture 4" descr="104750_Speaker TemplateART_v01-01.pn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2796" y="-101125"/>
            <a:ext cx="12260341" cy="7029726"/>
          </a:xfrm>
          <a:prstGeom prst="rect">
            <a:avLst/>
          </a:prstGeom>
        </p:spPr>
      </p:pic>
      <p:sp>
        <p:nvSpPr>
          <p:cNvPr id="7" name="Rectangle 6"/>
          <p:cNvSpPr/>
          <p:nvPr userDrawn="1"/>
        </p:nvSpPr>
        <p:spPr>
          <a:xfrm>
            <a:off x="789057" y="3242583"/>
            <a:ext cx="4248056" cy="769511"/>
          </a:xfrm>
          <a:prstGeom prst="rect">
            <a:avLst/>
          </a:prstGeom>
        </p:spPr>
        <p:txBody>
          <a:bodyPr wrap="none" anchor="ctr">
            <a:spAutoFit/>
          </a:bodyPr>
          <a:lstStyle/>
          <a:p>
            <a:pPr algn="r" defTabSz="1142867">
              <a:lnSpc>
                <a:spcPct val="90000"/>
              </a:lnSpc>
              <a:spcBef>
                <a:spcPct val="0"/>
              </a:spcBef>
            </a:pPr>
            <a:r>
              <a:rPr lang="en-US" sz="4902" spc="-123" dirty="0">
                <a:ln w="3175">
                  <a:noFill/>
                </a:ln>
                <a:gradFill>
                  <a:gsLst>
                    <a:gs pos="84066">
                      <a:srgbClr val="000000"/>
                    </a:gs>
                    <a:gs pos="57576">
                      <a:srgbClr val="000000"/>
                    </a:gs>
                  </a:gsLst>
                  <a:lin ang="5400000" scaled="0"/>
                </a:gradFill>
                <a:latin typeface="Segoe UI Light"/>
                <a:cs typeface="Segoe UI" pitchFamily="34" charset="0"/>
              </a:rPr>
              <a:t>Spark the future.</a:t>
            </a:r>
          </a:p>
        </p:txBody>
      </p:sp>
      <p:pic>
        <p:nvPicPr>
          <p:cNvPr id="8" name="Picture 7" descr="Identlockup.png"/>
          <p:cNvPicPr>
            <a:picLocks noChangeAspect="1"/>
          </p:cNvPicPr>
          <p:nvPr userDrawn="1"/>
        </p:nvPicPr>
        <p:blipFill rotWithShape="1">
          <a:blip r:embed="rId3" cstate="print">
            <a:extLst>
              <a:ext uri="{28A0092B-C50C-407E-A947-70E740481C1C}">
                <a14:useLocalDpi xmlns:a14="http://schemas.microsoft.com/office/drawing/2010/main" val="0"/>
              </a:ext>
            </a:extLst>
          </a:blip>
          <a:srcRect b="42439"/>
          <a:stretch/>
        </p:blipFill>
        <p:spPr>
          <a:xfrm>
            <a:off x="2123732" y="4064422"/>
            <a:ext cx="2913381" cy="1186614"/>
          </a:xfrm>
          <a:prstGeom prst="rect">
            <a:avLst/>
          </a:prstGeom>
        </p:spPr>
      </p:pic>
      <p:pic>
        <p:nvPicPr>
          <p:cNvPr id="6" name="Picture 5" descr="MSFT_logo_rgb_C-Wht.png"/>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26159" y="6074926"/>
            <a:ext cx="2239573" cy="823929"/>
          </a:xfrm>
          <a:prstGeom prst="rect">
            <a:avLst/>
          </a:prstGeom>
        </p:spPr>
      </p:pic>
    </p:spTree>
    <p:extLst>
      <p:ext uri="{BB962C8B-B14F-4D97-AF65-F5344CB8AC3E}">
        <p14:creationId xmlns:p14="http://schemas.microsoft.com/office/powerpoint/2010/main" val="2819934572"/>
      </p:ext>
    </p:extLst>
  </p:cSld>
  <p:clrMapOvr>
    <a:masterClrMapping/>
  </p:clrMapOvr>
  <p:transition spd="slow">
    <p:fade/>
  </p:transition>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4" name="Picture 3" descr="104750_Speaker TemplateART_v01-02.pn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68341" y="-93646"/>
            <a:ext cx="12260341" cy="7029726"/>
          </a:xfrm>
          <a:prstGeom prst="rect">
            <a:avLst/>
          </a:prstGeom>
        </p:spPr>
      </p:pic>
      <p:sp>
        <p:nvSpPr>
          <p:cNvPr id="12" name="Title 1"/>
          <p:cNvSpPr>
            <a:spLocks noGrp="1"/>
          </p:cNvSpPr>
          <p:nvPr>
            <p:ph type="title" hasCustomPrompt="1"/>
          </p:nvPr>
        </p:nvSpPr>
        <p:spPr>
          <a:xfrm>
            <a:off x="449386" y="4908936"/>
            <a:ext cx="8140782" cy="860040"/>
          </a:xfrm>
          <a:solidFill>
            <a:srgbClr val="ED5F19"/>
          </a:solidFill>
        </p:spPr>
        <p:txBody>
          <a:bodyPr anchor="ctr" anchorCtr="0">
            <a:normAutofit/>
          </a:bodyPr>
          <a:lstStyle>
            <a:lvl1pPr algn="l">
              <a:defRPr sz="4313" b="0" cap="none">
                <a:solidFill>
                  <a:srgbClr val="FFFFFF"/>
                </a:solidFill>
              </a:defRPr>
            </a:lvl1pPr>
          </a:lstStyle>
          <a:p>
            <a:r>
              <a:rPr lang="en-US" dirty="0"/>
              <a:t>Speaker name</a:t>
            </a:r>
          </a:p>
        </p:txBody>
      </p:sp>
      <p:sp>
        <p:nvSpPr>
          <p:cNvPr id="13" name="Text Placeholder 2"/>
          <p:cNvSpPr>
            <a:spLocks noGrp="1"/>
          </p:cNvSpPr>
          <p:nvPr>
            <p:ph type="body" idx="1" hasCustomPrompt="1"/>
          </p:nvPr>
        </p:nvSpPr>
        <p:spPr>
          <a:xfrm>
            <a:off x="449387" y="2456081"/>
            <a:ext cx="9967264" cy="2452855"/>
          </a:xfrm>
          <a:solidFill>
            <a:srgbClr val="C74405"/>
          </a:solidFill>
          <a:ln>
            <a:noFill/>
          </a:ln>
        </p:spPr>
        <p:txBody>
          <a:bodyPr anchor="t" anchorCtr="0">
            <a:normAutofit/>
          </a:bodyPr>
          <a:lstStyle>
            <a:lvl1pPr marL="0" indent="0">
              <a:lnSpc>
                <a:spcPct val="90000"/>
              </a:lnSpc>
              <a:buNone/>
              <a:defRPr sz="7156">
                <a:solidFill>
                  <a:schemeClr val="bg1"/>
                </a:solidFill>
              </a:defRPr>
            </a:lvl1pPr>
            <a:lvl2pPr marL="609543" indent="0">
              <a:buNone/>
              <a:defRPr sz="2353">
                <a:solidFill>
                  <a:schemeClr val="tx1">
                    <a:tint val="75000"/>
                  </a:schemeClr>
                </a:solidFill>
              </a:defRPr>
            </a:lvl2pPr>
            <a:lvl3pPr marL="1219085" indent="0">
              <a:buNone/>
              <a:defRPr sz="2157">
                <a:solidFill>
                  <a:schemeClr val="tx1">
                    <a:tint val="75000"/>
                  </a:schemeClr>
                </a:solidFill>
              </a:defRPr>
            </a:lvl3pPr>
            <a:lvl4pPr marL="1828628" indent="0">
              <a:buNone/>
              <a:defRPr sz="1863">
                <a:solidFill>
                  <a:schemeClr val="tx1">
                    <a:tint val="75000"/>
                  </a:schemeClr>
                </a:solidFill>
              </a:defRPr>
            </a:lvl4pPr>
            <a:lvl5pPr marL="2438171" indent="0">
              <a:buNone/>
              <a:defRPr sz="1863">
                <a:solidFill>
                  <a:schemeClr val="tx1">
                    <a:tint val="75000"/>
                  </a:schemeClr>
                </a:solidFill>
              </a:defRPr>
            </a:lvl5pPr>
            <a:lvl6pPr marL="3047713" indent="0">
              <a:buNone/>
              <a:defRPr sz="1863">
                <a:solidFill>
                  <a:schemeClr val="tx1">
                    <a:tint val="75000"/>
                  </a:schemeClr>
                </a:solidFill>
              </a:defRPr>
            </a:lvl6pPr>
            <a:lvl7pPr marL="3657256" indent="0">
              <a:buNone/>
              <a:defRPr sz="1863">
                <a:solidFill>
                  <a:schemeClr val="tx1">
                    <a:tint val="75000"/>
                  </a:schemeClr>
                </a:solidFill>
              </a:defRPr>
            </a:lvl7pPr>
            <a:lvl8pPr marL="4266799" indent="0">
              <a:buNone/>
              <a:defRPr sz="1863">
                <a:solidFill>
                  <a:schemeClr val="tx1">
                    <a:tint val="75000"/>
                  </a:schemeClr>
                </a:solidFill>
              </a:defRPr>
            </a:lvl8pPr>
            <a:lvl9pPr marL="4876342" indent="0">
              <a:buNone/>
              <a:defRPr sz="1863">
                <a:solidFill>
                  <a:schemeClr val="tx1">
                    <a:tint val="75000"/>
                  </a:schemeClr>
                </a:solidFill>
              </a:defRPr>
            </a:lvl9pPr>
          </a:lstStyle>
          <a:p>
            <a:pPr lvl="0"/>
            <a:r>
              <a:rPr lang="en-US" dirty="0"/>
              <a:t>Session title</a:t>
            </a:r>
          </a:p>
        </p:txBody>
      </p:sp>
      <p:sp>
        <p:nvSpPr>
          <p:cNvPr id="15" name="Text Placeholder 14"/>
          <p:cNvSpPr>
            <a:spLocks noGrp="1"/>
          </p:cNvSpPr>
          <p:nvPr>
            <p:ph type="body" sz="quarter" idx="10" hasCustomPrompt="1"/>
          </p:nvPr>
        </p:nvSpPr>
        <p:spPr>
          <a:xfrm>
            <a:off x="8590169" y="4908936"/>
            <a:ext cx="1826482" cy="860040"/>
          </a:xfrm>
          <a:solidFill>
            <a:srgbClr val="FEC914"/>
          </a:solidFill>
        </p:spPr>
        <p:txBody>
          <a:bodyPr anchor="ctr" anchorCtr="0">
            <a:normAutofit/>
          </a:bodyPr>
          <a:lstStyle>
            <a:lvl1pPr marL="0" indent="0">
              <a:buNone/>
              <a:defRPr sz="3921">
                <a:solidFill>
                  <a:srgbClr val="FFFFFF"/>
                </a:solidFill>
              </a:defRPr>
            </a:lvl1pPr>
          </a:lstStyle>
          <a:p>
            <a:pPr lvl="0"/>
            <a:r>
              <a:rPr lang="en-US" dirty="0"/>
              <a:t>ABC101</a:t>
            </a:r>
          </a:p>
        </p:txBody>
      </p:sp>
      <p:pic>
        <p:nvPicPr>
          <p:cNvPr id="7" name="Picture 6" descr="MSFT_logo_rgb_C-Wht.png"/>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26159" y="6074926"/>
            <a:ext cx="2239573" cy="823929"/>
          </a:xfrm>
          <a:prstGeom prst="rect">
            <a:avLst/>
          </a:prstGeom>
        </p:spPr>
      </p:pic>
    </p:spTree>
    <p:extLst>
      <p:ext uri="{BB962C8B-B14F-4D97-AF65-F5344CB8AC3E}">
        <p14:creationId xmlns:p14="http://schemas.microsoft.com/office/powerpoint/2010/main" val="3283480594"/>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slow">
        <p14:reveal/>
      </p:transition>
    </mc:Choice>
    <mc:Fallback xmlns="">
      <p:transition xmlns:p14="http://schemas.microsoft.com/office/powerpoint/2010/main" spd="slow">
        <p:fade/>
      </p:transition>
    </mc:Fallback>
  </mc:AlternateConten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1_Video slide">
    <p:spTree>
      <p:nvGrpSpPr>
        <p:cNvPr id="1" name=""/>
        <p:cNvGrpSpPr/>
        <p:nvPr/>
      </p:nvGrpSpPr>
      <p:grpSpPr>
        <a:xfrm>
          <a:off x="0" y="0"/>
          <a:ext cx="0" cy="0"/>
          <a:chOff x="0" y="0"/>
          <a:chExt cx="0" cy="0"/>
        </a:xfrm>
      </p:grpSpPr>
      <p:pic>
        <p:nvPicPr>
          <p:cNvPr id="8" name="Picture 7" descr="104750_Speaker TemplateART_v01-02.pn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68341" y="-101125"/>
            <a:ext cx="12260341" cy="7029726"/>
          </a:xfrm>
          <a:prstGeom prst="rect">
            <a:avLst/>
          </a:prstGeom>
        </p:spPr>
      </p:pic>
      <p:sp>
        <p:nvSpPr>
          <p:cNvPr id="16" name="Title 1"/>
          <p:cNvSpPr>
            <a:spLocks noGrp="1"/>
          </p:cNvSpPr>
          <p:nvPr>
            <p:ph type="title" hasCustomPrompt="1"/>
          </p:nvPr>
        </p:nvSpPr>
        <p:spPr>
          <a:xfrm>
            <a:off x="589787" y="2084173"/>
            <a:ext cx="9859116" cy="1158793"/>
          </a:xfrm>
          <a:noFill/>
        </p:spPr>
        <p:txBody>
          <a:bodyPr tIns="91440" bIns="91440" anchor="t" anchorCtr="0">
            <a:spAutoFit/>
          </a:bodyPr>
          <a:lstStyle>
            <a:lvl1pPr>
              <a:defRPr lang="en-US" sz="7057" b="0" kern="1200" cap="none" spc="-98" baseline="0" dirty="0">
                <a:ln w="3175">
                  <a:noFill/>
                </a:ln>
                <a:gradFill>
                  <a:gsLst>
                    <a:gs pos="0">
                      <a:schemeClr val="tx1"/>
                    </a:gs>
                    <a:gs pos="100000">
                      <a:schemeClr val="tx1"/>
                    </a:gs>
                  </a:gsLst>
                  <a:lin ang="5400000" scaled="0"/>
                </a:gradFill>
                <a:effectLst/>
                <a:latin typeface="+mj-lt"/>
                <a:ea typeface="+mn-ea"/>
                <a:cs typeface="Segoe UI" pitchFamily="34" charset="0"/>
              </a:defRPr>
            </a:lvl1pPr>
          </a:lstStyle>
          <a:p>
            <a:r>
              <a:rPr lang="en-US" dirty="0"/>
              <a:t>Video title</a:t>
            </a:r>
          </a:p>
        </p:txBody>
      </p:sp>
      <p:pic>
        <p:nvPicPr>
          <p:cNvPr id="5" name="Picture 4" descr="MSFT_logo_rgb_C-Wht.png"/>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26159" y="6074926"/>
            <a:ext cx="2239573" cy="823929"/>
          </a:xfrm>
          <a:prstGeom prst="rect">
            <a:avLst/>
          </a:prstGeom>
        </p:spPr>
      </p:pic>
    </p:spTree>
    <p:extLst>
      <p:ext uri="{BB962C8B-B14F-4D97-AF65-F5344CB8AC3E}">
        <p14:creationId xmlns:p14="http://schemas.microsoft.com/office/powerpoint/2010/main" val="102458152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slow">
        <p14:reveal/>
      </p:transition>
    </mc:Choice>
    <mc:Fallback xmlns="">
      <p:transition xmlns:p14="http://schemas.microsoft.com/office/powerpoint/2010/main" spd="slow">
        <p:fade/>
      </p:transition>
    </mc:Fallback>
  </mc:AlternateConten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4_Section slide">
    <p:spTree>
      <p:nvGrpSpPr>
        <p:cNvPr id="1" name=""/>
        <p:cNvGrpSpPr/>
        <p:nvPr/>
      </p:nvGrpSpPr>
      <p:grpSpPr>
        <a:xfrm>
          <a:off x="0" y="0"/>
          <a:ext cx="0" cy="0"/>
          <a:chOff x="0" y="0"/>
          <a:chExt cx="0" cy="0"/>
        </a:xfrm>
      </p:grpSpPr>
      <p:pic>
        <p:nvPicPr>
          <p:cNvPr id="5" name="Picture 4" descr="104750_Speaker TemplateART_v01-02.pn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68341" y="-101125"/>
            <a:ext cx="12260341" cy="7029726"/>
          </a:xfrm>
          <a:prstGeom prst="rect">
            <a:avLst/>
          </a:prstGeom>
        </p:spPr>
      </p:pic>
      <p:sp>
        <p:nvSpPr>
          <p:cNvPr id="16" name="Title 1"/>
          <p:cNvSpPr>
            <a:spLocks noGrp="1"/>
          </p:cNvSpPr>
          <p:nvPr>
            <p:ph type="title" hasCustomPrompt="1"/>
          </p:nvPr>
        </p:nvSpPr>
        <p:spPr>
          <a:xfrm>
            <a:off x="589787" y="2084173"/>
            <a:ext cx="9859116" cy="1176761"/>
          </a:xfrm>
          <a:noFill/>
        </p:spPr>
        <p:txBody>
          <a:bodyPr tIns="91440" bIns="91440" anchor="t" anchorCtr="0">
            <a:spAutoFit/>
          </a:bodyPr>
          <a:lstStyle>
            <a:lvl1pPr>
              <a:defRPr lang="en-US" sz="7057" b="0" kern="1200" cap="none" spc="-98" baseline="0" dirty="0">
                <a:ln w="3175">
                  <a:noFill/>
                </a:ln>
                <a:gradFill>
                  <a:gsLst>
                    <a:gs pos="0">
                      <a:schemeClr val="tx1"/>
                    </a:gs>
                    <a:gs pos="100000">
                      <a:schemeClr val="tx1"/>
                    </a:gs>
                  </a:gsLst>
                  <a:lin ang="5400000" scaled="0"/>
                </a:gradFill>
                <a:effectLst/>
                <a:latin typeface="+mj-lt"/>
                <a:ea typeface="+mn-ea"/>
                <a:cs typeface="Segoe UI" pitchFamily="34" charset="0"/>
              </a:defRPr>
            </a:lvl1pPr>
          </a:lstStyle>
          <a:p>
            <a:r>
              <a:rPr lang="en-US" dirty="0"/>
              <a:t>Section title</a:t>
            </a:r>
          </a:p>
        </p:txBody>
      </p:sp>
      <p:pic>
        <p:nvPicPr>
          <p:cNvPr id="7" name="Picture 6" descr="MSFT_logo_rgb_C-Wht.png"/>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26159" y="6074926"/>
            <a:ext cx="2239573" cy="823929"/>
          </a:xfrm>
          <a:prstGeom prst="rect">
            <a:avLst/>
          </a:prstGeom>
        </p:spPr>
      </p:pic>
    </p:spTree>
    <p:extLst>
      <p:ext uri="{BB962C8B-B14F-4D97-AF65-F5344CB8AC3E}">
        <p14:creationId xmlns:p14="http://schemas.microsoft.com/office/powerpoint/2010/main" val="1521656097"/>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slow">
        <p14:reveal/>
      </p:transition>
    </mc:Choice>
    <mc:Fallback xmlns="">
      <p:transition xmlns:p14="http://schemas.microsoft.com/office/powerpoint/2010/main" spd="slow">
        <p:fade/>
      </p:transition>
    </mc:Fallback>
  </mc:AlternateConten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7_Demo slide">
    <p:spTree>
      <p:nvGrpSpPr>
        <p:cNvPr id="1" name=""/>
        <p:cNvGrpSpPr/>
        <p:nvPr/>
      </p:nvGrpSpPr>
      <p:grpSpPr>
        <a:xfrm>
          <a:off x="0" y="0"/>
          <a:ext cx="0" cy="0"/>
          <a:chOff x="0" y="0"/>
          <a:chExt cx="0" cy="0"/>
        </a:xfrm>
      </p:grpSpPr>
      <p:pic>
        <p:nvPicPr>
          <p:cNvPr id="5" name="Picture 4" descr="104750_Speaker TemplateART_v01-02.pn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68341" y="-101125"/>
            <a:ext cx="12260341" cy="7029726"/>
          </a:xfrm>
          <a:prstGeom prst="rect">
            <a:avLst/>
          </a:prstGeom>
        </p:spPr>
      </p:pic>
      <p:sp>
        <p:nvSpPr>
          <p:cNvPr id="16" name="Title 1"/>
          <p:cNvSpPr>
            <a:spLocks noGrp="1"/>
          </p:cNvSpPr>
          <p:nvPr>
            <p:ph type="title" hasCustomPrompt="1"/>
          </p:nvPr>
        </p:nvSpPr>
        <p:spPr>
          <a:xfrm>
            <a:off x="589787" y="2084173"/>
            <a:ext cx="9859116" cy="1176761"/>
          </a:xfrm>
          <a:noFill/>
        </p:spPr>
        <p:txBody>
          <a:bodyPr tIns="91440" bIns="91440" anchor="t" anchorCtr="0">
            <a:spAutoFit/>
          </a:bodyPr>
          <a:lstStyle>
            <a:lvl1pPr>
              <a:defRPr lang="en-US" sz="7057" b="0" kern="1200" cap="none" spc="-98" baseline="0" dirty="0">
                <a:ln w="3175">
                  <a:noFill/>
                </a:ln>
                <a:gradFill>
                  <a:gsLst>
                    <a:gs pos="0">
                      <a:schemeClr val="tx1"/>
                    </a:gs>
                    <a:gs pos="100000">
                      <a:schemeClr val="tx1"/>
                    </a:gs>
                  </a:gsLst>
                  <a:lin ang="5400000" scaled="0"/>
                </a:gradFill>
                <a:effectLst/>
                <a:latin typeface="+mj-lt"/>
                <a:ea typeface="+mn-ea"/>
                <a:cs typeface="Segoe UI" pitchFamily="34" charset="0"/>
              </a:defRPr>
            </a:lvl1pPr>
          </a:lstStyle>
          <a:p>
            <a:r>
              <a:rPr lang="en-US" dirty="0"/>
              <a:t>Demo title</a:t>
            </a:r>
          </a:p>
        </p:txBody>
      </p:sp>
      <p:pic>
        <p:nvPicPr>
          <p:cNvPr id="7" name="Picture 6" descr="MSFT_logo_rgb_C-Wht.png"/>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26159" y="6074926"/>
            <a:ext cx="2239573" cy="823929"/>
          </a:xfrm>
          <a:prstGeom prst="rect">
            <a:avLst/>
          </a:prstGeom>
        </p:spPr>
      </p:pic>
      <p:sp>
        <p:nvSpPr>
          <p:cNvPr id="6" name="Text Placeholder 4"/>
          <p:cNvSpPr>
            <a:spLocks noGrp="1"/>
          </p:cNvSpPr>
          <p:nvPr>
            <p:ph type="body" sz="quarter" idx="12" hasCustomPrompt="1"/>
          </p:nvPr>
        </p:nvSpPr>
        <p:spPr>
          <a:xfrm>
            <a:off x="556566" y="4785989"/>
            <a:ext cx="9860674" cy="724246"/>
          </a:xfrm>
          <a:noFill/>
        </p:spPr>
        <p:txBody>
          <a:bodyPr lIns="182880" tIns="146304" rIns="182880" bIns="146304">
            <a:spAutoFit/>
          </a:bodyPr>
          <a:lstStyle>
            <a:lvl1pPr marL="0" indent="0">
              <a:spcBef>
                <a:spcPts val="0"/>
              </a:spcBef>
              <a:buNone/>
              <a:defRPr sz="3137" spc="0" baseline="0">
                <a:gradFill>
                  <a:gsLst>
                    <a:gs pos="0">
                      <a:schemeClr val="tx1"/>
                    </a:gs>
                    <a:gs pos="100000">
                      <a:schemeClr val="tx1"/>
                    </a:gs>
                  </a:gsLst>
                  <a:lin ang="5400000" scaled="0"/>
                </a:gradFill>
                <a:latin typeface="+mj-lt"/>
              </a:defRPr>
            </a:lvl1pPr>
          </a:lstStyle>
          <a:p>
            <a:pPr lvl="0"/>
            <a:r>
              <a:rPr lang="en-US" dirty="0"/>
              <a:t>Speaker Name</a:t>
            </a:r>
          </a:p>
        </p:txBody>
      </p:sp>
    </p:spTree>
    <p:extLst>
      <p:ext uri="{BB962C8B-B14F-4D97-AF65-F5344CB8AC3E}">
        <p14:creationId xmlns:p14="http://schemas.microsoft.com/office/powerpoint/2010/main" val="3977355576"/>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slow">
        <p14:reveal/>
      </p:transition>
    </mc:Choice>
    <mc:Fallback xmlns="">
      <p:transition xmlns:p14="http://schemas.microsoft.com/office/powerpoint/2010/main" spd="slow">
        <p:fade/>
      </p:transition>
    </mc:Fallback>
  </mc:AlternateConten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2_Section slide Dark">
    <p:bg>
      <p:bgPr>
        <a:solidFill>
          <a:srgbClr val="D34305"/>
        </a:solidFill>
        <a:effectLst/>
      </p:bgPr>
    </p:bg>
    <p:spTree>
      <p:nvGrpSpPr>
        <p:cNvPr id="1" name=""/>
        <p:cNvGrpSpPr/>
        <p:nvPr/>
      </p:nvGrpSpPr>
      <p:grpSpPr>
        <a:xfrm>
          <a:off x="0" y="0"/>
          <a:ext cx="0" cy="0"/>
          <a:chOff x="0" y="0"/>
          <a:chExt cx="0" cy="0"/>
        </a:xfrm>
      </p:grpSpPr>
      <p:pic>
        <p:nvPicPr>
          <p:cNvPr id="2" name="Picture 1" descr="104750_Speaker TemplateART_v01-04.pn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61859" y="-116690"/>
            <a:ext cx="12292374" cy="7048094"/>
          </a:xfrm>
          <a:prstGeom prst="rect">
            <a:avLst/>
          </a:prstGeom>
        </p:spPr>
      </p:pic>
      <p:sp>
        <p:nvSpPr>
          <p:cNvPr id="16" name="Title 1"/>
          <p:cNvSpPr>
            <a:spLocks noGrp="1"/>
          </p:cNvSpPr>
          <p:nvPr>
            <p:ph type="title" hasCustomPrompt="1"/>
          </p:nvPr>
        </p:nvSpPr>
        <p:spPr>
          <a:xfrm>
            <a:off x="589787" y="2084173"/>
            <a:ext cx="9859116" cy="1176761"/>
          </a:xfrm>
          <a:noFill/>
        </p:spPr>
        <p:txBody>
          <a:bodyPr tIns="91440" bIns="91440" anchor="t" anchorCtr="0">
            <a:spAutoFit/>
          </a:bodyPr>
          <a:lstStyle>
            <a:lvl1pPr>
              <a:defRPr lang="en-US" sz="7057" b="0" kern="1200" cap="none" spc="-98" baseline="0" dirty="0">
                <a:ln w="3175">
                  <a:noFill/>
                </a:ln>
                <a:gradFill>
                  <a:gsLst>
                    <a:gs pos="0">
                      <a:schemeClr val="tx1"/>
                    </a:gs>
                    <a:gs pos="100000">
                      <a:schemeClr val="tx1"/>
                    </a:gs>
                  </a:gsLst>
                  <a:lin ang="5400000" scaled="0"/>
                </a:gradFill>
                <a:effectLst/>
                <a:latin typeface="+mj-lt"/>
                <a:ea typeface="+mn-ea"/>
                <a:cs typeface="Segoe UI" pitchFamily="34" charset="0"/>
              </a:defRPr>
            </a:lvl1pPr>
          </a:lstStyle>
          <a:p>
            <a:r>
              <a:rPr lang="en-US" dirty="0"/>
              <a:t>Section title</a:t>
            </a:r>
          </a:p>
        </p:txBody>
      </p:sp>
      <p:pic>
        <p:nvPicPr>
          <p:cNvPr id="5" name="Picture 4" descr="MSFT_logo_rgb_C-Wht.png"/>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26159" y="6074926"/>
            <a:ext cx="2239573" cy="823929"/>
          </a:xfrm>
          <a:prstGeom prst="rect">
            <a:avLst/>
          </a:prstGeom>
        </p:spPr>
      </p:pic>
    </p:spTree>
    <p:extLst>
      <p:ext uri="{BB962C8B-B14F-4D97-AF65-F5344CB8AC3E}">
        <p14:creationId xmlns:p14="http://schemas.microsoft.com/office/powerpoint/2010/main" val="713662334"/>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slow">
        <p14:reveal/>
      </p:transition>
    </mc:Choice>
    <mc:Fallback xmlns="">
      <p:transition xmlns:p14="http://schemas.microsoft.com/office/powerpoint/2010/main" spd="slow">
        <p:fade/>
      </p:transition>
    </mc:Fallback>
  </mc:AlternateConten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5_Section slide light">
    <p:bg>
      <p:bgPr>
        <a:solidFill>
          <a:srgbClr val="FEAC0B"/>
        </a:solidFill>
        <a:effectLst/>
      </p:bgPr>
    </p:bg>
    <p:spTree>
      <p:nvGrpSpPr>
        <p:cNvPr id="1" name=""/>
        <p:cNvGrpSpPr/>
        <p:nvPr/>
      </p:nvGrpSpPr>
      <p:grpSpPr>
        <a:xfrm>
          <a:off x="0" y="0"/>
          <a:ext cx="0" cy="0"/>
          <a:chOff x="0" y="0"/>
          <a:chExt cx="0" cy="0"/>
        </a:xfrm>
      </p:grpSpPr>
      <p:pic>
        <p:nvPicPr>
          <p:cNvPr id="2" name="Picture 1" descr="104750_Speaker TemplateART_v01-05.pn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6483" y="-110612"/>
            <a:ext cx="12292374" cy="7048094"/>
          </a:xfrm>
          <a:prstGeom prst="rect">
            <a:avLst/>
          </a:prstGeom>
        </p:spPr>
      </p:pic>
      <p:sp>
        <p:nvSpPr>
          <p:cNvPr id="16" name="Title 1"/>
          <p:cNvSpPr>
            <a:spLocks noGrp="1"/>
          </p:cNvSpPr>
          <p:nvPr>
            <p:ph type="title" hasCustomPrompt="1"/>
          </p:nvPr>
        </p:nvSpPr>
        <p:spPr>
          <a:xfrm>
            <a:off x="589787" y="2084173"/>
            <a:ext cx="9859116" cy="1176761"/>
          </a:xfrm>
          <a:noFill/>
        </p:spPr>
        <p:txBody>
          <a:bodyPr tIns="91440" bIns="91440" anchor="t" anchorCtr="0">
            <a:spAutoFit/>
          </a:bodyPr>
          <a:lstStyle>
            <a:lvl1pPr>
              <a:defRPr lang="en-US" sz="7057" b="0" kern="1200" cap="none" spc="-98" baseline="0" dirty="0">
                <a:ln w="3175">
                  <a:noFill/>
                </a:ln>
                <a:gradFill>
                  <a:gsLst>
                    <a:gs pos="0">
                      <a:schemeClr val="tx1"/>
                    </a:gs>
                    <a:gs pos="100000">
                      <a:schemeClr val="tx1"/>
                    </a:gs>
                  </a:gsLst>
                  <a:lin ang="5400000" scaled="0"/>
                </a:gradFill>
                <a:effectLst/>
                <a:latin typeface="+mj-lt"/>
                <a:ea typeface="+mn-ea"/>
                <a:cs typeface="Segoe UI" pitchFamily="34" charset="0"/>
              </a:defRPr>
            </a:lvl1pPr>
          </a:lstStyle>
          <a:p>
            <a:r>
              <a:rPr lang="en-US" dirty="0"/>
              <a:t>Section title</a:t>
            </a:r>
          </a:p>
        </p:txBody>
      </p:sp>
      <p:pic>
        <p:nvPicPr>
          <p:cNvPr id="5" name="Picture 4" descr="MSFT_logo_rgb_C-Wht.png"/>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26159" y="6074926"/>
            <a:ext cx="2239573" cy="823929"/>
          </a:xfrm>
          <a:prstGeom prst="rect">
            <a:avLst/>
          </a:prstGeom>
        </p:spPr>
      </p:pic>
    </p:spTree>
    <p:extLst>
      <p:ext uri="{BB962C8B-B14F-4D97-AF65-F5344CB8AC3E}">
        <p14:creationId xmlns:p14="http://schemas.microsoft.com/office/powerpoint/2010/main" val="3685292960"/>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slow">
        <p14:reveal/>
      </p:transition>
    </mc:Choice>
    <mc:Fallback xmlns="">
      <p:transition xmlns:p14="http://schemas.microsoft.com/office/powerpoint/2010/main" spd="slow">
        <p:fade/>
      </p:transition>
    </mc:Fallback>
  </mc:AlternateConten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3_Content slide">
    <p:bg>
      <p:bgPr>
        <a:solidFill>
          <a:schemeClr val="bg1"/>
        </a:solidFill>
        <a:effectLst/>
      </p:bgPr>
    </p:bg>
    <p:spTree>
      <p:nvGrpSpPr>
        <p:cNvPr id="1" name=""/>
        <p:cNvGrpSpPr/>
        <p:nvPr/>
      </p:nvGrpSpPr>
      <p:grpSpPr>
        <a:xfrm>
          <a:off x="0" y="0"/>
          <a:ext cx="0" cy="0"/>
          <a:chOff x="0" y="0"/>
          <a:chExt cx="0" cy="0"/>
        </a:xfrm>
      </p:grpSpPr>
      <p:pic>
        <p:nvPicPr>
          <p:cNvPr id="2" name="Picture 1" descr="104750_Speaker TemplateART_v01-06.pn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7968" y="-102830"/>
            <a:ext cx="12292374" cy="7048094"/>
          </a:xfrm>
          <a:prstGeom prst="rect">
            <a:avLst/>
          </a:prstGeom>
        </p:spPr>
      </p:pic>
      <p:sp>
        <p:nvSpPr>
          <p:cNvPr id="12" name="Text Placeholder 7"/>
          <p:cNvSpPr>
            <a:spLocks noGrp="1"/>
          </p:cNvSpPr>
          <p:nvPr>
            <p:ph type="body" sz="quarter" idx="10" hasCustomPrompt="1"/>
          </p:nvPr>
        </p:nvSpPr>
        <p:spPr>
          <a:xfrm>
            <a:off x="448602" y="1411818"/>
            <a:ext cx="11037715" cy="1829217"/>
          </a:xfrm>
          <a:ln>
            <a:solidFill>
              <a:srgbClr val="FFFFFF"/>
            </a:solidFill>
          </a:ln>
        </p:spPr>
        <p:txBody>
          <a:bodyPr anchor="ctr" anchorCtr="0">
            <a:noAutofit/>
          </a:bodyPr>
          <a:lstStyle>
            <a:lvl1pPr marL="0" indent="0">
              <a:buNone/>
              <a:defRPr sz="5294"/>
            </a:lvl1pPr>
            <a:lvl2pPr marL="609543" indent="0">
              <a:buNone/>
              <a:defRPr/>
            </a:lvl2pPr>
          </a:lstStyle>
          <a:p>
            <a:pPr lvl="0"/>
            <a:r>
              <a:rPr lang="en-US" dirty="0"/>
              <a:t>Heading text</a:t>
            </a:r>
          </a:p>
        </p:txBody>
      </p:sp>
      <p:sp>
        <p:nvSpPr>
          <p:cNvPr id="13" name="Text Placeholder 7"/>
          <p:cNvSpPr>
            <a:spLocks noGrp="1"/>
          </p:cNvSpPr>
          <p:nvPr>
            <p:ph type="body" sz="quarter" idx="11" hasCustomPrompt="1"/>
          </p:nvPr>
        </p:nvSpPr>
        <p:spPr>
          <a:xfrm>
            <a:off x="448602" y="3387028"/>
            <a:ext cx="11037715" cy="2467852"/>
          </a:xfrm>
          <a:ln>
            <a:solidFill>
              <a:srgbClr val="FFFFFF"/>
            </a:solidFill>
          </a:ln>
        </p:spPr>
        <p:txBody>
          <a:bodyPr>
            <a:noAutofit/>
          </a:bodyPr>
          <a:lstStyle>
            <a:lvl1pPr marL="0" indent="0">
              <a:buNone/>
              <a:defRPr sz="3137"/>
            </a:lvl1pPr>
            <a:lvl2pPr marL="609543" indent="0">
              <a:buNone/>
              <a:defRPr/>
            </a:lvl2pPr>
          </a:lstStyle>
          <a:p>
            <a:pPr lvl="0"/>
            <a:r>
              <a:rPr lang="en-US" dirty="0"/>
              <a:t>Body copy text</a:t>
            </a:r>
          </a:p>
        </p:txBody>
      </p:sp>
      <p:pic>
        <p:nvPicPr>
          <p:cNvPr id="6" name="Picture 5" descr="MSFT_logo_rgb_C-Wht.png"/>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26159" y="6074926"/>
            <a:ext cx="2239573" cy="823929"/>
          </a:xfrm>
          <a:prstGeom prst="rect">
            <a:avLst/>
          </a:prstGeom>
        </p:spPr>
      </p:pic>
    </p:spTree>
    <p:extLst>
      <p:ext uri="{BB962C8B-B14F-4D97-AF65-F5344CB8AC3E}">
        <p14:creationId xmlns:p14="http://schemas.microsoft.com/office/powerpoint/2010/main" val="2450026291"/>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slow">
        <p14:reveal/>
      </p:transition>
    </mc:Choice>
    <mc:Fallback xmlns="">
      <p:transition xmlns:p14="http://schemas.microsoft.com/office/powerpoint/2010/main" spd="slow">
        <p:fade/>
      </p:transition>
    </mc:Fallback>
  </mc:AlternateConten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50-50 Right Photo Layout">
    <p:spTree>
      <p:nvGrpSpPr>
        <p:cNvPr id="1" name=""/>
        <p:cNvGrpSpPr/>
        <p:nvPr/>
      </p:nvGrpSpPr>
      <p:grpSpPr>
        <a:xfrm>
          <a:off x="0" y="0"/>
          <a:ext cx="0" cy="0"/>
          <a:chOff x="0" y="0"/>
          <a:chExt cx="0" cy="0"/>
        </a:xfrm>
      </p:grpSpPr>
      <p:pic>
        <p:nvPicPr>
          <p:cNvPr id="4" name="Picture 3" descr="104750_Speaker TemplateART_v01-02.png"/>
          <p:cNvPicPr>
            <a:picLocks noChangeAspect="1"/>
          </p:cNvPicPr>
          <p:nvPr userDrawn="1"/>
        </p:nvPicPr>
        <p:blipFill rotWithShape="1">
          <a:blip r:embed="rId2">
            <a:extLst>
              <a:ext uri="{28A0092B-C50C-407E-A947-70E740481C1C}">
                <a14:useLocalDpi xmlns:a14="http://schemas.microsoft.com/office/drawing/2010/main" val="0"/>
              </a:ext>
            </a:extLst>
          </a:blip>
          <a:srcRect l="690" t="23835" r="42830" b="15258"/>
          <a:stretch/>
        </p:blipFill>
        <p:spPr>
          <a:xfrm>
            <a:off x="-68341" y="-85863"/>
            <a:ext cx="12260342" cy="7029726"/>
          </a:xfrm>
          <a:prstGeom prst="rect">
            <a:avLst/>
          </a:prstGeom>
        </p:spPr>
      </p:pic>
      <p:sp>
        <p:nvSpPr>
          <p:cNvPr id="2" name="Title 1"/>
          <p:cNvSpPr>
            <a:spLocks noGrp="1"/>
          </p:cNvSpPr>
          <p:nvPr>
            <p:ph type="title" hasCustomPrompt="1"/>
          </p:nvPr>
        </p:nvSpPr>
        <p:spPr>
          <a:xfrm>
            <a:off x="269242" y="1217195"/>
            <a:ext cx="5378548" cy="1973570"/>
          </a:xfrm>
        </p:spPr>
        <p:txBody>
          <a:bodyPr>
            <a:spAutoFit/>
          </a:bodyPr>
          <a:lstStyle>
            <a:lvl1pPr>
              <a:defRPr sz="6469" baseline="0">
                <a:gradFill>
                  <a:gsLst>
                    <a:gs pos="1250">
                      <a:schemeClr val="tx1"/>
                    </a:gs>
                    <a:gs pos="100000">
                      <a:schemeClr val="tx1"/>
                    </a:gs>
                  </a:gsLst>
                  <a:lin ang="5400000" scaled="0"/>
                </a:gradFill>
              </a:defRPr>
            </a:lvl1pPr>
          </a:lstStyle>
          <a:p>
            <a:r>
              <a:rPr lang="en-US" dirty="0"/>
              <a:t>50/50 photo layout</a:t>
            </a:r>
          </a:p>
        </p:txBody>
      </p:sp>
      <p:sp>
        <p:nvSpPr>
          <p:cNvPr id="5" name="Picture Placeholder 4"/>
          <p:cNvSpPr>
            <a:spLocks noGrp="1"/>
          </p:cNvSpPr>
          <p:nvPr>
            <p:ph type="pic" sz="quarter" idx="10"/>
          </p:nvPr>
        </p:nvSpPr>
        <p:spPr bwMode="ltGray">
          <a:xfrm>
            <a:off x="6097556" y="1"/>
            <a:ext cx="6094444" cy="6856100"/>
          </a:xfrm>
          <a:blipFill>
            <a:blip r:embed="rId3"/>
            <a:stretch>
              <a:fillRect/>
            </a:stretch>
          </a:blipFill>
        </p:spPr>
        <p:txBody>
          <a:bodyPr tIns="548640" anchor="ctr" anchorCtr="0">
            <a:noAutofit/>
          </a:bodyPr>
          <a:lstStyle>
            <a:lvl1pPr marL="0" indent="0" algn="ctr">
              <a:buNone/>
              <a:defRPr sz="1568" b="1" cap="none" baseline="0">
                <a:gradFill>
                  <a:gsLst>
                    <a:gs pos="0">
                      <a:srgbClr val="FFFFFF"/>
                    </a:gs>
                    <a:gs pos="27000">
                      <a:srgbClr val="FFFFFF"/>
                    </a:gs>
                  </a:gsLst>
                  <a:lin ang="5400000" scaled="0"/>
                </a:gradFill>
                <a:latin typeface="+mn-lt"/>
              </a:defRPr>
            </a:lvl1pPr>
          </a:lstStyle>
          <a:p>
            <a:r>
              <a:rPr lang="en-US" dirty="0"/>
              <a:t>Click icon to add picture</a:t>
            </a:r>
          </a:p>
        </p:txBody>
      </p:sp>
    </p:spTree>
    <p:extLst>
      <p:ext uri="{BB962C8B-B14F-4D97-AF65-F5344CB8AC3E}">
        <p14:creationId xmlns:p14="http://schemas.microsoft.com/office/powerpoint/2010/main" val="2365314641"/>
      </p:ext>
    </p:extLst>
  </p:cSld>
  <p:clrMapOvr>
    <a:masterClrMapping/>
  </p:clrMapOvr>
  <p:transition spd="slow">
    <p:fade/>
  </p:transition>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Developer Code Layout">
    <p:spTree>
      <p:nvGrpSpPr>
        <p:cNvPr id="1" name=""/>
        <p:cNvGrpSpPr/>
        <p:nvPr/>
      </p:nvGrpSpPr>
      <p:grpSpPr>
        <a:xfrm>
          <a:off x="0" y="0"/>
          <a:ext cx="0" cy="0"/>
          <a:chOff x="0" y="0"/>
          <a:chExt cx="0" cy="0"/>
        </a:xfrm>
      </p:grpSpPr>
      <p:pic>
        <p:nvPicPr>
          <p:cNvPr id="6" name="Picture 5" descr="104750_Speaker TemplateART_v01-06.pn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4077" y="-106721"/>
            <a:ext cx="12292374" cy="7048094"/>
          </a:xfrm>
          <a:prstGeom prst="rect">
            <a:avLst/>
          </a:prstGeom>
        </p:spPr>
      </p:pic>
      <p:sp>
        <p:nvSpPr>
          <p:cNvPr id="2" name="Title 1"/>
          <p:cNvSpPr>
            <a:spLocks noGrp="1"/>
          </p:cNvSpPr>
          <p:nvPr>
            <p:ph type="title" hasCustomPrompt="1"/>
          </p:nvPr>
        </p:nvSpPr>
        <p:spPr>
          <a:xfrm>
            <a:off x="236824" y="181286"/>
            <a:ext cx="11688256" cy="1007891"/>
          </a:xfrm>
        </p:spPr>
        <p:txBody>
          <a:bodyPr/>
          <a:lstStyle>
            <a:lvl1pPr>
              <a:defRPr baseline="0"/>
            </a:lvl1pPr>
          </a:lstStyle>
          <a:p>
            <a:r>
              <a:rPr lang="en-US" dirty="0"/>
              <a:t>Slide for developer code</a:t>
            </a:r>
          </a:p>
        </p:txBody>
      </p:sp>
      <p:sp>
        <p:nvSpPr>
          <p:cNvPr id="5" name="Text Placeholder 4"/>
          <p:cNvSpPr>
            <a:spLocks noGrp="1"/>
          </p:cNvSpPr>
          <p:nvPr>
            <p:ph type="body" sz="quarter" idx="10"/>
          </p:nvPr>
        </p:nvSpPr>
        <p:spPr>
          <a:xfrm>
            <a:off x="269240" y="1197323"/>
            <a:ext cx="11653522" cy="1956973"/>
          </a:xfrm>
        </p:spPr>
        <p:txBody>
          <a:bodyPr/>
          <a:lstStyle>
            <a:lvl1pPr marL="0" indent="0">
              <a:buNone/>
              <a:defRPr sz="3235">
                <a:gradFill>
                  <a:gsLst>
                    <a:gs pos="1250">
                      <a:srgbClr val="000000"/>
                    </a:gs>
                    <a:gs pos="100000">
                      <a:srgbClr val="000000"/>
                    </a:gs>
                  </a:gsLst>
                  <a:lin ang="5400000" scaled="0"/>
                </a:gradFill>
                <a:latin typeface="Consolas" panose="020B0609020204030204" pitchFamily="49" charset="0"/>
                <a:cs typeface="Consolas" panose="020B0609020204030204" pitchFamily="49" charset="0"/>
              </a:defRPr>
            </a:lvl1pPr>
            <a:lvl2pPr marL="339699" indent="0">
              <a:buNone/>
              <a:defRPr>
                <a:gradFill>
                  <a:gsLst>
                    <a:gs pos="1250">
                      <a:srgbClr val="000000"/>
                    </a:gs>
                    <a:gs pos="100000">
                      <a:srgbClr val="000000"/>
                    </a:gs>
                  </a:gsLst>
                  <a:lin ang="5400000" scaled="0"/>
                </a:gradFill>
                <a:latin typeface="Consolas" panose="020B0609020204030204" pitchFamily="49" charset="0"/>
                <a:cs typeface="Consolas" panose="020B0609020204030204" pitchFamily="49" charset="0"/>
              </a:defRPr>
            </a:lvl2pPr>
            <a:lvl3pPr marL="573044" indent="0">
              <a:buNone/>
              <a:defRPr>
                <a:gradFill>
                  <a:gsLst>
                    <a:gs pos="1250">
                      <a:srgbClr val="000000"/>
                    </a:gs>
                    <a:gs pos="100000">
                      <a:srgbClr val="000000"/>
                    </a:gs>
                  </a:gsLst>
                  <a:lin ang="5400000" scaled="0"/>
                </a:gradFill>
                <a:latin typeface="Consolas" panose="020B0609020204030204" pitchFamily="49" charset="0"/>
                <a:cs typeface="Consolas" panose="020B0609020204030204" pitchFamily="49" charset="0"/>
              </a:defRPr>
            </a:lvl3pPr>
            <a:lvl4pPr marL="798452" indent="0">
              <a:buNone/>
              <a:defRPr>
                <a:gradFill>
                  <a:gsLst>
                    <a:gs pos="1250">
                      <a:srgbClr val="000000"/>
                    </a:gs>
                    <a:gs pos="100000">
                      <a:srgbClr val="000000"/>
                    </a:gs>
                  </a:gsLst>
                  <a:lin ang="5400000" scaled="0"/>
                </a:gradFill>
                <a:latin typeface="Consolas" panose="020B0609020204030204" pitchFamily="49" charset="0"/>
                <a:cs typeface="Consolas" panose="020B0609020204030204" pitchFamily="49" charset="0"/>
              </a:defRPr>
            </a:lvl4pPr>
            <a:lvl5pPr marL="1030210" indent="0">
              <a:buNone/>
              <a:defRPr>
                <a:gradFill>
                  <a:gsLst>
                    <a:gs pos="1250">
                      <a:srgbClr val="000000"/>
                    </a:gs>
                    <a:gs pos="100000">
                      <a:srgbClr val="000000"/>
                    </a:gs>
                  </a:gsLst>
                  <a:lin ang="5400000" scaled="0"/>
                </a:gradFill>
                <a:latin typeface="Consolas" panose="020B0609020204030204" pitchFamily="49" charset="0"/>
                <a:cs typeface="Consolas" panose="020B0609020204030204" pitchFamily="49"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8" name="Picture 7" descr="MSFT_logo_rgb_C-Wht.png"/>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26159" y="6074926"/>
            <a:ext cx="2239573" cy="823929"/>
          </a:xfrm>
          <a:prstGeom prst="rect">
            <a:avLst/>
          </a:prstGeom>
        </p:spPr>
      </p:pic>
    </p:spTree>
    <p:extLst>
      <p:ext uri="{BB962C8B-B14F-4D97-AF65-F5344CB8AC3E}">
        <p14:creationId xmlns:p14="http://schemas.microsoft.com/office/powerpoint/2010/main" val="2425025074"/>
      </p:ext>
    </p:extLst>
  </p:cSld>
  <p:clrMapOvr>
    <a:masterClrMapping/>
  </p:clrMapOvr>
  <p:transition spd="slow">
    <p:fade/>
  </p:transition>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Closing logo slide">
    <p:spTree>
      <p:nvGrpSpPr>
        <p:cNvPr id="1" name=""/>
        <p:cNvGrpSpPr/>
        <p:nvPr/>
      </p:nvGrpSpPr>
      <p:grpSpPr>
        <a:xfrm>
          <a:off x="0" y="0"/>
          <a:ext cx="0" cy="0"/>
          <a:chOff x="0" y="0"/>
          <a:chExt cx="0" cy="0"/>
        </a:xfrm>
      </p:grpSpPr>
      <p:pic>
        <p:nvPicPr>
          <p:cNvPr id="2" name="Picture 1" descr="104750_Speaker TemplateART_v01-03.pn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0187" y="-101125"/>
            <a:ext cx="12292374" cy="7048094"/>
          </a:xfrm>
          <a:prstGeom prst="rect">
            <a:avLst/>
          </a:prstGeom>
        </p:spPr>
      </p:pic>
      <p:sp>
        <p:nvSpPr>
          <p:cNvPr id="11" name="Text Box 3"/>
          <p:cNvSpPr txBox="1">
            <a:spLocks noChangeArrowheads="1"/>
          </p:cNvSpPr>
          <p:nvPr userDrawn="1"/>
        </p:nvSpPr>
        <p:spPr bwMode="white">
          <a:xfrm>
            <a:off x="6307778" y="5298986"/>
            <a:ext cx="5297989" cy="1299296"/>
          </a:xfrm>
          <a:prstGeom prst="rect">
            <a:avLst/>
          </a:prstGeom>
          <a:noFill/>
          <a:ln w="12700">
            <a:noFill/>
            <a:miter lim="800000"/>
            <a:headEnd type="none" w="sm" len="sm"/>
            <a:tailEnd type="none" w="sm" len="sm"/>
          </a:ln>
          <a:effectLst/>
        </p:spPr>
        <p:txBody>
          <a:bodyPr vert="horz" wrap="square" lIns="243828" tIns="195062" rIns="243828" bIns="195062" numCol="1" anchor="t" anchorCtr="0" compatLnSpc="1">
            <a:prstTxWarp prst="textNoShape">
              <a:avLst/>
            </a:prstTxWarp>
            <a:spAutoFit/>
          </a:bodyPr>
          <a:lstStyle/>
          <a:p>
            <a:pPr algn="r" defTabSz="1242836" eaLnBrk="0" hangingPunct="0"/>
            <a:r>
              <a:rPr lang="en-US" sz="980" dirty="0">
                <a:solidFill>
                  <a:srgbClr val="FFFFFF"/>
                </a:solidFill>
                <a:cs typeface="Segoe UI" pitchFamily="34" charset="0"/>
              </a:rPr>
              <a:t>© 2015 Microsoft Corporation. All rights reserved.</a:t>
            </a:r>
          </a:p>
          <a:p>
            <a:pPr algn="r" defTabSz="1242936" eaLnBrk="0" hangingPunct="0"/>
            <a:r>
              <a:rPr lang="en-US" sz="980" dirty="0">
                <a:solidFill>
                  <a:srgbClr val="FFFFFF"/>
                </a:solidFill>
                <a:cs typeface="Segoe UI" pitchFamily="34" charset="0"/>
              </a:rPr>
              <a:t>Microsoft, Windows and other product names are or may be registered trademarks and/or trademarks in the U.S. and/or other countries.</a:t>
            </a:r>
          </a:p>
          <a:p>
            <a:pPr algn="r" defTabSz="1242936" eaLnBrk="0" hangingPunct="0"/>
            <a:r>
              <a:rPr lang="en-US" sz="980" dirty="0">
                <a:solidFill>
                  <a:srgbClr val="FFFFFF"/>
                </a:solidFill>
                <a:cs typeface="Segoe UI" pitchFamily="34" charset="0"/>
              </a:rPr>
              <a:t>MICROSOFT MAKES NO WARRANTIES, EXPRESS, IMPLIED OR STATUTORY, </a:t>
            </a:r>
            <a:br>
              <a:rPr lang="en-US" sz="980" dirty="0">
                <a:solidFill>
                  <a:srgbClr val="FFFFFF"/>
                </a:solidFill>
                <a:cs typeface="Segoe UI" pitchFamily="34" charset="0"/>
              </a:rPr>
            </a:br>
            <a:r>
              <a:rPr lang="en-US" sz="980" dirty="0">
                <a:solidFill>
                  <a:srgbClr val="FFFFFF"/>
                </a:solidFill>
                <a:cs typeface="Segoe UI" pitchFamily="34" charset="0"/>
              </a:rPr>
              <a:t>AS TO THE INFORMATION IN THIS PRESENTATION.</a:t>
            </a:r>
          </a:p>
          <a:p>
            <a:pPr algn="r" defTabSz="1242836" eaLnBrk="0" hangingPunct="0"/>
            <a:r>
              <a:rPr lang="en-US" sz="980" dirty="0">
                <a:gradFill>
                  <a:gsLst>
                    <a:gs pos="12389">
                      <a:srgbClr val="FFFFFF"/>
                    </a:gs>
                    <a:gs pos="54000">
                      <a:srgbClr val="FFFFFF"/>
                    </a:gs>
                  </a:gsLst>
                  <a:lin ang="5400000" scaled="0"/>
                </a:gradFill>
                <a:cs typeface="Segoe UI" pitchFamily="34" charset="0"/>
              </a:rPr>
              <a:t> </a:t>
            </a:r>
          </a:p>
        </p:txBody>
      </p:sp>
      <p:pic>
        <p:nvPicPr>
          <p:cNvPr id="8" name="Picture 7" descr="MSFT_logo_rgb_C-Wht.png"/>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 y="4699845"/>
            <a:ext cx="6077755" cy="2235978"/>
          </a:xfrm>
          <a:prstGeom prst="rect">
            <a:avLst/>
          </a:prstGeom>
        </p:spPr>
      </p:pic>
    </p:spTree>
    <p:extLst>
      <p:ext uri="{BB962C8B-B14F-4D97-AF65-F5344CB8AC3E}">
        <p14:creationId xmlns:p14="http://schemas.microsoft.com/office/powerpoint/2010/main" val="4172866877"/>
      </p:ext>
    </p:extLst>
  </p:cSld>
  <p:clrMapOvr>
    <a:overrideClrMapping bg1="lt1" tx1="dk1" bg2="lt2" tx2="dk2" accent1="accent1" accent2="accent2" accent3="accent3" accent4="accent4" accent5="accent5" accent6="accent6" hlink="hlink" folHlink="folHlink"/>
  </p:clrMapOvr>
  <p:transition spd="slow">
    <p:fade/>
  </p:transition>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6_Demo slide">
    <p:bg>
      <p:bgPr>
        <a:solidFill>
          <a:schemeClr val="bg1"/>
        </a:solidFill>
        <a:effectLst/>
      </p:bgPr>
    </p:bg>
    <p:spTree>
      <p:nvGrpSpPr>
        <p:cNvPr id="1" name=""/>
        <p:cNvGrpSpPr/>
        <p:nvPr/>
      </p:nvGrpSpPr>
      <p:grpSpPr>
        <a:xfrm>
          <a:off x="0" y="0"/>
          <a:ext cx="0" cy="0"/>
          <a:chOff x="0" y="0"/>
          <a:chExt cx="0" cy="0"/>
        </a:xfrm>
      </p:grpSpPr>
      <p:pic>
        <p:nvPicPr>
          <p:cNvPr id="7" name="Picture 6"/>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2765" y="1069"/>
            <a:ext cx="12185847" cy="6855512"/>
          </a:xfrm>
          <a:prstGeom prst="rect">
            <a:avLst/>
          </a:prstGeom>
        </p:spPr>
      </p:pic>
      <p:pic>
        <p:nvPicPr>
          <p:cNvPr id="9" name="Picture 8" descr="104750_Speaker TemplateART_v01-06.png"/>
          <p:cNvPicPr>
            <a:picLocks noChangeAspect="1"/>
          </p:cNvPicPr>
          <p:nvPr userDrawn="1"/>
        </p:nvPicPr>
        <p:blipFill rotWithShape="1">
          <a:blip r:embed="rId3">
            <a:extLst>
              <a:ext uri="{28A0092B-C50C-407E-A947-70E740481C1C}">
                <a14:useLocalDpi xmlns:a14="http://schemas.microsoft.com/office/drawing/2010/main" val="0"/>
              </a:ext>
            </a:extLst>
          </a:blip>
          <a:srcRect t="87640"/>
          <a:stretch/>
        </p:blipFill>
        <p:spPr>
          <a:xfrm>
            <a:off x="-50187" y="6081883"/>
            <a:ext cx="12292374" cy="871164"/>
          </a:xfrm>
          <a:prstGeom prst="rect">
            <a:avLst/>
          </a:prstGeom>
        </p:spPr>
      </p:pic>
      <p:sp>
        <p:nvSpPr>
          <p:cNvPr id="12" name="Text Placeholder 7"/>
          <p:cNvSpPr>
            <a:spLocks noGrp="1"/>
          </p:cNvSpPr>
          <p:nvPr>
            <p:ph type="body" sz="quarter" idx="10" hasCustomPrompt="1"/>
          </p:nvPr>
        </p:nvSpPr>
        <p:spPr>
          <a:xfrm>
            <a:off x="448602" y="1411818"/>
            <a:ext cx="11037715" cy="1829217"/>
          </a:xfrm>
          <a:ln>
            <a:solidFill>
              <a:srgbClr val="FFFFFF"/>
            </a:solidFill>
          </a:ln>
        </p:spPr>
        <p:txBody>
          <a:bodyPr anchor="ctr" anchorCtr="0">
            <a:noAutofit/>
          </a:bodyPr>
          <a:lstStyle>
            <a:lvl1pPr marL="0" indent="0">
              <a:buNone/>
              <a:defRPr sz="5294"/>
            </a:lvl1pPr>
            <a:lvl2pPr marL="609543" indent="0">
              <a:buNone/>
              <a:defRPr/>
            </a:lvl2pPr>
          </a:lstStyle>
          <a:p>
            <a:pPr lvl="0"/>
            <a:r>
              <a:rPr lang="en-US" dirty="0"/>
              <a:t>Heading text</a:t>
            </a:r>
          </a:p>
        </p:txBody>
      </p:sp>
      <p:sp>
        <p:nvSpPr>
          <p:cNvPr id="13" name="Text Placeholder 7"/>
          <p:cNvSpPr>
            <a:spLocks noGrp="1"/>
          </p:cNvSpPr>
          <p:nvPr>
            <p:ph type="body" sz="quarter" idx="11" hasCustomPrompt="1"/>
          </p:nvPr>
        </p:nvSpPr>
        <p:spPr>
          <a:xfrm>
            <a:off x="448602" y="3387028"/>
            <a:ext cx="11037715" cy="2467852"/>
          </a:xfrm>
          <a:ln>
            <a:solidFill>
              <a:srgbClr val="FFFFFF"/>
            </a:solidFill>
          </a:ln>
        </p:spPr>
        <p:txBody>
          <a:bodyPr>
            <a:noAutofit/>
          </a:bodyPr>
          <a:lstStyle>
            <a:lvl1pPr marL="0" indent="0">
              <a:buNone/>
              <a:defRPr sz="3137"/>
            </a:lvl1pPr>
            <a:lvl2pPr marL="609543" indent="0">
              <a:buNone/>
              <a:defRPr/>
            </a:lvl2pPr>
          </a:lstStyle>
          <a:p>
            <a:pPr lvl="0"/>
            <a:r>
              <a:rPr lang="en-US" dirty="0"/>
              <a:t>Body copy text</a:t>
            </a:r>
          </a:p>
        </p:txBody>
      </p:sp>
      <p:pic>
        <p:nvPicPr>
          <p:cNvPr id="8" name="Picture 7" descr="MSFT_logo_rgb_C-Wht.png"/>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26159" y="6074926"/>
            <a:ext cx="2239573" cy="823929"/>
          </a:xfrm>
          <a:prstGeom prst="rect">
            <a:avLst/>
          </a:prstGeom>
        </p:spPr>
      </p:pic>
    </p:spTree>
    <p:extLst>
      <p:ext uri="{BB962C8B-B14F-4D97-AF65-F5344CB8AC3E}">
        <p14:creationId xmlns:p14="http://schemas.microsoft.com/office/powerpoint/2010/main" val="377904626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slow">
        <p14:reveal/>
      </p:transition>
    </mc:Choice>
    <mc:Fallback xmlns="">
      <p:transition xmlns:p14="http://schemas.microsoft.com/office/powerpoint/2010/main" spd="slow">
        <p:fade/>
      </p:transition>
    </mc:Fallback>
  </mc:AlternateContent>
</p:sldLayout>
</file>

<file path=ppt/slideLayouts/slideLayout50.xml><?xml version="1.0" encoding="utf-8"?>
<p:sldLayout xmlns:a="http://schemas.openxmlformats.org/drawingml/2006/main" xmlns:r="http://schemas.openxmlformats.org/officeDocument/2006/relationships" xmlns:p="http://schemas.openxmlformats.org/presentationml/2006/main">
  <p:cSld name="12_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5" name="Rectangle 4"/>
          <p:cNvSpPr/>
          <p:nvPr userDrawn="1"/>
        </p:nvSpPr>
        <p:spPr bwMode="auto">
          <a:xfrm>
            <a:off x="1" y="0"/>
            <a:ext cx="12192000" cy="6858000"/>
          </a:xfrm>
          <a:prstGeom prst="rect">
            <a:avLst/>
          </a:prstGeom>
          <a:solidFill>
            <a:schemeClr val="bg1"/>
          </a:solidFill>
          <a:ln>
            <a:noFill/>
            <a:headEnd type="none" w="med" len="med"/>
            <a:tailEnd type="none" w="med" len="med"/>
          </a:ln>
        </p:spPr>
        <p:style>
          <a:lnRef idx="1">
            <a:schemeClr val="accent4"/>
          </a:lnRef>
          <a:fillRef idx="3">
            <a:schemeClr val="accent4"/>
          </a:fillRef>
          <a:effectRef idx="2">
            <a:schemeClr val="accent4"/>
          </a:effectRef>
          <a:fontRef idx="minor">
            <a:schemeClr val="lt1"/>
          </a:fontRef>
        </p:style>
        <p:txBody>
          <a:bodyPr vert="horz" wrap="square" lIns="76133" tIns="38071" rIns="76133" bIns="38071" numCol="1" rtlCol="0" anchor="ctr" anchorCtr="0" compatLnSpc="1">
            <a:prstTxWarp prst="textNoShape">
              <a:avLst/>
            </a:prstTxWarp>
          </a:bodyPr>
          <a:lstStyle/>
          <a:p>
            <a:pPr algn="ctr" defTabSz="761114"/>
            <a:endParaRPr lang="en-US" sz="1751" dirty="0">
              <a:gradFill>
                <a:gsLst>
                  <a:gs pos="0">
                    <a:srgbClr val="FFFFFF"/>
                  </a:gs>
                  <a:gs pos="100000">
                    <a:srgbClr val="FFFFFF"/>
                  </a:gs>
                </a:gsLst>
                <a:lin ang="5400000" scaled="0"/>
              </a:gradFill>
            </a:endParaRPr>
          </a:p>
        </p:txBody>
      </p:sp>
      <p:sp>
        <p:nvSpPr>
          <p:cNvPr id="4" name="Footer Placeholder 8"/>
          <p:cNvSpPr txBox="1">
            <a:spLocks/>
          </p:cNvSpPr>
          <p:nvPr userDrawn="1"/>
        </p:nvSpPr>
        <p:spPr>
          <a:xfrm>
            <a:off x="8278970" y="6625562"/>
            <a:ext cx="3859607" cy="134483"/>
          </a:xfrm>
          <a:prstGeom prst="rect">
            <a:avLst/>
          </a:prstGeom>
        </p:spPr>
        <p:txBody>
          <a:bodyPr vert="horz" lIns="0" tIns="0" rIns="89630" bIns="0" rtlCol="0" anchor="ctr"/>
          <a:lstStyle>
            <a:defPPr>
              <a:defRPr lang="en-US"/>
            </a:defPPr>
            <a:lvl1pPr marL="0" algn="l" defTabSz="932742" rtl="0" eaLnBrk="1" latinLnBrk="0" hangingPunct="1">
              <a:defRPr lang="en-US" sz="900" kern="1200">
                <a:gradFill>
                  <a:gsLst>
                    <a:gs pos="2239">
                      <a:schemeClr val="tx1"/>
                    </a:gs>
                    <a:gs pos="11940">
                      <a:schemeClr val="tx1"/>
                    </a:gs>
                  </a:gsLst>
                  <a:lin ang="5400000" scaled="0"/>
                </a:gra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a:lstStyle>
          <a:p>
            <a:pPr algn="r">
              <a:defRPr/>
            </a:pPr>
            <a:endParaRPr sz="882" dirty="0">
              <a:gradFill>
                <a:gsLst>
                  <a:gs pos="2239">
                    <a:srgbClr val="505050"/>
                  </a:gs>
                  <a:gs pos="11940">
                    <a:srgbClr val="505050"/>
                  </a:gs>
                </a:gsLst>
                <a:lin ang="5400000" scaled="0"/>
              </a:gradFill>
            </a:endParaRPr>
          </a:p>
        </p:txBody>
      </p:sp>
    </p:spTree>
    <p:extLst>
      <p:ext uri="{BB962C8B-B14F-4D97-AF65-F5344CB8AC3E}">
        <p14:creationId xmlns:p14="http://schemas.microsoft.com/office/powerpoint/2010/main" val="4050815677"/>
      </p:ext>
    </p:extLst>
  </p:cSld>
  <p:clrMapOvr>
    <a:masterClrMapping/>
  </p:clrMapOvr>
  <p:transition>
    <p:fade/>
  </p:transition>
</p:sldLayout>
</file>

<file path=ppt/slideLayouts/slideLayout51.xml><?xml version="1.0" encoding="utf-8"?>
<p:sldLayout xmlns:a="http://schemas.openxmlformats.org/drawingml/2006/main" xmlns:r="http://schemas.openxmlformats.org/officeDocument/2006/relationships" xmlns:p="http://schemas.openxmlformats.org/presentationml/2006/main" type="titleOnly">
  <p:cSld name="1_Title Only">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lgn="l" defTabSz="914132" rtl="0" eaLnBrk="1" latinLnBrk="0" hangingPunct="1">
              <a:lnSpc>
                <a:spcPct val="90000"/>
              </a:lnSpc>
              <a:spcBef>
                <a:spcPct val="0"/>
              </a:spcBef>
              <a:buNone/>
              <a:defRPr lang="en-US" sz="4508" b="0" kern="1200" cap="none" spc="-100" baseline="0" dirty="0">
                <a:ln w="3175">
                  <a:noFill/>
                </a:ln>
                <a:solidFill>
                  <a:schemeClr val="accent1"/>
                </a:solidFill>
                <a:effectLst/>
                <a:latin typeface="+mj-lt"/>
                <a:ea typeface="+mn-ea"/>
                <a:cs typeface="Arial" charset="0"/>
              </a:defRPr>
            </a:lvl1pPr>
          </a:lstStyle>
          <a:p>
            <a:r>
              <a:rPr lang="en-US" dirty="0"/>
              <a:t>Click to edit master title style</a:t>
            </a:r>
          </a:p>
        </p:txBody>
      </p:sp>
    </p:spTree>
    <p:extLst>
      <p:ext uri="{BB962C8B-B14F-4D97-AF65-F5344CB8AC3E}">
        <p14:creationId xmlns:p14="http://schemas.microsoft.com/office/powerpoint/2010/main" val="3552332056"/>
      </p:ext>
    </p:extLst>
  </p:cSld>
  <p:clrMapOvr>
    <a:masterClrMapping/>
  </p:clrMapOvr>
  <p:transition>
    <p:fade/>
  </p:transition>
</p:sldLayout>
</file>

<file path=ppt/slideLayouts/slideLayout52.xml><?xml version="1.0" encoding="utf-8"?>
<p:sldLayout xmlns:a="http://schemas.openxmlformats.org/drawingml/2006/main" xmlns:r="http://schemas.openxmlformats.org/officeDocument/2006/relationships" xmlns:p="http://schemas.openxmlformats.org/presentationml/2006/main" userDrawn="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Tree>
    <p:extLst>
      <p:ext uri="{BB962C8B-B14F-4D97-AF65-F5344CB8AC3E}">
        <p14:creationId xmlns:p14="http://schemas.microsoft.com/office/powerpoint/2010/main" val="1526952688"/>
      </p:ext>
    </p:extLst>
  </p:cSld>
  <p:clrMapOvr>
    <a:masterClrMapping/>
  </p:clrMapOvr>
  <p:transition>
    <p:fade/>
  </p:transition>
</p:sldLayout>
</file>

<file path=ppt/slideLayouts/slideLayout53.xml><?xml version="1.0" encoding="utf-8"?>
<p:sldLayout xmlns:a="http://schemas.openxmlformats.org/drawingml/2006/main" xmlns:r="http://schemas.openxmlformats.org/officeDocument/2006/relationships" xmlns:p="http://schemas.openxmlformats.org/presentationml/2006/main"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789780363"/>
      </p:ext>
    </p:extLst>
  </p:cSld>
  <p:clrMapOvr>
    <a:masterClrMapping/>
  </p:clrMapOvr>
  <p:transition>
    <p:fade/>
  </p:transition>
</p:sldLayout>
</file>

<file path=ppt/slideLayouts/slideLayout54.xml><?xml version="1.0" encoding="utf-8"?>
<p:sldLayout xmlns:a="http://schemas.openxmlformats.org/drawingml/2006/main" xmlns:r="http://schemas.openxmlformats.org/officeDocument/2006/relationships" xmlns:p="http://schemas.openxmlformats.org/presentationml/2006/main" userDrawn="1">
  <p:cSld name="3_Demo slide">
    <p:bg>
      <p:bgPr>
        <a:solidFill>
          <a:schemeClr val="bg1"/>
        </a:solidFill>
        <a:effectLst/>
      </p:bgPr>
    </p:bg>
    <p:spTree>
      <p:nvGrpSpPr>
        <p:cNvPr id="1" name=""/>
        <p:cNvGrpSpPr/>
        <p:nvPr/>
      </p:nvGrpSpPr>
      <p:grpSpPr>
        <a:xfrm>
          <a:off x="0" y="0"/>
          <a:ext cx="0" cy="0"/>
          <a:chOff x="0" y="0"/>
          <a:chExt cx="0" cy="0"/>
        </a:xfrm>
      </p:grpSpPr>
      <p:pic>
        <p:nvPicPr>
          <p:cNvPr id="2" name="Picture 1" descr="104750_Speaker TemplateART_v01-06.pn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7968" y="-102830"/>
            <a:ext cx="12292374" cy="7048094"/>
          </a:xfrm>
          <a:prstGeom prst="rect">
            <a:avLst/>
          </a:prstGeom>
        </p:spPr>
      </p:pic>
      <p:sp>
        <p:nvSpPr>
          <p:cNvPr id="12" name="Text Placeholder 7"/>
          <p:cNvSpPr>
            <a:spLocks noGrp="1"/>
          </p:cNvSpPr>
          <p:nvPr>
            <p:ph type="body" sz="quarter" idx="10" hasCustomPrompt="1"/>
          </p:nvPr>
        </p:nvSpPr>
        <p:spPr>
          <a:xfrm>
            <a:off x="448602" y="1411818"/>
            <a:ext cx="11037715" cy="1829217"/>
          </a:xfrm>
          <a:ln>
            <a:solidFill>
              <a:srgbClr val="FFFFFF"/>
            </a:solidFill>
          </a:ln>
        </p:spPr>
        <p:txBody>
          <a:bodyPr anchor="ctr" anchorCtr="0">
            <a:noAutofit/>
          </a:bodyPr>
          <a:lstStyle>
            <a:lvl1pPr marL="0" indent="0">
              <a:buNone/>
              <a:defRPr sz="5294"/>
            </a:lvl1pPr>
            <a:lvl2pPr marL="609543" indent="0">
              <a:buNone/>
              <a:defRPr/>
            </a:lvl2pPr>
          </a:lstStyle>
          <a:p>
            <a:pPr lvl="0"/>
            <a:r>
              <a:rPr lang="en-US" dirty="0"/>
              <a:t>Heading text</a:t>
            </a:r>
          </a:p>
        </p:txBody>
      </p:sp>
      <p:sp>
        <p:nvSpPr>
          <p:cNvPr id="13" name="Text Placeholder 7"/>
          <p:cNvSpPr>
            <a:spLocks noGrp="1"/>
          </p:cNvSpPr>
          <p:nvPr>
            <p:ph type="body" sz="quarter" idx="11" hasCustomPrompt="1"/>
          </p:nvPr>
        </p:nvSpPr>
        <p:spPr>
          <a:xfrm>
            <a:off x="448602" y="3387028"/>
            <a:ext cx="11037715" cy="2467852"/>
          </a:xfrm>
          <a:ln>
            <a:solidFill>
              <a:srgbClr val="FFFFFF"/>
            </a:solidFill>
          </a:ln>
        </p:spPr>
        <p:txBody>
          <a:bodyPr>
            <a:noAutofit/>
          </a:bodyPr>
          <a:lstStyle>
            <a:lvl1pPr marL="0" indent="0">
              <a:buNone/>
              <a:defRPr sz="3137"/>
            </a:lvl1pPr>
            <a:lvl2pPr marL="609543" indent="0">
              <a:buNone/>
              <a:defRPr/>
            </a:lvl2pPr>
          </a:lstStyle>
          <a:p>
            <a:pPr lvl="0"/>
            <a:r>
              <a:rPr lang="en-US" dirty="0"/>
              <a:t>Body copy text</a:t>
            </a:r>
          </a:p>
        </p:txBody>
      </p:sp>
      <p:pic>
        <p:nvPicPr>
          <p:cNvPr id="6" name="Picture 5" descr="MSFT_logo_rgb_C-Wht.png"/>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26159" y="6074926"/>
            <a:ext cx="2239573" cy="823929"/>
          </a:xfrm>
          <a:prstGeom prst="rect">
            <a:avLst/>
          </a:prstGeom>
        </p:spPr>
      </p:pic>
    </p:spTree>
    <p:extLst>
      <p:ext uri="{BB962C8B-B14F-4D97-AF65-F5344CB8AC3E}">
        <p14:creationId xmlns:p14="http://schemas.microsoft.com/office/powerpoint/2010/main" val="155601615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slow">
        <p14:reveal/>
      </p:transition>
    </mc:Choice>
    <mc:Fallback xmlns="">
      <p:transition xmlns:p14="http://schemas.microsoft.com/office/powerpoint/2010/main" spd="slow">
        <p:fade/>
      </p:transition>
    </mc:Fallback>
  </mc:AlternateContent>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Walk-in">
    <p:spTree>
      <p:nvGrpSpPr>
        <p:cNvPr id="1" name=""/>
        <p:cNvGrpSpPr/>
        <p:nvPr/>
      </p:nvGrpSpPr>
      <p:grpSpPr>
        <a:xfrm>
          <a:off x="0" y="0"/>
          <a:ext cx="0" cy="0"/>
          <a:chOff x="0" y="0"/>
          <a:chExt cx="0" cy="0"/>
        </a:xfrm>
      </p:grpSpPr>
      <p:pic>
        <p:nvPicPr>
          <p:cNvPr id="5" name="Picture 4" descr="104750_Speaker TemplateART_v01-01.pn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2796" y="-101125"/>
            <a:ext cx="12260341" cy="7029726"/>
          </a:xfrm>
          <a:prstGeom prst="rect">
            <a:avLst/>
          </a:prstGeom>
        </p:spPr>
      </p:pic>
      <p:sp>
        <p:nvSpPr>
          <p:cNvPr id="7" name="Rectangle 6"/>
          <p:cNvSpPr/>
          <p:nvPr userDrawn="1"/>
        </p:nvSpPr>
        <p:spPr>
          <a:xfrm>
            <a:off x="789057" y="3242583"/>
            <a:ext cx="4248056" cy="769511"/>
          </a:xfrm>
          <a:prstGeom prst="rect">
            <a:avLst/>
          </a:prstGeom>
        </p:spPr>
        <p:txBody>
          <a:bodyPr wrap="none" anchor="ctr">
            <a:spAutoFit/>
          </a:bodyPr>
          <a:lstStyle/>
          <a:p>
            <a:pPr algn="r" defTabSz="1142867">
              <a:lnSpc>
                <a:spcPct val="90000"/>
              </a:lnSpc>
              <a:spcBef>
                <a:spcPct val="0"/>
              </a:spcBef>
            </a:pPr>
            <a:r>
              <a:rPr lang="en-US" sz="4902" spc="-123" dirty="0">
                <a:ln w="3175">
                  <a:noFill/>
                </a:ln>
                <a:gradFill>
                  <a:gsLst>
                    <a:gs pos="84066">
                      <a:srgbClr val="000000"/>
                    </a:gs>
                    <a:gs pos="57576">
                      <a:srgbClr val="000000"/>
                    </a:gs>
                  </a:gsLst>
                  <a:lin ang="5400000" scaled="0"/>
                </a:gradFill>
                <a:latin typeface="Segoe UI Light"/>
                <a:cs typeface="Segoe UI" pitchFamily="34" charset="0"/>
              </a:rPr>
              <a:t>Spark the future.</a:t>
            </a:r>
          </a:p>
        </p:txBody>
      </p:sp>
      <p:pic>
        <p:nvPicPr>
          <p:cNvPr id="8" name="Picture 7" descr="Identlockup.png"/>
          <p:cNvPicPr>
            <a:picLocks noChangeAspect="1"/>
          </p:cNvPicPr>
          <p:nvPr userDrawn="1"/>
        </p:nvPicPr>
        <p:blipFill rotWithShape="1">
          <a:blip r:embed="rId3" cstate="print">
            <a:extLst>
              <a:ext uri="{28A0092B-C50C-407E-A947-70E740481C1C}">
                <a14:useLocalDpi xmlns:a14="http://schemas.microsoft.com/office/drawing/2010/main" val="0"/>
              </a:ext>
            </a:extLst>
          </a:blip>
          <a:srcRect b="42439"/>
          <a:stretch/>
        </p:blipFill>
        <p:spPr>
          <a:xfrm>
            <a:off x="2123732" y="4064422"/>
            <a:ext cx="2913381" cy="1186614"/>
          </a:xfrm>
          <a:prstGeom prst="rect">
            <a:avLst/>
          </a:prstGeom>
        </p:spPr>
      </p:pic>
      <p:pic>
        <p:nvPicPr>
          <p:cNvPr id="6" name="Picture 5" descr="MSFT_logo_rgb_C-Wht.png"/>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26159" y="6074926"/>
            <a:ext cx="2239573" cy="823929"/>
          </a:xfrm>
          <a:prstGeom prst="rect">
            <a:avLst/>
          </a:prstGeom>
        </p:spPr>
      </p:pic>
    </p:spTree>
    <p:extLst>
      <p:ext uri="{BB962C8B-B14F-4D97-AF65-F5344CB8AC3E}">
        <p14:creationId xmlns:p14="http://schemas.microsoft.com/office/powerpoint/2010/main" val="1267092968"/>
      </p:ext>
    </p:extLst>
  </p:cSld>
  <p:clrMapOvr>
    <a:masterClrMapping/>
  </p:clrMapOvr>
  <p:transition spd="slow">
    <p:fade/>
  </p:transition>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4" name="Picture 3" descr="104750_Speaker TemplateART_v01-02.pn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68341" y="-93646"/>
            <a:ext cx="12260341" cy="7029726"/>
          </a:xfrm>
          <a:prstGeom prst="rect">
            <a:avLst/>
          </a:prstGeom>
        </p:spPr>
      </p:pic>
      <p:sp>
        <p:nvSpPr>
          <p:cNvPr id="12" name="Title 1"/>
          <p:cNvSpPr>
            <a:spLocks noGrp="1"/>
          </p:cNvSpPr>
          <p:nvPr>
            <p:ph type="title" hasCustomPrompt="1"/>
          </p:nvPr>
        </p:nvSpPr>
        <p:spPr>
          <a:xfrm>
            <a:off x="449386" y="4908936"/>
            <a:ext cx="8140782" cy="860040"/>
          </a:xfrm>
          <a:solidFill>
            <a:srgbClr val="ED5F19"/>
          </a:solidFill>
        </p:spPr>
        <p:txBody>
          <a:bodyPr anchor="ctr" anchorCtr="0">
            <a:normAutofit/>
          </a:bodyPr>
          <a:lstStyle>
            <a:lvl1pPr algn="l">
              <a:defRPr sz="4313" b="0" cap="none">
                <a:solidFill>
                  <a:srgbClr val="FFFFFF"/>
                </a:solidFill>
              </a:defRPr>
            </a:lvl1pPr>
          </a:lstStyle>
          <a:p>
            <a:r>
              <a:rPr lang="en-US" dirty="0"/>
              <a:t>Speaker name</a:t>
            </a:r>
          </a:p>
        </p:txBody>
      </p:sp>
      <p:sp>
        <p:nvSpPr>
          <p:cNvPr id="13" name="Text Placeholder 2"/>
          <p:cNvSpPr>
            <a:spLocks noGrp="1"/>
          </p:cNvSpPr>
          <p:nvPr>
            <p:ph type="body" idx="1" hasCustomPrompt="1"/>
          </p:nvPr>
        </p:nvSpPr>
        <p:spPr>
          <a:xfrm>
            <a:off x="449387" y="2456081"/>
            <a:ext cx="9967264" cy="2452855"/>
          </a:xfrm>
          <a:solidFill>
            <a:srgbClr val="C74405"/>
          </a:solidFill>
          <a:ln>
            <a:noFill/>
          </a:ln>
        </p:spPr>
        <p:txBody>
          <a:bodyPr anchor="t" anchorCtr="0">
            <a:normAutofit/>
          </a:bodyPr>
          <a:lstStyle>
            <a:lvl1pPr marL="0" indent="0">
              <a:lnSpc>
                <a:spcPct val="90000"/>
              </a:lnSpc>
              <a:buNone/>
              <a:defRPr sz="7156">
                <a:solidFill>
                  <a:schemeClr val="bg1"/>
                </a:solidFill>
              </a:defRPr>
            </a:lvl1pPr>
            <a:lvl2pPr marL="609543" indent="0">
              <a:buNone/>
              <a:defRPr sz="2353">
                <a:solidFill>
                  <a:schemeClr val="tx1">
                    <a:tint val="75000"/>
                  </a:schemeClr>
                </a:solidFill>
              </a:defRPr>
            </a:lvl2pPr>
            <a:lvl3pPr marL="1219085" indent="0">
              <a:buNone/>
              <a:defRPr sz="2157">
                <a:solidFill>
                  <a:schemeClr val="tx1">
                    <a:tint val="75000"/>
                  </a:schemeClr>
                </a:solidFill>
              </a:defRPr>
            </a:lvl3pPr>
            <a:lvl4pPr marL="1828628" indent="0">
              <a:buNone/>
              <a:defRPr sz="1863">
                <a:solidFill>
                  <a:schemeClr val="tx1">
                    <a:tint val="75000"/>
                  </a:schemeClr>
                </a:solidFill>
              </a:defRPr>
            </a:lvl4pPr>
            <a:lvl5pPr marL="2438171" indent="0">
              <a:buNone/>
              <a:defRPr sz="1863">
                <a:solidFill>
                  <a:schemeClr val="tx1">
                    <a:tint val="75000"/>
                  </a:schemeClr>
                </a:solidFill>
              </a:defRPr>
            </a:lvl5pPr>
            <a:lvl6pPr marL="3047713" indent="0">
              <a:buNone/>
              <a:defRPr sz="1863">
                <a:solidFill>
                  <a:schemeClr val="tx1">
                    <a:tint val="75000"/>
                  </a:schemeClr>
                </a:solidFill>
              </a:defRPr>
            </a:lvl6pPr>
            <a:lvl7pPr marL="3657256" indent="0">
              <a:buNone/>
              <a:defRPr sz="1863">
                <a:solidFill>
                  <a:schemeClr val="tx1">
                    <a:tint val="75000"/>
                  </a:schemeClr>
                </a:solidFill>
              </a:defRPr>
            </a:lvl7pPr>
            <a:lvl8pPr marL="4266799" indent="0">
              <a:buNone/>
              <a:defRPr sz="1863">
                <a:solidFill>
                  <a:schemeClr val="tx1">
                    <a:tint val="75000"/>
                  </a:schemeClr>
                </a:solidFill>
              </a:defRPr>
            </a:lvl8pPr>
            <a:lvl9pPr marL="4876342" indent="0">
              <a:buNone/>
              <a:defRPr sz="1863">
                <a:solidFill>
                  <a:schemeClr val="tx1">
                    <a:tint val="75000"/>
                  </a:schemeClr>
                </a:solidFill>
              </a:defRPr>
            </a:lvl9pPr>
          </a:lstStyle>
          <a:p>
            <a:pPr lvl="0"/>
            <a:r>
              <a:rPr lang="en-US" dirty="0"/>
              <a:t>Session title</a:t>
            </a:r>
          </a:p>
        </p:txBody>
      </p:sp>
      <p:sp>
        <p:nvSpPr>
          <p:cNvPr id="15" name="Text Placeholder 14"/>
          <p:cNvSpPr>
            <a:spLocks noGrp="1"/>
          </p:cNvSpPr>
          <p:nvPr>
            <p:ph type="body" sz="quarter" idx="10" hasCustomPrompt="1"/>
          </p:nvPr>
        </p:nvSpPr>
        <p:spPr>
          <a:xfrm>
            <a:off x="8590169" y="4908936"/>
            <a:ext cx="1826482" cy="860040"/>
          </a:xfrm>
          <a:solidFill>
            <a:srgbClr val="FEC914"/>
          </a:solidFill>
        </p:spPr>
        <p:txBody>
          <a:bodyPr anchor="ctr" anchorCtr="0">
            <a:normAutofit/>
          </a:bodyPr>
          <a:lstStyle>
            <a:lvl1pPr marL="0" indent="0">
              <a:buNone/>
              <a:defRPr sz="3921">
                <a:solidFill>
                  <a:srgbClr val="FFFFFF"/>
                </a:solidFill>
              </a:defRPr>
            </a:lvl1pPr>
          </a:lstStyle>
          <a:p>
            <a:pPr lvl="0"/>
            <a:r>
              <a:rPr lang="en-US" dirty="0"/>
              <a:t>ABC101</a:t>
            </a:r>
          </a:p>
        </p:txBody>
      </p:sp>
      <p:pic>
        <p:nvPicPr>
          <p:cNvPr id="7" name="Picture 6" descr="MSFT_logo_rgb_C-Wht.png"/>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26159" y="6074926"/>
            <a:ext cx="2239573" cy="823929"/>
          </a:xfrm>
          <a:prstGeom prst="rect">
            <a:avLst/>
          </a:prstGeom>
        </p:spPr>
      </p:pic>
    </p:spTree>
    <p:extLst>
      <p:ext uri="{BB962C8B-B14F-4D97-AF65-F5344CB8AC3E}">
        <p14:creationId xmlns:p14="http://schemas.microsoft.com/office/powerpoint/2010/main" val="3115980010"/>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slow">
        <p14:reveal/>
      </p:transition>
    </mc:Choice>
    <mc:Fallback xmlns="">
      <p:transition xmlns:p14="http://schemas.microsoft.com/office/powerpoint/2010/main" spd="slow">
        <p:fade/>
      </p:transition>
    </mc:Fallback>
  </mc:AlternateContent>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1_Video slide">
    <p:spTree>
      <p:nvGrpSpPr>
        <p:cNvPr id="1" name=""/>
        <p:cNvGrpSpPr/>
        <p:nvPr/>
      </p:nvGrpSpPr>
      <p:grpSpPr>
        <a:xfrm>
          <a:off x="0" y="0"/>
          <a:ext cx="0" cy="0"/>
          <a:chOff x="0" y="0"/>
          <a:chExt cx="0" cy="0"/>
        </a:xfrm>
      </p:grpSpPr>
      <p:pic>
        <p:nvPicPr>
          <p:cNvPr id="8" name="Picture 7" descr="104750_Speaker TemplateART_v01-02.pn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68341" y="-101125"/>
            <a:ext cx="12260341" cy="7029726"/>
          </a:xfrm>
          <a:prstGeom prst="rect">
            <a:avLst/>
          </a:prstGeom>
        </p:spPr>
      </p:pic>
      <p:sp>
        <p:nvSpPr>
          <p:cNvPr id="16" name="Title 1"/>
          <p:cNvSpPr>
            <a:spLocks noGrp="1"/>
          </p:cNvSpPr>
          <p:nvPr>
            <p:ph type="title" hasCustomPrompt="1"/>
          </p:nvPr>
        </p:nvSpPr>
        <p:spPr>
          <a:xfrm>
            <a:off x="589787" y="2084173"/>
            <a:ext cx="9859116" cy="1158793"/>
          </a:xfrm>
          <a:noFill/>
        </p:spPr>
        <p:txBody>
          <a:bodyPr tIns="91440" bIns="91440" anchor="t" anchorCtr="0">
            <a:spAutoFit/>
          </a:bodyPr>
          <a:lstStyle>
            <a:lvl1pPr>
              <a:defRPr lang="en-US" sz="7057" b="0" kern="1200" cap="none" spc="-98" baseline="0" dirty="0">
                <a:ln w="3175">
                  <a:noFill/>
                </a:ln>
                <a:gradFill>
                  <a:gsLst>
                    <a:gs pos="0">
                      <a:schemeClr val="tx1"/>
                    </a:gs>
                    <a:gs pos="100000">
                      <a:schemeClr val="tx1"/>
                    </a:gs>
                  </a:gsLst>
                  <a:lin ang="5400000" scaled="0"/>
                </a:gradFill>
                <a:effectLst/>
                <a:latin typeface="+mj-lt"/>
                <a:ea typeface="+mn-ea"/>
                <a:cs typeface="Segoe UI" pitchFamily="34" charset="0"/>
              </a:defRPr>
            </a:lvl1pPr>
          </a:lstStyle>
          <a:p>
            <a:r>
              <a:rPr lang="en-US" dirty="0"/>
              <a:t>Video title</a:t>
            </a:r>
          </a:p>
        </p:txBody>
      </p:sp>
      <p:pic>
        <p:nvPicPr>
          <p:cNvPr id="5" name="Picture 4" descr="MSFT_logo_rgb_C-Wht.png"/>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26159" y="6074926"/>
            <a:ext cx="2239573" cy="823929"/>
          </a:xfrm>
          <a:prstGeom prst="rect">
            <a:avLst/>
          </a:prstGeom>
        </p:spPr>
      </p:pic>
    </p:spTree>
    <p:extLst>
      <p:ext uri="{BB962C8B-B14F-4D97-AF65-F5344CB8AC3E}">
        <p14:creationId xmlns:p14="http://schemas.microsoft.com/office/powerpoint/2010/main" val="474418513"/>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slow">
        <p14:reveal/>
      </p:transition>
    </mc:Choice>
    <mc:Fallback xmlns="">
      <p:transition xmlns:p14="http://schemas.microsoft.com/office/powerpoint/2010/main" spd="slow">
        <p:fade/>
      </p:transition>
    </mc:Fallback>
  </mc:AlternateContent>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4_Section slide">
    <p:spTree>
      <p:nvGrpSpPr>
        <p:cNvPr id="1" name=""/>
        <p:cNvGrpSpPr/>
        <p:nvPr/>
      </p:nvGrpSpPr>
      <p:grpSpPr>
        <a:xfrm>
          <a:off x="0" y="0"/>
          <a:ext cx="0" cy="0"/>
          <a:chOff x="0" y="0"/>
          <a:chExt cx="0" cy="0"/>
        </a:xfrm>
      </p:grpSpPr>
      <p:pic>
        <p:nvPicPr>
          <p:cNvPr id="5" name="Picture 4" descr="104750_Speaker TemplateART_v01-02.pn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68341" y="-101125"/>
            <a:ext cx="12260341" cy="7029726"/>
          </a:xfrm>
          <a:prstGeom prst="rect">
            <a:avLst/>
          </a:prstGeom>
        </p:spPr>
      </p:pic>
      <p:sp>
        <p:nvSpPr>
          <p:cNvPr id="16" name="Title 1"/>
          <p:cNvSpPr>
            <a:spLocks noGrp="1"/>
          </p:cNvSpPr>
          <p:nvPr>
            <p:ph type="title" hasCustomPrompt="1"/>
          </p:nvPr>
        </p:nvSpPr>
        <p:spPr>
          <a:xfrm>
            <a:off x="589787" y="2084173"/>
            <a:ext cx="9859116" cy="1176761"/>
          </a:xfrm>
          <a:noFill/>
        </p:spPr>
        <p:txBody>
          <a:bodyPr tIns="91440" bIns="91440" anchor="t" anchorCtr="0">
            <a:spAutoFit/>
          </a:bodyPr>
          <a:lstStyle>
            <a:lvl1pPr>
              <a:defRPr lang="en-US" sz="7057" b="0" kern="1200" cap="none" spc="-98" baseline="0" dirty="0">
                <a:ln w="3175">
                  <a:noFill/>
                </a:ln>
                <a:gradFill>
                  <a:gsLst>
                    <a:gs pos="0">
                      <a:schemeClr val="tx1"/>
                    </a:gs>
                    <a:gs pos="100000">
                      <a:schemeClr val="tx1"/>
                    </a:gs>
                  </a:gsLst>
                  <a:lin ang="5400000" scaled="0"/>
                </a:gradFill>
                <a:effectLst/>
                <a:latin typeface="+mj-lt"/>
                <a:ea typeface="+mn-ea"/>
                <a:cs typeface="Segoe UI" pitchFamily="34" charset="0"/>
              </a:defRPr>
            </a:lvl1pPr>
          </a:lstStyle>
          <a:p>
            <a:r>
              <a:rPr lang="en-US" dirty="0"/>
              <a:t>Section title</a:t>
            </a:r>
          </a:p>
        </p:txBody>
      </p:sp>
      <p:pic>
        <p:nvPicPr>
          <p:cNvPr id="7" name="Picture 6" descr="MSFT_logo_rgb_C-Wht.png"/>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26159" y="6074926"/>
            <a:ext cx="2239573" cy="823929"/>
          </a:xfrm>
          <a:prstGeom prst="rect">
            <a:avLst/>
          </a:prstGeom>
        </p:spPr>
      </p:pic>
    </p:spTree>
    <p:extLst>
      <p:ext uri="{BB962C8B-B14F-4D97-AF65-F5344CB8AC3E}">
        <p14:creationId xmlns:p14="http://schemas.microsoft.com/office/powerpoint/2010/main" val="1728835031"/>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slow">
        <p14:reveal/>
      </p:transition>
    </mc:Choice>
    <mc:Fallback xmlns="">
      <p:transition xmlns:p14="http://schemas.microsoft.com/office/powerpoint/2010/main" spd="slow">
        <p:fade/>
      </p:transition>
    </mc:Fallback>
  </mc:AlternateContent>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7_Demo slide">
    <p:spTree>
      <p:nvGrpSpPr>
        <p:cNvPr id="1" name=""/>
        <p:cNvGrpSpPr/>
        <p:nvPr/>
      </p:nvGrpSpPr>
      <p:grpSpPr>
        <a:xfrm>
          <a:off x="0" y="0"/>
          <a:ext cx="0" cy="0"/>
          <a:chOff x="0" y="0"/>
          <a:chExt cx="0" cy="0"/>
        </a:xfrm>
      </p:grpSpPr>
      <p:pic>
        <p:nvPicPr>
          <p:cNvPr id="5" name="Picture 4" descr="104750_Speaker TemplateART_v01-02.pn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68341" y="-101125"/>
            <a:ext cx="12260341" cy="7029726"/>
          </a:xfrm>
          <a:prstGeom prst="rect">
            <a:avLst/>
          </a:prstGeom>
        </p:spPr>
      </p:pic>
      <p:sp>
        <p:nvSpPr>
          <p:cNvPr id="16" name="Title 1"/>
          <p:cNvSpPr>
            <a:spLocks noGrp="1"/>
          </p:cNvSpPr>
          <p:nvPr>
            <p:ph type="title" hasCustomPrompt="1"/>
          </p:nvPr>
        </p:nvSpPr>
        <p:spPr>
          <a:xfrm>
            <a:off x="589787" y="2084173"/>
            <a:ext cx="9859116" cy="1176761"/>
          </a:xfrm>
          <a:noFill/>
        </p:spPr>
        <p:txBody>
          <a:bodyPr tIns="91440" bIns="91440" anchor="t" anchorCtr="0">
            <a:spAutoFit/>
          </a:bodyPr>
          <a:lstStyle>
            <a:lvl1pPr>
              <a:defRPr lang="en-US" sz="7057" b="0" kern="1200" cap="none" spc="-98" baseline="0" dirty="0">
                <a:ln w="3175">
                  <a:noFill/>
                </a:ln>
                <a:gradFill>
                  <a:gsLst>
                    <a:gs pos="0">
                      <a:schemeClr val="tx1"/>
                    </a:gs>
                    <a:gs pos="100000">
                      <a:schemeClr val="tx1"/>
                    </a:gs>
                  </a:gsLst>
                  <a:lin ang="5400000" scaled="0"/>
                </a:gradFill>
                <a:effectLst/>
                <a:latin typeface="+mj-lt"/>
                <a:ea typeface="+mn-ea"/>
                <a:cs typeface="Segoe UI" pitchFamily="34" charset="0"/>
              </a:defRPr>
            </a:lvl1pPr>
          </a:lstStyle>
          <a:p>
            <a:r>
              <a:rPr lang="en-US" dirty="0"/>
              <a:t>Demo title</a:t>
            </a:r>
          </a:p>
        </p:txBody>
      </p:sp>
      <p:pic>
        <p:nvPicPr>
          <p:cNvPr id="7" name="Picture 6" descr="MSFT_logo_rgb_C-Wht.png"/>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26159" y="6074926"/>
            <a:ext cx="2239573" cy="823929"/>
          </a:xfrm>
          <a:prstGeom prst="rect">
            <a:avLst/>
          </a:prstGeom>
        </p:spPr>
      </p:pic>
      <p:sp>
        <p:nvSpPr>
          <p:cNvPr id="6" name="Text Placeholder 4"/>
          <p:cNvSpPr>
            <a:spLocks noGrp="1"/>
          </p:cNvSpPr>
          <p:nvPr>
            <p:ph type="body" sz="quarter" idx="12" hasCustomPrompt="1"/>
          </p:nvPr>
        </p:nvSpPr>
        <p:spPr>
          <a:xfrm>
            <a:off x="556566" y="4785989"/>
            <a:ext cx="9860674" cy="724246"/>
          </a:xfrm>
          <a:noFill/>
        </p:spPr>
        <p:txBody>
          <a:bodyPr lIns="182880" tIns="146304" rIns="182880" bIns="146304">
            <a:spAutoFit/>
          </a:bodyPr>
          <a:lstStyle>
            <a:lvl1pPr marL="0" indent="0">
              <a:spcBef>
                <a:spcPts val="0"/>
              </a:spcBef>
              <a:buNone/>
              <a:defRPr sz="3137" spc="0" baseline="0">
                <a:gradFill>
                  <a:gsLst>
                    <a:gs pos="0">
                      <a:schemeClr val="tx1"/>
                    </a:gs>
                    <a:gs pos="100000">
                      <a:schemeClr val="tx1"/>
                    </a:gs>
                  </a:gsLst>
                  <a:lin ang="5400000" scaled="0"/>
                </a:gradFill>
                <a:latin typeface="+mj-lt"/>
              </a:defRPr>
            </a:lvl1pPr>
          </a:lstStyle>
          <a:p>
            <a:pPr lvl="0"/>
            <a:r>
              <a:rPr lang="en-US" dirty="0"/>
              <a:t>Speaker Name</a:t>
            </a:r>
          </a:p>
        </p:txBody>
      </p:sp>
    </p:spTree>
    <p:extLst>
      <p:ext uri="{BB962C8B-B14F-4D97-AF65-F5344CB8AC3E}">
        <p14:creationId xmlns:p14="http://schemas.microsoft.com/office/powerpoint/2010/main" val="17708936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slow">
        <p14:reveal/>
      </p:transition>
    </mc:Choice>
    <mc:Fallback xmlns="">
      <p:transition xmlns:p14="http://schemas.microsoft.com/office/powerpoint/2010/main" spd="slow">
        <p:fade/>
      </p:transition>
    </mc:Fallback>
  </mc:AlternateContent>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2_Section slide Dark">
    <p:bg>
      <p:bgPr>
        <a:solidFill>
          <a:srgbClr val="D34305"/>
        </a:solidFill>
        <a:effectLst/>
      </p:bgPr>
    </p:bg>
    <p:spTree>
      <p:nvGrpSpPr>
        <p:cNvPr id="1" name=""/>
        <p:cNvGrpSpPr/>
        <p:nvPr/>
      </p:nvGrpSpPr>
      <p:grpSpPr>
        <a:xfrm>
          <a:off x="0" y="0"/>
          <a:ext cx="0" cy="0"/>
          <a:chOff x="0" y="0"/>
          <a:chExt cx="0" cy="0"/>
        </a:xfrm>
      </p:grpSpPr>
      <p:pic>
        <p:nvPicPr>
          <p:cNvPr id="2" name="Picture 1" descr="104750_Speaker TemplateART_v01-04.pn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61859" y="-116690"/>
            <a:ext cx="12292374" cy="7048094"/>
          </a:xfrm>
          <a:prstGeom prst="rect">
            <a:avLst/>
          </a:prstGeom>
        </p:spPr>
      </p:pic>
      <p:sp>
        <p:nvSpPr>
          <p:cNvPr id="16" name="Title 1"/>
          <p:cNvSpPr>
            <a:spLocks noGrp="1"/>
          </p:cNvSpPr>
          <p:nvPr>
            <p:ph type="title" hasCustomPrompt="1"/>
          </p:nvPr>
        </p:nvSpPr>
        <p:spPr>
          <a:xfrm>
            <a:off x="589787" y="2084173"/>
            <a:ext cx="9859116" cy="1176761"/>
          </a:xfrm>
          <a:noFill/>
        </p:spPr>
        <p:txBody>
          <a:bodyPr tIns="91440" bIns="91440" anchor="t" anchorCtr="0">
            <a:spAutoFit/>
          </a:bodyPr>
          <a:lstStyle>
            <a:lvl1pPr>
              <a:defRPr lang="en-US" sz="7057" b="0" kern="1200" cap="none" spc="-98" baseline="0" dirty="0">
                <a:ln w="3175">
                  <a:noFill/>
                </a:ln>
                <a:gradFill>
                  <a:gsLst>
                    <a:gs pos="0">
                      <a:schemeClr val="tx1"/>
                    </a:gs>
                    <a:gs pos="100000">
                      <a:schemeClr val="tx1"/>
                    </a:gs>
                  </a:gsLst>
                  <a:lin ang="5400000" scaled="0"/>
                </a:gradFill>
                <a:effectLst/>
                <a:latin typeface="+mj-lt"/>
                <a:ea typeface="+mn-ea"/>
                <a:cs typeface="Segoe UI" pitchFamily="34" charset="0"/>
              </a:defRPr>
            </a:lvl1pPr>
          </a:lstStyle>
          <a:p>
            <a:r>
              <a:rPr lang="en-US" dirty="0"/>
              <a:t>Section title</a:t>
            </a:r>
          </a:p>
        </p:txBody>
      </p:sp>
      <p:pic>
        <p:nvPicPr>
          <p:cNvPr id="5" name="Picture 4" descr="MSFT_logo_rgb_C-Wht.png"/>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26159" y="6074926"/>
            <a:ext cx="2239573" cy="823929"/>
          </a:xfrm>
          <a:prstGeom prst="rect">
            <a:avLst/>
          </a:prstGeom>
        </p:spPr>
      </p:pic>
    </p:spTree>
    <p:extLst>
      <p:ext uri="{BB962C8B-B14F-4D97-AF65-F5344CB8AC3E}">
        <p14:creationId xmlns:p14="http://schemas.microsoft.com/office/powerpoint/2010/main" val="1629926845"/>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slow">
        <p14:reveal/>
      </p:transition>
    </mc:Choice>
    <mc:Fallback xmlns="">
      <p:transition xmlns:p14="http://schemas.microsoft.com/office/powerpoint/2010/main" spd="slow">
        <p:fade/>
      </p:transition>
    </mc:Fallback>
  </mc:AlternateContent>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5_Section slide light">
    <p:bg>
      <p:bgPr>
        <a:solidFill>
          <a:srgbClr val="FEAC0B"/>
        </a:solidFill>
        <a:effectLst/>
      </p:bgPr>
    </p:bg>
    <p:spTree>
      <p:nvGrpSpPr>
        <p:cNvPr id="1" name=""/>
        <p:cNvGrpSpPr/>
        <p:nvPr/>
      </p:nvGrpSpPr>
      <p:grpSpPr>
        <a:xfrm>
          <a:off x="0" y="0"/>
          <a:ext cx="0" cy="0"/>
          <a:chOff x="0" y="0"/>
          <a:chExt cx="0" cy="0"/>
        </a:xfrm>
      </p:grpSpPr>
      <p:pic>
        <p:nvPicPr>
          <p:cNvPr id="2" name="Picture 1" descr="104750_Speaker TemplateART_v01-05.pn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6483" y="-110612"/>
            <a:ext cx="12292374" cy="7048094"/>
          </a:xfrm>
          <a:prstGeom prst="rect">
            <a:avLst/>
          </a:prstGeom>
        </p:spPr>
      </p:pic>
      <p:sp>
        <p:nvSpPr>
          <p:cNvPr id="16" name="Title 1"/>
          <p:cNvSpPr>
            <a:spLocks noGrp="1"/>
          </p:cNvSpPr>
          <p:nvPr>
            <p:ph type="title" hasCustomPrompt="1"/>
          </p:nvPr>
        </p:nvSpPr>
        <p:spPr>
          <a:xfrm>
            <a:off x="589787" y="2084173"/>
            <a:ext cx="9859116" cy="1176761"/>
          </a:xfrm>
          <a:noFill/>
        </p:spPr>
        <p:txBody>
          <a:bodyPr tIns="91440" bIns="91440" anchor="t" anchorCtr="0">
            <a:spAutoFit/>
          </a:bodyPr>
          <a:lstStyle>
            <a:lvl1pPr>
              <a:defRPr lang="en-US" sz="7057" b="0" kern="1200" cap="none" spc="-98" baseline="0" dirty="0">
                <a:ln w="3175">
                  <a:noFill/>
                </a:ln>
                <a:gradFill>
                  <a:gsLst>
                    <a:gs pos="0">
                      <a:schemeClr val="tx1"/>
                    </a:gs>
                    <a:gs pos="100000">
                      <a:schemeClr val="tx1"/>
                    </a:gs>
                  </a:gsLst>
                  <a:lin ang="5400000" scaled="0"/>
                </a:gradFill>
                <a:effectLst/>
                <a:latin typeface="+mj-lt"/>
                <a:ea typeface="+mn-ea"/>
                <a:cs typeface="Segoe UI" pitchFamily="34" charset="0"/>
              </a:defRPr>
            </a:lvl1pPr>
          </a:lstStyle>
          <a:p>
            <a:r>
              <a:rPr lang="en-US" dirty="0"/>
              <a:t>Section title</a:t>
            </a:r>
          </a:p>
        </p:txBody>
      </p:sp>
      <p:pic>
        <p:nvPicPr>
          <p:cNvPr id="5" name="Picture 4" descr="MSFT_logo_rgb_C-Wht.png"/>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26159" y="6074926"/>
            <a:ext cx="2239573" cy="823929"/>
          </a:xfrm>
          <a:prstGeom prst="rect">
            <a:avLst/>
          </a:prstGeom>
        </p:spPr>
      </p:pic>
    </p:spTree>
    <p:extLst>
      <p:ext uri="{BB962C8B-B14F-4D97-AF65-F5344CB8AC3E}">
        <p14:creationId xmlns:p14="http://schemas.microsoft.com/office/powerpoint/2010/main" val="1293898073"/>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slow">
        <p14:reveal/>
      </p:transition>
    </mc:Choice>
    <mc:Fallback xmlns="">
      <p:transition xmlns:p14="http://schemas.microsoft.com/office/powerpoint/2010/main" spd="slow">
        <p:fade/>
      </p:transition>
    </mc:Fallback>
  </mc:AlternateContent>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3_Content slide">
    <p:bg>
      <p:bgPr>
        <a:solidFill>
          <a:schemeClr val="bg1"/>
        </a:solidFill>
        <a:effectLst/>
      </p:bgPr>
    </p:bg>
    <p:spTree>
      <p:nvGrpSpPr>
        <p:cNvPr id="1" name=""/>
        <p:cNvGrpSpPr/>
        <p:nvPr/>
      </p:nvGrpSpPr>
      <p:grpSpPr>
        <a:xfrm>
          <a:off x="0" y="0"/>
          <a:ext cx="0" cy="0"/>
          <a:chOff x="0" y="0"/>
          <a:chExt cx="0" cy="0"/>
        </a:xfrm>
      </p:grpSpPr>
      <p:sp>
        <p:nvSpPr>
          <p:cNvPr id="12" name="Text Placeholder 7"/>
          <p:cNvSpPr>
            <a:spLocks noGrp="1"/>
          </p:cNvSpPr>
          <p:nvPr>
            <p:ph type="body" sz="quarter" idx="10" hasCustomPrompt="1"/>
          </p:nvPr>
        </p:nvSpPr>
        <p:spPr>
          <a:xfrm>
            <a:off x="448602" y="1411818"/>
            <a:ext cx="11037715" cy="1829217"/>
          </a:xfrm>
          <a:ln>
            <a:solidFill>
              <a:srgbClr val="FFFFFF"/>
            </a:solidFill>
          </a:ln>
        </p:spPr>
        <p:txBody>
          <a:bodyPr anchor="ctr" anchorCtr="0">
            <a:noAutofit/>
          </a:bodyPr>
          <a:lstStyle>
            <a:lvl1pPr marL="0" indent="0">
              <a:buNone/>
              <a:defRPr sz="5294"/>
            </a:lvl1pPr>
            <a:lvl2pPr marL="609543" indent="0">
              <a:buNone/>
              <a:defRPr/>
            </a:lvl2pPr>
          </a:lstStyle>
          <a:p>
            <a:pPr lvl="0"/>
            <a:r>
              <a:rPr lang="en-US" dirty="0"/>
              <a:t>Heading text</a:t>
            </a:r>
          </a:p>
        </p:txBody>
      </p:sp>
      <p:sp>
        <p:nvSpPr>
          <p:cNvPr id="13" name="Text Placeholder 7"/>
          <p:cNvSpPr>
            <a:spLocks noGrp="1"/>
          </p:cNvSpPr>
          <p:nvPr>
            <p:ph type="body" sz="quarter" idx="11" hasCustomPrompt="1"/>
          </p:nvPr>
        </p:nvSpPr>
        <p:spPr>
          <a:xfrm>
            <a:off x="448602" y="3387028"/>
            <a:ext cx="11037715" cy="2467852"/>
          </a:xfrm>
          <a:ln>
            <a:solidFill>
              <a:srgbClr val="FFFFFF"/>
            </a:solidFill>
          </a:ln>
        </p:spPr>
        <p:txBody>
          <a:bodyPr>
            <a:noAutofit/>
          </a:bodyPr>
          <a:lstStyle>
            <a:lvl1pPr marL="0" indent="0">
              <a:buNone/>
              <a:defRPr sz="3137"/>
            </a:lvl1pPr>
            <a:lvl2pPr marL="609543" indent="0">
              <a:buNone/>
              <a:defRPr/>
            </a:lvl2pPr>
          </a:lstStyle>
          <a:p>
            <a:pPr lvl="0"/>
            <a:r>
              <a:rPr lang="en-US" dirty="0"/>
              <a:t>Body copy text</a:t>
            </a:r>
          </a:p>
        </p:txBody>
      </p:sp>
    </p:spTree>
    <p:extLst>
      <p:ext uri="{BB962C8B-B14F-4D97-AF65-F5344CB8AC3E}">
        <p14:creationId xmlns:p14="http://schemas.microsoft.com/office/powerpoint/2010/main" val="199871993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slow">
        <p14:reveal/>
      </p:transition>
    </mc:Choice>
    <mc:Fallback xmlns="">
      <p:transition xmlns:p14="http://schemas.microsoft.com/office/powerpoint/2010/main" spd="slow">
        <p:fade/>
      </p:transition>
    </mc:Fallback>
  </mc:AlternateContent>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50-50 Right Photo Layout">
    <p:spTree>
      <p:nvGrpSpPr>
        <p:cNvPr id="1" name=""/>
        <p:cNvGrpSpPr/>
        <p:nvPr/>
      </p:nvGrpSpPr>
      <p:grpSpPr>
        <a:xfrm>
          <a:off x="0" y="0"/>
          <a:ext cx="0" cy="0"/>
          <a:chOff x="0" y="0"/>
          <a:chExt cx="0" cy="0"/>
        </a:xfrm>
      </p:grpSpPr>
      <p:pic>
        <p:nvPicPr>
          <p:cNvPr id="4" name="Picture 3" descr="104750_Speaker TemplateART_v01-02.png"/>
          <p:cNvPicPr>
            <a:picLocks noChangeAspect="1"/>
          </p:cNvPicPr>
          <p:nvPr userDrawn="1"/>
        </p:nvPicPr>
        <p:blipFill rotWithShape="1">
          <a:blip r:embed="rId2">
            <a:extLst>
              <a:ext uri="{28A0092B-C50C-407E-A947-70E740481C1C}">
                <a14:useLocalDpi xmlns:a14="http://schemas.microsoft.com/office/drawing/2010/main" val="0"/>
              </a:ext>
            </a:extLst>
          </a:blip>
          <a:srcRect l="690" t="23835" r="42830" b="15258"/>
          <a:stretch/>
        </p:blipFill>
        <p:spPr>
          <a:xfrm>
            <a:off x="-68341" y="-85863"/>
            <a:ext cx="12260342" cy="7029726"/>
          </a:xfrm>
          <a:prstGeom prst="rect">
            <a:avLst/>
          </a:prstGeom>
        </p:spPr>
      </p:pic>
      <p:sp>
        <p:nvSpPr>
          <p:cNvPr id="2" name="Title 1"/>
          <p:cNvSpPr>
            <a:spLocks noGrp="1"/>
          </p:cNvSpPr>
          <p:nvPr>
            <p:ph type="title" hasCustomPrompt="1"/>
          </p:nvPr>
        </p:nvSpPr>
        <p:spPr>
          <a:xfrm>
            <a:off x="269242" y="1217195"/>
            <a:ext cx="5378548" cy="1973570"/>
          </a:xfrm>
        </p:spPr>
        <p:txBody>
          <a:bodyPr>
            <a:spAutoFit/>
          </a:bodyPr>
          <a:lstStyle>
            <a:lvl1pPr>
              <a:defRPr sz="6469" baseline="0">
                <a:gradFill>
                  <a:gsLst>
                    <a:gs pos="1250">
                      <a:schemeClr val="tx1"/>
                    </a:gs>
                    <a:gs pos="100000">
                      <a:schemeClr val="tx1"/>
                    </a:gs>
                  </a:gsLst>
                  <a:lin ang="5400000" scaled="0"/>
                </a:gradFill>
              </a:defRPr>
            </a:lvl1pPr>
          </a:lstStyle>
          <a:p>
            <a:r>
              <a:rPr lang="en-US" dirty="0"/>
              <a:t>50/50 photo layout</a:t>
            </a:r>
          </a:p>
        </p:txBody>
      </p:sp>
      <p:sp>
        <p:nvSpPr>
          <p:cNvPr id="5" name="Picture Placeholder 4"/>
          <p:cNvSpPr>
            <a:spLocks noGrp="1"/>
          </p:cNvSpPr>
          <p:nvPr>
            <p:ph type="pic" sz="quarter" idx="10"/>
          </p:nvPr>
        </p:nvSpPr>
        <p:spPr bwMode="ltGray">
          <a:xfrm>
            <a:off x="6097556" y="1"/>
            <a:ext cx="6094444" cy="6856100"/>
          </a:xfrm>
          <a:blipFill>
            <a:blip r:embed="rId3"/>
            <a:stretch>
              <a:fillRect/>
            </a:stretch>
          </a:blipFill>
        </p:spPr>
        <p:txBody>
          <a:bodyPr tIns="548640" anchor="ctr" anchorCtr="0">
            <a:noAutofit/>
          </a:bodyPr>
          <a:lstStyle>
            <a:lvl1pPr marL="0" indent="0" algn="ctr">
              <a:buNone/>
              <a:defRPr sz="1568" b="1" cap="none" baseline="0">
                <a:gradFill>
                  <a:gsLst>
                    <a:gs pos="0">
                      <a:srgbClr val="FFFFFF"/>
                    </a:gs>
                    <a:gs pos="27000">
                      <a:srgbClr val="FFFFFF"/>
                    </a:gs>
                  </a:gsLst>
                  <a:lin ang="5400000" scaled="0"/>
                </a:gradFill>
                <a:latin typeface="+mn-lt"/>
              </a:defRPr>
            </a:lvl1pPr>
          </a:lstStyle>
          <a:p>
            <a:r>
              <a:rPr lang="en-US" dirty="0"/>
              <a:t>Click icon to add picture</a:t>
            </a:r>
          </a:p>
        </p:txBody>
      </p:sp>
    </p:spTree>
    <p:extLst>
      <p:ext uri="{BB962C8B-B14F-4D97-AF65-F5344CB8AC3E}">
        <p14:creationId xmlns:p14="http://schemas.microsoft.com/office/powerpoint/2010/main" val="2680701581"/>
      </p:ext>
    </p:extLst>
  </p:cSld>
  <p:clrMapOvr>
    <a:masterClrMapping/>
  </p:clrMapOvr>
  <p:transition spd="slow">
    <p:fade/>
  </p:transition>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Developer Code Layout">
    <p:spTree>
      <p:nvGrpSpPr>
        <p:cNvPr id="1" name=""/>
        <p:cNvGrpSpPr/>
        <p:nvPr/>
      </p:nvGrpSpPr>
      <p:grpSpPr>
        <a:xfrm>
          <a:off x="0" y="0"/>
          <a:ext cx="0" cy="0"/>
          <a:chOff x="0" y="0"/>
          <a:chExt cx="0" cy="0"/>
        </a:xfrm>
      </p:grpSpPr>
      <p:pic>
        <p:nvPicPr>
          <p:cNvPr id="6" name="Picture 5" descr="104750_Speaker TemplateART_v01-06.pn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4077" y="-106721"/>
            <a:ext cx="12292374" cy="7048094"/>
          </a:xfrm>
          <a:prstGeom prst="rect">
            <a:avLst/>
          </a:prstGeom>
        </p:spPr>
      </p:pic>
      <p:sp>
        <p:nvSpPr>
          <p:cNvPr id="2" name="Title 1"/>
          <p:cNvSpPr>
            <a:spLocks noGrp="1"/>
          </p:cNvSpPr>
          <p:nvPr>
            <p:ph type="title" hasCustomPrompt="1"/>
          </p:nvPr>
        </p:nvSpPr>
        <p:spPr>
          <a:xfrm>
            <a:off x="236824" y="181286"/>
            <a:ext cx="11688256" cy="1007891"/>
          </a:xfrm>
        </p:spPr>
        <p:txBody>
          <a:bodyPr/>
          <a:lstStyle>
            <a:lvl1pPr>
              <a:defRPr baseline="0"/>
            </a:lvl1pPr>
          </a:lstStyle>
          <a:p>
            <a:r>
              <a:rPr lang="en-US" dirty="0"/>
              <a:t>Slide for developer code</a:t>
            </a:r>
          </a:p>
        </p:txBody>
      </p:sp>
      <p:sp>
        <p:nvSpPr>
          <p:cNvPr id="5" name="Text Placeholder 4"/>
          <p:cNvSpPr>
            <a:spLocks noGrp="1"/>
          </p:cNvSpPr>
          <p:nvPr>
            <p:ph type="body" sz="quarter" idx="10"/>
          </p:nvPr>
        </p:nvSpPr>
        <p:spPr>
          <a:xfrm>
            <a:off x="269240" y="1197323"/>
            <a:ext cx="11653522" cy="1956973"/>
          </a:xfrm>
        </p:spPr>
        <p:txBody>
          <a:bodyPr/>
          <a:lstStyle>
            <a:lvl1pPr marL="0" indent="0">
              <a:buNone/>
              <a:defRPr sz="3235">
                <a:gradFill>
                  <a:gsLst>
                    <a:gs pos="1250">
                      <a:srgbClr val="000000"/>
                    </a:gs>
                    <a:gs pos="100000">
                      <a:srgbClr val="000000"/>
                    </a:gs>
                  </a:gsLst>
                  <a:lin ang="5400000" scaled="0"/>
                </a:gradFill>
                <a:latin typeface="Consolas" panose="020B0609020204030204" pitchFamily="49" charset="0"/>
                <a:cs typeface="Consolas" panose="020B0609020204030204" pitchFamily="49" charset="0"/>
              </a:defRPr>
            </a:lvl1pPr>
            <a:lvl2pPr marL="339699" indent="0">
              <a:buNone/>
              <a:defRPr>
                <a:gradFill>
                  <a:gsLst>
                    <a:gs pos="1250">
                      <a:srgbClr val="000000"/>
                    </a:gs>
                    <a:gs pos="100000">
                      <a:srgbClr val="000000"/>
                    </a:gs>
                  </a:gsLst>
                  <a:lin ang="5400000" scaled="0"/>
                </a:gradFill>
                <a:latin typeface="Consolas" panose="020B0609020204030204" pitchFamily="49" charset="0"/>
                <a:cs typeface="Consolas" panose="020B0609020204030204" pitchFamily="49" charset="0"/>
              </a:defRPr>
            </a:lvl2pPr>
            <a:lvl3pPr marL="573044" indent="0">
              <a:buNone/>
              <a:defRPr>
                <a:gradFill>
                  <a:gsLst>
                    <a:gs pos="1250">
                      <a:srgbClr val="000000"/>
                    </a:gs>
                    <a:gs pos="100000">
                      <a:srgbClr val="000000"/>
                    </a:gs>
                  </a:gsLst>
                  <a:lin ang="5400000" scaled="0"/>
                </a:gradFill>
                <a:latin typeface="Consolas" panose="020B0609020204030204" pitchFamily="49" charset="0"/>
                <a:cs typeface="Consolas" panose="020B0609020204030204" pitchFamily="49" charset="0"/>
              </a:defRPr>
            </a:lvl3pPr>
            <a:lvl4pPr marL="798452" indent="0">
              <a:buNone/>
              <a:defRPr>
                <a:gradFill>
                  <a:gsLst>
                    <a:gs pos="1250">
                      <a:srgbClr val="000000"/>
                    </a:gs>
                    <a:gs pos="100000">
                      <a:srgbClr val="000000"/>
                    </a:gs>
                  </a:gsLst>
                  <a:lin ang="5400000" scaled="0"/>
                </a:gradFill>
                <a:latin typeface="Consolas" panose="020B0609020204030204" pitchFamily="49" charset="0"/>
                <a:cs typeface="Consolas" panose="020B0609020204030204" pitchFamily="49" charset="0"/>
              </a:defRPr>
            </a:lvl4pPr>
            <a:lvl5pPr marL="1030210" indent="0">
              <a:buNone/>
              <a:defRPr>
                <a:gradFill>
                  <a:gsLst>
                    <a:gs pos="1250">
                      <a:srgbClr val="000000"/>
                    </a:gs>
                    <a:gs pos="100000">
                      <a:srgbClr val="000000"/>
                    </a:gs>
                  </a:gsLst>
                  <a:lin ang="5400000" scaled="0"/>
                </a:gradFill>
                <a:latin typeface="Consolas" panose="020B0609020204030204" pitchFamily="49" charset="0"/>
                <a:cs typeface="Consolas" panose="020B0609020204030204" pitchFamily="49"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8" name="Picture 7" descr="MSFT_logo_rgb_C-Wht.png"/>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26159" y="6074926"/>
            <a:ext cx="2239573" cy="823929"/>
          </a:xfrm>
          <a:prstGeom prst="rect">
            <a:avLst/>
          </a:prstGeom>
        </p:spPr>
      </p:pic>
    </p:spTree>
    <p:extLst>
      <p:ext uri="{BB962C8B-B14F-4D97-AF65-F5344CB8AC3E}">
        <p14:creationId xmlns:p14="http://schemas.microsoft.com/office/powerpoint/2010/main" val="1724847831"/>
      </p:ext>
    </p:extLst>
  </p:cSld>
  <p:clrMapOvr>
    <a:masterClrMapping/>
  </p:clrMapOvr>
  <p:transition spd="slow">
    <p:fade/>
  </p:transition>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Closing logo slide">
    <p:spTree>
      <p:nvGrpSpPr>
        <p:cNvPr id="1" name=""/>
        <p:cNvGrpSpPr/>
        <p:nvPr/>
      </p:nvGrpSpPr>
      <p:grpSpPr>
        <a:xfrm>
          <a:off x="0" y="0"/>
          <a:ext cx="0" cy="0"/>
          <a:chOff x="0" y="0"/>
          <a:chExt cx="0" cy="0"/>
        </a:xfrm>
      </p:grpSpPr>
      <p:pic>
        <p:nvPicPr>
          <p:cNvPr id="2" name="Picture 1" descr="104750_Speaker TemplateART_v01-03.pn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0187" y="-101125"/>
            <a:ext cx="12292374" cy="7048094"/>
          </a:xfrm>
          <a:prstGeom prst="rect">
            <a:avLst/>
          </a:prstGeom>
        </p:spPr>
      </p:pic>
      <p:sp>
        <p:nvSpPr>
          <p:cNvPr id="11" name="Text Box 3"/>
          <p:cNvSpPr txBox="1">
            <a:spLocks noChangeArrowheads="1"/>
          </p:cNvSpPr>
          <p:nvPr userDrawn="1"/>
        </p:nvSpPr>
        <p:spPr bwMode="white">
          <a:xfrm>
            <a:off x="6307778" y="5298986"/>
            <a:ext cx="5297989" cy="1299296"/>
          </a:xfrm>
          <a:prstGeom prst="rect">
            <a:avLst/>
          </a:prstGeom>
          <a:noFill/>
          <a:ln w="12700">
            <a:noFill/>
            <a:miter lim="800000"/>
            <a:headEnd type="none" w="sm" len="sm"/>
            <a:tailEnd type="none" w="sm" len="sm"/>
          </a:ln>
          <a:effectLst/>
        </p:spPr>
        <p:txBody>
          <a:bodyPr vert="horz" wrap="square" lIns="243828" tIns="195062" rIns="243828" bIns="195062" numCol="1" anchor="t" anchorCtr="0" compatLnSpc="1">
            <a:prstTxWarp prst="textNoShape">
              <a:avLst/>
            </a:prstTxWarp>
            <a:spAutoFit/>
          </a:bodyPr>
          <a:lstStyle/>
          <a:p>
            <a:pPr algn="r" defTabSz="1242836" eaLnBrk="0" hangingPunct="0"/>
            <a:r>
              <a:rPr lang="en-US" sz="980" dirty="0">
                <a:solidFill>
                  <a:srgbClr val="FFFFFF"/>
                </a:solidFill>
                <a:cs typeface="Segoe UI" pitchFamily="34" charset="0"/>
              </a:rPr>
              <a:t>© 2015 Microsoft Corporation. All rights reserved.</a:t>
            </a:r>
          </a:p>
          <a:p>
            <a:pPr algn="r" defTabSz="1242936" eaLnBrk="0" hangingPunct="0"/>
            <a:r>
              <a:rPr lang="en-US" sz="980" dirty="0">
                <a:solidFill>
                  <a:srgbClr val="FFFFFF"/>
                </a:solidFill>
                <a:cs typeface="Segoe UI" pitchFamily="34" charset="0"/>
              </a:rPr>
              <a:t>Microsoft, Windows and other product names are or may be registered trademarks and/or trademarks in the U.S. and/or other countries.</a:t>
            </a:r>
          </a:p>
          <a:p>
            <a:pPr algn="r" defTabSz="1242936" eaLnBrk="0" hangingPunct="0"/>
            <a:r>
              <a:rPr lang="en-US" sz="980" dirty="0">
                <a:solidFill>
                  <a:srgbClr val="FFFFFF"/>
                </a:solidFill>
                <a:cs typeface="Segoe UI" pitchFamily="34" charset="0"/>
              </a:rPr>
              <a:t>MICROSOFT MAKES NO WARRANTIES, EXPRESS, IMPLIED OR STATUTORY, </a:t>
            </a:r>
            <a:br>
              <a:rPr lang="en-US" sz="980" dirty="0">
                <a:solidFill>
                  <a:srgbClr val="FFFFFF"/>
                </a:solidFill>
                <a:cs typeface="Segoe UI" pitchFamily="34" charset="0"/>
              </a:rPr>
            </a:br>
            <a:r>
              <a:rPr lang="en-US" sz="980" dirty="0">
                <a:solidFill>
                  <a:srgbClr val="FFFFFF"/>
                </a:solidFill>
                <a:cs typeface="Segoe UI" pitchFamily="34" charset="0"/>
              </a:rPr>
              <a:t>AS TO THE INFORMATION IN THIS PRESENTATION.</a:t>
            </a:r>
          </a:p>
          <a:p>
            <a:pPr algn="r" defTabSz="1242836" eaLnBrk="0" hangingPunct="0"/>
            <a:r>
              <a:rPr lang="en-US" sz="980" dirty="0">
                <a:gradFill>
                  <a:gsLst>
                    <a:gs pos="12389">
                      <a:srgbClr val="FFFFFF"/>
                    </a:gs>
                    <a:gs pos="54000">
                      <a:srgbClr val="FFFFFF"/>
                    </a:gs>
                  </a:gsLst>
                  <a:lin ang="5400000" scaled="0"/>
                </a:gradFill>
                <a:cs typeface="Segoe UI" pitchFamily="34" charset="0"/>
              </a:rPr>
              <a:t> </a:t>
            </a:r>
          </a:p>
        </p:txBody>
      </p:sp>
      <p:pic>
        <p:nvPicPr>
          <p:cNvPr id="8" name="Picture 7" descr="MSFT_logo_rgb_C-Wht.png"/>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 y="4699845"/>
            <a:ext cx="6077755" cy="2235978"/>
          </a:xfrm>
          <a:prstGeom prst="rect">
            <a:avLst/>
          </a:prstGeom>
        </p:spPr>
      </p:pic>
    </p:spTree>
    <p:extLst>
      <p:ext uri="{BB962C8B-B14F-4D97-AF65-F5344CB8AC3E}">
        <p14:creationId xmlns:p14="http://schemas.microsoft.com/office/powerpoint/2010/main" val="3163252632"/>
      </p:ext>
    </p:extLst>
  </p:cSld>
  <p:clrMapOvr>
    <a:overrideClrMapping bg1="lt1" tx1="dk1" bg2="lt2" tx2="dk2" accent1="accent1" accent2="accent2" accent3="accent3" accent4="accent4" accent5="accent5" accent6="accent6" hlink="hlink" folHlink="folHlink"/>
  </p:clrMapOvr>
  <p:transition spd="slow">
    <p:fade/>
  </p:transition>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6_Demo slide">
    <p:bg>
      <p:bgPr>
        <a:solidFill>
          <a:schemeClr val="bg1"/>
        </a:solidFill>
        <a:effectLst/>
      </p:bgPr>
    </p:bg>
    <p:spTree>
      <p:nvGrpSpPr>
        <p:cNvPr id="1" name=""/>
        <p:cNvGrpSpPr/>
        <p:nvPr/>
      </p:nvGrpSpPr>
      <p:grpSpPr>
        <a:xfrm>
          <a:off x="0" y="0"/>
          <a:ext cx="0" cy="0"/>
          <a:chOff x="0" y="0"/>
          <a:chExt cx="0" cy="0"/>
        </a:xfrm>
      </p:grpSpPr>
      <p:pic>
        <p:nvPicPr>
          <p:cNvPr id="7" name="Picture 6"/>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2765" y="1069"/>
            <a:ext cx="12185847" cy="6855512"/>
          </a:xfrm>
          <a:prstGeom prst="rect">
            <a:avLst/>
          </a:prstGeom>
        </p:spPr>
      </p:pic>
      <p:pic>
        <p:nvPicPr>
          <p:cNvPr id="9" name="Picture 8" descr="104750_Speaker TemplateART_v01-06.png"/>
          <p:cNvPicPr>
            <a:picLocks noChangeAspect="1"/>
          </p:cNvPicPr>
          <p:nvPr userDrawn="1"/>
        </p:nvPicPr>
        <p:blipFill rotWithShape="1">
          <a:blip r:embed="rId3">
            <a:extLst>
              <a:ext uri="{28A0092B-C50C-407E-A947-70E740481C1C}">
                <a14:useLocalDpi xmlns:a14="http://schemas.microsoft.com/office/drawing/2010/main" val="0"/>
              </a:ext>
            </a:extLst>
          </a:blip>
          <a:srcRect t="87640"/>
          <a:stretch/>
        </p:blipFill>
        <p:spPr>
          <a:xfrm>
            <a:off x="-50187" y="6081883"/>
            <a:ext cx="12292374" cy="871164"/>
          </a:xfrm>
          <a:prstGeom prst="rect">
            <a:avLst/>
          </a:prstGeom>
        </p:spPr>
      </p:pic>
      <p:sp>
        <p:nvSpPr>
          <p:cNvPr id="12" name="Text Placeholder 7"/>
          <p:cNvSpPr>
            <a:spLocks noGrp="1"/>
          </p:cNvSpPr>
          <p:nvPr>
            <p:ph type="body" sz="quarter" idx="10" hasCustomPrompt="1"/>
          </p:nvPr>
        </p:nvSpPr>
        <p:spPr>
          <a:xfrm>
            <a:off x="448602" y="1411818"/>
            <a:ext cx="11037715" cy="1829217"/>
          </a:xfrm>
          <a:ln>
            <a:solidFill>
              <a:srgbClr val="FFFFFF"/>
            </a:solidFill>
          </a:ln>
        </p:spPr>
        <p:txBody>
          <a:bodyPr anchor="ctr" anchorCtr="0">
            <a:noAutofit/>
          </a:bodyPr>
          <a:lstStyle>
            <a:lvl1pPr marL="0" indent="0">
              <a:buNone/>
              <a:defRPr sz="5294"/>
            </a:lvl1pPr>
            <a:lvl2pPr marL="609543" indent="0">
              <a:buNone/>
              <a:defRPr/>
            </a:lvl2pPr>
          </a:lstStyle>
          <a:p>
            <a:pPr lvl="0"/>
            <a:r>
              <a:rPr lang="en-US" dirty="0"/>
              <a:t>Heading text</a:t>
            </a:r>
          </a:p>
        </p:txBody>
      </p:sp>
      <p:sp>
        <p:nvSpPr>
          <p:cNvPr id="13" name="Text Placeholder 7"/>
          <p:cNvSpPr>
            <a:spLocks noGrp="1"/>
          </p:cNvSpPr>
          <p:nvPr>
            <p:ph type="body" sz="quarter" idx="11" hasCustomPrompt="1"/>
          </p:nvPr>
        </p:nvSpPr>
        <p:spPr>
          <a:xfrm>
            <a:off x="448602" y="3387028"/>
            <a:ext cx="11037715" cy="2467852"/>
          </a:xfrm>
          <a:ln>
            <a:solidFill>
              <a:srgbClr val="FFFFFF"/>
            </a:solidFill>
          </a:ln>
        </p:spPr>
        <p:txBody>
          <a:bodyPr>
            <a:noAutofit/>
          </a:bodyPr>
          <a:lstStyle>
            <a:lvl1pPr marL="0" indent="0">
              <a:buNone/>
              <a:defRPr sz="3137"/>
            </a:lvl1pPr>
            <a:lvl2pPr marL="609543" indent="0">
              <a:buNone/>
              <a:defRPr/>
            </a:lvl2pPr>
          </a:lstStyle>
          <a:p>
            <a:pPr lvl="0"/>
            <a:r>
              <a:rPr lang="en-US" dirty="0"/>
              <a:t>Body copy text</a:t>
            </a:r>
          </a:p>
        </p:txBody>
      </p:sp>
      <p:pic>
        <p:nvPicPr>
          <p:cNvPr id="8" name="Picture 7" descr="MSFT_logo_rgb_C-Wht.png"/>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26159" y="6074926"/>
            <a:ext cx="2239573" cy="823929"/>
          </a:xfrm>
          <a:prstGeom prst="rect">
            <a:avLst/>
          </a:prstGeom>
        </p:spPr>
      </p:pic>
    </p:spTree>
    <p:extLst>
      <p:ext uri="{BB962C8B-B14F-4D97-AF65-F5344CB8AC3E}">
        <p14:creationId xmlns:p14="http://schemas.microsoft.com/office/powerpoint/2010/main" val="4157772306"/>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slow">
        <p14:reveal/>
      </p:transition>
    </mc:Choice>
    <mc:Fallback xmlns="">
      <p:transition xmlns:p14="http://schemas.microsoft.com/office/powerpoint/2010/main" spd="slow">
        <p:fade/>
      </p:transition>
    </mc:Fallback>
  </mc:AlternateContent>
</p:sldLayout>
</file>

<file path=ppt/slideLayouts/slideLayout67.xml><?xml version="1.0" encoding="utf-8"?>
<p:sldLayout xmlns:a="http://schemas.openxmlformats.org/drawingml/2006/main" xmlns:r="http://schemas.openxmlformats.org/officeDocument/2006/relationships" xmlns:p="http://schemas.openxmlformats.org/presentationml/2006/main">
  <p:cSld name="12_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5" name="Rectangle 4"/>
          <p:cNvSpPr/>
          <p:nvPr userDrawn="1"/>
        </p:nvSpPr>
        <p:spPr bwMode="auto">
          <a:xfrm>
            <a:off x="1" y="0"/>
            <a:ext cx="12192000" cy="6858000"/>
          </a:xfrm>
          <a:prstGeom prst="rect">
            <a:avLst/>
          </a:prstGeom>
          <a:solidFill>
            <a:schemeClr val="bg1"/>
          </a:solidFill>
          <a:ln>
            <a:noFill/>
            <a:headEnd type="none" w="med" len="med"/>
            <a:tailEnd type="none" w="med" len="med"/>
          </a:ln>
        </p:spPr>
        <p:style>
          <a:lnRef idx="1">
            <a:schemeClr val="accent4"/>
          </a:lnRef>
          <a:fillRef idx="3">
            <a:schemeClr val="accent4"/>
          </a:fillRef>
          <a:effectRef idx="2">
            <a:schemeClr val="accent4"/>
          </a:effectRef>
          <a:fontRef idx="minor">
            <a:schemeClr val="lt1"/>
          </a:fontRef>
        </p:style>
        <p:txBody>
          <a:bodyPr vert="horz" wrap="square" lIns="76133" tIns="38071" rIns="76133" bIns="38071" numCol="1" rtlCol="0" anchor="ctr" anchorCtr="0" compatLnSpc="1">
            <a:prstTxWarp prst="textNoShape">
              <a:avLst/>
            </a:prstTxWarp>
          </a:bodyPr>
          <a:lstStyle/>
          <a:p>
            <a:pPr algn="ctr" defTabSz="761114"/>
            <a:endParaRPr lang="en-US" sz="1751" dirty="0">
              <a:gradFill>
                <a:gsLst>
                  <a:gs pos="0">
                    <a:srgbClr val="FFFFFF"/>
                  </a:gs>
                  <a:gs pos="100000">
                    <a:srgbClr val="FFFFFF"/>
                  </a:gs>
                </a:gsLst>
                <a:lin ang="5400000" scaled="0"/>
              </a:gradFill>
            </a:endParaRPr>
          </a:p>
        </p:txBody>
      </p:sp>
      <p:sp>
        <p:nvSpPr>
          <p:cNvPr id="4" name="Footer Placeholder 8"/>
          <p:cNvSpPr txBox="1">
            <a:spLocks/>
          </p:cNvSpPr>
          <p:nvPr userDrawn="1"/>
        </p:nvSpPr>
        <p:spPr>
          <a:xfrm>
            <a:off x="8278970" y="6625562"/>
            <a:ext cx="3859607" cy="134483"/>
          </a:xfrm>
          <a:prstGeom prst="rect">
            <a:avLst/>
          </a:prstGeom>
        </p:spPr>
        <p:txBody>
          <a:bodyPr vert="horz" lIns="0" tIns="0" rIns="89630" bIns="0" rtlCol="0" anchor="ctr"/>
          <a:lstStyle>
            <a:defPPr>
              <a:defRPr lang="en-US"/>
            </a:defPPr>
            <a:lvl1pPr marL="0" algn="l" defTabSz="932742" rtl="0" eaLnBrk="1" latinLnBrk="0" hangingPunct="1">
              <a:defRPr lang="en-US" sz="900" kern="1200">
                <a:gradFill>
                  <a:gsLst>
                    <a:gs pos="2239">
                      <a:schemeClr val="tx1"/>
                    </a:gs>
                    <a:gs pos="11940">
                      <a:schemeClr val="tx1"/>
                    </a:gs>
                  </a:gsLst>
                  <a:lin ang="5400000" scaled="0"/>
                </a:gra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a:lstStyle>
          <a:p>
            <a:pPr algn="r">
              <a:defRPr/>
            </a:pPr>
            <a:endParaRPr sz="882" dirty="0">
              <a:gradFill>
                <a:gsLst>
                  <a:gs pos="2239">
                    <a:srgbClr val="505050"/>
                  </a:gs>
                  <a:gs pos="11940">
                    <a:srgbClr val="505050"/>
                  </a:gs>
                </a:gsLst>
                <a:lin ang="5400000" scaled="0"/>
              </a:gradFill>
            </a:endParaRPr>
          </a:p>
        </p:txBody>
      </p:sp>
    </p:spTree>
    <p:extLst>
      <p:ext uri="{BB962C8B-B14F-4D97-AF65-F5344CB8AC3E}">
        <p14:creationId xmlns:p14="http://schemas.microsoft.com/office/powerpoint/2010/main" val="406867336"/>
      </p:ext>
    </p:extLst>
  </p:cSld>
  <p:clrMapOvr>
    <a:masterClrMapping/>
  </p:clrMapOvr>
  <p:transition>
    <p:fade/>
  </p:transition>
</p:sldLayout>
</file>

<file path=ppt/slideLayouts/slideLayout68.xml><?xml version="1.0" encoding="utf-8"?>
<p:sldLayout xmlns:a="http://schemas.openxmlformats.org/drawingml/2006/main" xmlns:r="http://schemas.openxmlformats.org/officeDocument/2006/relationships" xmlns:p="http://schemas.openxmlformats.org/presentationml/2006/main" type="titleOnly">
  <p:cSld name="1_Title Only">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lgn="l" defTabSz="914132" rtl="0" eaLnBrk="1" latinLnBrk="0" hangingPunct="1">
              <a:lnSpc>
                <a:spcPct val="90000"/>
              </a:lnSpc>
              <a:spcBef>
                <a:spcPct val="0"/>
              </a:spcBef>
              <a:buNone/>
              <a:defRPr lang="en-US" sz="4508" b="0" kern="1200" cap="none" spc="-100" baseline="0" dirty="0">
                <a:ln w="3175">
                  <a:noFill/>
                </a:ln>
                <a:solidFill>
                  <a:schemeClr val="accent1"/>
                </a:solidFill>
                <a:effectLst/>
                <a:latin typeface="+mj-lt"/>
                <a:ea typeface="+mn-ea"/>
                <a:cs typeface="Arial" charset="0"/>
              </a:defRPr>
            </a:lvl1pPr>
          </a:lstStyle>
          <a:p>
            <a:r>
              <a:rPr lang="en-US" dirty="0"/>
              <a:t>Click to edit master title style</a:t>
            </a:r>
          </a:p>
        </p:txBody>
      </p:sp>
    </p:spTree>
    <p:extLst>
      <p:ext uri="{BB962C8B-B14F-4D97-AF65-F5344CB8AC3E}">
        <p14:creationId xmlns:p14="http://schemas.microsoft.com/office/powerpoint/2010/main" val="2562216209"/>
      </p:ext>
    </p:extLst>
  </p:cSld>
  <p:clrMapOvr>
    <a:masterClrMapping/>
  </p:clrMapOvr>
  <p:transition>
    <p:fade/>
  </p:transition>
</p:sldLayout>
</file>

<file path=ppt/slideLayouts/slideLayout69.xml><?xml version="1.0" encoding="utf-8"?>
<p:sldLayout xmlns:a="http://schemas.openxmlformats.org/drawingml/2006/main" xmlns:r="http://schemas.openxmlformats.org/officeDocument/2006/relationships" xmlns:p="http://schemas.openxmlformats.org/presentationml/2006/main" userDrawn="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Tree>
    <p:extLst>
      <p:ext uri="{BB962C8B-B14F-4D97-AF65-F5344CB8AC3E}">
        <p14:creationId xmlns:p14="http://schemas.microsoft.com/office/powerpoint/2010/main" val="2070818287"/>
      </p:ext>
    </p:extLst>
  </p:cSld>
  <p:clrMapOvr>
    <a:masterClrMapping/>
  </p:clrMapOvr>
  <p:transition>
    <p:fade/>
  </p:transition>
</p:sldLayout>
</file>

<file path=ppt/slideLayouts/slideLayout70.xml><?xml version="1.0" encoding="utf-8"?>
<p:sldLayout xmlns:a="http://schemas.openxmlformats.org/drawingml/2006/main" xmlns:r="http://schemas.openxmlformats.org/officeDocument/2006/relationships" xmlns:p="http://schemas.openxmlformats.org/presentationml/2006/main"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4020276036"/>
      </p:ext>
    </p:extLst>
  </p:cSld>
  <p:clrMapOvr>
    <a:masterClrMapping/>
  </p:clrMapOvr>
  <p:transition>
    <p:fade/>
  </p:transition>
</p:sldLayout>
</file>

<file path=ppt/slideLayouts/slideLayout71.xml><?xml version="1.0" encoding="utf-8"?>
<p:sldLayout xmlns:a="http://schemas.openxmlformats.org/drawingml/2006/main" xmlns:r="http://schemas.openxmlformats.org/officeDocument/2006/relationships" xmlns:p="http://schemas.openxmlformats.org/presentationml/2006/main" userDrawn="1">
  <p:cSld name="3_Demo slide">
    <p:bg>
      <p:bgPr>
        <a:solidFill>
          <a:schemeClr val="bg1"/>
        </a:solidFill>
        <a:effectLst/>
      </p:bgPr>
    </p:bg>
    <p:spTree>
      <p:nvGrpSpPr>
        <p:cNvPr id="1" name=""/>
        <p:cNvGrpSpPr/>
        <p:nvPr/>
      </p:nvGrpSpPr>
      <p:grpSpPr>
        <a:xfrm>
          <a:off x="0" y="0"/>
          <a:ext cx="0" cy="0"/>
          <a:chOff x="0" y="0"/>
          <a:chExt cx="0" cy="0"/>
        </a:xfrm>
      </p:grpSpPr>
      <p:pic>
        <p:nvPicPr>
          <p:cNvPr id="2" name="Picture 1" descr="104750_Speaker TemplateART_v01-06.pn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7968" y="-102830"/>
            <a:ext cx="12292374" cy="7048094"/>
          </a:xfrm>
          <a:prstGeom prst="rect">
            <a:avLst/>
          </a:prstGeom>
        </p:spPr>
      </p:pic>
      <p:sp>
        <p:nvSpPr>
          <p:cNvPr id="12" name="Text Placeholder 7"/>
          <p:cNvSpPr>
            <a:spLocks noGrp="1"/>
          </p:cNvSpPr>
          <p:nvPr>
            <p:ph type="body" sz="quarter" idx="10" hasCustomPrompt="1"/>
          </p:nvPr>
        </p:nvSpPr>
        <p:spPr>
          <a:xfrm>
            <a:off x="448602" y="1411818"/>
            <a:ext cx="11037715" cy="1829217"/>
          </a:xfrm>
          <a:ln>
            <a:solidFill>
              <a:srgbClr val="FFFFFF"/>
            </a:solidFill>
          </a:ln>
        </p:spPr>
        <p:txBody>
          <a:bodyPr anchor="ctr" anchorCtr="0">
            <a:noAutofit/>
          </a:bodyPr>
          <a:lstStyle>
            <a:lvl1pPr marL="0" indent="0">
              <a:buNone/>
              <a:defRPr sz="5294"/>
            </a:lvl1pPr>
            <a:lvl2pPr marL="609543" indent="0">
              <a:buNone/>
              <a:defRPr/>
            </a:lvl2pPr>
          </a:lstStyle>
          <a:p>
            <a:pPr lvl="0"/>
            <a:r>
              <a:rPr lang="en-US" dirty="0"/>
              <a:t>Heading text</a:t>
            </a:r>
          </a:p>
        </p:txBody>
      </p:sp>
      <p:sp>
        <p:nvSpPr>
          <p:cNvPr id="13" name="Text Placeholder 7"/>
          <p:cNvSpPr>
            <a:spLocks noGrp="1"/>
          </p:cNvSpPr>
          <p:nvPr>
            <p:ph type="body" sz="quarter" idx="11" hasCustomPrompt="1"/>
          </p:nvPr>
        </p:nvSpPr>
        <p:spPr>
          <a:xfrm>
            <a:off x="448602" y="3387028"/>
            <a:ext cx="11037715" cy="2467852"/>
          </a:xfrm>
          <a:ln>
            <a:solidFill>
              <a:srgbClr val="FFFFFF"/>
            </a:solidFill>
          </a:ln>
        </p:spPr>
        <p:txBody>
          <a:bodyPr>
            <a:noAutofit/>
          </a:bodyPr>
          <a:lstStyle>
            <a:lvl1pPr marL="0" indent="0">
              <a:buNone/>
              <a:defRPr sz="3137"/>
            </a:lvl1pPr>
            <a:lvl2pPr marL="609543" indent="0">
              <a:buNone/>
              <a:defRPr/>
            </a:lvl2pPr>
          </a:lstStyle>
          <a:p>
            <a:pPr lvl="0"/>
            <a:r>
              <a:rPr lang="en-US" dirty="0"/>
              <a:t>Body copy text</a:t>
            </a:r>
          </a:p>
        </p:txBody>
      </p:sp>
      <p:pic>
        <p:nvPicPr>
          <p:cNvPr id="6" name="Picture 5" descr="MSFT_logo_rgb_C-Wht.png"/>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26159" y="6074926"/>
            <a:ext cx="2239573" cy="823929"/>
          </a:xfrm>
          <a:prstGeom prst="rect">
            <a:avLst/>
          </a:prstGeom>
        </p:spPr>
      </p:pic>
    </p:spTree>
    <p:extLst>
      <p:ext uri="{BB962C8B-B14F-4D97-AF65-F5344CB8AC3E}">
        <p14:creationId xmlns:p14="http://schemas.microsoft.com/office/powerpoint/2010/main" val="217069813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slow">
        <p14:reveal/>
      </p:transition>
    </mc:Choice>
    <mc:Fallback xmlns="">
      <p:transition xmlns:p14="http://schemas.microsoft.com/office/powerpoint/2010/main" spd="slow">
        <p:fade/>
      </p:transition>
    </mc:Fallback>
  </mc:AlternateContent>
</p:sldLayout>
</file>

<file path=ppt/slideLayouts/slideLayout72.xml><?xml version="1.0" encoding="utf-8"?>
<p:sldLayout xmlns:a="http://schemas.openxmlformats.org/drawingml/2006/main" xmlns:r="http://schemas.openxmlformats.org/officeDocument/2006/relationships" xmlns:p="http://schemas.openxmlformats.org/presentationml/2006/main" type="title" preserve="1">
  <p:cSld name="2_Title Slide">
    <p:spTree>
      <p:nvGrpSpPr>
        <p:cNvPr id="1" name=""/>
        <p:cNvGrpSpPr/>
        <p:nvPr/>
      </p:nvGrpSpPr>
      <p:grpSpPr>
        <a:xfrm>
          <a:off x="0" y="0"/>
          <a:ext cx="0" cy="0"/>
          <a:chOff x="0" y="0"/>
          <a:chExt cx="0" cy="0"/>
        </a:xfrm>
      </p:grpSpPr>
      <p:sp>
        <p:nvSpPr>
          <p:cNvPr id="32780" name="Title 32779"/>
          <p:cNvSpPr>
            <a:spLocks noGrp="1" noChangeArrowheads="1"/>
          </p:cNvSpPr>
          <p:nvPr>
            <p:ph type="ctrTitle"/>
          </p:nvPr>
        </p:nvSpPr>
        <p:spPr>
          <a:xfrm>
            <a:off x="914400" y="533401"/>
            <a:ext cx="10363200" cy="2514600"/>
          </a:xfrm>
          <a:noFill/>
        </p:spPr>
        <p:txBody>
          <a:bodyPr numCol="1" anchor="b"/>
          <a:lstStyle>
            <a:lvl1pPr algn="r">
              <a:defRPr sz="4266" b="1">
                <a:solidFill>
                  <a:srgbClr val="22AFE7"/>
                </a:solidFill>
                <a:latin typeface="Calibri Light" pitchFamily="34" charset="0"/>
                <a:cs typeface="Segoe UI" pitchFamily="34" charset="0"/>
              </a:defRPr>
            </a:lvl1pPr>
          </a:lstStyle>
          <a:p>
            <a:r>
              <a:rPr lang="en-US"/>
              <a:t>Click to edit Master title style</a:t>
            </a:r>
            <a:endParaRPr lang="en-US" dirty="0"/>
          </a:p>
        </p:txBody>
      </p:sp>
      <p:sp>
        <p:nvSpPr>
          <p:cNvPr id="32781" name="Subtitle 32780"/>
          <p:cNvSpPr>
            <a:spLocks noGrp="1" noChangeArrowheads="1"/>
          </p:cNvSpPr>
          <p:nvPr>
            <p:ph type="subTitle" idx="1"/>
          </p:nvPr>
        </p:nvSpPr>
        <p:spPr>
          <a:xfrm>
            <a:off x="2743201" y="3124200"/>
            <a:ext cx="8534400" cy="1295400"/>
          </a:xfrm>
        </p:spPr>
        <p:txBody>
          <a:bodyPr numCol="1"/>
          <a:lstStyle>
            <a:lvl1pPr marL="0" indent="0" algn="r">
              <a:buNone/>
              <a:defRPr b="0">
                <a:latin typeface="Calibri Light" pitchFamily="34" charset="0"/>
                <a:cs typeface="Segoe UI" pitchFamily="34" charset="0"/>
              </a:defRPr>
            </a:lvl1pPr>
          </a:lstStyle>
          <a:p>
            <a:r>
              <a:rPr lang="en-US"/>
              <a:t>Click to edit Master subtitle style</a:t>
            </a:r>
            <a:endParaRPr lang="en-US" dirty="0"/>
          </a:p>
        </p:txBody>
      </p:sp>
      <p:pic>
        <p:nvPicPr>
          <p:cNvPr id="2" name="Picture 1" descr="ITedge_logo_CMYK.eps"/>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11200" y="4749800"/>
            <a:ext cx="6339282" cy="1540933"/>
          </a:xfrm>
          <a:prstGeom prst="rect">
            <a:avLst/>
          </a:prstGeom>
        </p:spPr>
      </p:pic>
    </p:spTree>
    <p:extLst>
      <p:ext uri="{BB962C8B-B14F-4D97-AF65-F5344CB8AC3E}">
        <p14:creationId xmlns:p14="http://schemas.microsoft.com/office/powerpoint/2010/main" val="972338478"/>
      </p:ext>
    </p:extLst>
  </p:cSld>
  <p:clrMapOvr>
    <a:masterClrMapping/>
  </p:clrMapOvr>
  <p:transition>
    <p:fade/>
  </p:transition>
</p:sldLayout>
</file>

<file path=ppt/slideLayouts/slideLayout73.xml><?xml version="1.0" encoding="utf-8"?>
<p:sldLayout xmlns:a="http://schemas.openxmlformats.org/drawingml/2006/main" xmlns:r="http://schemas.openxmlformats.org/officeDocument/2006/relationships" xmlns:p="http://schemas.openxmlformats.org/presentationml/2006/main" type="tx" preserve="1">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a:noFill/>
        </p:spPr>
        <p:txBody>
          <a:bodyPr numCol="1" rtlCol="0"/>
          <a:lstStyle>
            <a:lvl1pPr marL="0" indent="0" algn="ctr" defTabSz="-18494452" rtl="0" eaLnBrk="1" fontAlgn="base" hangingPunct="1">
              <a:spcBef>
                <a:spcPct val="0"/>
              </a:spcBef>
              <a:spcAft>
                <a:spcPct val="0"/>
              </a:spcAft>
              <a:defRPr lang="en-US" sz="3866" b="1" dirty="0">
                <a:solidFill>
                  <a:schemeClr val="tx2"/>
                </a:solidFill>
                <a:latin typeface="Calibri"/>
                <a:ea typeface="+mj-ea"/>
                <a:cs typeface="Segoe UI" pitchFamily="34" charset="0"/>
              </a:defRPr>
            </a:lvl1pPr>
          </a:lstStyle>
          <a:p>
            <a:r>
              <a:rPr lang="en-US" dirty="0"/>
              <a:t>Click to edit Master title style</a:t>
            </a:r>
          </a:p>
        </p:txBody>
      </p:sp>
      <p:sp>
        <p:nvSpPr>
          <p:cNvPr id="3" name="Text Placeholder 2"/>
          <p:cNvSpPr>
            <a:spLocks noGrp="1"/>
          </p:cNvSpPr>
          <p:nvPr>
            <p:ph type="body" idx="1"/>
          </p:nvPr>
        </p:nvSpPr>
        <p:spPr>
          <a:xfrm>
            <a:off x="609600" y="1371601"/>
            <a:ext cx="10972800" cy="4267200"/>
          </a:xfrm>
        </p:spPr>
        <p:txBody>
          <a:bodyPr numCol="1" rtlCol="0"/>
          <a:lstStyle>
            <a:lvl1pPr>
              <a:buClrTx/>
              <a:buFont typeface="Wingdings" pitchFamily="2" charset="2"/>
              <a:buChar char="§"/>
              <a:defRPr sz="2800" b="1">
                <a:latin typeface="Calibri" pitchFamily="34" charset="0"/>
              </a:defRPr>
            </a:lvl1pPr>
            <a:lvl2pPr>
              <a:buClrTx/>
              <a:buFont typeface="Wingdings" pitchFamily="2" charset="2"/>
              <a:buChar char="o"/>
              <a:defRPr sz="2533" b="0">
                <a:latin typeface="Calibri Light" pitchFamily="34" charset="0"/>
              </a:defRPr>
            </a:lvl2pPr>
            <a:lvl3pPr>
              <a:buClrTx/>
              <a:buFont typeface="Wingdings" pitchFamily="2" charset="2"/>
              <a:buChar char="o"/>
              <a:defRPr sz="2266" b="0">
                <a:latin typeface="Calibri Light" pitchFamily="34" charset="0"/>
              </a:defRPr>
            </a:lvl3pPr>
            <a:lvl4pPr>
              <a:buClrTx/>
              <a:buFont typeface="Wingdings" pitchFamily="2" charset="2"/>
              <a:buChar char="o"/>
              <a:defRPr sz="2000" b="0">
                <a:latin typeface="Calibri Light" pitchFamily="34" charset="0"/>
              </a:defRPr>
            </a:lvl4pPr>
            <a:lvl5pPr>
              <a:buClrTx/>
              <a:buFont typeface="Wingdings" pitchFamily="2" charset="2"/>
              <a:buChar char="o"/>
              <a:defRPr sz="1733" b="0">
                <a:latin typeface="Calibri Light"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TextBox 8"/>
          <p:cNvSpPr txBox="1"/>
          <p:nvPr userDrawn="1"/>
        </p:nvSpPr>
        <p:spPr>
          <a:xfrm>
            <a:off x="8636001" y="6365558"/>
            <a:ext cx="3556000" cy="459947"/>
          </a:xfrm>
          <a:prstGeom prst="rect">
            <a:avLst/>
          </a:prstGeom>
          <a:noFill/>
          <a:ln w="9525">
            <a:noFill/>
            <a:miter lim="800000"/>
            <a:headEnd/>
            <a:tailEnd/>
          </a:ln>
        </p:spPr>
        <p:txBody>
          <a:bodyPr wrap="square" numCol="1" rtlCol="0">
            <a:spAutoFit/>
          </a:bodyPr>
          <a:lstStyle/>
          <a:p>
            <a:pPr algn="r" defTabSz="1218996" eaLnBrk="0" fontAlgn="base" hangingPunct="0">
              <a:spcBef>
                <a:spcPct val="0"/>
              </a:spcBef>
              <a:spcAft>
                <a:spcPct val="0"/>
              </a:spcAft>
              <a:defRPr/>
            </a:pPr>
            <a:r>
              <a:rPr lang="en-US" sz="1200" dirty="0">
                <a:solidFill>
                  <a:srgbClr val="000000"/>
                </a:solidFill>
                <a:latin typeface="Calibri"/>
                <a:cs typeface="Mangal" pitchFamily="18" charset="0"/>
              </a:rPr>
              <a:t>© </a:t>
            </a:r>
            <a:r>
              <a:rPr lang="en-US" sz="1200" dirty="0" err="1">
                <a:solidFill>
                  <a:srgbClr val="000000"/>
                </a:solidFill>
                <a:latin typeface="Calibri"/>
                <a:cs typeface="Mangal" pitchFamily="18" charset="0"/>
              </a:rPr>
              <a:t>ITEdgeintersection</a:t>
            </a:r>
            <a:r>
              <a:rPr lang="en-US" sz="1200" dirty="0">
                <a:solidFill>
                  <a:srgbClr val="000000"/>
                </a:solidFill>
                <a:latin typeface="Calibri"/>
                <a:cs typeface="Mangal" pitchFamily="18" charset="0"/>
              </a:rPr>
              <a:t>. All rights reserved.</a:t>
            </a:r>
          </a:p>
          <a:p>
            <a:pPr algn="r" defTabSz="1218996" eaLnBrk="0" fontAlgn="base" hangingPunct="0">
              <a:spcBef>
                <a:spcPct val="0"/>
              </a:spcBef>
              <a:spcAft>
                <a:spcPct val="0"/>
              </a:spcAft>
              <a:defRPr/>
            </a:pPr>
            <a:r>
              <a:rPr lang="en-US" sz="1200" dirty="0">
                <a:solidFill>
                  <a:srgbClr val="000000"/>
                </a:solidFill>
                <a:latin typeface="Calibri"/>
                <a:cs typeface="Mangal" pitchFamily="18" charset="0"/>
              </a:rPr>
              <a:t>http://</a:t>
            </a:r>
            <a:r>
              <a:rPr lang="en-US" sz="1200" dirty="0" err="1">
                <a:solidFill>
                  <a:srgbClr val="000000"/>
                </a:solidFill>
                <a:latin typeface="Calibri"/>
                <a:cs typeface="Mangal" pitchFamily="18" charset="0"/>
              </a:rPr>
              <a:t>www.ITEdgeintersection.com</a:t>
            </a:r>
            <a:r>
              <a:rPr lang="en-US" sz="1200" dirty="0">
                <a:solidFill>
                  <a:srgbClr val="000000"/>
                </a:solidFill>
                <a:latin typeface="Calibri"/>
                <a:cs typeface="Mangal" pitchFamily="18" charset="0"/>
              </a:rPr>
              <a:t> </a:t>
            </a:r>
          </a:p>
        </p:txBody>
      </p:sp>
      <p:pic>
        <p:nvPicPr>
          <p:cNvPr id="4" name="Picture 3" descr="ITedge_logo_CMYK.eps"/>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12800" y="6320970"/>
            <a:ext cx="1828800" cy="444538"/>
          </a:xfrm>
          <a:prstGeom prst="rect">
            <a:avLst/>
          </a:prstGeom>
        </p:spPr>
      </p:pic>
    </p:spTree>
    <p:extLst>
      <p:ext uri="{BB962C8B-B14F-4D97-AF65-F5344CB8AC3E}">
        <p14:creationId xmlns:p14="http://schemas.microsoft.com/office/powerpoint/2010/main" val="673890098"/>
      </p:ext>
    </p:extLst>
  </p:cSld>
  <p:clrMapOvr>
    <a:masterClrMapping/>
  </p:clrMapOvr>
  <p:transition>
    <p:fade/>
  </p:transition>
  <p:hf sldNum="0" hdr="0" ftr="0" dt="0"/>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References">
    <p:spTree>
      <p:nvGrpSpPr>
        <p:cNvPr id="1" name=""/>
        <p:cNvGrpSpPr/>
        <p:nvPr/>
      </p:nvGrpSpPr>
      <p:grpSpPr>
        <a:xfrm>
          <a:off x="0" y="0"/>
          <a:ext cx="0" cy="0"/>
          <a:chOff x="0" y="0"/>
          <a:chExt cx="0" cy="0"/>
        </a:xfrm>
      </p:grpSpPr>
      <p:sp>
        <p:nvSpPr>
          <p:cNvPr id="2" name="Title 1"/>
          <p:cNvSpPr>
            <a:spLocks noGrp="1"/>
          </p:cNvSpPr>
          <p:nvPr>
            <p:ph type="title" hasCustomPrompt="1"/>
          </p:nvPr>
        </p:nvSpPr>
        <p:spPr>
          <a:noFill/>
        </p:spPr>
        <p:txBody>
          <a:bodyPr numCol="1" rtlCol="0"/>
          <a:lstStyle>
            <a:lvl1pPr marL="0" indent="0" algn="ctr" defTabSz="-18494452" rtl="0" eaLnBrk="1" fontAlgn="base" hangingPunct="1">
              <a:spcBef>
                <a:spcPct val="0"/>
              </a:spcBef>
              <a:spcAft>
                <a:spcPct val="0"/>
              </a:spcAft>
              <a:defRPr lang="en-US" sz="3866" b="1" dirty="0">
                <a:solidFill>
                  <a:schemeClr val="tx2"/>
                </a:solidFill>
                <a:latin typeface="+mj-lt"/>
                <a:ea typeface="+mj-ea"/>
                <a:cs typeface="Segoe UI" pitchFamily="34" charset="0"/>
              </a:defRPr>
            </a:lvl1pPr>
          </a:lstStyle>
          <a:p>
            <a:r>
              <a:rPr lang="en-US" dirty="0"/>
              <a:t>References</a:t>
            </a:r>
          </a:p>
        </p:txBody>
      </p:sp>
      <p:sp>
        <p:nvSpPr>
          <p:cNvPr id="8" name="Text Placeholder 2"/>
          <p:cNvSpPr>
            <a:spLocks noGrp="1"/>
          </p:cNvSpPr>
          <p:nvPr>
            <p:ph type="body" idx="1"/>
          </p:nvPr>
        </p:nvSpPr>
        <p:spPr>
          <a:xfrm>
            <a:off x="609600" y="1371601"/>
            <a:ext cx="10972800" cy="4267200"/>
          </a:xfrm>
        </p:spPr>
        <p:txBody>
          <a:bodyPr numCol="1" rtlCol="0"/>
          <a:lstStyle>
            <a:lvl1pPr>
              <a:buClrTx/>
              <a:buFont typeface="Wingdings" pitchFamily="2" charset="2"/>
              <a:buChar char="§"/>
              <a:defRPr sz="2800" b="1">
                <a:latin typeface="Calibri" pitchFamily="34" charset="0"/>
              </a:defRPr>
            </a:lvl1pPr>
            <a:lvl2pPr>
              <a:buClrTx/>
              <a:buFont typeface="Wingdings" pitchFamily="2" charset="2"/>
              <a:buChar char="o"/>
              <a:defRPr sz="2533" b="0">
                <a:latin typeface="Calibri Light" pitchFamily="34" charset="0"/>
              </a:defRPr>
            </a:lvl2pPr>
            <a:lvl3pPr>
              <a:buClrTx/>
              <a:buFont typeface="Wingdings" pitchFamily="2" charset="2"/>
              <a:buChar char="o"/>
              <a:defRPr sz="2266" b="0">
                <a:latin typeface="Calibri Light" pitchFamily="34" charset="0"/>
              </a:defRPr>
            </a:lvl3pPr>
            <a:lvl4pPr>
              <a:buClrTx/>
              <a:buFont typeface="Wingdings" pitchFamily="2" charset="2"/>
              <a:buChar char="o"/>
              <a:defRPr sz="2000" b="0">
                <a:latin typeface="Calibri Light" pitchFamily="34" charset="0"/>
              </a:defRPr>
            </a:lvl4pPr>
            <a:lvl5pPr>
              <a:buClrTx/>
              <a:buFont typeface="Wingdings" pitchFamily="2" charset="2"/>
              <a:buChar char="o"/>
              <a:defRPr sz="1733" b="0">
                <a:latin typeface="Calibri Light"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TextBox 8"/>
          <p:cNvSpPr txBox="1"/>
          <p:nvPr userDrawn="1"/>
        </p:nvSpPr>
        <p:spPr>
          <a:xfrm>
            <a:off x="8636001" y="6365558"/>
            <a:ext cx="3556000" cy="459947"/>
          </a:xfrm>
          <a:prstGeom prst="rect">
            <a:avLst/>
          </a:prstGeom>
          <a:noFill/>
          <a:ln w="9525">
            <a:noFill/>
            <a:miter lim="800000"/>
            <a:headEnd/>
            <a:tailEnd/>
          </a:ln>
        </p:spPr>
        <p:txBody>
          <a:bodyPr wrap="square" numCol="1" rtlCol="0">
            <a:spAutoFit/>
          </a:bodyPr>
          <a:lstStyle/>
          <a:p>
            <a:pPr algn="r" defTabSz="1218996" eaLnBrk="0" fontAlgn="base" hangingPunct="0">
              <a:spcBef>
                <a:spcPct val="0"/>
              </a:spcBef>
              <a:spcAft>
                <a:spcPct val="0"/>
              </a:spcAft>
              <a:defRPr/>
            </a:pPr>
            <a:r>
              <a:rPr lang="en-US" sz="1200" dirty="0">
                <a:solidFill>
                  <a:srgbClr val="000000"/>
                </a:solidFill>
                <a:latin typeface="Calibri"/>
                <a:cs typeface="Mangal" pitchFamily="18" charset="0"/>
              </a:rPr>
              <a:t>© </a:t>
            </a:r>
            <a:r>
              <a:rPr lang="en-US" sz="1200" dirty="0" err="1">
                <a:solidFill>
                  <a:srgbClr val="000000"/>
                </a:solidFill>
                <a:latin typeface="Calibri"/>
                <a:cs typeface="Mangal" pitchFamily="18" charset="0"/>
              </a:rPr>
              <a:t>ITEdgeintersection</a:t>
            </a:r>
            <a:r>
              <a:rPr lang="en-US" sz="1200" dirty="0">
                <a:solidFill>
                  <a:srgbClr val="000000"/>
                </a:solidFill>
                <a:latin typeface="Calibri"/>
                <a:cs typeface="Mangal" pitchFamily="18" charset="0"/>
              </a:rPr>
              <a:t>. All rights reserved.</a:t>
            </a:r>
          </a:p>
          <a:p>
            <a:pPr algn="r" defTabSz="1218996" eaLnBrk="0" fontAlgn="base" hangingPunct="0">
              <a:spcBef>
                <a:spcPct val="0"/>
              </a:spcBef>
              <a:spcAft>
                <a:spcPct val="0"/>
              </a:spcAft>
              <a:defRPr/>
            </a:pPr>
            <a:r>
              <a:rPr lang="en-US" sz="1200" dirty="0">
                <a:solidFill>
                  <a:srgbClr val="000000"/>
                </a:solidFill>
                <a:latin typeface="Calibri"/>
                <a:cs typeface="Mangal" pitchFamily="18" charset="0"/>
              </a:rPr>
              <a:t>http://</a:t>
            </a:r>
            <a:r>
              <a:rPr lang="en-US" sz="1200" dirty="0" err="1">
                <a:solidFill>
                  <a:srgbClr val="000000"/>
                </a:solidFill>
                <a:latin typeface="Calibri"/>
                <a:cs typeface="Mangal" pitchFamily="18" charset="0"/>
              </a:rPr>
              <a:t>www.ITEdgeintersection.com</a:t>
            </a:r>
            <a:r>
              <a:rPr lang="en-US" sz="1200" dirty="0">
                <a:solidFill>
                  <a:srgbClr val="000000"/>
                </a:solidFill>
                <a:latin typeface="Calibri"/>
                <a:cs typeface="Mangal" pitchFamily="18" charset="0"/>
              </a:rPr>
              <a:t> </a:t>
            </a:r>
          </a:p>
        </p:txBody>
      </p:sp>
      <p:pic>
        <p:nvPicPr>
          <p:cNvPr id="10" name="Picture 9" descr="ITedge_logo_CMYK.eps"/>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12800" y="6320970"/>
            <a:ext cx="1828800" cy="444538"/>
          </a:xfrm>
          <a:prstGeom prst="rect">
            <a:avLst/>
          </a:prstGeom>
        </p:spPr>
      </p:pic>
    </p:spTree>
    <p:extLst>
      <p:ext uri="{BB962C8B-B14F-4D97-AF65-F5344CB8AC3E}">
        <p14:creationId xmlns:p14="http://schemas.microsoft.com/office/powerpoint/2010/main" val="2889456055"/>
      </p:ext>
    </p:extLst>
  </p:cSld>
  <p:clrMapOvr>
    <a:masterClrMapping/>
  </p:clrMapOvr>
  <p:transition>
    <p:fade/>
  </p:transition>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p:cSld name="Code Sample">
    <p:spTree>
      <p:nvGrpSpPr>
        <p:cNvPr id="1" name=""/>
        <p:cNvGrpSpPr/>
        <p:nvPr/>
      </p:nvGrpSpPr>
      <p:grpSpPr>
        <a:xfrm>
          <a:off x="0" y="0"/>
          <a:ext cx="0" cy="0"/>
          <a:chOff x="0" y="0"/>
          <a:chExt cx="0" cy="0"/>
        </a:xfrm>
      </p:grpSpPr>
      <p:sp>
        <p:nvSpPr>
          <p:cNvPr id="2" name="Title 1"/>
          <p:cNvSpPr>
            <a:spLocks noGrp="1"/>
          </p:cNvSpPr>
          <p:nvPr>
            <p:ph type="title"/>
          </p:nvPr>
        </p:nvSpPr>
        <p:spPr/>
        <p:txBody>
          <a:bodyPr numCol="1"/>
          <a:lstStyle/>
          <a:p>
            <a:r>
              <a:rPr lang="en-US" dirty="0"/>
              <a:t>Click to edit Master title style</a:t>
            </a:r>
          </a:p>
        </p:txBody>
      </p:sp>
      <p:sp>
        <p:nvSpPr>
          <p:cNvPr id="5" name="Text Placeholder 4"/>
          <p:cNvSpPr>
            <a:spLocks noGrp="1"/>
          </p:cNvSpPr>
          <p:nvPr>
            <p:ph type="body" sz="quarter" idx="10"/>
          </p:nvPr>
        </p:nvSpPr>
        <p:spPr>
          <a:xfrm>
            <a:off x="1981200" y="1600201"/>
            <a:ext cx="8229600" cy="3962400"/>
          </a:xfrm>
          <a:solidFill>
            <a:schemeClr val="accent1">
              <a:lumMod val="20000"/>
              <a:lumOff val="80000"/>
            </a:schemeClr>
          </a:solidFill>
          <a:ln w="9525">
            <a:noFill/>
          </a:ln>
        </p:spPr>
        <p:txBody>
          <a:bodyPr numCol="1"/>
          <a:lstStyle>
            <a:lvl1pPr>
              <a:buNone/>
              <a:defRPr sz="2533" b="0">
                <a:latin typeface="Calibri"/>
              </a:defRPr>
            </a:lvl1pPr>
          </a:lstStyle>
          <a:p>
            <a:pPr lvl="0"/>
            <a:r>
              <a:rPr lang="en-US" dirty="0"/>
              <a:t>Click to edit Master text styles</a:t>
            </a:r>
          </a:p>
        </p:txBody>
      </p:sp>
      <p:sp>
        <p:nvSpPr>
          <p:cNvPr id="8" name="TextBox 7"/>
          <p:cNvSpPr txBox="1"/>
          <p:nvPr userDrawn="1"/>
        </p:nvSpPr>
        <p:spPr>
          <a:xfrm>
            <a:off x="8636001" y="6365558"/>
            <a:ext cx="3556000" cy="459947"/>
          </a:xfrm>
          <a:prstGeom prst="rect">
            <a:avLst/>
          </a:prstGeom>
          <a:noFill/>
          <a:ln w="9525">
            <a:noFill/>
            <a:miter lim="800000"/>
            <a:headEnd/>
            <a:tailEnd/>
          </a:ln>
        </p:spPr>
        <p:txBody>
          <a:bodyPr wrap="square" numCol="1" rtlCol="0">
            <a:spAutoFit/>
          </a:bodyPr>
          <a:lstStyle/>
          <a:p>
            <a:pPr algn="r" defTabSz="1218996" eaLnBrk="0" fontAlgn="base" hangingPunct="0">
              <a:spcBef>
                <a:spcPct val="0"/>
              </a:spcBef>
              <a:spcAft>
                <a:spcPct val="0"/>
              </a:spcAft>
              <a:defRPr/>
            </a:pPr>
            <a:r>
              <a:rPr lang="en-US" sz="1200" dirty="0">
                <a:solidFill>
                  <a:srgbClr val="000000"/>
                </a:solidFill>
                <a:latin typeface="Calibri"/>
                <a:cs typeface="Mangal" pitchFamily="18" charset="0"/>
              </a:rPr>
              <a:t>© </a:t>
            </a:r>
            <a:r>
              <a:rPr lang="en-US" sz="1200" dirty="0" err="1">
                <a:solidFill>
                  <a:srgbClr val="000000"/>
                </a:solidFill>
                <a:latin typeface="Calibri"/>
                <a:cs typeface="Mangal" pitchFamily="18" charset="0"/>
              </a:rPr>
              <a:t>ITEdgeintersection</a:t>
            </a:r>
            <a:r>
              <a:rPr lang="en-US" sz="1200" dirty="0">
                <a:solidFill>
                  <a:srgbClr val="000000"/>
                </a:solidFill>
                <a:latin typeface="Calibri"/>
                <a:cs typeface="Mangal" pitchFamily="18" charset="0"/>
              </a:rPr>
              <a:t>. All rights reserved.</a:t>
            </a:r>
          </a:p>
          <a:p>
            <a:pPr algn="r" defTabSz="1218996" eaLnBrk="0" fontAlgn="base" hangingPunct="0">
              <a:spcBef>
                <a:spcPct val="0"/>
              </a:spcBef>
              <a:spcAft>
                <a:spcPct val="0"/>
              </a:spcAft>
              <a:defRPr/>
            </a:pPr>
            <a:r>
              <a:rPr lang="en-US" sz="1200" dirty="0">
                <a:solidFill>
                  <a:srgbClr val="000000"/>
                </a:solidFill>
                <a:latin typeface="Calibri"/>
                <a:cs typeface="Mangal" pitchFamily="18" charset="0"/>
              </a:rPr>
              <a:t>http://</a:t>
            </a:r>
            <a:r>
              <a:rPr lang="en-US" sz="1200" dirty="0" err="1">
                <a:solidFill>
                  <a:srgbClr val="000000"/>
                </a:solidFill>
                <a:latin typeface="Calibri"/>
                <a:cs typeface="Mangal" pitchFamily="18" charset="0"/>
              </a:rPr>
              <a:t>www.ITEdgeintersection.com</a:t>
            </a:r>
            <a:r>
              <a:rPr lang="en-US" sz="1200" dirty="0">
                <a:solidFill>
                  <a:srgbClr val="000000"/>
                </a:solidFill>
                <a:latin typeface="Calibri"/>
                <a:cs typeface="Mangal" pitchFamily="18" charset="0"/>
              </a:rPr>
              <a:t> </a:t>
            </a:r>
          </a:p>
        </p:txBody>
      </p:sp>
      <p:pic>
        <p:nvPicPr>
          <p:cNvPr id="9" name="Picture 8" descr="ITedge_logo_CMYK.eps"/>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12800" y="6320970"/>
            <a:ext cx="1828800" cy="444538"/>
          </a:xfrm>
          <a:prstGeom prst="rect">
            <a:avLst/>
          </a:prstGeom>
        </p:spPr>
      </p:pic>
    </p:spTree>
    <p:extLst>
      <p:ext uri="{BB962C8B-B14F-4D97-AF65-F5344CB8AC3E}">
        <p14:creationId xmlns:p14="http://schemas.microsoft.com/office/powerpoint/2010/main" val="3366437971"/>
      </p:ext>
    </p:extLst>
  </p:cSld>
  <p:clrMapOvr>
    <a:masterClrMapping/>
  </p:clrMapOvr>
  <p:transition>
    <p:fade/>
  </p:transition>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
        <p:nvSpPr>
          <p:cNvPr id="2" name="Title 1"/>
          <p:cNvSpPr>
            <a:spLocks noGrp="1"/>
          </p:cNvSpPr>
          <p:nvPr>
            <p:ph type="title"/>
          </p:nvPr>
        </p:nvSpPr>
        <p:spPr/>
        <p:txBody>
          <a:bodyPr numCol="1" rtlCol="0"/>
          <a:lstStyle/>
          <a:p>
            <a:r>
              <a:rPr lang="en-US" dirty="0"/>
              <a:t>Click to edit Master title style</a:t>
            </a:r>
          </a:p>
        </p:txBody>
      </p:sp>
      <p:sp>
        <p:nvSpPr>
          <p:cNvPr id="7" name="TextBox 6"/>
          <p:cNvSpPr txBox="1"/>
          <p:nvPr userDrawn="1"/>
        </p:nvSpPr>
        <p:spPr>
          <a:xfrm>
            <a:off x="8636001" y="6365558"/>
            <a:ext cx="3556000" cy="459947"/>
          </a:xfrm>
          <a:prstGeom prst="rect">
            <a:avLst/>
          </a:prstGeom>
          <a:noFill/>
          <a:ln w="9525">
            <a:noFill/>
            <a:miter lim="800000"/>
            <a:headEnd/>
            <a:tailEnd/>
          </a:ln>
        </p:spPr>
        <p:txBody>
          <a:bodyPr wrap="square" numCol="1" rtlCol="0">
            <a:spAutoFit/>
          </a:bodyPr>
          <a:lstStyle/>
          <a:p>
            <a:pPr algn="r" defTabSz="1218996" eaLnBrk="0" fontAlgn="base" hangingPunct="0">
              <a:spcBef>
                <a:spcPct val="0"/>
              </a:spcBef>
              <a:spcAft>
                <a:spcPct val="0"/>
              </a:spcAft>
              <a:defRPr/>
            </a:pPr>
            <a:r>
              <a:rPr lang="en-US" sz="1200" dirty="0">
                <a:solidFill>
                  <a:srgbClr val="000000"/>
                </a:solidFill>
                <a:latin typeface="Calibri"/>
                <a:cs typeface="Mangal" pitchFamily="18" charset="0"/>
              </a:rPr>
              <a:t>© </a:t>
            </a:r>
            <a:r>
              <a:rPr lang="en-US" sz="1200" dirty="0" err="1">
                <a:solidFill>
                  <a:srgbClr val="000000"/>
                </a:solidFill>
                <a:latin typeface="Calibri"/>
                <a:cs typeface="Mangal" pitchFamily="18" charset="0"/>
              </a:rPr>
              <a:t>ITEdgeintersection</a:t>
            </a:r>
            <a:r>
              <a:rPr lang="en-US" sz="1200" dirty="0">
                <a:solidFill>
                  <a:srgbClr val="000000"/>
                </a:solidFill>
                <a:latin typeface="Calibri"/>
                <a:cs typeface="Mangal" pitchFamily="18" charset="0"/>
              </a:rPr>
              <a:t>. All rights reserved.</a:t>
            </a:r>
          </a:p>
          <a:p>
            <a:pPr algn="r" defTabSz="1218996" eaLnBrk="0" fontAlgn="base" hangingPunct="0">
              <a:spcBef>
                <a:spcPct val="0"/>
              </a:spcBef>
              <a:spcAft>
                <a:spcPct val="0"/>
              </a:spcAft>
              <a:defRPr/>
            </a:pPr>
            <a:r>
              <a:rPr lang="en-US" sz="1200" dirty="0">
                <a:solidFill>
                  <a:srgbClr val="000000"/>
                </a:solidFill>
                <a:latin typeface="Calibri"/>
                <a:cs typeface="Mangal" pitchFamily="18" charset="0"/>
              </a:rPr>
              <a:t>http://</a:t>
            </a:r>
            <a:r>
              <a:rPr lang="en-US" sz="1200" dirty="0" err="1">
                <a:solidFill>
                  <a:srgbClr val="000000"/>
                </a:solidFill>
                <a:latin typeface="Calibri"/>
                <a:cs typeface="Mangal" pitchFamily="18" charset="0"/>
              </a:rPr>
              <a:t>www.ITEdgeintersection.com</a:t>
            </a:r>
            <a:r>
              <a:rPr lang="en-US" sz="1200" dirty="0">
                <a:solidFill>
                  <a:srgbClr val="000000"/>
                </a:solidFill>
                <a:latin typeface="Calibri"/>
                <a:cs typeface="Mangal" pitchFamily="18" charset="0"/>
              </a:rPr>
              <a:t> </a:t>
            </a:r>
          </a:p>
        </p:txBody>
      </p:sp>
      <p:pic>
        <p:nvPicPr>
          <p:cNvPr id="8" name="Picture 7" descr="ITedge_logo_CMYK.eps"/>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12800" y="6320970"/>
            <a:ext cx="1828800" cy="444538"/>
          </a:xfrm>
          <a:prstGeom prst="rect">
            <a:avLst/>
          </a:prstGeom>
        </p:spPr>
      </p:pic>
    </p:spTree>
    <p:extLst>
      <p:ext uri="{BB962C8B-B14F-4D97-AF65-F5344CB8AC3E}">
        <p14:creationId xmlns:p14="http://schemas.microsoft.com/office/powerpoint/2010/main" val="1091257623"/>
      </p:ext>
    </p:extLst>
  </p:cSld>
  <p:clrMapOvr>
    <a:masterClrMapping/>
  </p:clrMapOvr>
  <p:transition>
    <p:fade/>
  </p:transition>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914400" y="2906714"/>
            <a:ext cx="10363200" cy="1500186"/>
          </a:xfrm>
        </p:spPr>
        <p:txBody>
          <a:bodyPr numCol="1" anchor="b"/>
          <a:lstStyle>
            <a:lvl1pPr marL="0" indent="0">
              <a:buNone/>
              <a:defRPr sz="2800" i="0">
                <a:solidFill>
                  <a:schemeClr val="tx1"/>
                </a:solidFill>
              </a:defRPr>
            </a:lvl1pPr>
            <a:lvl2pPr marL="609498" indent="0">
              <a:buNone/>
              <a:defRPr sz="2400">
                <a:solidFill>
                  <a:schemeClr val="tx1">
                    <a:tint val="75000"/>
                  </a:schemeClr>
                </a:solidFill>
              </a:defRPr>
            </a:lvl2pPr>
            <a:lvl3pPr marL="1218996" indent="0">
              <a:buNone/>
              <a:defRPr sz="2133">
                <a:solidFill>
                  <a:schemeClr val="tx1">
                    <a:tint val="75000"/>
                  </a:schemeClr>
                </a:solidFill>
              </a:defRPr>
            </a:lvl3pPr>
            <a:lvl4pPr marL="1828494" indent="0">
              <a:buNone/>
              <a:defRPr sz="1866">
                <a:solidFill>
                  <a:schemeClr val="tx1">
                    <a:tint val="75000"/>
                  </a:schemeClr>
                </a:solidFill>
              </a:defRPr>
            </a:lvl4pPr>
            <a:lvl5pPr marL="2437991" indent="0">
              <a:buNone/>
              <a:defRPr sz="1866">
                <a:solidFill>
                  <a:schemeClr val="tx1">
                    <a:tint val="75000"/>
                  </a:schemeClr>
                </a:solidFill>
              </a:defRPr>
            </a:lvl5pPr>
            <a:lvl6pPr marL="3047489" indent="0">
              <a:buNone/>
              <a:defRPr sz="1866">
                <a:solidFill>
                  <a:schemeClr val="tx1">
                    <a:tint val="75000"/>
                  </a:schemeClr>
                </a:solidFill>
              </a:defRPr>
            </a:lvl6pPr>
            <a:lvl7pPr marL="3656988" indent="0">
              <a:buNone/>
              <a:defRPr sz="1866">
                <a:solidFill>
                  <a:schemeClr val="tx1">
                    <a:tint val="75000"/>
                  </a:schemeClr>
                </a:solidFill>
              </a:defRPr>
            </a:lvl7pPr>
            <a:lvl8pPr marL="4266485" indent="0">
              <a:buNone/>
              <a:defRPr sz="1866">
                <a:solidFill>
                  <a:schemeClr val="tx1">
                    <a:tint val="75000"/>
                  </a:schemeClr>
                </a:solidFill>
              </a:defRPr>
            </a:lvl8pPr>
            <a:lvl9pPr marL="4875983" indent="0">
              <a:buNone/>
              <a:defRPr sz="1866">
                <a:solidFill>
                  <a:schemeClr val="tx1">
                    <a:tint val="75000"/>
                  </a:schemeClr>
                </a:solidFill>
              </a:defRPr>
            </a:lvl9pPr>
          </a:lstStyle>
          <a:p>
            <a:pPr lvl="0"/>
            <a:r>
              <a:rPr lang="en-US" dirty="0"/>
              <a:t>Click to edit Master text styles</a:t>
            </a:r>
          </a:p>
        </p:txBody>
      </p:sp>
      <p:sp>
        <p:nvSpPr>
          <p:cNvPr id="4" name="Title 3"/>
          <p:cNvSpPr>
            <a:spLocks noGrp="1"/>
          </p:cNvSpPr>
          <p:nvPr>
            <p:ph type="title"/>
          </p:nvPr>
        </p:nvSpPr>
        <p:spPr>
          <a:xfrm>
            <a:off x="914400" y="4495801"/>
            <a:ext cx="10363200" cy="762000"/>
          </a:xfrm>
        </p:spPr>
        <p:txBody>
          <a:bodyPr numCol="1"/>
          <a:lstStyle>
            <a:lvl1pPr algn="l">
              <a:defRPr>
                <a:solidFill>
                  <a:schemeClr val="tx1"/>
                </a:solidFill>
              </a:defRPr>
            </a:lvl1pPr>
          </a:lstStyle>
          <a:p>
            <a:r>
              <a:rPr lang="en-US" dirty="0"/>
              <a:t>Click to edit Master title style</a:t>
            </a:r>
          </a:p>
        </p:txBody>
      </p:sp>
      <p:sp>
        <p:nvSpPr>
          <p:cNvPr id="8" name="TextBox 7"/>
          <p:cNvSpPr txBox="1"/>
          <p:nvPr userDrawn="1"/>
        </p:nvSpPr>
        <p:spPr>
          <a:xfrm>
            <a:off x="8636001" y="6365558"/>
            <a:ext cx="3556000" cy="459947"/>
          </a:xfrm>
          <a:prstGeom prst="rect">
            <a:avLst/>
          </a:prstGeom>
          <a:noFill/>
          <a:ln w="9525">
            <a:noFill/>
            <a:miter lim="800000"/>
            <a:headEnd/>
            <a:tailEnd/>
          </a:ln>
        </p:spPr>
        <p:txBody>
          <a:bodyPr wrap="square" numCol="1" rtlCol="0">
            <a:spAutoFit/>
          </a:bodyPr>
          <a:lstStyle/>
          <a:p>
            <a:pPr algn="r" defTabSz="1218996" eaLnBrk="0" fontAlgn="base" hangingPunct="0">
              <a:spcBef>
                <a:spcPct val="0"/>
              </a:spcBef>
              <a:spcAft>
                <a:spcPct val="0"/>
              </a:spcAft>
              <a:defRPr/>
            </a:pPr>
            <a:r>
              <a:rPr lang="en-US" sz="1200" dirty="0">
                <a:solidFill>
                  <a:srgbClr val="000000"/>
                </a:solidFill>
                <a:latin typeface="Calibri"/>
                <a:cs typeface="Mangal" pitchFamily="18" charset="0"/>
              </a:rPr>
              <a:t>© </a:t>
            </a:r>
            <a:r>
              <a:rPr lang="en-US" sz="1200" dirty="0" err="1">
                <a:solidFill>
                  <a:srgbClr val="000000"/>
                </a:solidFill>
                <a:latin typeface="Calibri"/>
                <a:cs typeface="Mangal" pitchFamily="18" charset="0"/>
              </a:rPr>
              <a:t>ITEdgeintersection</a:t>
            </a:r>
            <a:r>
              <a:rPr lang="en-US" sz="1200" dirty="0">
                <a:solidFill>
                  <a:srgbClr val="000000"/>
                </a:solidFill>
                <a:latin typeface="Calibri"/>
                <a:cs typeface="Mangal" pitchFamily="18" charset="0"/>
              </a:rPr>
              <a:t>. All rights reserved.</a:t>
            </a:r>
          </a:p>
          <a:p>
            <a:pPr algn="r" defTabSz="1218996" eaLnBrk="0" fontAlgn="base" hangingPunct="0">
              <a:spcBef>
                <a:spcPct val="0"/>
              </a:spcBef>
              <a:spcAft>
                <a:spcPct val="0"/>
              </a:spcAft>
              <a:defRPr/>
            </a:pPr>
            <a:r>
              <a:rPr lang="en-US" sz="1200" dirty="0">
                <a:solidFill>
                  <a:srgbClr val="000000"/>
                </a:solidFill>
                <a:latin typeface="Calibri"/>
                <a:cs typeface="Mangal" pitchFamily="18" charset="0"/>
              </a:rPr>
              <a:t>http://</a:t>
            </a:r>
            <a:r>
              <a:rPr lang="en-US" sz="1200" dirty="0" err="1">
                <a:solidFill>
                  <a:srgbClr val="000000"/>
                </a:solidFill>
                <a:latin typeface="Calibri"/>
                <a:cs typeface="Mangal" pitchFamily="18" charset="0"/>
              </a:rPr>
              <a:t>www.ITEdgeintersection.com</a:t>
            </a:r>
            <a:r>
              <a:rPr lang="en-US" sz="1200" dirty="0">
                <a:solidFill>
                  <a:srgbClr val="000000"/>
                </a:solidFill>
                <a:latin typeface="Calibri"/>
                <a:cs typeface="Mangal" pitchFamily="18" charset="0"/>
              </a:rPr>
              <a:t> </a:t>
            </a:r>
          </a:p>
        </p:txBody>
      </p:sp>
      <p:pic>
        <p:nvPicPr>
          <p:cNvPr id="9" name="Picture 8" descr="ITedge_logo_CMYK.eps"/>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12800" y="6320970"/>
            <a:ext cx="1828800" cy="444538"/>
          </a:xfrm>
          <a:prstGeom prst="rect">
            <a:avLst/>
          </a:prstGeom>
        </p:spPr>
      </p:pic>
    </p:spTree>
    <p:extLst>
      <p:ext uri="{BB962C8B-B14F-4D97-AF65-F5344CB8AC3E}">
        <p14:creationId xmlns:p14="http://schemas.microsoft.com/office/powerpoint/2010/main" val="2278187782"/>
      </p:ext>
    </p:extLst>
  </p:cSld>
  <p:clrMapOvr>
    <a:masterClrMapping/>
  </p:clrMapOvr>
  <p:transition>
    <p:fade/>
  </p:transition>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p:cNvSpPr>
            <a:spLocks noGrp="1"/>
          </p:cNvSpPr>
          <p:nvPr>
            <p:ph type="title" hasCustomPrompt="1"/>
          </p:nvPr>
        </p:nvSpPr>
        <p:spPr bwMode="white">
          <a:xfrm>
            <a:off x="609600" y="390526"/>
            <a:ext cx="10972800" cy="762000"/>
          </a:xfrm>
        </p:spPr>
        <p:txBody>
          <a:bodyPr numCol="1"/>
          <a:lstStyle>
            <a:lvl1pPr algn="ctr">
              <a:defRPr>
                <a:solidFill>
                  <a:schemeClr val="tx1"/>
                </a:solidFill>
              </a:defRPr>
            </a:lvl1pPr>
          </a:lstStyle>
          <a:p>
            <a:r>
              <a:rPr lang="en-US" dirty="0"/>
              <a:t>Demo</a:t>
            </a:r>
          </a:p>
        </p:txBody>
      </p:sp>
      <p:sp>
        <p:nvSpPr>
          <p:cNvPr id="11" name="Text Placeholder 2"/>
          <p:cNvSpPr>
            <a:spLocks noGrp="1"/>
          </p:cNvSpPr>
          <p:nvPr>
            <p:ph type="body" idx="1"/>
          </p:nvPr>
        </p:nvSpPr>
        <p:spPr>
          <a:xfrm>
            <a:off x="609600" y="1371601"/>
            <a:ext cx="10972800" cy="4267200"/>
          </a:xfrm>
        </p:spPr>
        <p:txBody>
          <a:bodyPr numCol="1" rtlCol="0"/>
          <a:lstStyle>
            <a:lvl1pPr>
              <a:buClrTx/>
              <a:buFont typeface="Wingdings" pitchFamily="2" charset="2"/>
              <a:buChar char="§"/>
              <a:defRPr sz="2800" b="1">
                <a:latin typeface="Calibri" pitchFamily="34" charset="0"/>
              </a:defRPr>
            </a:lvl1pPr>
            <a:lvl2pPr>
              <a:buClrTx/>
              <a:buFont typeface="Wingdings" pitchFamily="2" charset="2"/>
              <a:buChar char="o"/>
              <a:defRPr sz="2533" b="0">
                <a:latin typeface="Calibri Light" pitchFamily="34" charset="0"/>
              </a:defRPr>
            </a:lvl2pPr>
            <a:lvl3pPr>
              <a:buClrTx/>
              <a:buFont typeface="Wingdings" pitchFamily="2" charset="2"/>
              <a:buChar char="o"/>
              <a:defRPr sz="2266" b="0">
                <a:latin typeface="Calibri Light" pitchFamily="34" charset="0"/>
              </a:defRPr>
            </a:lvl3pPr>
            <a:lvl4pPr>
              <a:buClrTx/>
              <a:buFont typeface="Wingdings" pitchFamily="2" charset="2"/>
              <a:buChar char="o"/>
              <a:defRPr sz="2000" b="0">
                <a:latin typeface="Calibri Light" pitchFamily="34" charset="0"/>
              </a:defRPr>
            </a:lvl4pPr>
            <a:lvl5pPr>
              <a:buClrTx/>
              <a:buFont typeface="Wingdings" pitchFamily="2" charset="2"/>
              <a:buChar char="o"/>
              <a:defRPr sz="1733" b="0">
                <a:latin typeface="Calibri Light"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extBox 7"/>
          <p:cNvSpPr txBox="1"/>
          <p:nvPr userDrawn="1"/>
        </p:nvSpPr>
        <p:spPr>
          <a:xfrm>
            <a:off x="8636001" y="6365558"/>
            <a:ext cx="3556000" cy="459947"/>
          </a:xfrm>
          <a:prstGeom prst="rect">
            <a:avLst/>
          </a:prstGeom>
          <a:noFill/>
          <a:ln w="9525">
            <a:noFill/>
            <a:miter lim="800000"/>
            <a:headEnd/>
            <a:tailEnd/>
          </a:ln>
        </p:spPr>
        <p:txBody>
          <a:bodyPr wrap="square" numCol="1" rtlCol="0">
            <a:spAutoFit/>
          </a:bodyPr>
          <a:lstStyle/>
          <a:p>
            <a:pPr algn="r" defTabSz="1218996" eaLnBrk="0" fontAlgn="base" hangingPunct="0">
              <a:spcBef>
                <a:spcPct val="0"/>
              </a:spcBef>
              <a:spcAft>
                <a:spcPct val="0"/>
              </a:spcAft>
              <a:defRPr/>
            </a:pPr>
            <a:r>
              <a:rPr lang="en-US" sz="1200" dirty="0">
                <a:solidFill>
                  <a:srgbClr val="000000"/>
                </a:solidFill>
                <a:latin typeface="Calibri"/>
                <a:cs typeface="Mangal" pitchFamily="18" charset="0"/>
              </a:rPr>
              <a:t>© </a:t>
            </a:r>
            <a:r>
              <a:rPr lang="en-US" sz="1200" dirty="0" err="1">
                <a:solidFill>
                  <a:srgbClr val="000000"/>
                </a:solidFill>
                <a:latin typeface="Calibri"/>
                <a:cs typeface="Mangal" pitchFamily="18" charset="0"/>
              </a:rPr>
              <a:t>ITEdgeintersection</a:t>
            </a:r>
            <a:r>
              <a:rPr lang="en-US" sz="1200" dirty="0">
                <a:solidFill>
                  <a:srgbClr val="000000"/>
                </a:solidFill>
                <a:latin typeface="Calibri"/>
                <a:cs typeface="Mangal" pitchFamily="18" charset="0"/>
              </a:rPr>
              <a:t>. All rights reserved.</a:t>
            </a:r>
          </a:p>
          <a:p>
            <a:pPr algn="r" defTabSz="1218996" eaLnBrk="0" fontAlgn="base" hangingPunct="0">
              <a:spcBef>
                <a:spcPct val="0"/>
              </a:spcBef>
              <a:spcAft>
                <a:spcPct val="0"/>
              </a:spcAft>
              <a:defRPr/>
            </a:pPr>
            <a:r>
              <a:rPr lang="en-US" sz="1200" dirty="0">
                <a:solidFill>
                  <a:srgbClr val="000000"/>
                </a:solidFill>
                <a:latin typeface="Calibri"/>
                <a:cs typeface="Mangal" pitchFamily="18" charset="0"/>
              </a:rPr>
              <a:t>http://</a:t>
            </a:r>
            <a:r>
              <a:rPr lang="en-US" sz="1200" dirty="0" err="1">
                <a:solidFill>
                  <a:srgbClr val="000000"/>
                </a:solidFill>
                <a:latin typeface="Calibri"/>
                <a:cs typeface="Mangal" pitchFamily="18" charset="0"/>
              </a:rPr>
              <a:t>www.ITEdgeintersection.com</a:t>
            </a:r>
            <a:r>
              <a:rPr lang="en-US" sz="1200" dirty="0">
                <a:solidFill>
                  <a:srgbClr val="000000"/>
                </a:solidFill>
                <a:latin typeface="Calibri"/>
                <a:cs typeface="Mangal" pitchFamily="18" charset="0"/>
              </a:rPr>
              <a:t> </a:t>
            </a:r>
          </a:p>
        </p:txBody>
      </p:sp>
      <p:pic>
        <p:nvPicPr>
          <p:cNvPr id="9" name="Picture 8" descr="ITedge_logo_CMYK.eps"/>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12800" y="6320970"/>
            <a:ext cx="1828800" cy="444538"/>
          </a:xfrm>
          <a:prstGeom prst="rect">
            <a:avLst/>
          </a:prstGeom>
        </p:spPr>
      </p:pic>
    </p:spTree>
    <p:extLst>
      <p:ext uri="{BB962C8B-B14F-4D97-AF65-F5344CB8AC3E}">
        <p14:creationId xmlns:p14="http://schemas.microsoft.com/office/powerpoint/2010/main" val="210022825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50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2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Layout>
</file>

<file path=ppt/slideLayouts/slideLayout79.xml><?xml version="1.0" encoding="utf-8"?>
<p:sldLayout xmlns:a="http://schemas.openxmlformats.org/drawingml/2006/main" xmlns:r="http://schemas.openxmlformats.org/officeDocument/2006/relationships" xmlns:p="http://schemas.openxmlformats.org/presentationml/2006/main" userDrawn="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Tree>
    <p:extLst>
      <p:ext uri="{BB962C8B-B14F-4D97-AF65-F5344CB8AC3E}">
        <p14:creationId xmlns:p14="http://schemas.microsoft.com/office/powerpoint/2010/main" val="23223949"/>
      </p:ext>
    </p:extLst>
  </p:cSld>
  <p:clrMapOvr>
    <a:masterClrMapping/>
  </p:clrMapOvr>
  <p:transition>
    <p:fade/>
  </p:transition>
</p:sldLayout>
</file>

<file path=ppt/slideLayouts/slideLayout80.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130787644"/>
      </p:ext>
    </p:extLst>
  </p:cSld>
  <p:clrMapOvr>
    <a:masterClrMapping/>
  </p:clrMapOvr>
  <p:transition/>
</p:sldLayout>
</file>

<file path=ppt/slideLayouts/slideLayout81.xml><?xml version="1.0" encoding="utf-8"?>
<p:sldLayout xmlns:a="http://schemas.openxmlformats.org/drawingml/2006/main" xmlns:r="http://schemas.openxmlformats.org/officeDocument/2006/relationships" xmlns:p="http://schemas.openxmlformats.org/presentationml/2006/main" userDrawn="1">
  <p:cSld name="Title &amp; Non-bullete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gradFill>
                  <a:gsLst>
                    <a:gs pos="1250">
                      <a:schemeClr val="accent2"/>
                    </a:gs>
                    <a:gs pos="100000">
                      <a:schemeClr val="accent2"/>
                    </a:gs>
                  </a:gsLst>
                  <a:lin ang="5400000" scaled="0"/>
                </a:gradFill>
              </a:defRPr>
            </a:lvl1pPr>
          </a:lstStyle>
          <a:p>
            <a:r>
              <a:rPr lang="en-US" dirty="0"/>
              <a:t>Click to edit Master title style</a:t>
            </a:r>
          </a:p>
        </p:txBody>
      </p:sp>
      <p:sp>
        <p:nvSpPr>
          <p:cNvPr id="6" name="Text Placeholder 5"/>
          <p:cNvSpPr>
            <a:spLocks noGrp="1"/>
          </p:cNvSpPr>
          <p:nvPr>
            <p:ph type="body" sz="quarter" idx="10"/>
          </p:nvPr>
        </p:nvSpPr>
        <p:spPr>
          <a:xfrm>
            <a:off x="269239" y="1189177"/>
            <a:ext cx="11653523" cy="1985641"/>
          </a:xfrm>
        </p:spPr>
        <p:txBody>
          <a:bodyPr/>
          <a:lstStyle>
            <a:lvl1pPr marL="0" indent="0">
              <a:buNone/>
              <a:defRPr>
                <a:gradFill>
                  <a:gsLst>
                    <a:gs pos="1250">
                      <a:schemeClr val="tx1"/>
                    </a:gs>
                    <a:gs pos="99000">
                      <a:schemeClr val="tx1"/>
                    </a:gs>
                  </a:gsLst>
                  <a:lin ang="5400000" scaled="0"/>
                </a:gradFill>
              </a:defRPr>
            </a:lvl1pPr>
            <a:lvl2pPr marL="0" indent="0">
              <a:buFontTx/>
              <a:buNone/>
              <a:defRPr sz="1961"/>
            </a:lvl2pPr>
            <a:lvl3pPr marL="224083" indent="0">
              <a:buNone/>
              <a:defRPr/>
            </a:lvl3pPr>
            <a:lvl4pPr marL="448164" indent="0">
              <a:buNone/>
              <a:defRPr/>
            </a:lvl4pPr>
            <a:lvl5pPr marL="672246" indent="0">
              <a:buNone/>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796864265"/>
      </p:ext>
    </p:extLst>
  </p:cSld>
  <p:clrMapOvr>
    <a:masterClrMapping/>
  </p:clrMapOvr>
  <p:transition>
    <p:fade/>
  </p:transition>
</p:sldLayout>
</file>

<file path=ppt/slideLayouts/slideLayout82.xml><?xml version="1.0" encoding="utf-8"?>
<p:sldLayout xmlns:a="http://schemas.openxmlformats.org/drawingml/2006/main" xmlns:r="http://schemas.openxmlformats.org/officeDocument/2006/relationships" xmlns:p="http://schemas.openxmlformats.org/presentationml/2006/main" userDrawn="1">
  <p:cSld name="Title and Content 1st level color text">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269239" y="1189179"/>
            <a:ext cx="11653523" cy="2269933"/>
          </a:xfrm>
        </p:spPr>
        <p:txBody>
          <a:bodyPr>
            <a:spAutoFit/>
          </a:bodyPr>
          <a:lstStyle>
            <a:lvl1pPr>
              <a:buClr>
                <a:schemeClr val="tx2"/>
              </a:buClr>
              <a:defRPr sz="3920">
                <a:gradFill>
                  <a:gsLst>
                    <a:gs pos="7080">
                      <a:schemeClr val="tx2"/>
                    </a:gs>
                    <a:gs pos="36283">
                      <a:schemeClr val="tx2"/>
                    </a:gs>
                  </a:gsLst>
                  <a:lin ang="5400000" scaled="0"/>
                </a:gradFill>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Title 5"/>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719549273"/>
      </p:ext>
    </p:extLst>
  </p:cSld>
  <p:clrMapOvr>
    <a:masterClrMapping/>
  </p:clrMapOvr>
  <p:transition>
    <p:fade/>
  </p:transition>
</p:sldLayout>
</file>

<file path=ppt/slideLayouts/slideLayout83.xml><?xml version="1.0" encoding="utf-8"?>
<p:sldLayout xmlns:a="http://schemas.openxmlformats.org/drawingml/2006/main" xmlns:r="http://schemas.openxmlformats.org/officeDocument/2006/relationships" xmlns:p="http://schemas.openxmlformats.org/presentationml/2006/main" userDrawn="1">
  <p:cSld name="1_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54756202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Layout>
</file>

<file path=ppt/slideLayouts/slideLayout84.xml><?xml version="1.0" encoding="utf-8"?>
<p:sldLayout xmlns:a="http://schemas.openxmlformats.org/drawingml/2006/main" xmlns:r="http://schemas.openxmlformats.org/officeDocument/2006/relationships" xmlns:p="http://schemas.openxmlformats.org/presentationml/2006/main" type="titleOnly">
  <p:cSld name="1_Title Only">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lgn="l" defTabSz="914132" rtl="0" eaLnBrk="1" latinLnBrk="0" hangingPunct="1">
              <a:lnSpc>
                <a:spcPct val="90000"/>
              </a:lnSpc>
              <a:spcBef>
                <a:spcPct val="0"/>
              </a:spcBef>
              <a:buNone/>
              <a:defRPr lang="en-US" sz="4508" b="0" kern="1200" cap="none" spc="-100" baseline="0" dirty="0">
                <a:ln w="3175">
                  <a:noFill/>
                </a:ln>
                <a:solidFill>
                  <a:schemeClr val="accent1"/>
                </a:solidFill>
                <a:effectLst/>
                <a:latin typeface="+mj-lt"/>
                <a:ea typeface="+mn-ea"/>
                <a:cs typeface="Arial" charset="0"/>
              </a:defRPr>
            </a:lvl1pPr>
          </a:lstStyle>
          <a:p>
            <a:r>
              <a:rPr lang="en-US" dirty="0"/>
              <a:t>Click to edit master title style</a:t>
            </a:r>
          </a:p>
        </p:txBody>
      </p:sp>
    </p:spTree>
    <p:extLst>
      <p:ext uri="{BB962C8B-B14F-4D97-AF65-F5344CB8AC3E}">
        <p14:creationId xmlns:p14="http://schemas.microsoft.com/office/powerpoint/2010/main" val="685695315"/>
      </p:ext>
    </p:extLst>
  </p:cSld>
  <p:clrMapOvr>
    <a:masterClrMapping/>
  </p:clrMapOvr>
  <p:transition>
    <p:fade/>
  </p:transition>
</p:sldLayout>
</file>

<file path=ppt/slideLayouts/slideLayout85.xml><?xml version="1.0" encoding="utf-8"?>
<p:sldLayout xmlns:a="http://schemas.openxmlformats.org/drawingml/2006/main" xmlns:r="http://schemas.openxmlformats.org/officeDocument/2006/relationships" xmlns:p="http://schemas.openxmlformats.org/presentationml/2006/main" userDrawn="1">
  <p:cSld name="3_Content slide">
    <p:bg>
      <p:bgPr>
        <a:solidFill>
          <a:schemeClr val="bg1"/>
        </a:solidFill>
        <a:effectLst/>
      </p:bgPr>
    </p:bg>
    <p:spTree>
      <p:nvGrpSpPr>
        <p:cNvPr id="1" name=""/>
        <p:cNvGrpSpPr/>
        <p:nvPr/>
      </p:nvGrpSpPr>
      <p:grpSpPr>
        <a:xfrm>
          <a:off x="0" y="0"/>
          <a:ext cx="0" cy="0"/>
          <a:chOff x="0" y="0"/>
          <a:chExt cx="0" cy="0"/>
        </a:xfrm>
      </p:grpSpPr>
      <p:pic>
        <p:nvPicPr>
          <p:cNvPr id="2" name="Picture 1" descr="104750_Speaker TemplateART_v01-06.pn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7968" y="-102830"/>
            <a:ext cx="12292374" cy="7048094"/>
          </a:xfrm>
          <a:prstGeom prst="rect">
            <a:avLst/>
          </a:prstGeom>
        </p:spPr>
      </p:pic>
      <p:sp>
        <p:nvSpPr>
          <p:cNvPr id="12" name="Text Placeholder 7"/>
          <p:cNvSpPr>
            <a:spLocks noGrp="1"/>
          </p:cNvSpPr>
          <p:nvPr>
            <p:ph type="body" sz="quarter" idx="10" hasCustomPrompt="1"/>
          </p:nvPr>
        </p:nvSpPr>
        <p:spPr>
          <a:xfrm>
            <a:off x="448602" y="1411818"/>
            <a:ext cx="11037715" cy="1829217"/>
          </a:xfrm>
          <a:ln>
            <a:solidFill>
              <a:srgbClr val="FFFFFF"/>
            </a:solidFill>
          </a:ln>
        </p:spPr>
        <p:txBody>
          <a:bodyPr anchor="ctr" anchorCtr="0">
            <a:noAutofit/>
          </a:bodyPr>
          <a:lstStyle>
            <a:lvl1pPr marL="0" indent="0">
              <a:buNone/>
              <a:defRPr sz="5294"/>
            </a:lvl1pPr>
            <a:lvl2pPr marL="609543" indent="0">
              <a:buNone/>
              <a:defRPr/>
            </a:lvl2pPr>
          </a:lstStyle>
          <a:p>
            <a:pPr lvl="0"/>
            <a:r>
              <a:rPr lang="en-US" dirty="0"/>
              <a:t>Heading text</a:t>
            </a:r>
          </a:p>
        </p:txBody>
      </p:sp>
      <p:sp>
        <p:nvSpPr>
          <p:cNvPr id="13" name="Text Placeholder 7"/>
          <p:cNvSpPr>
            <a:spLocks noGrp="1"/>
          </p:cNvSpPr>
          <p:nvPr>
            <p:ph type="body" sz="quarter" idx="11" hasCustomPrompt="1"/>
          </p:nvPr>
        </p:nvSpPr>
        <p:spPr>
          <a:xfrm>
            <a:off x="448602" y="3387028"/>
            <a:ext cx="11037715" cy="2467852"/>
          </a:xfrm>
          <a:ln>
            <a:solidFill>
              <a:srgbClr val="FFFFFF"/>
            </a:solidFill>
          </a:ln>
        </p:spPr>
        <p:txBody>
          <a:bodyPr>
            <a:noAutofit/>
          </a:bodyPr>
          <a:lstStyle>
            <a:lvl1pPr marL="0" indent="0">
              <a:buNone/>
              <a:defRPr sz="3137"/>
            </a:lvl1pPr>
            <a:lvl2pPr marL="609543" indent="0">
              <a:buNone/>
              <a:defRPr/>
            </a:lvl2pPr>
          </a:lstStyle>
          <a:p>
            <a:pPr lvl="0"/>
            <a:r>
              <a:rPr lang="en-US" dirty="0"/>
              <a:t>Body copy text</a:t>
            </a:r>
          </a:p>
        </p:txBody>
      </p:sp>
      <p:pic>
        <p:nvPicPr>
          <p:cNvPr id="6" name="Picture 5" descr="MSFT_logo_rgb_C-Wht.png"/>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26159" y="6074926"/>
            <a:ext cx="2239573" cy="823929"/>
          </a:xfrm>
          <a:prstGeom prst="rect">
            <a:avLst/>
          </a:prstGeom>
        </p:spPr>
      </p:pic>
    </p:spTree>
    <p:extLst>
      <p:ext uri="{BB962C8B-B14F-4D97-AF65-F5344CB8AC3E}">
        <p14:creationId xmlns:p14="http://schemas.microsoft.com/office/powerpoint/2010/main" val="936029741"/>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slow">
        <p14:reveal/>
      </p:transition>
    </mc:Choice>
    <mc:Fallback xmlns="">
      <p:transition xmlns:p14="http://schemas.microsoft.com/office/powerpoint/2010/main" spd="slow">
        <p:fade/>
      </p:transition>
    </mc:Fallback>
  </mc:AlternateContent>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userDrawn="1">
  <p:cSld name="Walk-in">
    <p:spTree>
      <p:nvGrpSpPr>
        <p:cNvPr id="1" name=""/>
        <p:cNvGrpSpPr/>
        <p:nvPr/>
      </p:nvGrpSpPr>
      <p:grpSpPr>
        <a:xfrm>
          <a:off x="0" y="0"/>
          <a:ext cx="0" cy="0"/>
          <a:chOff x="0" y="0"/>
          <a:chExt cx="0" cy="0"/>
        </a:xfrm>
      </p:grpSpPr>
      <p:pic>
        <p:nvPicPr>
          <p:cNvPr id="5" name="Picture 4" descr="104750_Speaker TemplateART_v01-01.pn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2796" y="-101125"/>
            <a:ext cx="12260341" cy="7029726"/>
          </a:xfrm>
          <a:prstGeom prst="rect">
            <a:avLst/>
          </a:prstGeom>
        </p:spPr>
      </p:pic>
      <p:sp>
        <p:nvSpPr>
          <p:cNvPr id="7" name="Rectangle 6"/>
          <p:cNvSpPr/>
          <p:nvPr userDrawn="1"/>
        </p:nvSpPr>
        <p:spPr>
          <a:xfrm>
            <a:off x="789057" y="3242583"/>
            <a:ext cx="4248056" cy="769511"/>
          </a:xfrm>
          <a:prstGeom prst="rect">
            <a:avLst/>
          </a:prstGeom>
        </p:spPr>
        <p:txBody>
          <a:bodyPr wrap="none" anchor="ctr">
            <a:spAutoFit/>
          </a:bodyPr>
          <a:lstStyle/>
          <a:p>
            <a:pPr algn="r" defTabSz="1142867">
              <a:lnSpc>
                <a:spcPct val="90000"/>
              </a:lnSpc>
              <a:spcBef>
                <a:spcPct val="0"/>
              </a:spcBef>
            </a:pPr>
            <a:r>
              <a:rPr lang="en-US" sz="4902" spc="-123" dirty="0">
                <a:ln w="3175">
                  <a:noFill/>
                </a:ln>
                <a:gradFill>
                  <a:gsLst>
                    <a:gs pos="84066">
                      <a:srgbClr val="000000"/>
                    </a:gs>
                    <a:gs pos="57576">
                      <a:srgbClr val="000000"/>
                    </a:gs>
                  </a:gsLst>
                  <a:lin ang="5400000" scaled="0"/>
                </a:gradFill>
                <a:latin typeface="Segoe UI Light"/>
                <a:cs typeface="Segoe UI" pitchFamily="34" charset="0"/>
              </a:rPr>
              <a:t>Spark the future.</a:t>
            </a:r>
          </a:p>
        </p:txBody>
      </p:sp>
      <p:pic>
        <p:nvPicPr>
          <p:cNvPr id="8" name="Picture 7" descr="Identlockup.png"/>
          <p:cNvPicPr>
            <a:picLocks noChangeAspect="1"/>
          </p:cNvPicPr>
          <p:nvPr userDrawn="1"/>
        </p:nvPicPr>
        <p:blipFill rotWithShape="1">
          <a:blip r:embed="rId3" cstate="print">
            <a:extLst>
              <a:ext uri="{28A0092B-C50C-407E-A947-70E740481C1C}">
                <a14:useLocalDpi xmlns:a14="http://schemas.microsoft.com/office/drawing/2010/main" val="0"/>
              </a:ext>
            </a:extLst>
          </a:blip>
          <a:srcRect b="42439"/>
          <a:stretch/>
        </p:blipFill>
        <p:spPr>
          <a:xfrm>
            <a:off x="2123732" y="4064422"/>
            <a:ext cx="2913381" cy="1186614"/>
          </a:xfrm>
          <a:prstGeom prst="rect">
            <a:avLst/>
          </a:prstGeom>
        </p:spPr>
      </p:pic>
      <p:pic>
        <p:nvPicPr>
          <p:cNvPr id="6" name="Picture 5" descr="MSFT_logo_rgb_C-Wht.png"/>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26159" y="6074926"/>
            <a:ext cx="2239573" cy="823929"/>
          </a:xfrm>
          <a:prstGeom prst="rect">
            <a:avLst/>
          </a:prstGeom>
        </p:spPr>
      </p:pic>
    </p:spTree>
    <p:extLst>
      <p:ext uri="{BB962C8B-B14F-4D97-AF65-F5344CB8AC3E}">
        <p14:creationId xmlns:p14="http://schemas.microsoft.com/office/powerpoint/2010/main" val="1387361987"/>
      </p:ext>
    </p:extLst>
  </p:cSld>
  <p:clrMapOvr>
    <a:masterClrMapping/>
  </p:clrMapOvr>
  <p:transition spd="slow">
    <p:fade/>
  </p:transition>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4" name="Picture 3" descr="104750_Speaker TemplateART_v01-02.pn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68341" y="-93646"/>
            <a:ext cx="12260341" cy="7029726"/>
          </a:xfrm>
          <a:prstGeom prst="rect">
            <a:avLst/>
          </a:prstGeom>
        </p:spPr>
      </p:pic>
      <p:sp>
        <p:nvSpPr>
          <p:cNvPr id="12" name="Title 1"/>
          <p:cNvSpPr>
            <a:spLocks noGrp="1"/>
          </p:cNvSpPr>
          <p:nvPr>
            <p:ph type="title" hasCustomPrompt="1"/>
          </p:nvPr>
        </p:nvSpPr>
        <p:spPr>
          <a:xfrm>
            <a:off x="449386" y="4908936"/>
            <a:ext cx="8140782" cy="860040"/>
          </a:xfrm>
          <a:solidFill>
            <a:srgbClr val="ED5F19"/>
          </a:solidFill>
        </p:spPr>
        <p:txBody>
          <a:bodyPr anchor="ctr" anchorCtr="0">
            <a:normAutofit/>
          </a:bodyPr>
          <a:lstStyle>
            <a:lvl1pPr algn="l">
              <a:defRPr sz="4313" b="0" cap="none">
                <a:solidFill>
                  <a:srgbClr val="FFFFFF"/>
                </a:solidFill>
              </a:defRPr>
            </a:lvl1pPr>
          </a:lstStyle>
          <a:p>
            <a:r>
              <a:rPr lang="en-US" dirty="0"/>
              <a:t>Speaker name</a:t>
            </a:r>
          </a:p>
        </p:txBody>
      </p:sp>
      <p:sp>
        <p:nvSpPr>
          <p:cNvPr id="13" name="Text Placeholder 2"/>
          <p:cNvSpPr>
            <a:spLocks noGrp="1"/>
          </p:cNvSpPr>
          <p:nvPr>
            <p:ph type="body" idx="1" hasCustomPrompt="1"/>
          </p:nvPr>
        </p:nvSpPr>
        <p:spPr>
          <a:xfrm>
            <a:off x="449387" y="2456081"/>
            <a:ext cx="9967264" cy="2452855"/>
          </a:xfrm>
          <a:solidFill>
            <a:srgbClr val="C74405"/>
          </a:solidFill>
          <a:ln>
            <a:noFill/>
          </a:ln>
        </p:spPr>
        <p:txBody>
          <a:bodyPr anchor="t" anchorCtr="0">
            <a:normAutofit/>
          </a:bodyPr>
          <a:lstStyle>
            <a:lvl1pPr marL="0" indent="0">
              <a:lnSpc>
                <a:spcPct val="90000"/>
              </a:lnSpc>
              <a:buNone/>
              <a:defRPr sz="7156">
                <a:solidFill>
                  <a:schemeClr val="bg1"/>
                </a:solidFill>
              </a:defRPr>
            </a:lvl1pPr>
            <a:lvl2pPr marL="609543" indent="0">
              <a:buNone/>
              <a:defRPr sz="2353">
                <a:solidFill>
                  <a:schemeClr val="tx1">
                    <a:tint val="75000"/>
                  </a:schemeClr>
                </a:solidFill>
              </a:defRPr>
            </a:lvl2pPr>
            <a:lvl3pPr marL="1219085" indent="0">
              <a:buNone/>
              <a:defRPr sz="2157">
                <a:solidFill>
                  <a:schemeClr val="tx1">
                    <a:tint val="75000"/>
                  </a:schemeClr>
                </a:solidFill>
              </a:defRPr>
            </a:lvl3pPr>
            <a:lvl4pPr marL="1828628" indent="0">
              <a:buNone/>
              <a:defRPr sz="1863">
                <a:solidFill>
                  <a:schemeClr val="tx1">
                    <a:tint val="75000"/>
                  </a:schemeClr>
                </a:solidFill>
              </a:defRPr>
            </a:lvl4pPr>
            <a:lvl5pPr marL="2438171" indent="0">
              <a:buNone/>
              <a:defRPr sz="1863">
                <a:solidFill>
                  <a:schemeClr val="tx1">
                    <a:tint val="75000"/>
                  </a:schemeClr>
                </a:solidFill>
              </a:defRPr>
            </a:lvl5pPr>
            <a:lvl6pPr marL="3047713" indent="0">
              <a:buNone/>
              <a:defRPr sz="1863">
                <a:solidFill>
                  <a:schemeClr val="tx1">
                    <a:tint val="75000"/>
                  </a:schemeClr>
                </a:solidFill>
              </a:defRPr>
            </a:lvl6pPr>
            <a:lvl7pPr marL="3657256" indent="0">
              <a:buNone/>
              <a:defRPr sz="1863">
                <a:solidFill>
                  <a:schemeClr val="tx1">
                    <a:tint val="75000"/>
                  </a:schemeClr>
                </a:solidFill>
              </a:defRPr>
            </a:lvl7pPr>
            <a:lvl8pPr marL="4266799" indent="0">
              <a:buNone/>
              <a:defRPr sz="1863">
                <a:solidFill>
                  <a:schemeClr val="tx1">
                    <a:tint val="75000"/>
                  </a:schemeClr>
                </a:solidFill>
              </a:defRPr>
            </a:lvl8pPr>
            <a:lvl9pPr marL="4876342" indent="0">
              <a:buNone/>
              <a:defRPr sz="1863">
                <a:solidFill>
                  <a:schemeClr val="tx1">
                    <a:tint val="75000"/>
                  </a:schemeClr>
                </a:solidFill>
              </a:defRPr>
            </a:lvl9pPr>
          </a:lstStyle>
          <a:p>
            <a:pPr lvl="0"/>
            <a:r>
              <a:rPr lang="en-US" dirty="0"/>
              <a:t>Session title</a:t>
            </a:r>
          </a:p>
        </p:txBody>
      </p:sp>
      <p:sp>
        <p:nvSpPr>
          <p:cNvPr id="15" name="Text Placeholder 14"/>
          <p:cNvSpPr>
            <a:spLocks noGrp="1"/>
          </p:cNvSpPr>
          <p:nvPr>
            <p:ph type="body" sz="quarter" idx="10" hasCustomPrompt="1"/>
          </p:nvPr>
        </p:nvSpPr>
        <p:spPr>
          <a:xfrm>
            <a:off x="8590169" y="4908936"/>
            <a:ext cx="1826482" cy="860040"/>
          </a:xfrm>
          <a:solidFill>
            <a:srgbClr val="FEC914"/>
          </a:solidFill>
        </p:spPr>
        <p:txBody>
          <a:bodyPr anchor="ctr" anchorCtr="0">
            <a:normAutofit/>
          </a:bodyPr>
          <a:lstStyle>
            <a:lvl1pPr marL="0" indent="0">
              <a:buNone/>
              <a:defRPr sz="3921">
                <a:solidFill>
                  <a:srgbClr val="FFFFFF"/>
                </a:solidFill>
              </a:defRPr>
            </a:lvl1pPr>
          </a:lstStyle>
          <a:p>
            <a:pPr lvl="0"/>
            <a:r>
              <a:rPr lang="en-US" dirty="0"/>
              <a:t>ABC101</a:t>
            </a:r>
          </a:p>
        </p:txBody>
      </p:sp>
      <p:pic>
        <p:nvPicPr>
          <p:cNvPr id="7" name="Picture 6" descr="MSFT_logo_rgb_C-Wht.png"/>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26159" y="6074926"/>
            <a:ext cx="2239573" cy="823929"/>
          </a:xfrm>
          <a:prstGeom prst="rect">
            <a:avLst/>
          </a:prstGeom>
        </p:spPr>
      </p:pic>
    </p:spTree>
    <p:extLst>
      <p:ext uri="{BB962C8B-B14F-4D97-AF65-F5344CB8AC3E}">
        <p14:creationId xmlns:p14="http://schemas.microsoft.com/office/powerpoint/2010/main" val="414301976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slow">
        <p14:reveal/>
      </p:transition>
    </mc:Choice>
    <mc:Fallback xmlns="">
      <p:transition xmlns:p14="http://schemas.microsoft.com/office/powerpoint/2010/main" spd="slow">
        <p:fade/>
      </p:transition>
    </mc:Fallback>
  </mc:AlternateContent>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userDrawn="1">
  <p:cSld name="7_Demo slide">
    <p:spTree>
      <p:nvGrpSpPr>
        <p:cNvPr id="1" name=""/>
        <p:cNvGrpSpPr/>
        <p:nvPr/>
      </p:nvGrpSpPr>
      <p:grpSpPr>
        <a:xfrm>
          <a:off x="0" y="0"/>
          <a:ext cx="0" cy="0"/>
          <a:chOff x="0" y="0"/>
          <a:chExt cx="0" cy="0"/>
        </a:xfrm>
      </p:grpSpPr>
      <p:pic>
        <p:nvPicPr>
          <p:cNvPr id="5" name="Picture 4" descr="104750_Speaker TemplateART_v01-02.pn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68341" y="-101125"/>
            <a:ext cx="12260341" cy="7029726"/>
          </a:xfrm>
          <a:prstGeom prst="rect">
            <a:avLst/>
          </a:prstGeom>
        </p:spPr>
      </p:pic>
      <p:sp>
        <p:nvSpPr>
          <p:cNvPr id="16" name="Title 1"/>
          <p:cNvSpPr>
            <a:spLocks noGrp="1"/>
          </p:cNvSpPr>
          <p:nvPr>
            <p:ph type="title" hasCustomPrompt="1"/>
          </p:nvPr>
        </p:nvSpPr>
        <p:spPr>
          <a:xfrm>
            <a:off x="589787" y="2084173"/>
            <a:ext cx="9859116" cy="1176761"/>
          </a:xfrm>
          <a:noFill/>
        </p:spPr>
        <p:txBody>
          <a:bodyPr tIns="91440" bIns="91440" anchor="t" anchorCtr="0">
            <a:spAutoFit/>
          </a:bodyPr>
          <a:lstStyle>
            <a:lvl1pPr>
              <a:defRPr lang="en-US" sz="7057" b="0" kern="1200" cap="none" spc="-98" baseline="0" dirty="0">
                <a:ln w="3175">
                  <a:noFill/>
                </a:ln>
                <a:gradFill>
                  <a:gsLst>
                    <a:gs pos="0">
                      <a:schemeClr val="tx1"/>
                    </a:gs>
                    <a:gs pos="100000">
                      <a:schemeClr val="tx1"/>
                    </a:gs>
                  </a:gsLst>
                  <a:lin ang="5400000" scaled="0"/>
                </a:gradFill>
                <a:effectLst/>
                <a:latin typeface="+mj-lt"/>
                <a:ea typeface="+mn-ea"/>
                <a:cs typeface="Segoe UI" pitchFamily="34" charset="0"/>
              </a:defRPr>
            </a:lvl1pPr>
          </a:lstStyle>
          <a:p>
            <a:r>
              <a:rPr lang="en-US" dirty="0"/>
              <a:t>Demo title</a:t>
            </a:r>
          </a:p>
        </p:txBody>
      </p:sp>
      <p:pic>
        <p:nvPicPr>
          <p:cNvPr id="7" name="Picture 6" descr="MSFT_logo_rgb_C-Wht.png"/>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26159" y="6074926"/>
            <a:ext cx="2239573" cy="823929"/>
          </a:xfrm>
          <a:prstGeom prst="rect">
            <a:avLst/>
          </a:prstGeom>
        </p:spPr>
      </p:pic>
      <p:sp>
        <p:nvSpPr>
          <p:cNvPr id="6" name="Text Placeholder 4"/>
          <p:cNvSpPr>
            <a:spLocks noGrp="1"/>
          </p:cNvSpPr>
          <p:nvPr>
            <p:ph type="body" sz="quarter" idx="12" hasCustomPrompt="1"/>
          </p:nvPr>
        </p:nvSpPr>
        <p:spPr>
          <a:xfrm>
            <a:off x="556566" y="4785989"/>
            <a:ext cx="9860674" cy="724246"/>
          </a:xfrm>
          <a:noFill/>
        </p:spPr>
        <p:txBody>
          <a:bodyPr lIns="182880" tIns="146304" rIns="182880" bIns="146304">
            <a:spAutoFit/>
          </a:bodyPr>
          <a:lstStyle>
            <a:lvl1pPr marL="0" indent="0">
              <a:spcBef>
                <a:spcPts val="0"/>
              </a:spcBef>
              <a:buNone/>
              <a:defRPr sz="3137" spc="0" baseline="0">
                <a:gradFill>
                  <a:gsLst>
                    <a:gs pos="0">
                      <a:schemeClr val="tx1"/>
                    </a:gs>
                    <a:gs pos="100000">
                      <a:schemeClr val="tx1"/>
                    </a:gs>
                  </a:gsLst>
                  <a:lin ang="5400000" scaled="0"/>
                </a:gradFill>
                <a:latin typeface="+mj-lt"/>
              </a:defRPr>
            </a:lvl1pPr>
          </a:lstStyle>
          <a:p>
            <a:pPr lvl="0"/>
            <a:r>
              <a:rPr lang="en-US" dirty="0"/>
              <a:t>Speaker Name</a:t>
            </a:r>
          </a:p>
        </p:txBody>
      </p:sp>
    </p:spTree>
    <p:extLst>
      <p:ext uri="{BB962C8B-B14F-4D97-AF65-F5344CB8AC3E}">
        <p14:creationId xmlns:p14="http://schemas.microsoft.com/office/powerpoint/2010/main" val="3473442787"/>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slow">
        <p14:reveal/>
      </p:transition>
    </mc:Choice>
    <mc:Fallback xmlns="">
      <p:transition xmlns:p14="http://schemas.microsoft.com/office/powerpoint/2010/main" spd="slow">
        <p:fade/>
      </p:transition>
    </mc:Fallback>
  </mc:AlternateContent>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userDrawn="1">
  <p:cSld name="3_Content slide">
    <p:bg>
      <p:bgPr>
        <a:solidFill>
          <a:schemeClr val="bg1"/>
        </a:solidFill>
        <a:effectLst/>
      </p:bgPr>
    </p:bg>
    <p:spTree>
      <p:nvGrpSpPr>
        <p:cNvPr id="1" name=""/>
        <p:cNvGrpSpPr/>
        <p:nvPr/>
      </p:nvGrpSpPr>
      <p:grpSpPr>
        <a:xfrm>
          <a:off x="0" y="0"/>
          <a:ext cx="0" cy="0"/>
          <a:chOff x="0" y="0"/>
          <a:chExt cx="0" cy="0"/>
        </a:xfrm>
      </p:grpSpPr>
      <p:pic>
        <p:nvPicPr>
          <p:cNvPr id="2" name="Picture 1" descr="104750_Speaker TemplateART_v01-06.pn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7968" y="-102830"/>
            <a:ext cx="12292374" cy="7048094"/>
          </a:xfrm>
          <a:prstGeom prst="rect">
            <a:avLst/>
          </a:prstGeom>
        </p:spPr>
      </p:pic>
      <p:sp>
        <p:nvSpPr>
          <p:cNvPr id="12" name="Text Placeholder 7"/>
          <p:cNvSpPr>
            <a:spLocks noGrp="1"/>
          </p:cNvSpPr>
          <p:nvPr>
            <p:ph type="body" sz="quarter" idx="10" hasCustomPrompt="1"/>
          </p:nvPr>
        </p:nvSpPr>
        <p:spPr>
          <a:xfrm>
            <a:off x="448602" y="1411818"/>
            <a:ext cx="11037715" cy="1829217"/>
          </a:xfrm>
          <a:ln>
            <a:solidFill>
              <a:srgbClr val="FFFFFF"/>
            </a:solidFill>
          </a:ln>
        </p:spPr>
        <p:txBody>
          <a:bodyPr anchor="ctr" anchorCtr="0">
            <a:noAutofit/>
          </a:bodyPr>
          <a:lstStyle>
            <a:lvl1pPr marL="0" indent="0">
              <a:buNone/>
              <a:defRPr sz="5294"/>
            </a:lvl1pPr>
            <a:lvl2pPr marL="609543" indent="0">
              <a:buNone/>
              <a:defRPr/>
            </a:lvl2pPr>
          </a:lstStyle>
          <a:p>
            <a:pPr lvl="0"/>
            <a:r>
              <a:rPr lang="en-US" dirty="0"/>
              <a:t>Heading text</a:t>
            </a:r>
          </a:p>
        </p:txBody>
      </p:sp>
      <p:sp>
        <p:nvSpPr>
          <p:cNvPr id="13" name="Text Placeholder 7"/>
          <p:cNvSpPr>
            <a:spLocks noGrp="1"/>
          </p:cNvSpPr>
          <p:nvPr>
            <p:ph type="body" sz="quarter" idx="11" hasCustomPrompt="1"/>
          </p:nvPr>
        </p:nvSpPr>
        <p:spPr>
          <a:xfrm>
            <a:off x="448602" y="3387028"/>
            <a:ext cx="11037715" cy="2467852"/>
          </a:xfrm>
          <a:ln>
            <a:solidFill>
              <a:srgbClr val="FFFFFF"/>
            </a:solidFill>
          </a:ln>
        </p:spPr>
        <p:txBody>
          <a:bodyPr>
            <a:noAutofit/>
          </a:bodyPr>
          <a:lstStyle>
            <a:lvl1pPr marL="0" indent="0">
              <a:buNone/>
              <a:defRPr sz="3137"/>
            </a:lvl1pPr>
            <a:lvl2pPr marL="609543" indent="0">
              <a:buNone/>
              <a:defRPr/>
            </a:lvl2pPr>
          </a:lstStyle>
          <a:p>
            <a:pPr lvl="0"/>
            <a:r>
              <a:rPr lang="en-US" dirty="0"/>
              <a:t>Body copy text</a:t>
            </a:r>
          </a:p>
        </p:txBody>
      </p:sp>
      <p:pic>
        <p:nvPicPr>
          <p:cNvPr id="6" name="Picture 5" descr="MSFT_logo_rgb_C-Wht.png"/>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26159" y="6074926"/>
            <a:ext cx="2239573" cy="823929"/>
          </a:xfrm>
          <a:prstGeom prst="rect">
            <a:avLst/>
          </a:prstGeom>
        </p:spPr>
      </p:pic>
    </p:spTree>
    <p:extLst>
      <p:ext uri="{BB962C8B-B14F-4D97-AF65-F5344CB8AC3E}">
        <p14:creationId xmlns:p14="http://schemas.microsoft.com/office/powerpoint/2010/main" val="336273490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slow">
        <p14:reveal/>
      </p:transition>
    </mc:Choice>
    <mc:Fallback xmlns="">
      <p:transition xmlns:p14="http://schemas.microsoft.com/office/powerpoint/2010/main" spd="slow">
        <p:fade/>
      </p:transition>
    </mc:Fallback>
  </mc:AlternateContent>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userDrawn="1">
  <p:cSld name="Developer Code Layout">
    <p:spTree>
      <p:nvGrpSpPr>
        <p:cNvPr id="1" name=""/>
        <p:cNvGrpSpPr/>
        <p:nvPr/>
      </p:nvGrpSpPr>
      <p:grpSpPr>
        <a:xfrm>
          <a:off x="0" y="0"/>
          <a:ext cx="0" cy="0"/>
          <a:chOff x="0" y="0"/>
          <a:chExt cx="0" cy="0"/>
        </a:xfrm>
      </p:grpSpPr>
      <p:pic>
        <p:nvPicPr>
          <p:cNvPr id="6" name="Picture 5" descr="104750_Speaker TemplateART_v01-06.pn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4077" y="-106721"/>
            <a:ext cx="12292374" cy="7048094"/>
          </a:xfrm>
          <a:prstGeom prst="rect">
            <a:avLst/>
          </a:prstGeom>
        </p:spPr>
      </p:pic>
      <p:sp>
        <p:nvSpPr>
          <p:cNvPr id="2" name="Title 1"/>
          <p:cNvSpPr>
            <a:spLocks noGrp="1"/>
          </p:cNvSpPr>
          <p:nvPr>
            <p:ph type="title" hasCustomPrompt="1"/>
          </p:nvPr>
        </p:nvSpPr>
        <p:spPr>
          <a:xfrm>
            <a:off x="236824" y="181286"/>
            <a:ext cx="11688256" cy="1007891"/>
          </a:xfrm>
        </p:spPr>
        <p:txBody>
          <a:bodyPr/>
          <a:lstStyle>
            <a:lvl1pPr>
              <a:defRPr baseline="0"/>
            </a:lvl1pPr>
          </a:lstStyle>
          <a:p>
            <a:r>
              <a:rPr lang="en-US" dirty="0"/>
              <a:t>Slide for developer code</a:t>
            </a:r>
          </a:p>
        </p:txBody>
      </p:sp>
      <p:sp>
        <p:nvSpPr>
          <p:cNvPr id="5" name="Text Placeholder 4"/>
          <p:cNvSpPr>
            <a:spLocks noGrp="1"/>
          </p:cNvSpPr>
          <p:nvPr>
            <p:ph type="body" sz="quarter" idx="10"/>
          </p:nvPr>
        </p:nvSpPr>
        <p:spPr>
          <a:xfrm>
            <a:off x="269240" y="1197323"/>
            <a:ext cx="11653522" cy="1956973"/>
          </a:xfrm>
        </p:spPr>
        <p:txBody>
          <a:bodyPr/>
          <a:lstStyle>
            <a:lvl1pPr marL="0" indent="0">
              <a:buNone/>
              <a:defRPr sz="3235">
                <a:gradFill>
                  <a:gsLst>
                    <a:gs pos="1250">
                      <a:srgbClr val="000000"/>
                    </a:gs>
                    <a:gs pos="100000">
                      <a:srgbClr val="000000"/>
                    </a:gs>
                  </a:gsLst>
                  <a:lin ang="5400000" scaled="0"/>
                </a:gradFill>
                <a:latin typeface="Consolas" panose="020B0609020204030204" pitchFamily="49" charset="0"/>
                <a:cs typeface="Consolas" panose="020B0609020204030204" pitchFamily="49" charset="0"/>
              </a:defRPr>
            </a:lvl1pPr>
            <a:lvl2pPr marL="339699" indent="0">
              <a:buNone/>
              <a:defRPr>
                <a:gradFill>
                  <a:gsLst>
                    <a:gs pos="1250">
                      <a:srgbClr val="000000"/>
                    </a:gs>
                    <a:gs pos="100000">
                      <a:srgbClr val="000000"/>
                    </a:gs>
                  </a:gsLst>
                  <a:lin ang="5400000" scaled="0"/>
                </a:gradFill>
                <a:latin typeface="Consolas" panose="020B0609020204030204" pitchFamily="49" charset="0"/>
                <a:cs typeface="Consolas" panose="020B0609020204030204" pitchFamily="49" charset="0"/>
              </a:defRPr>
            </a:lvl2pPr>
            <a:lvl3pPr marL="573044" indent="0">
              <a:buNone/>
              <a:defRPr>
                <a:gradFill>
                  <a:gsLst>
                    <a:gs pos="1250">
                      <a:srgbClr val="000000"/>
                    </a:gs>
                    <a:gs pos="100000">
                      <a:srgbClr val="000000"/>
                    </a:gs>
                  </a:gsLst>
                  <a:lin ang="5400000" scaled="0"/>
                </a:gradFill>
                <a:latin typeface="Consolas" panose="020B0609020204030204" pitchFamily="49" charset="0"/>
                <a:cs typeface="Consolas" panose="020B0609020204030204" pitchFamily="49" charset="0"/>
              </a:defRPr>
            </a:lvl3pPr>
            <a:lvl4pPr marL="798452" indent="0">
              <a:buNone/>
              <a:defRPr>
                <a:gradFill>
                  <a:gsLst>
                    <a:gs pos="1250">
                      <a:srgbClr val="000000"/>
                    </a:gs>
                    <a:gs pos="100000">
                      <a:srgbClr val="000000"/>
                    </a:gs>
                  </a:gsLst>
                  <a:lin ang="5400000" scaled="0"/>
                </a:gradFill>
                <a:latin typeface="Consolas" panose="020B0609020204030204" pitchFamily="49" charset="0"/>
                <a:cs typeface="Consolas" panose="020B0609020204030204" pitchFamily="49" charset="0"/>
              </a:defRPr>
            </a:lvl4pPr>
            <a:lvl5pPr marL="1030210" indent="0">
              <a:buNone/>
              <a:defRPr>
                <a:gradFill>
                  <a:gsLst>
                    <a:gs pos="1250">
                      <a:srgbClr val="000000"/>
                    </a:gs>
                    <a:gs pos="100000">
                      <a:srgbClr val="000000"/>
                    </a:gs>
                  </a:gsLst>
                  <a:lin ang="5400000" scaled="0"/>
                </a:gradFill>
                <a:latin typeface="Consolas" panose="020B0609020204030204" pitchFamily="49" charset="0"/>
                <a:cs typeface="Consolas" panose="020B0609020204030204" pitchFamily="49"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8" name="Picture 7" descr="MSFT_logo_rgb_C-Wht.png"/>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26159" y="6074926"/>
            <a:ext cx="2239573" cy="823929"/>
          </a:xfrm>
          <a:prstGeom prst="rect">
            <a:avLst/>
          </a:prstGeom>
        </p:spPr>
      </p:pic>
    </p:spTree>
    <p:extLst>
      <p:ext uri="{BB962C8B-B14F-4D97-AF65-F5344CB8AC3E}">
        <p14:creationId xmlns:p14="http://schemas.microsoft.com/office/powerpoint/2010/main" val="3404780352"/>
      </p:ext>
    </p:extLst>
  </p:cSld>
  <p:clrMapOvr>
    <a:masterClrMapping/>
  </p:clrMapOvr>
  <p:transition spd="slow">
    <p:fade/>
  </p:transition>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userDrawn="1">
  <p:cSld name="Closing logo slide">
    <p:spTree>
      <p:nvGrpSpPr>
        <p:cNvPr id="1" name=""/>
        <p:cNvGrpSpPr/>
        <p:nvPr/>
      </p:nvGrpSpPr>
      <p:grpSpPr>
        <a:xfrm>
          <a:off x="0" y="0"/>
          <a:ext cx="0" cy="0"/>
          <a:chOff x="0" y="0"/>
          <a:chExt cx="0" cy="0"/>
        </a:xfrm>
      </p:grpSpPr>
      <p:pic>
        <p:nvPicPr>
          <p:cNvPr id="2" name="Picture 1" descr="104750_Speaker TemplateART_v01-03.pn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0187" y="-101125"/>
            <a:ext cx="12292374" cy="7048094"/>
          </a:xfrm>
          <a:prstGeom prst="rect">
            <a:avLst/>
          </a:prstGeom>
        </p:spPr>
      </p:pic>
      <p:sp>
        <p:nvSpPr>
          <p:cNvPr id="11" name="Text Box 3"/>
          <p:cNvSpPr txBox="1">
            <a:spLocks noChangeArrowheads="1"/>
          </p:cNvSpPr>
          <p:nvPr userDrawn="1"/>
        </p:nvSpPr>
        <p:spPr bwMode="white">
          <a:xfrm>
            <a:off x="6307778" y="5298986"/>
            <a:ext cx="5297989" cy="1299296"/>
          </a:xfrm>
          <a:prstGeom prst="rect">
            <a:avLst/>
          </a:prstGeom>
          <a:noFill/>
          <a:ln w="12700">
            <a:noFill/>
            <a:miter lim="800000"/>
            <a:headEnd type="none" w="sm" len="sm"/>
            <a:tailEnd type="none" w="sm" len="sm"/>
          </a:ln>
          <a:effectLst/>
        </p:spPr>
        <p:txBody>
          <a:bodyPr vert="horz" wrap="square" lIns="243828" tIns="195062" rIns="243828" bIns="195062" numCol="1" anchor="t" anchorCtr="0" compatLnSpc="1">
            <a:prstTxWarp prst="textNoShape">
              <a:avLst/>
            </a:prstTxWarp>
            <a:spAutoFit/>
          </a:bodyPr>
          <a:lstStyle/>
          <a:p>
            <a:pPr algn="r" defTabSz="1242836" eaLnBrk="0" hangingPunct="0"/>
            <a:r>
              <a:rPr lang="en-US" sz="980" dirty="0">
                <a:solidFill>
                  <a:srgbClr val="FFFFFF"/>
                </a:solidFill>
                <a:cs typeface="Segoe UI" pitchFamily="34" charset="0"/>
              </a:rPr>
              <a:t>© 2015 Microsoft Corporation. All rights reserved.</a:t>
            </a:r>
          </a:p>
          <a:p>
            <a:pPr algn="r" defTabSz="1242936" eaLnBrk="0" hangingPunct="0"/>
            <a:r>
              <a:rPr lang="en-US" sz="980" dirty="0">
                <a:solidFill>
                  <a:srgbClr val="FFFFFF"/>
                </a:solidFill>
                <a:cs typeface="Segoe UI" pitchFamily="34" charset="0"/>
              </a:rPr>
              <a:t>Microsoft, Windows and other product names are or may be registered trademarks and/or trademarks in the U.S. and/or other countries.</a:t>
            </a:r>
          </a:p>
          <a:p>
            <a:pPr algn="r" defTabSz="1242936" eaLnBrk="0" hangingPunct="0"/>
            <a:r>
              <a:rPr lang="en-US" sz="980" dirty="0">
                <a:solidFill>
                  <a:srgbClr val="FFFFFF"/>
                </a:solidFill>
                <a:cs typeface="Segoe UI" pitchFamily="34" charset="0"/>
              </a:rPr>
              <a:t>MICROSOFT MAKES NO WARRANTIES, EXPRESS, IMPLIED OR STATUTORY, </a:t>
            </a:r>
            <a:br>
              <a:rPr lang="en-US" sz="980" dirty="0">
                <a:solidFill>
                  <a:srgbClr val="FFFFFF"/>
                </a:solidFill>
                <a:cs typeface="Segoe UI" pitchFamily="34" charset="0"/>
              </a:rPr>
            </a:br>
            <a:r>
              <a:rPr lang="en-US" sz="980" dirty="0">
                <a:solidFill>
                  <a:srgbClr val="FFFFFF"/>
                </a:solidFill>
                <a:cs typeface="Segoe UI" pitchFamily="34" charset="0"/>
              </a:rPr>
              <a:t>AS TO THE INFORMATION IN THIS PRESENTATION.</a:t>
            </a:r>
          </a:p>
          <a:p>
            <a:pPr algn="r" defTabSz="1242836" eaLnBrk="0" hangingPunct="0"/>
            <a:r>
              <a:rPr lang="en-US" sz="980" dirty="0">
                <a:gradFill>
                  <a:gsLst>
                    <a:gs pos="12389">
                      <a:srgbClr val="FFFFFF"/>
                    </a:gs>
                    <a:gs pos="54000">
                      <a:srgbClr val="FFFFFF"/>
                    </a:gs>
                  </a:gsLst>
                  <a:lin ang="5400000" scaled="0"/>
                </a:gradFill>
                <a:cs typeface="Segoe UI" pitchFamily="34" charset="0"/>
              </a:rPr>
              <a:t> </a:t>
            </a:r>
          </a:p>
        </p:txBody>
      </p:sp>
      <p:pic>
        <p:nvPicPr>
          <p:cNvPr id="8" name="Picture 7" descr="MSFT_logo_rgb_C-Wht.png"/>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 y="4699845"/>
            <a:ext cx="6077755" cy="2235978"/>
          </a:xfrm>
          <a:prstGeom prst="rect">
            <a:avLst/>
          </a:prstGeom>
        </p:spPr>
      </p:pic>
    </p:spTree>
    <p:extLst>
      <p:ext uri="{BB962C8B-B14F-4D97-AF65-F5344CB8AC3E}">
        <p14:creationId xmlns:p14="http://schemas.microsoft.com/office/powerpoint/2010/main" val="1082793232"/>
      </p:ext>
    </p:extLst>
  </p:cSld>
  <p:clrMapOvr>
    <a:overrideClrMapping bg1="lt1" tx1="dk1" bg2="lt2" tx2="dk2" accent1="accent1" accent2="accent2" accent3="accent3" accent4="accent4" accent5="accent5" accent6="accent6" hlink="hlink" folHlink="folHlink"/>
  </p:clrMapOvr>
  <p:transition spd="slow">
    <p:fade/>
  </p:transition>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userDrawn="1">
  <p:cSld name="Title &amp; Non-bulleted text">
    <p:bg>
      <p:bgPr>
        <a:solidFill>
          <a:srgbClr val="0078D7"/>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6" name="Text Placeholder 5"/>
          <p:cNvSpPr>
            <a:spLocks noGrp="1"/>
          </p:cNvSpPr>
          <p:nvPr>
            <p:ph type="body" sz="quarter" idx="10"/>
          </p:nvPr>
        </p:nvSpPr>
        <p:spPr>
          <a:xfrm>
            <a:off x="269239" y="1189177"/>
            <a:ext cx="11653523" cy="1985641"/>
          </a:xfrm>
        </p:spPr>
        <p:txBody>
          <a:bodyPr/>
          <a:lstStyle>
            <a:lvl1pPr marL="0" indent="0">
              <a:buNone/>
              <a:defRPr>
                <a:gradFill>
                  <a:gsLst>
                    <a:gs pos="1250">
                      <a:schemeClr val="tx1"/>
                    </a:gs>
                    <a:gs pos="99000">
                      <a:schemeClr val="tx1"/>
                    </a:gs>
                  </a:gsLst>
                  <a:lin ang="5400000" scaled="0"/>
                </a:gradFill>
              </a:defRPr>
            </a:lvl1pPr>
            <a:lvl2pPr marL="0" indent="0">
              <a:buFontTx/>
              <a:buNone/>
              <a:defRPr sz="1961"/>
            </a:lvl2pPr>
            <a:lvl3pPr marL="224097" indent="0">
              <a:buNone/>
              <a:defRPr/>
            </a:lvl3pPr>
            <a:lvl4pPr marL="448193" indent="0">
              <a:buNone/>
              <a:defRPr/>
            </a:lvl4pPr>
            <a:lvl5pPr marL="672290" indent="0">
              <a:buNone/>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243581761"/>
      </p:ext>
    </p:extLst>
  </p:cSld>
  <p:clrMapOvr>
    <a:masterClrMapping/>
  </p:clrMapOvr>
  <p:transition>
    <p:fade/>
  </p:transition>
</p:sldLayout>
</file>

<file path=ppt/slideLayouts/slideLayout93.xml><?xml version="1.0" encoding="utf-8"?>
<p:sldLayout xmlns:a="http://schemas.openxmlformats.org/drawingml/2006/main" xmlns:r="http://schemas.openxmlformats.org/officeDocument/2006/relationships" xmlns:p="http://schemas.openxmlformats.org/presentationml/2006/main" preserve="1" userDrawn="1">
  <p:cSld name="Title and Content">
    <p:bg>
      <p:bgPr>
        <a:solidFill>
          <a:srgbClr val="0078D7"/>
        </a:solidFill>
        <a:effectLst/>
      </p:bgPr>
    </p:bg>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269239" y="1189177"/>
            <a:ext cx="11653523" cy="1985641"/>
          </a:xfrm>
        </p:spPr>
        <p:txBody>
          <a:bodyPr>
            <a:spAutoFit/>
          </a:bodyPr>
          <a:lstStyle>
            <a:lvl1pPr>
              <a:defRPr sz="3529"/>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Title 5"/>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224156702"/>
      </p:ext>
    </p:extLst>
  </p:cSld>
  <p:clrMapOvr>
    <a:masterClrMapping/>
  </p:clrMapOvr>
  <p:transition>
    <p:fade/>
  </p:transition>
</p:sldLayout>
</file>

<file path=ppt/slideLayouts/slideLayout94.xml><?xml version="1.0" encoding="utf-8"?>
<p:sldLayout xmlns:a="http://schemas.openxmlformats.org/drawingml/2006/main" xmlns:r="http://schemas.openxmlformats.org/officeDocument/2006/relationships" xmlns:p="http://schemas.openxmlformats.org/presentationml/2006/main" preserve="1" userDrawn="1">
  <p:cSld name="Two Column Bullet text">
    <p:bg>
      <p:bgPr>
        <a:solidFill>
          <a:srgbClr val="0078D7"/>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4" name="Text Placeholder 3"/>
          <p:cNvSpPr>
            <a:spLocks noGrp="1"/>
          </p:cNvSpPr>
          <p:nvPr>
            <p:ph type="body" sz="quarter" idx="10"/>
          </p:nvPr>
        </p:nvSpPr>
        <p:spPr>
          <a:xfrm>
            <a:off x="269241" y="1189176"/>
            <a:ext cx="5378548" cy="2377940"/>
          </a:xfrm>
        </p:spPr>
        <p:txBody>
          <a:bodyPr wrap="square">
            <a:spAutoFit/>
          </a:bodyPr>
          <a:lstStyle>
            <a:lvl1pPr marL="281677" indent="-281677">
              <a:spcBef>
                <a:spcPts val="1200"/>
              </a:spcBef>
              <a:buClr>
                <a:schemeClr val="tx1"/>
              </a:buClr>
              <a:buFont typeface="Arial" pitchFamily="34" charset="0"/>
              <a:buChar char="•"/>
              <a:defRPr sz="3137"/>
            </a:lvl1pPr>
            <a:lvl2pPr marL="520702" indent="-228601">
              <a:defRPr sz="2353"/>
            </a:lvl2pPr>
            <a:lvl3pPr marL="685803" indent="-165101">
              <a:tabLst/>
              <a:defRPr sz="1961"/>
            </a:lvl3pPr>
            <a:lvl4pPr marL="863603" indent="-177801">
              <a:defRPr/>
            </a:lvl4pPr>
            <a:lvl5pPr marL="1028704" indent="-165101">
              <a:tabLs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3"/>
          <p:cNvSpPr>
            <a:spLocks noGrp="1"/>
          </p:cNvSpPr>
          <p:nvPr>
            <p:ph type="body" sz="quarter" idx="11"/>
          </p:nvPr>
        </p:nvSpPr>
        <p:spPr>
          <a:xfrm>
            <a:off x="6544214" y="1189176"/>
            <a:ext cx="5378548" cy="2377940"/>
          </a:xfrm>
        </p:spPr>
        <p:txBody>
          <a:bodyPr wrap="square">
            <a:spAutoFit/>
          </a:bodyPr>
          <a:lstStyle>
            <a:lvl1pPr marL="281677" indent="-281677">
              <a:spcBef>
                <a:spcPts val="1200"/>
              </a:spcBef>
              <a:buClr>
                <a:schemeClr val="tx1"/>
              </a:buClr>
              <a:buFont typeface="Arial" pitchFamily="34" charset="0"/>
              <a:buChar char="•"/>
              <a:defRPr sz="3137"/>
            </a:lvl1pPr>
            <a:lvl2pPr marL="520702" indent="-228601">
              <a:defRPr sz="2353"/>
            </a:lvl2pPr>
            <a:lvl3pPr marL="685803" indent="-165101">
              <a:tabLst/>
              <a:defRPr sz="1961"/>
            </a:lvl3pPr>
            <a:lvl4pPr marL="863603" indent="-177801">
              <a:defRPr/>
            </a:lvl4pPr>
            <a:lvl5pPr marL="1028704" indent="-165101">
              <a:tabLs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49631429"/>
      </p:ext>
    </p:extLst>
  </p:cSld>
  <p:clrMapOvr>
    <a:masterClrMapping/>
  </p:clrMapOvr>
  <p:transition>
    <p:fade/>
  </p:transition>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userDrawn="1">
  <p:cSld name="Two Column Non-bulleted text">
    <p:bg>
      <p:bgPr>
        <a:solidFill>
          <a:srgbClr val="0078D7"/>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4" name="Text Placeholder 3"/>
          <p:cNvSpPr>
            <a:spLocks noGrp="1"/>
          </p:cNvSpPr>
          <p:nvPr>
            <p:ph type="body" sz="quarter" idx="10"/>
          </p:nvPr>
        </p:nvSpPr>
        <p:spPr>
          <a:xfrm>
            <a:off x="269241" y="1189175"/>
            <a:ext cx="5378548" cy="1877004"/>
          </a:xfrm>
        </p:spPr>
        <p:txBody>
          <a:bodyPr wrap="square">
            <a:spAutoFit/>
          </a:bodyPr>
          <a:lstStyle>
            <a:lvl1pPr marL="0" indent="0">
              <a:spcBef>
                <a:spcPts val="1200"/>
              </a:spcBef>
              <a:buClr>
                <a:schemeClr val="tx1"/>
              </a:buClr>
              <a:buFont typeface="Wingdings" pitchFamily="2" charset="2"/>
              <a:buNone/>
              <a:defRPr sz="3137"/>
            </a:lvl1pPr>
            <a:lvl2pPr marL="0" indent="0">
              <a:buNone/>
              <a:defRPr sz="1961"/>
            </a:lvl2pPr>
            <a:lvl3pPr marL="227209" indent="0">
              <a:buNone/>
              <a:tabLst/>
              <a:defRPr sz="1961"/>
            </a:lvl3pPr>
            <a:lvl4pPr marL="451306" indent="0">
              <a:buNone/>
              <a:defRPr/>
            </a:lvl4pPr>
            <a:lvl5pPr marL="672290" indent="0">
              <a:buNone/>
              <a:tabLs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3"/>
          <p:cNvSpPr>
            <a:spLocks noGrp="1"/>
          </p:cNvSpPr>
          <p:nvPr>
            <p:ph type="body" sz="quarter" idx="11"/>
          </p:nvPr>
        </p:nvSpPr>
        <p:spPr>
          <a:xfrm>
            <a:off x="6544214" y="1189175"/>
            <a:ext cx="5378548" cy="1877004"/>
          </a:xfrm>
        </p:spPr>
        <p:txBody>
          <a:bodyPr wrap="square">
            <a:spAutoFit/>
          </a:bodyPr>
          <a:lstStyle>
            <a:lvl1pPr marL="0" indent="0">
              <a:spcBef>
                <a:spcPts val="1200"/>
              </a:spcBef>
              <a:buClr>
                <a:schemeClr val="tx1"/>
              </a:buClr>
              <a:buFont typeface="Wingdings" pitchFamily="2" charset="2"/>
              <a:buNone/>
              <a:defRPr sz="3137"/>
            </a:lvl1pPr>
            <a:lvl2pPr marL="0" indent="0">
              <a:buNone/>
              <a:defRPr sz="1961"/>
            </a:lvl2pPr>
            <a:lvl3pPr marL="227209" indent="0">
              <a:buNone/>
              <a:tabLst/>
              <a:defRPr sz="1961"/>
            </a:lvl3pPr>
            <a:lvl4pPr marL="451306" indent="0">
              <a:buNone/>
              <a:defRPr/>
            </a:lvl4pPr>
            <a:lvl5pPr marL="672290" indent="0">
              <a:buNone/>
              <a:tabLs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405802381"/>
      </p:ext>
    </p:extLst>
  </p:cSld>
  <p:clrMapOvr>
    <a:masterClrMapping/>
  </p:clrMapOvr>
  <p:transition>
    <p:fade/>
  </p:transition>
</p:sldLayout>
</file>

<file path=ppt/slideLayouts/slideLayout96.xml><?xml version="1.0" encoding="utf-8"?>
<p:sldLayout xmlns:a="http://schemas.openxmlformats.org/drawingml/2006/main" xmlns:r="http://schemas.openxmlformats.org/officeDocument/2006/relationships" xmlns:p="http://schemas.openxmlformats.org/presentationml/2006/main" preserve="1" userDrawn="1">
  <p:cSld name="Section Title Accent Color 1">
    <p:bg>
      <p:bgPr>
        <a:solidFill>
          <a:srgbClr val="0078D7"/>
        </a:solidFill>
        <a:effectLst/>
      </p:bgPr>
    </p:bg>
    <p:spTree>
      <p:nvGrpSpPr>
        <p:cNvPr id="1" name=""/>
        <p:cNvGrpSpPr/>
        <p:nvPr/>
      </p:nvGrpSpPr>
      <p:grpSpPr>
        <a:xfrm>
          <a:off x="0" y="0"/>
          <a:ext cx="0" cy="0"/>
          <a:chOff x="0" y="0"/>
          <a:chExt cx="0" cy="0"/>
        </a:xfrm>
      </p:grpSpPr>
      <p:sp>
        <p:nvSpPr>
          <p:cNvPr id="4" name="Title 1"/>
          <p:cNvSpPr>
            <a:spLocks noGrp="1"/>
          </p:cNvSpPr>
          <p:nvPr>
            <p:ph type="title" hasCustomPrompt="1"/>
          </p:nvPr>
        </p:nvSpPr>
        <p:spPr>
          <a:xfrm>
            <a:off x="269302" y="1725569"/>
            <a:ext cx="7888452" cy="1793090"/>
          </a:xfrm>
          <a:noFill/>
        </p:spPr>
        <p:txBody>
          <a:bodyPr lIns="146304" tIns="91440" rIns="146304" bIns="91440" anchor="t" anchorCtr="0"/>
          <a:lstStyle>
            <a:lvl1pPr>
              <a:defRPr sz="5294" spc="-98" baseline="0">
                <a:solidFill>
                  <a:schemeClr val="tx1"/>
                </a:solidFill>
              </a:defRPr>
            </a:lvl1pPr>
          </a:lstStyle>
          <a:p>
            <a:r>
              <a:rPr lang="en-US" dirty="0"/>
              <a:t>Lorem ipsum</a:t>
            </a:r>
          </a:p>
        </p:txBody>
      </p:sp>
    </p:spTree>
    <p:extLst>
      <p:ext uri="{BB962C8B-B14F-4D97-AF65-F5344CB8AC3E}">
        <p14:creationId xmlns:p14="http://schemas.microsoft.com/office/powerpoint/2010/main" val="2947490584"/>
      </p:ext>
    </p:extLst>
  </p:cSld>
  <p:clrMapOvr>
    <a:masterClrMapping/>
  </p:clrMapOvr>
  <p:transition>
    <p:fade/>
  </p:transition>
</p:sldLayout>
</file>

<file path=ppt/slideLayouts/slideLayout97.xml><?xml version="1.0" encoding="utf-8"?>
<p:sldLayout xmlns:a="http://schemas.openxmlformats.org/drawingml/2006/main" xmlns:r="http://schemas.openxmlformats.org/officeDocument/2006/relationships" xmlns:p="http://schemas.openxmlformats.org/presentationml/2006/main" preserve="1" userDrawn="1">
  <p:cSld name="Blank">
    <p:bg>
      <p:bgPr>
        <a:solidFill>
          <a:srgbClr val="0078D7"/>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240026241"/>
      </p:ext>
    </p:extLst>
  </p:cSld>
  <p:clrMapOvr>
    <a:masterClrMapping/>
  </p:clrMapOvr>
  <p:transition>
    <p:fade/>
  </p:transition>
</p:sldLayout>
</file>

<file path=ppt/slideLayouts/slideLayout98.xml><?xml version="1.0" encoding="utf-8"?>
<p:sldLayout xmlns:a="http://schemas.openxmlformats.org/drawingml/2006/main" xmlns:r="http://schemas.openxmlformats.org/officeDocument/2006/relationships" xmlns:p="http://schemas.openxmlformats.org/presentationml/2006/main" preserve="1" userDrawn="1">
  <p:cSld name="Title &amp; 2-color Non-bulleted text">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6" name="Text Placeholder 5"/>
          <p:cNvSpPr>
            <a:spLocks noGrp="1"/>
          </p:cNvSpPr>
          <p:nvPr>
            <p:ph type="body" sz="quarter" idx="10"/>
          </p:nvPr>
        </p:nvSpPr>
        <p:spPr>
          <a:xfrm>
            <a:off x="269239" y="1189177"/>
            <a:ext cx="11653523" cy="1985641"/>
          </a:xfrm>
        </p:spPr>
        <p:txBody>
          <a:bodyPr/>
          <a:lstStyle>
            <a:lvl1pPr marL="0" indent="0">
              <a:buNone/>
              <a:defRPr>
                <a:gradFill>
                  <a:gsLst>
                    <a:gs pos="1250">
                      <a:schemeClr val="tx2"/>
                    </a:gs>
                    <a:gs pos="99000">
                      <a:schemeClr val="tx2"/>
                    </a:gs>
                  </a:gsLst>
                  <a:lin ang="5400000" scaled="0"/>
                </a:gradFill>
              </a:defRPr>
            </a:lvl1pPr>
            <a:lvl2pPr marL="0" indent="0">
              <a:buFontTx/>
              <a:buNone/>
              <a:defRPr sz="1961"/>
            </a:lvl2pPr>
            <a:lvl3pPr marL="224097" indent="0">
              <a:buNone/>
              <a:defRPr/>
            </a:lvl3pPr>
            <a:lvl4pPr marL="448193" indent="0">
              <a:buNone/>
              <a:defRPr/>
            </a:lvl4pPr>
            <a:lvl5pPr marL="67229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499270239"/>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99.xml><?xml version="1.0" encoding="utf-8"?>
<p:sldLayout xmlns:a="http://schemas.openxmlformats.org/drawingml/2006/main" xmlns:r="http://schemas.openxmlformats.org/officeDocument/2006/relationships" xmlns:p="http://schemas.openxmlformats.org/presentationml/2006/main" preserve="1" userDrawn="1">
  <p:cSld name="1_Title &amp; Non-bulleted text">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6" name="Text Placeholder 5"/>
          <p:cNvSpPr>
            <a:spLocks noGrp="1"/>
          </p:cNvSpPr>
          <p:nvPr>
            <p:ph type="body" sz="quarter" idx="10"/>
          </p:nvPr>
        </p:nvSpPr>
        <p:spPr>
          <a:xfrm>
            <a:off x="269239" y="1189177"/>
            <a:ext cx="11653523" cy="1985641"/>
          </a:xfrm>
        </p:spPr>
        <p:txBody>
          <a:bodyPr/>
          <a:lstStyle>
            <a:lvl1pPr marL="0" indent="0">
              <a:buNone/>
              <a:defRPr>
                <a:gradFill>
                  <a:gsLst>
                    <a:gs pos="1250">
                      <a:schemeClr val="tx1"/>
                    </a:gs>
                    <a:gs pos="99000">
                      <a:schemeClr val="tx1"/>
                    </a:gs>
                  </a:gsLst>
                  <a:lin ang="5400000" scaled="0"/>
                </a:gradFill>
              </a:defRPr>
            </a:lvl1pPr>
            <a:lvl2pPr marL="0" indent="0">
              <a:buFontTx/>
              <a:buNone/>
              <a:defRPr sz="1961"/>
            </a:lvl2pPr>
            <a:lvl3pPr marL="224097" indent="0">
              <a:buNone/>
              <a:defRPr/>
            </a:lvl3pPr>
            <a:lvl4pPr marL="448193" indent="0">
              <a:buNone/>
              <a:defRPr/>
            </a:lvl4pPr>
            <a:lvl5pPr marL="67229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914788090"/>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100.xml><?xml version="1.0" encoding="utf-8"?>
<p:sldLayout xmlns:a="http://schemas.openxmlformats.org/drawingml/2006/main" xmlns:r="http://schemas.openxmlformats.org/officeDocument/2006/relationships" xmlns:p="http://schemas.openxmlformats.org/presentationml/2006/main" preserve="1" userDrawn="1">
  <p:cSld name="Title and Content 1st level color text">
    <p:bg>
      <p:bgRef idx="1001">
        <a:schemeClr val="bg1"/>
      </p:bgRef>
    </p:bg>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269239" y="1189177"/>
            <a:ext cx="11653523" cy="1985641"/>
          </a:xfrm>
        </p:spPr>
        <p:txBody>
          <a:bodyPr>
            <a:spAutoFit/>
          </a:bodyPr>
          <a:lstStyle>
            <a:lvl1pPr>
              <a:defRPr sz="3529">
                <a:gradFill>
                  <a:gsLst>
                    <a:gs pos="1250">
                      <a:schemeClr val="tx2"/>
                    </a:gs>
                    <a:gs pos="99000">
                      <a:schemeClr val="tx2"/>
                    </a:gs>
                  </a:gsLst>
                  <a:lin ang="5400000" scaled="0"/>
                </a:gradFill>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Title 5"/>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444573663"/>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101.xml><?xml version="1.0" encoding="utf-8"?>
<p:sldLayout xmlns:a="http://schemas.openxmlformats.org/drawingml/2006/main" xmlns:r="http://schemas.openxmlformats.org/officeDocument/2006/relationships" xmlns:p="http://schemas.openxmlformats.org/presentationml/2006/main" preserve="1" userDrawn="1">
  <p:cSld name="1_Title and Content">
    <p:bg>
      <p:bgRef idx="1001">
        <a:schemeClr val="bg1"/>
      </p:bgRef>
    </p:bg>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269239" y="1189177"/>
            <a:ext cx="11653523" cy="1985641"/>
          </a:xfrm>
        </p:spPr>
        <p:txBody>
          <a:bodyPr>
            <a:spAutoFit/>
          </a:bodyPr>
          <a:lstStyle>
            <a:lvl1pPr>
              <a:defRPr sz="3529"/>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Title 5"/>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329991453"/>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102.xml><?xml version="1.0" encoding="utf-8"?>
<p:sldLayout xmlns:a="http://schemas.openxmlformats.org/drawingml/2006/main" xmlns:r="http://schemas.openxmlformats.org/officeDocument/2006/relationships" xmlns:p="http://schemas.openxmlformats.org/presentationml/2006/main" preserve="1" userDrawn="1">
  <p:cSld name="Two Column 2-color Non-bulleted">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4" name="Text Placeholder 3"/>
          <p:cNvSpPr>
            <a:spLocks noGrp="1"/>
          </p:cNvSpPr>
          <p:nvPr>
            <p:ph type="body" sz="quarter" idx="10"/>
          </p:nvPr>
        </p:nvSpPr>
        <p:spPr>
          <a:xfrm>
            <a:off x="269241" y="1189176"/>
            <a:ext cx="5378548" cy="2420188"/>
          </a:xfrm>
        </p:spPr>
        <p:txBody>
          <a:bodyPr wrap="square">
            <a:spAutoFit/>
          </a:bodyPr>
          <a:lstStyle>
            <a:lvl1pPr marL="0" indent="0">
              <a:spcBef>
                <a:spcPts val="1200"/>
              </a:spcBef>
              <a:buClr>
                <a:schemeClr val="tx1"/>
              </a:buClr>
              <a:buFont typeface="Wingdings" pitchFamily="2" charset="2"/>
              <a:buNone/>
              <a:defRPr sz="3529">
                <a:gradFill>
                  <a:gsLst>
                    <a:gs pos="1250">
                      <a:schemeClr val="tx2"/>
                    </a:gs>
                    <a:gs pos="99000">
                      <a:schemeClr val="tx2"/>
                    </a:gs>
                  </a:gsLst>
                  <a:lin ang="5400000" scaled="0"/>
                </a:gradFill>
              </a:defRPr>
            </a:lvl1pPr>
            <a:lvl2pPr marL="0" indent="0">
              <a:buNone/>
              <a:defRPr sz="1961"/>
            </a:lvl2pPr>
            <a:lvl3pPr marL="227209" indent="0">
              <a:buNone/>
              <a:tabLst/>
              <a:defRPr sz="1961"/>
            </a:lvl3pPr>
            <a:lvl4pPr marL="451306" indent="0">
              <a:buNone/>
              <a:defRPr/>
            </a:lvl4pPr>
            <a:lvl5pPr marL="672290" indent="0">
              <a:buNone/>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3"/>
          <p:cNvSpPr>
            <a:spLocks noGrp="1"/>
          </p:cNvSpPr>
          <p:nvPr>
            <p:ph type="body" sz="quarter" idx="11"/>
          </p:nvPr>
        </p:nvSpPr>
        <p:spPr>
          <a:xfrm>
            <a:off x="6544214" y="1189176"/>
            <a:ext cx="5378548" cy="2420188"/>
          </a:xfrm>
        </p:spPr>
        <p:txBody>
          <a:bodyPr wrap="square">
            <a:spAutoFit/>
          </a:bodyPr>
          <a:lstStyle>
            <a:lvl1pPr marL="0" indent="0">
              <a:spcBef>
                <a:spcPts val="1200"/>
              </a:spcBef>
              <a:buClr>
                <a:schemeClr val="tx1"/>
              </a:buClr>
              <a:buFont typeface="Wingdings" pitchFamily="2" charset="2"/>
              <a:buNone/>
              <a:defRPr sz="3529">
                <a:gradFill>
                  <a:gsLst>
                    <a:gs pos="1250">
                      <a:schemeClr val="tx2"/>
                    </a:gs>
                    <a:gs pos="99000">
                      <a:schemeClr val="tx2"/>
                    </a:gs>
                  </a:gsLst>
                  <a:lin ang="5400000" scaled="0"/>
                </a:gradFill>
              </a:defRPr>
            </a:lvl1pPr>
            <a:lvl2pPr marL="0" indent="0">
              <a:buNone/>
              <a:defRPr sz="1961"/>
            </a:lvl2pPr>
            <a:lvl3pPr marL="227209" indent="0">
              <a:buNone/>
              <a:tabLst/>
              <a:defRPr sz="1961"/>
            </a:lvl3pPr>
            <a:lvl4pPr marL="451306" indent="0">
              <a:buNone/>
              <a:defRPr/>
            </a:lvl4pPr>
            <a:lvl5pPr marL="672290" indent="0">
              <a:buNone/>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032196732"/>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103.xml><?xml version="1.0" encoding="utf-8"?>
<p:sldLayout xmlns:a="http://schemas.openxmlformats.org/drawingml/2006/main" xmlns:r="http://schemas.openxmlformats.org/officeDocument/2006/relationships" xmlns:p="http://schemas.openxmlformats.org/presentationml/2006/main" preserve="1" userDrawn="1">
  <p:cSld name="1_Two Column Non-bulleted text">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4" name="Text Placeholder 3"/>
          <p:cNvSpPr>
            <a:spLocks noGrp="1"/>
          </p:cNvSpPr>
          <p:nvPr>
            <p:ph type="body" sz="quarter" idx="10"/>
          </p:nvPr>
        </p:nvSpPr>
        <p:spPr>
          <a:xfrm>
            <a:off x="269241" y="1189176"/>
            <a:ext cx="5378548" cy="2420188"/>
          </a:xfrm>
        </p:spPr>
        <p:txBody>
          <a:bodyPr wrap="square">
            <a:spAutoFit/>
          </a:bodyPr>
          <a:lstStyle>
            <a:lvl1pPr marL="0" indent="0">
              <a:spcBef>
                <a:spcPts val="1200"/>
              </a:spcBef>
              <a:buClr>
                <a:schemeClr val="tx1"/>
              </a:buClr>
              <a:buFont typeface="Wingdings" pitchFamily="2" charset="2"/>
              <a:buNone/>
              <a:defRPr sz="3529"/>
            </a:lvl1pPr>
            <a:lvl2pPr marL="0" indent="0">
              <a:buNone/>
              <a:defRPr sz="1961"/>
            </a:lvl2pPr>
            <a:lvl3pPr marL="227209" indent="0">
              <a:buNone/>
              <a:tabLst/>
              <a:defRPr sz="1961"/>
            </a:lvl3pPr>
            <a:lvl4pPr marL="451306" indent="0">
              <a:buNone/>
              <a:defRPr/>
            </a:lvl4pPr>
            <a:lvl5pPr marL="672290" indent="0">
              <a:buNone/>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3"/>
          <p:cNvSpPr>
            <a:spLocks noGrp="1"/>
          </p:cNvSpPr>
          <p:nvPr>
            <p:ph type="body" sz="quarter" idx="11"/>
          </p:nvPr>
        </p:nvSpPr>
        <p:spPr>
          <a:xfrm>
            <a:off x="6544214" y="1189176"/>
            <a:ext cx="5378548" cy="2420188"/>
          </a:xfrm>
        </p:spPr>
        <p:txBody>
          <a:bodyPr wrap="square">
            <a:spAutoFit/>
          </a:bodyPr>
          <a:lstStyle>
            <a:lvl1pPr marL="0" indent="0">
              <a:spcBef>
                <a:spcPts val="1200"/>
              </a:spcBef>
              <a:buClr>
                <a:schemeClr val="tx1"/>
              </a:buClr>
              <a:buFont typeface="Wingdings" pitchFamily="2" charset="2"/>
              <a:buNone/>
              <a:defRPr sz="3529"/>
            </a:lvl1pPr>
            <a:lvl2pPr marL="0" indent="0">
              <a:buNone/>
              <a:defRPr sz="1961"/>
            </a:lvl2pPr>
            <a:lvl3pPr marL="227209" indent="0">
              <a:buNone/>
              <a:tabLst/>
              <a:defRPr sz="1961"/>
            </a:lvl3pPr>
            <a:lvl4pPr marL="451306" indent="0">
              <a:buNone/>
              <a:defRPr/>
            </a:lvl4pPr>
            <a:lvl5pPr marL="672290" indent="0">
              <a:buNone/>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799363726"/>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104.xml><?xml version="1.0" encoding="utf-8"?>
<p:sldLayout xmlns:a="http://schemas.openxmlformats.org/drawingml/2006/main" xmlns:r="http://schemas.openxmlformats.org/officeDocument/2006/relationships" xmlns:p="http://schemas.openxmlformats.org/presentationml/2006/main" preserve="1" userDrawn="1">
  <p:cSld name="Two Column Bullet text 1st level color">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4" name="Text Placeholder 3"/>
          <p:cNvSpPr>
            <a:spLocks noGrp="1"/>
          </p:cNvSpPr>
          <p:nvPr>
            <p:ph type="body" sz="quarter" idx="10"/>
          </p:nvPr>
        </p:nvSpPr>
        <p:spPr>
          <a:xfrm>
            <a:off x="269241" y="1189176"/>
            <a:ext cx="5378548" cy="2377940"/>
          </a:xfrm>
        </p:spPr>
        <p:txBody>
          <a:bodyPr wrap="square">
            <a:spAutoFit/>
          </a:bodyPr>
          <a:lstStyle>
            <a:lvl1pPr marL="281677" indent="-281677">
              <a:spcBef>
                <a:spcPts val="1200"/>
              </a:spcBef>
              <a:buClr>
                <a:schemeClr val="tx2"/>
              </a:buClr>
              <a:buFont typeface="Arial" pitchFamily="34" charset="0"/>
              <a:buChar char="•"/>
              <a:defRPr sz="3137">
                <a:gradFill>
                  <a:gsLst>
                    <a:gs pos="1250">
                      <a:schemeClr val="tx2"/>
                    </a:gs>
                    <a:gs pos="99000">
                      <a:schemeClr val="tx2"/>
                    </a:gs>
                  </a:gsLst>
                  <a:lin ang="5400000" scaled="0"/>
                </a:gradFill>
              </a:defRPr>
            </a:lvl1pPr>
            <a:lvl2pPr marL="520702" indent="-228601">
              <a:defRPr sz="2353"/>
            </a:lvl2pPr>
            <a:lvl3pPr marL="685803" indent="-165101">
              <a:tabLst/>
              <a:defRPr sz="1961"/>
            </a:lvl3pPr>
            <a:lvl4pPr marL="863603" indent="-177801">
              <a:defRPr/>
            </a:lvl4pPr>
            <a:lvl5pPr marL="1028704" indent="-165101">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3"/>
          <p:cNvSpPr>
            <a:spLocks noGrp="1"/>
          </p:cNvSpPr>
          <p:nvPr>
            <p:ph type="body" sz="quarter" idx="11"/>
          </p:nvPr>
        </p:nvSpPr>
        <p:spPr>
          <a:xfrm>
            <a:off x="6544214" y="1189176"/>
            <a:ext cx="5378548" cy="2377940"/>
          </a:xfrm>
        </p:spPr>
        <p:txBody>
          <a:bodyPr wrap="square">
            <a:spAutoFit/>
          </a:bodyPr>
          <a:lstStyle>
            <a:lvl1pPr marL="281677" indent="-281677">
              <a:spcBef>
                <a:spcPts val="1200"/>
              </a:spcBef>
              <a:buClr>
                <a:schemeClr val="tx2"/>
              </a:buClr>
              <a:buFont typeface="Arial" pitchFamily="34" charset="0"/>
              <a:buChar char="•"/>
              <a:defRPr sz="3137">
                <a:gradFill>
                  <a:gsLst>
                    <a:gs pos="1250">
                      <a:schemeClr val="tx2"/>
                    </a:gs>
                    <a:gs pos="99000">
                      <a:schemeClr val="tx2"/>
                    </a:gs>
                  </a:gsLst>
                  <a:lin ang="5400000" scaled="0"/>
                </a:gradFill>
              </a:defRPr>
            </a:lvl1pPr>
            <a:lvl2pPr marL="520702" indent="-228601">
              <a:defRPr sz="2353"/>
            </a:lvl2pPr>
            <a:lvl3pPr marL="685803" indent="-165101">
              <a:tabLst/>
              <a:defRPr sz="1961"/>
            </a:lvl3pPr>
            <a:lvl4pPr marL="863603" indent="-177801">
              <a:defRPr/>
            </a:lvl4pPr>
            <a:lvl5pPr marL="1028704" indent="-165101">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765313339"/>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105.xml><?xml version="1.0" encoding="utf-8"?>
<p:sldLayout xmlns:a="http://schemas.openxmlformats.org/drawingml/2006/main" xmlns:r="http://schemas.openxmlformats.org/officeDocument/2006/relationships" xmlns:p="http://schemas.openxmlformats.org/presentationml/2006/main" preserve="1" userDrawn="1">
  <p:cSld name="1_Two Column Bullet text">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4" name="Text Placeholder 3"/>
          <p:cNvSpPr>
            <a:spLocks noGrp="1"/>
          </p:cNvSpPr>
          <p:nvPr>
            <p:ph type="body" sz="quarter" idx="10"/>
          </p:nvPr>
        </p:nvSpPr>
        <p:spPr>
          <a:xfrm>
            <a:off x="269241" y="1189176"/>
            <a:ext cx="5378548" cy="2377940"/>
          </a:xfrm>
        </p:spPr>
        <p:txBody>
          <a:bodyPr wrap="square">
            <a:spAutoFit/>
          </a:bodyPr>
          <a:lstStyle>
            <a:lvl1pPr marL="281677" indent="-281677">
              <a:spcBef>
                <a:spcPts val="1200"/>
              </a:spcBef>
              <a:buClr>
                <a:schemeClr val="tx1"/>
              </a:buClr>
              <a:buFont typeface="Arial" pitchFamily="34" charset="0"/>
              <a:buChar char="•"/>
              <a:defRPr sz="3137"/>
            </a:lvl1pPr>
            <a:lvl2pPr marL="520702" indent="-228601">
              <a:defRPr sz="2353"/>
            </a:lvl2pPr>
            <a:lvl3pPr marL="685803" indent="-165101">
              <a:tabLst/>
              <a:defRPr sz="1961"/>
            </a:lvl3pPr>
            <a:lvl4pPr marL="863603" indent="-177801">
              <a:defRPr/>
            </a:lvl4pPr>
            <a:lvl5pPr marL="1028704" indent="-165101">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3"/>
          <p:cNvSpPr>
            <a:spLocks noGrp="1"/>
          </p:cNvSpPr>
          <p:nvPr>
            <p:ph type="body" sz="quarter" idx="11"/>
          </p:nvPr>
        </p:nvSpPr>
        <p:spPr>
          <a:xfrm>
            <a:off x="6544214" y="1189176"/>
            <a:ext cx="5378548" cy="2377940"/>
          </a:xfrm>
        </p:spPr>
        <p:txBody>
          <a:bodyPr wrap="square">
            <a:spAutoFit/>
          </a:bodyPr>
          <a:lstStyle>
            <a:lvl1pPr marL="281677" indent="-281677">
              <a:spcBef>
                <a:spcPts val="1200"/>
              </a:spcBef>
              <a:buClr>
                <a:schemeClr val="tx1"/>
              </a:buClr>
              <a:buFont typeface="Arial" pitchFamily="34" charset="0"/>
              <a:buChar char="•"/>
              <a:defRPr sz="3137"/>
            </a:lvl1pPr>
            <a:lvl2pPr marL="520702" indent="-228601">
              <a:defRPr sz="2353"/>
            </a:lvl2pPr>
            <a:lvl3pPr marL="685803" indent="-165101">
              <a:tabLst/>
              <a:defRPr sz="1961"/>
            </a:lvl3pPr>
            <a:lvl4pPr marL="863603" indent="-177801">
              <a:defRPr/>
            </a:lvl4pPr>
            <a:lvl5pPr marL="1028704" indent="-165101">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870605891"/>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106.xml><?xml version="1.0" encoding="utf-8"?>
<p:sldLayout xmlns:a="http://schemas.openxmlformats.org/drawingml/2006/main" xmlns:r="http://schemas.openxmlformats.org/officeDocument/2006/relationships" xmlns:p="http://schemas.openxmlformats.org/presentationml/2006/main" preserve="1" userDrawn="1">
  <p:cSld name="1_Title Only">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19595524"/>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107.xml><?xml version="1.0" encoding="utf-8"?>
<p:sldLayout xmlns:a="http://schemas.openxmlformats.org/drawingml/2006/main" xmlns:r="http://schemas.openxmlformats.org/officeDocument/2006/relationships" xmlns:p="http://schemas.openxmlformats.org/presentationml/2006/main" preserve="1" userDrawn="1">
  <p:cSld name="Developer Code Layout">
    <p:bg>
      <p:bgPr>
        <a:solidFill>
          <a:srgbClr val="0078D7"/>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baseline="0"/>
            </a:lvl1pPr>
          </a:lstStyle>
          <a:p>
            <a:r>
              <a:rPr lang="en-US" dirty="0"/>
              <a:t>Slide for developer code</a:t>
            </a:r>
          </a:p>
        </p:txBody>
      </p:sp>
      <p:sp>
        <p:nvSpPr>
          <p:cNvPr id="3" name="Rectangle 2"/>
          <p:cNvSpPr/>
          <p:nvPr userDrawn="1"/>
        </p:nvSpPr>
        <p:spPr bwMode="hidden">
          <a:xfrm>
            <a:off x="1" y="1187644"/>
            <a:ext cx="12192000" cy="5668824"/>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722" tIns="45722" rIns="45722" bIns="45722" numCol="1" spcCol="0" rtlCol="0" fromWordArt="0" anchor="ctr" anchorCtr="0" forceAA="0" compatLnSpc="1">
            <a:prstTxWarp prst="textNoShape">
              <a:avLst/>
            </a:prstTxWarp>
            <a:noAutofit/>
          </a:bodyPr>
          <a:lstStyle/>
          <a:p>
            <a:pPr algn="ctr" defTabSz="914102" fontAlgn="base">
              <a:spcBef>
                <a:spcPct val="0"/>
              </a:spcBef>
              <a:spcAft>
                <a:spcPct val="0"/>
              </a:spcAft>
              <a:defRPr/>
            </a:pPr>
            <a:endParaRPr lang="en-US" sz="1765" dirty="0">
              <a:gradFill>
                <a:gsLst>
                  <a:gs pos="0">
                    <a:srgbClr val="FFFFFF"/>
                  </a:gs>
                  <a:gs pos="100000">
                    <a:srgbClr val="FFFFFF"/>
                  </a:gs>
                </a:gsLst>
                <a:lin ang="5400000" scaled="0"/>
              </a:gradFill>
              <a:ea typeface="Segoe UI" pitchFamily="34" charset="0"/>
              <a:cs typeface="Segoe UI" pitchFamily="34" charset="0"/>
            </a:endParaRPr>
          </a:p>
        </p:txBody>
      </p:sp>
      <p:sp>
        <p:nvSpPr>
          <p:cNvPr id="5" name="Text Placeholder 4"/>
          <p:cNvSpPr>
            <a:spLocks noGrp="1"/>
          </p:cNvSpPr>
          <p:nvPr>
            <p:ph type="body" sz="quarter" idx="10"/>
          </p:nvPr>
        </p:nvSpPr>
        <p:spPr>
          <a:xfrm>
            <a:off x="269239" y="1197322"/>
            <a:ext cx="11653522" cy="1956973"/>
          </a:xfrm>
        </p:spPr>
        <p:txBody>
          <a:bodyPr/>
          <a:lstStyle>
            <a:lvl1pPr marL="0" indent="0">
              <a:buNone/>
              <a:defRPr sz="3235">
                <a:gradFill>
                  <a:gsLst>
                    <a:gs pos="1250">
                      <a:srgbClr val="000000"/>
                    </a:gs>
                    <a:gs pos="100000">
                      <a:srgbClr val="000000"/>
                    </a:gs>
                  </a:gsLst>
                  <a:lin ang="5400000" scaled="0"/>
                </a:gradFill>
                <a:latin typeface="Consolas" panose="020B0609020204030204" pitchFamily="49" charset="0"/>
                <a:cs typeface="Consolas" panose="020B0609020204030204" pitchFamily="49" charset="0"/>
              </a:defRPr>
            </a:lvl1pPr>
            <a:lvl2pPr marL="339726" indent="0">
              <a:buNone/>
              <a:defRPr>
                <a:gradFill>
                  <a:gsLst>
                    <a:gs pos="1250">
                      <a:srgbClr val="000000"/>
                    </a:gs>
                    <a:gs pos="100000">
                      <a:srgbClr val="000000"/>
                    </a:gs>
                  </a:gsLst>
                  <a:lin ang="5400000" scaled="0"/>
                </a:gradFill>
                <a:latin typeface="Consolas" panose="020B0609020204030204" pitchFamily="49" charset="0"/>
                <a:cs typeface="Consolas" panose="020B0609020204030204" pitchFamily="49" charset="0"/>
              </a:defRPr>
            </a:lvl2pPr>
            <a:lvl3pPr marL="573090" indent="0">
              <a:buNone/>
              <a:defRPr>
                <a:gradFill>
                  <a:gsLst>
                    <a:gs pos="1250">
                      <a:srgbClr val="000000"/>
                    </a:gs>
                    <a:gs pos="100000">
                      <a:srgbClr val="000000"/>
                    </a:gs>
                  </a:gsLst>
                  <a:lin ang="5400000" scaled="0"/>
                </a:gradFill>
                <a:latin typeface="Consolas" panose="020B0609020204030204" pitchFamily="49" charset="0"/>
                <a:cs typeface="Consolas" panose="020B0609020204030204" pitchFamily="49" charset="0"/>
              </a:defRPr>
            </a:lvl3pPr>
            <a:lvl4pPr marL="798516" indent="0">
              <a:buNone/>
              <a:defRPr>
                <a:gradFill>
                  <a:gsLst>
                    <a:gs pos="1250">
                      <a:srgbClr val="000000"/>
                    </a:gs>
                    <a:gs pos="100000">
                      <a:srgbClr val="000000"/>
                    </a:gs>
                  </a:gsLst>
                  <a:lin ang="5400000" scaled="0"/>
                </a:gradFill>
                <a:latin typeface="Consolas" panose="020B0609020204030204" pitchFamily="49" charset="0"/>
                <a:cs typeface="Consolas" panose="020B0609020204030204" pitchFamily="49" charset="0"/>
              </a:defRPr>
            </a:lvl4pPr>
            <a:lvl5pPr marL="1030292" indent="0">
              <a:buNone/>
              <a:defRPr>
                <a:gradFill>
                  <a:gsLst>
                    <a:gs pos="1250">
                      <a:srgbClr val="000000"/>
                    </a:gs>
                    <a:gs pos="100000">
                      <a:srgbClr val="000000"/>
                    </a:gs>
                  </a:gsLst>
                  <a:lin ang="5400000" scaled="0"/>
                </a:gradFill>
                <a:latin typeface="Consolas" panose="020B0609020204030204" pitchFamily="49" charset="0"/>
                <a:cs typeface="Consolas" panose="020B0609020204030204" pitchFamily="49"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885210142"/>
      </p:ext>
    </p:extLst>
  </p:cSld>
  <p:clrMapOvr>
    <a:masterClrMapping/>
  </p:clrMapOvr>
  <p:transition>
    <p:fade/>
  </p:transition>
</p:sldLayout>
</file>

<file path=ppt/slideLayouts/slideLayout108.xml><?xml version="1.0" encoding="utf-8"?>
<p:sldLayout xmlns:a="http://schemas.openxmlformats.org/drawingml/2006/main" xmlns:r="http://schemas.openxmlformats.org/officeDocument/2006/relationships" xmlns:p="http://schemas.openxmlformats.org/presentationml/2006/main" preserve="1" userDrawn="1">
  <p:cSld name="Closing logo slide">
    <p:bg>
      <p:bgPr>
        <a:solidFill>
          <a:srgbClr val="002050"/>
        </a:solidFill>
        <a:effectLst/>
      </p:bgPr>
    </p:bg>
    <p:spTree>
      <p:nvGrpSpPr>
        <p:cNvPr id="1" name=""/>
        <p:cNvGrpSpPr/>
        <p:nvPr/>
      </p:nvGrpSpPr>
      <p:grpSpPr>
        <a:xfrm>
          <a:off x="0" y="0"/>
          <a:ext cx="0" cy="0"/>
          <a:chOff x="0" y="0"/>
          <a:chExt cx="0" cy="0"/>
        </a:xfrm>
      </p:grpSpPr>
      <p:sp>
        <p:nvSpPr>
          <p:cNvPr id="2" name="Text Box 3"/>
          <p:cNvSpPr txBox="1">
            <a:spLocks noChangeArrowheads="1"/>
          </p:cNvSpPr>
          <p:nvPr userDrawn="1"/>
        </p:nvSpPr>
        <p:spPr bwMode="blackWhite">
          <a:xfrm>
            <a:off x="269239" y="6171616"/>
            <a:ext cx="11653522" cy="395317"/>
          </a:xfrm>
          <a:prstGeom prst="rect">
            <a:avLst/>
          </a:prstGeom>
          <a:noFill/>
          <a:ln w="12700">
            <a:noFill/>
            <a:miter lim="800000"/>
            <a:headEnd type="none" w="sm" len="sm"/>
            <a:tailEnd type="none" w="sm" len="sm"/>
          </a:ln>
          <a:effectLst/>
        </p:spPr>
        <p:txBody>
          <a:bodyPr vert="horz" wrap="square" lIns="179285" tIns="143428" rIns="179285" bIns="143428" numCol="1" anchor="t" anchorCtr="0" compatLnSpc="1">
            <a:prstTxWarp prst="textNoShape">
              <a:avLst/>
            </a:prstTxWarp>
            <a:spAutoFit/>
          </a:bodyPr>
          <a:lstStyle/>
          <a:p>
            <a:pPr defTabSz="913924" eaLnBrk="0" hangingPunct="0">
              <a:defRPr/>
            </a:pPr>
            <a:r>
              <a:rPr lang="en-US" sz="686" dirty="0">
                <a:gradFill>
                  <a:gsLst>
                    <a:gs pos="0">
                      <a:srgbClr val="FFFFFF"/>
                    </a:gs>
                    <a:gs pos="100000">
                      <a:srgbClr val="FFFFFF"/>
                    </a:gs>
                  </a:gsLst>
                  <a:lin ang="5400000" scaled="0"/>
                </a:gradFill>
                <a:cs typeface="Segoe UI" pitchFamily="34" charset="0"/>
              </a:rPr>
              <a:t>© 2014 Microsoft Corporation. All rights reserved. </a:t>
            </a:r>
          </a:p>
        </p:txBody>
      </p:sp>
      <p:pic>
        <p:nvPicPr>
          <p:cNvPr id="3" name="Picture 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bwMode="invGray">
          <a:xfrm>
            <a:off x="450202" y="3083653"/>
            <a:ext cx="3223861" cy="690695"/>
          </a:xfrm>
          <a:prstGeom prst="rect">
            <a:avLst/>
          </a:prstGeom>
        </p:spPr>
      </p:pic>
    </p:spTree>
    <p:extLst>
      <p:ext uri="{BB962C8B-B14F-4D97-AF65-F5344CB8AC3E}">
        <p14:creationId xmlns:p14="http://schemas.microsoft.com/office/powerpoint/2010/main" val="406264517"/>
      </p:ext>
    </p:extLst>
  </p:cSld>
  <p:clrMapOvr>
    <a:masterClrMapping/>
  </p:clrMapOvr>
  <p:transition>
    <p:fade/>
  </p:transition>
</p:sldLayout>
</file>

<file path=ppt/slideLayouts/slideLayout109.xml><?xml version="1.0" encoding="utf-8"?>
<p:sldLayout xmlns:a="http://schemas.openxmlformats.org/drawingml/2006/main" xmlns:r="http://schemas.openxmlformats.org/officeDocument/2006/relationships" xmlns:p="http://schemas.openxmlformats.org/presentationml/2006/main" userDrawn="1">
  <p:cSld name="Title Slide 2_Option 3 - Org ID tile">
    <p:bg>
      <p:bgPr>
        <a:solidFill>
          <a:srgbClr val="0078D7"/>
        </a:solidFill>
        <a:effectLst/>
      </p:bgPr>
    </p:bg>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8606579" y="1591061"/>
            <a:ext cx="3131824" cy="4213816"/>
          </a:xfrm>
          <a:prstGeom prst="rect">
            <a:avLst/>
          </a:prstGeom>
        </p:spPr>
      </p:pic>
      <p:sp>
        <p:nvSpPr>
          <p:cNvPr id="8" name="Title 1"/>
          <p:cNvSpPr>
            <a:spLocks noGrp="1"/>
          </p:cNvSpPr>
          <p:nvPr>
            <p:ph type="title" hasCustomPrompt="1"/>
          </p:nvPr>
        </p:nvSpPr>
        <p:spPr>
          <a:xfrm>
            <a:off x="269302" y="1725569"/>
            <a:ext cx="7888452" cy="1793090"/>
          </a:xfrm>
          <a:noFill/>
        </p:spPr>
        <p:txBody>
          <a:bodyPr lIns="146304" tIns="91440" rIns="146304" bIns="91440" anchor="t" anchorCtr="0"/>
          <a:lstStyle>
            <a:lvl1pPr>
              <a:defRPr sz="5294" spc="-98" baseline="0">
                <a:solidFill>
                  <a:schemeClr val="tx1"/>
                </a:solidFill>
              </a:defRPr>
            </a:lvl1pPr>
          </a:lstStyle>
          <a:p>
            <a:r>
              <a:rPr lang="en-US" dirty="0"/>
              <a:t>Lorem ipsum</a:t>
            </a:r>
          </a:p>
        </p:txBody>
      </p:sp>
      <p:pic>
        <p:nvPicPr>
          <p:cNvPr id="5" name="Picture 4"/>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242528" y="5897564"/>
            <a:ext cx="1819605" cy="669333"/>
          </a:xfrm>
          <a:prstGeom prst="rect">
            <a:avLst/>
          </a:prstGeom>
        </p:spPr>
      </p:pic>
    </p:spTree>
    <p:extLst>
      <p:ext uri="{BB962C8B-B14F-4D97-AF65-F5344CB8AC3E}">
        <p14:creationId xmlns:p14="http://schemas.microsoft.com/office/powerpoint/2010/main" val="1211642170"/>
      </p:ext>
    </p:extLst>
  </p:cSld>
  <p:clrMapOvr>
    <a:masterClrMapping/>
  </p:clrMapOvr>
  <mc:AlternateContent xmlns:mc="http://schemas.openxmlformats.org/markup-compatibility/2006" xmlns:p14="http://schemas.microsoft.com/office/powerpoint/2010/main">
    <mc:Choice Requires="p14">
      <p:transition spd="slow" p14:dur="3400" advClick="0" advTm="15000">
        <p14:reveal/>
      </p:transition>
    </mc:Choice>
    <mc:Fallback xmlns="">
      <p:transition spd="slow" advClick="0" advTm="15000">
        <p:fade/>
      </p:transition>
    </mc:Fallback>
  </mc:AlternateContent>
</p:sldLayout>
</file>

<file path=ppt/slideLayouts/slideLayout110.xml><?xml version="1.0" encoding="utf-8"?>
<p:sldLayout xmlns:a="http://schemas.openxmlformats.org/drawingml/2006/main" xmlns:r="http://schemas.openxmlformats.org/officeDocument/2006/relationships" xmlns:p="http://schemas.openxmlformats.org/presentationml/2006/main" preserve="1" userDrawn="1">
  <p:cSld name="Title &amp; 2-color Non-bullete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6" name="Text Placeholder 5"/>
          <p:cNvSpPr>
            <a:spLocks noGrp="1"/>
          </p:cNvSpPr>
          <p:nvPr>
            <p:ph type="body" sz="quarter" idx="10"/>
          </p:nvPr>
        </p:nvSpPr>
        <p:spPr>
          <a:xfrm>
            <a:off x="269239" y="1189177"/>
            <a:ext cx="11653523" cy="1985641"/>
          </a:xfrm>
        </p:spPr>
        <p:txBody>
          <a:bodyPr/>
          <a:lstStyle>
            <a:lvl1pPr marL="0" indent="0">
              <a:buNone/>
              <a:defRPr>
                <a:gradFill>
                  <a:gsLst>
                    <a:gs pos="20354">
                      <a:schemeClr val="tx2"/>
                    </a:gs>
                    <a:gs pos="40000">
                      <a:schemeClr val="tx2"/>
                    </a:gs>
                  </a:gsLst>
                  <a:lin ang="5400000" scaled="0"/>
                </a:gradFill>
              </a:defRPr>
            </a:lvl1pPr>
            <a:lvl2pPr marL="0" indent="0">
              <a:buFontTx/>
              <a:buNone/>
              <a:defRPr sz="1961"/>
            </a:lvl2pPr>
            <a:lvl3pPr marL="224079" indent="0">
              <a:buNone/>
              <a:defRPr/>
            </a:lvl3pPr>
            <a:lvl4pPr marL="448157" indent="0">
              <a:buNone/>
              <a:defRPr/>
            </a:lvl4pPr>
            <a:lvl5pPr marL="672236"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471717976"/>
      </p:ext>
    </p:extLst>
  </p:cSld>
  <p:clrMapOvr>
    <a:masterClrMapping/>
  </p:clrMapOvr>
  <p:transition>
    <p:fade/>
  </p:transition>
</p:sldLayout>
</file>

<file path=ppt/slideLayouts/slideLayout111.xml><?xml version="1.0" encoding="utf-8"?>
<p:sldLayout xmlns:a="http://schemas.openxmlformats.org/drawingml/2006/main" xmlns:r="http://schemas.openxmlformats.org/officeDocument/2006/relationships" xmlns:p="http://schemas.openxmlformats.org/presentationml/2006/main" preserve="1" userDrawn="1">
  <p:cSld name="Title &amp; Non-bullete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6" name="Text Placeholder 5"/>
          <p:cNvSpPr>
            <a:spLocks noGrp="1"/>
          </p:cNvSpPr>
          <p:nvPr>
            <p:ph type="body" sz="quarter" idx="10"/>
          </p:nvPr>
        </p:nvSpPr>
        <p:spPr>
          <a:xfrm>
            <a:off x="269239" y="1189177"/>
            <a:ext cx="11653523" cy="1985641"/>
          </a:xfrm>
        </p:spPr>
        <p:txBody>
          <a:bodyPr/>
          <a:lstStyle>
            <a:lvl1pPr marL="0" indent="0">
              <a:buNone/>
              <a:defRPr>
                <a:gradFill>
                  <a:gsLst>
                    <a:gs pos="1250">
                      <a:schemeClr val="tx2"/>
                    </a:gs>
                    <a:gs pos="99000">
                      <a:schemeClr val="tx2"/>
                    </a:gs>
                  </a:gsLst>
                  <a:lin ang="5400000" scaled="0"/>
                </a:gradFill>
              </a:defRPr>
            </a:lvl1pPr>
            <a:lvl2pPr marL="0" indent="0">
              <a:buFontTx/>
              <a:buNone/>
              <a:defRPr sz="1961"/>
            </a:lvl2pPr>
            <a:lvl3pPr marL="224079" indent="0">
              <a:buNone/>
              <a:defRPr/>
            </a:lvl3pPr>
            <a:lvl4pPr marL="448157" indent="0">
              <a:buNone/>
              <a:defRPr/>
            </a:lvl4pPr>
            <a:lvl5pPr marL="672236" indent="0">
              <a:buNone/>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829512216"/>
      </p:ext>
    </p:extLst>
  </p:cSld>
  <p:clrMapOvr>
    <a:masterClrMapping/>
  </p:clrMapOvr>
  <p:transition>
    <p:fade/>
  </p:transition>
</p:sldLayout>
</file>

<file path=ppt/slideLayouts/slideLayout112.xml><?xml version="1.0" encoding="utf-8"?>
<p:sldLayout xmlns:a="http://schemas.openxmlformats.org/drawingml/2006/main" xmlns:r="http://schemas.openxmlformats.org/officeDocument/2006/relationships" xmlns:p="http://schemas.openxmlformats.org/presentationml/2006/main" preserve="1" userDrawn="1">
  <p:cSld name="Title and Content 1st level color text">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269239" y="1189178"/>
            <a:ext cx="11653523" cy="2052030"/>
          </a:xfrm>
        </p:spPr>
        <p:txBody>
          <a:bodyPr>
            <a:spAutoFit/>
          </a:bodyPr>
          <a:lstStyle>
            <a:lvl1pPr>
              <a:buClr>
                <a:schemeClr val="tx2"/>
              </a:buClr>
              <a:defRPr sz="3921">
                <a:gradFill>
                  <a:gsLst>
                    <a:gs pos="7080">
                      <a:schemeClr val="tx2"/>
                    </a:gs>
                    <a:gs pos="36283">
                      <a:schemeClr val="tx2"/>
                    </a:gs>
                  </a:gsLst>
                  <a:lin ang="5400000" scaled="0"/>
                </a:gradFill>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Title 5"/>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91465267"/>
      </p:ext>
    </p:extLst>
  </p:cSld>
  <p:clrMapOvr>
    <a:masterClrMapping/>
  </p:clrMapOvr>
  <p:transition>
    <p:fade/>
  </p:transition>
</p:sldLayout>
</file>

<file path=ppt/slideLayouts/slideLayout113.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269239" y="1189178"/>
            <a:ext cx="11653523" cy="2052030"/>
          </a:xfrm>
        </p:spPr>
        <p:txBody>
          <a:bodyPr>
            <a:spAutoFit/>
          </a:bodyPr>
          <a:lstStyle>
            <a:lvl1pPr>
              <a:buClr>
                <a:schemeClr val="bg2"/>
              </a:buClr>
              <a:defRPr sz="3921"/>
            </a:lvl1pPr>
            <a:lvl2pPr>
              <a:buClr>
                <a:schemeClr val="bg2"/>
              </a:buClr>
              <a:defRPr/>
            </a:lvl2pPr>
            <a:lvl3pPr>
              <a:buClr>
                <a:schemeClr val="bg2"/>
              </a:buClr>
              <a:defRPr/>
            </a:lvl3pPr>
            <a:lvl4pPr>
              <a:buClr>
                <a:schemeClr val="bg2"/>
              </a:buClr>
              <a:defRPr/>
            </a:lvl4pPr>
            <a:lvl5pPr>
              <a:buClr>
                <a:schemeClr val="bg2"/>
              </a:buCl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Title 5"/>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237782199"/>
      </p:ext>
    </p:extLst>
  </p:cSld>
  <p:clrMapOvr>
    <a:masterClrMapping/>
  </p:clrMapOvr>
  <p:transition>
    <p:fade/>
  </p:transition>
</p:sldLayout>
</file>

<file path=ppt/slideLayouts/slideLayout114.xml><?xml version="1.0" encoding="utf-8"?>
<p:sldLayout xmlns:a="http://schemas.openxmlformats.org/drawingml/2006/main" xmlns:r="http://schemas.openxmlformats.org/officeDocument/2006/relationships" xmlns:p="http://schemas.openxmlformats.org/presentationml/2006/main" preserve="1" userDrawn="1">
  <p:cSld name="Two Column 2-color Non-bullete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4" name="Text Placeholder 3"/>
          <p:cNvSpPr>
            <a:spLocks noGrp="1"/>
          </p:cNvSpPr>
          <p:nvPr>
            <p:ph type="body" sz="quarter" idx="10"/>
          </p:nvPr>
        </p:nvSpPr>
        <p:spPr>
          <a:xfrm>
            <a:off x="269242" y="1189175"/>
            <a:ext cx="5378548" cy="1877004"/>
          </a:xfrm>
        </p:spPr>
        <p:txBody>
          <a:bodyPr wrap="square">
            <a:spAutoFit/>
          </a:bodyPr>
          <a:lstStyle>
            <a:lvl1pPr marL="0" indent="0">
              <a:spcBef>
                <a:spcPts val="1200"/>
              </a:spcBef>
              <a:buClr>
                <a:schemeClr val="tx1"/>
              </a:buClr>
              <a:buFont typeface="Wingdings" pitchFamily="2" charset="2"/>
              <a:buNone/>
              <a:defRPr sz="3137">
                <a:gradFill>
                  <a:gsLst>
                    <a:gs pos="12389">
                      <a:schemeClr val="tx2"/>
                    </a:gs>
                    <a:gs pos="31000">
                      <a:schemeClr val="tx2"/>
                    </a:gs>
                  </a:gsLst>
                  <a:lin ang="5400000" scaled="0"/>
                </a:gradFill>
              </a:defRPr>
            </a:lvl1pPr>
            <a:lvl2pPr marL="0" indent="0">
              <a:buNone/>
              <a:defRPr sz="1961"/>
            </a:lvl2pPr>
            <a:lvl3pPr marL="227191" indent="0">
              <a:buNone/>
              <a:tabLst/>
              <a:defRPr sz="1961"/>
            </a:lvl3pPr>
            <a:lvl4pPr marL="451269" indent="0">
              <a:buNone/>
              <a:defRPr/>
            </a:lvl4pPr>
            <a:lvl5pPr marL="672236" indent="0">
              <a:buNone/>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3"/>
          <p:cNvSpPr>
            <a:spLocks noGrp="1"/>
          </p:cNvSpPr>
          <p:nvPr>
            <p:ph type="body" sz="quarter" idx="11"/>
          </p:nvPr>
        </p:nvSpPr>
        <p:spPr>
          <a:xfrm>
            <a:off x="6544215" y="1189175"/>
            <a:ext cx="5378548" cy="1877004"/>
          </a:xfrm>
        </p:spPr>
        <p:txBody>
          <a:bodyPr wrap="square">
            <a:spAutoFit/>
          </a:bodyPr>
          <a:lstStyle>
            <a:lvl1pPr marL="0" indent="0">
              <a:spcBef>
                <a:spcPts val="1200"/>
              </a:spcBef>
              <a:buClr>
                <a:schemeClr val="tx1"/>
              </a:buClr>
              <a:buFont typeface="Wingdings" pitchFamily="2" charset="2"/>
              <a:buNone/>
              <a:defRPr sz="3137">
                <a:gradFill>
                  <a:gsLst>
                    <a:gs pos="12389">
                      <a:schemeClr val="tx2"/>
                    </a:gs>
                    <a:gs pos="31000">
                      <a:schemeClr val="tx2"/>
                    </a:gs>
                  </a:gsLst>
                  <a:lin ang="5400000" scaled="0"/>
                </a:gradFill>
              </a:defRPr>
            </a:lvl1pPr>
            <a:lvl2pPr marL="0" indent="0">
              <a:buNone/>
              <a:defRPr sz="1961"/>
            </a:lvl2pPr>
            <a:lvl3pPr marL="227191" indent="0">
              <a:buNone/>
              <a:tabLst/>
              <a:defRPr sz="1961"/>
            </a:lvl3pPr>
            <a:lvl4pPr marL="451269" indent="0">
              <a:buNone/>
              <a:defRPr/>
            </a:lvl4pPr>
            <a:lvl5pPr marL="672236" indent="0">
              <a:buNone/>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784891364"/>
      </p:ext>
    </p:extLst>
  </p:cSld>
  <p:clrMapOvr>
    <a:masterClrMapping/>
  </p:clrMapOvr>
  <p:transition>
    <p:fade/>
  </p:transition>
</p:sldLayout>
</file>

<file path=ppt/slideLayouts/slideLayout115.xml><?xml version="1.0" encoding="utf-8"?>
<p:sldLayout xmlns:a="http://schemas.openxmlformats.org/drawingml/2006/main" xmlns:r="http://schemas.openxmlformats.org/officeDocument/2006/relationships" xmlns:p="http://schemas.openxmlformats.org/presentationml/2006/main" preserve="1" userDrawn="1">
  <p:cSld name="Two Column Non-bullete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4" name="Text Placeholder 3"/>
          <p:cNvSpPr>
            <a:spLocks noGrp="1"/>
          </p:cNvSpPr>
          <p:nvPr>
            <p:ph type="body" sz="quarter" idx="10"/>
          </p:nvPr>
        </p:nvSpPr>
        <p:spPr>
          <a:xfrm>
            <a:off x="269242" y="1189175"/>
            <a:ext cx="5378548" cy="1877004"/>
          </a:xfrm>
        </p:spPr>
        <p:txBody>
          <a:bodyPr wrap="square">
            <a:spAutoFit/>
          </a:bodyPr>
          <a:lstStyle>
            <a:lvl1pPr marL="0" indent="0">
              <a:spcBef>
                <a:spcPts val="1200"/>
              </a:spcBef>
              <a:buClr>
                <a:schemeClr val="tx1"/>
              </a:buClr>
              <a:buFont typeface="Wingdings" pitchFamily="2" charset="2"/>
              <a:buNone/>
              <a:defRPr sz="3137"/>
            </a:lvl1pPr>
            <a:lvl2pPr marL="0" indent="0">
              <a:buNone/>
              <a:defRPr sz="1961"/>
            </a:lvl2pPr>
            <a:lvl3pPr marL="227191" indent="0">
              <a:buNone/>
              <a:tabLst/>
              <a:defRPr sz="1961"/>
            </a:lvl3pPr>
            <a:lvl4pPr marL="451269" indent="0">
              <a:buNone/>
              <a:defRPr/>
            </a:lvl4pPr>
            <a:lvl5pPr marL="672236" indent="0">
              <a:buNone/>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3"/>
          <p:cNvSpPr>
            <a:spLocks noGrp="1"/>
          </p:cNvSpPr>
          <p:nvPr>
            <p:ph type="body" sz="quarter" idx="11"/>
          </p:nvPr>
        </p:nvSpPr>
        <p:spPr>
          <a:xfrm>
            <a:off x="6544215" y="1189175"/>
            <a:ext cx="5378548" cy="1877004"/>
          </a:xfrm>
        </p:spPr>
        <p:txBody>
          <a:bodyPr wrap="square">
            <a:spAutoFit/>
          </a:bodyPr>
          <a:lstStyle>
            <a:lvl1pPr marL="0" indent="0">
              <a:spcBef>
                <a:spcPts val="1200"/>
              </a:spcBef>
              <a:buClr>
                <a:schemeClr val="tx1"/>
              </a:buClr>
              <a:buFont typeface="Wingdings" pitchFamily="2" charset="2"/>
              <a:buNone/>
              <a:defRPr sz="3137"/>
            </a:lvl1pPr>
            <a:lvl2pPr marL="0" indent="0">
              <a:buNone/>
              <a:defRPr sz="1961"/>
            </a:lvl2pPr>
            <a:lvl3pPr marL="227191" indent="0">
              <a:buNone/>
              <a:tabLst/>
              <a:defRPr sz="1961"/>
            </a:lvl3pPr>
            <a:lvl4pPr marL="451269" indent="0">
              <a:buNone/>
              <a:defRPr/>
            </a:lvl4pPr>
            <a:lvl5pPr marL="672236" indent="0">
              <a:buNone/>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941220996"/>
      </p:ext>
    </p:extLst>
  </p:cSld>
  <p:clrMapOvr>
    <a:masterClrMapping/>
  </p:clrMapOvr>
  <p:transition>
    <p:fade/>
  </p:transition>
</p:sldLayout>
</file>

<file path=ppt/slideLayouts/slideLayout116.xml><?xml version="1.0" encoding="utf-8"?>
<p:sldLayout xmlns:a="http://schemas.openxmlformats.org/drawingml/2006/main" xmlns:r="http://schemas.openxmlformats.org/officeDocument/2006/relationships" xmlns:p="http://schemas.openxmlformats.org/presentationml/2006/main" preserve="1" userDrawn="1">
  <p:cSld name="Two Column Bullet text 1st level color">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4" name="Text Placeholder 3"/>
          <p:cNvSpPr>
            <a:spLocks noGrp="1"/>
          </p:cNvSpPr>
          <p:nvPr>
            <p:ph type="body" sz="quarter" idx="10"/>
          </p:nvPr>
        </p:nvSpPr>
        <p:spPr>
          <a:xfrm>
            <a:off x="269242" y="1189176"/>
            <a:ext cx="5378548" cy="2377940"/>
          </a:xfrm>
        </p:spPr>
        <p:txBody>
          <a:bodyPr wrap="square">
            <a:spAutoFit/>
          </a:bodyPr>
          <a:lstStyle>
            <a:lvl1pPr marL="281655" indent="-281655">
              <a:spcBef>
                <a:spcPts val="1200"/>
              </a:spcBef>
              <a:buClr>
                <a:schemeClr val="tx2"/>
              </a:buClr>
              <a:buFont typeface="Wingdings" panose="05000000000000000000" pitchFamily="2" charset="2"/>
              <a:buChar char="§"/>
              <a:defRPr sz="3137">
                <a:gradFill>
                  <a:gsLst>
                    <a:gs pos="19469">
                      <a:schemeClr val="tx2"/>
                    </a:gs>
                    <a:gs pos="32000">
                      <a:schemeClr val="tx2"/>
                    </a:gs>
                  </a:gsLst>
                  <a:lin ang="5400000" scaled="0"/>
                </a:gradFill>
              </a:defRPr>
            </a:lvl1pPr>
            <a:lvl2pPr marL="520660" indent="-228582">
              <a:buFont typeface="Wingdings" panose="05000000000000000000" pitchFamily="2" charset="2"/>
              <a:buChar char="§"/>
              <a:defRPr sz="2353"/>
            </a:lvl2pPr>
            <a:lvl3pPr marL="685748" indent="-165088">
              <a:buFont typeface="Wingdings" panose="05000000000000000000" pitchFamily="2" charset="2"/>
              <a:buChar char="§"/>
              <a:tabLst/>
              <a:defRPr sz="1961"/>
            </a:lvl3pPr>
            <a:lvl4pPr marL="863534" indent="-177786">
              <a:buFont typeface="Wingdings" panose="05000000000000000000" pitchFamily="2" charset="2"/>
              <a:buChar char="§"/>
              <a:defRPr/>
            </a:lvl4pPr>
            <a:lvl5pPr marL="1028622" indent="-165088">
              <a:buFont typeface="Wingdings" panose="05000000000000000000" pitchFamily="2" charset="2"/>
              <a:buChar char="§"/>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3"/>
          <p:cNvSpPr>
            <a:spLocks noGrp="1"/>
          </p:cNvSpPr>
          <p:nvPr>
            <p:ph type="body" sz="quarter" idx="11"/>
          </p:nvPr>
        </p:nvSpPr>
        <p:spPr>
          <a:xfrm>
            <a:off x="6544215" y="1189176"/>
            <a:ext cx="5378548" cy="2377940"/>
          </a:xfrm>
        </p:spPr>
        <p:txBody>
          <a:bodyPr wrap="square">
            <a:spAutoFit/>
          </a:bodyPr>
          <a:lstStyle>
            <a:lvl1pPr marL="281655" indent="-281655">
              <a:spcBef>
                <a:spcPts val="1200"/>
              </a:spcBef>
              <a:buClr>
                <a:schemeClr val="tx2"/>
              </a:buClr>
              <a:buFont typeface="Wingdings" panose="05000000000000000000" pitchFamily="2" charset="2"/>
              <a:buChar char="§"/>
              <a:defRPr sz="3137">
                <a:gradFill>
                  <a:gsLst>
                    <a:gs pos="19469">
                      <a:schemeClr val="tx2"/>
                    </a:gs>
                    <a:gs pos="32000">
                      <a:schemeClr val="tx2"/>
                    </a:gs>
                  </a:gsLst>
                  <a:lin ang="5400000" scaled="0"/>
                </a:gradFill>
              </a:defRPr>
            </a:lvl1pPr>
            <a:lvl2pPr marL="520660" indent="-228582">
              <a:buFont typeface="Wingdings" panose="05000000000000000000" pitchFamily="2" charset="2"/>
              <a:buChar char="§"/>
              <a:defRPr sz="2353"/>
            </a:lvl2pPr>
            <a:lvl3pPr marL="685748" indent="-165088">
              <a:buFont typeface="Wingdings" panose="05000000000000000000" pitchFamily="2" charset="2"/>
              <a:buChar char="§"/>
              <a:tabLst/>
              <a:defRPr sz="1961"/>
            </a:lvl3pPr>
            <a:lvl4pPr marL="863534" indent="-177786">
              <a:buFont typeface="Wingdings" panose="05000000000000000000" pitchFamily="2" charset="2"/>
              <a:buChar char="§"/>
              <a:defRPr/>
            </a:lvl4pPr>
            <a:lvl5pPr marL="1028622" indent="-165088">
              <a:buFont typeface="Wingdings" panose="05000000000000000000" pitchFamily="2" charset="2"/>
              <a:buChar char="§"/>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71151562"/>
      </p:ext>
    </p:extLst>
  </p:cSld>
  <p:clrMapOvr>
    <a:masterClrMapping/>
  </p:clrMapOvr>
  <p:transition>
    <p:fade/>
  </p:transition>
</p:sldLayout>
</file>

<file path=ppt/slideLayouts/slideLayout117.xml><?xml version="1.0" encoding="utf-8"?>
<p:sldLayout xmlns:a="http://schemas.openxmlformats.org/drawingml/2006/main" xmlns:r="http://schemas.openxmlformats.org/officeDocument/2006/relationships" xmlns:p="http://schemas.openxmlformats.org/presentationml/2006/main" preserve="1" userDrawn="1">
  <p:cSld name="Two Column Bullet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4" name="Text Placeholder 3"/>
          <p:cNvSpPr>
            <a:spLocks noGrp="1"/>
          </p:cNvSpPr>
          <p:nvPr>
            <p:ph type="body" sz="quarter" idx="10"/>
          </p:nvPr>
        </p:nvSpPr>
        <p:spPr>
          <a:xfrm>
            <a:off x="269242" y="1189176"/>
            <a:ext cx="5378548" cy="2377940"/>
          </a:xfrm>
        </p:spPr>
        <p:txBody>
          <a:bodyPr wrap="square">
            <a:spAutoFit/>
          </a:bodyPr>
          <a:lstStyle>
            <a:lvl1pPr marL="281655" indent="-281655">
              <a:spcBef>
                <a:spcPts val="1200"/>
              </a:spcBef>
              <a:buClr>
                <a:schemeClr val="bg2"/>
              </a:buClr>
              <a:buFont typeface="Wingdings" panose="05000000000000000000" pitchFamily="2" charset="2"/>
              <a:buChar char="§"/>
              <a:defRPr sz="3137"/>
            </a:lvl1pPr>
            <a:lvl2pPr marL="520660" indent="-228582">
              <a:buClr>
                <a:schemeClr val="bg2"/>
              </a:buClr>
              <a:buFont typeface="Wingdings" panose="05000000000000000000" pitchFamily="2" charset="2"/>
              <a:buChar char="§"/>
              <a:defRPr sz="2353"/>
            </a:lvl2pPr>
            <a:lvl3pPr marL="685748" indent="-165088">
              <a:buClr>
                <a:schemeClr val="bg2"/>
              </a:buClr>
              <a:buFont typeface="Wingdings" panose="05000000000000000000" pitchFamily="2" charset="2"/>
              <a:buChar char="§"/>
              <a:tabLst/>
              <a:defRPr sz="1961"/>
            </a:lvl3pPr>
            <a:lvl4pPr marL="863534" indent="-177786">
              <a:buClr>
                <a:schemeClr val="bg2"/>
              </a:buClr>
              <a:buFont typeface="Wingdings" panose="05000000000000000000" pitchFamily="2" charset="2"/>
              <a:buChar char="§"/>
              <a:defRPr/>
            </a:lvl4pPr>
            <a:lvl5pPr marL="1028622" indent="-165088">
              <a:buClr>
                <a:schemeClr val="bg2"/>
              </a:buClr>
              <a:buFont typeface="Wingdings" panose="05000000000000000000" pitchFamily="2" charset="2"/>
              <a:buChar char="§"/>
              <a:tabLs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3"/>
          <p:cNvSpPr>
            <a:spLocks noGrp="1"/>
          </p:cNvSpPr>
          <p:nvPr>
            <p:ph type="body" sz="quarter" idx="11"/>
          </p:nvPr>
        </p:nvSpPr>
        <p:spPr>
          <a:xfrm>
            <a:off x="6544215" y="1189176"/>
            <a:ext cx="5378548" cy="2377940"/>
          </a:xfrm>
        </p:spPr>
        <p:txBody>
          <a:bodyPr wrap="square">
            <a:spAutoFit/>
          </a:bodyPr>
          <a:lstStyle>
            <a:lvl1pPr marL="281655" indent="-281655">
              <a:spcBef>
                <a:spcPts val="1200"/>
              </a:spcBef>
              <a:buClr>
                <a:schemeClr val="bg2"/>
              </a:buClr>
              <a:buFont typeface="Wingdings" panose="05000000000000000000" pitchFamily="2" charset="2"/>
              <a:buChar char="§"/>
              <a:defRPr sz="3137"/>
            </a:lvl1pPr>
            <a:lvl2pPr marL="520660" indent="-228582">
              <a:buClr>
                <a:schemeClr val="bg2"/>
              </a:buClr>
              <a:buFont typeface="Wingdings" panose="05000000000000000000" pitchFamily="2" charset="2"/>
              <a:buChar char="§"/>
              <a:defRPr sz="2353"/>
            </a:lvl2pPr>
            <a:lvl3pPr marL="685748" indent="-165088">
              <a:buClr>
                <a:schemeClr val="bg2"/>
              </a:buClr>
              <a:buFont typeface="Wingdings" panose="05000000000000000000" pitchFamily="2" charset="2"/>
              <a:buChar char="§"/>
              <a:tabLst/>
              <a:defRPr sz="1961"/>
            </a:lvl3pPr>
            <a:lvl4pPr marL="863534" indent="-177786">
              <a:buClr>
                <a:schemeClr val="bg2"/>
              </a:buClr>
              <a:buFont typeface="Wingdings" panose="05000000000000000000" pitchFamily="2" charset="2"/>
              <a:buChar char="§"/>
              <a:defRPr/>
            </a:lvl4pPr>
            <a:lvl5pPr marL="1028622" indent="-165088">
              <a:buClr>
                <a:schemeClr val="bg2"/>
              </a:buClr>
              <a:buFont typeface="Wingdings" panose="05000000000000000000" pitchFamily="2" charset="2"/>
              <a:buChar char="§"/>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538538030"/>
      </p:ext>
    </p:extLst>
  </p:cSld>
  <p:clrMapOvr>
    <a:masterClrMapping/>
  </p:clrMapOvr>
  <p:transition>
    <p:fade/>
  </p:transition>
</p:sldLayout>
</file>

<file path=ppt/slideLayouts/slideLayout118.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Tree>
    <p:extLst>
      <p:ext uri="{BB962C8B-B14F-4D97-AF65-F5344CB8AC3E}">
        <p14:creationId xmlns:p14="http://schemas.microsoft.com/office/powerpoint/2010/main" val="3902221943"/>
      </p:ext>
    </p:extLst>
  </p:cSld>
  <p:clrMapOvr>
    <a:masterClrMapping/>
  </p:clrMapOvr>
  <p:transition>
    <p:fade/>
  </p:transition>
</p:sldLayout>
</file>

<file path=ppt/slideLayouts/slideLayout119.xml><?xml version="1.0" encoding="utf-8"?>
<p:sldLayout xmlns:a="http://schemas.openxmlformats.org/drawingml/2006/main" xmlns:r="http://schemas.openxmlformats.org/officeDocument/2006/relationships" xmlns:p="http://schemas.openxmlformats.org/presentationml/2006/main" userDrawn="1">
  <p:cSld name="Blank Accent Color 3">
    <p:bg>
      <p:bgPr>
        <a:solidFill>
          <a:schemeClr val="accent3"/>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33846692"/>
      </p:ext>
    </p:extLst>
  </p:cSld>
  <p:clrMapOvr>
    <a:masterClrMapping/>
  </p:clrMapOvr>
  <p:transition>
    <p:fade/>
  </p:transition>
</p:sldLayout>
</file>

<file path=ppt/slideLayouts/slideLayout120.xml><?xml version="1.0" encoding="utf-8"?>
<p:sldLayout xmlns:a="http://schemas.openxmlformats.org/drawingml/2006/main" xmlns:r="http://schemas.openxmlformats.org/officeDocument/2006/relationships" xmlns:p="http://schemas.openxmlformats.org/presentationml/2006/main" userDrawn="1">
  <p:cSld name="7_Demo slide">
    <p:spTree>
      <p:nvGrpSpPr>
        <p:cNvPr id="1" name=""/>
        <p:cNvGrpSpPr/>
        <p:nvPr/>
      </p:nvGrpSpPr>
      <p:grpSpPr>
        <a:xfrm>
          <a:off x="0" y="0"/>
          <a:ext cx="0" cy="0"/>
          <a:chOff x="0" y="0"/>
          <a:chExt cx="0" cy="0"/>
        </a:xfrm>
      </p:grpSpPr>
      <p:pic>
        <p:nvPicPr>
          <p:cNvPr id="5" name="Picture 4" descr="104750_Speaker TemplateART_v01-02.pn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68341" y="-101125"/>
            <a:ext cx="12260341" cy="7029726"/>
          </a:xfrm>
          <a:prstGeom prst="rect">
            <a:avLst/>
          </a:prstGeom>
        </p:spPr>
      </p:pic>
      <p:sp>
        <p:nvSpPr>
          <p:cNvPr id="16" name="Title 1"/>
          <p:cNvSpPr>
            <a:spLocks noGrp="1"/>
          </p:cNvSpPr>
          <p:nvPr>
            <p:ph type="title" hasCustomPrompt="1"/>
          </p:nvPr>
        </p:nvSpPr>
        <p:spPr>
          <a:xfrm>
            <a:off x="589787" y="2084173"/>
            <a:ext cx="9859116" cy="1176761"/>
          </a:xfrm>
          <a:noFill/>
        </p:spPr>
        <p:txBody>
          <a:bodyPr tIns="91440" bIns="91440" anchor="t" anchorCtr="0">
            <a:spAutoFit/>
          </a:bodyPr>
          <a:lstStyle>
            <a:lvl1pPr>
              <a:defRPr lang="en-US" sz="7057" b="0" kern="1200" cap="none" spc="-98" baseline="0" dirty="0">
                <a:ln w="3175">
                  <a:noFill/>
                </a:ln>
                <a:gradFill>
                  <a:gsLst>
                    <a:gs pos="0">
                      <a:schemeClr val="tx1"/>
                    </a:gs>
                    <a:gs pos="100000">
                      <a:schemeClr val="tx1"/>
                    </a:gs>
                  </a:gsLst>
                  <a:lin ang="5400000" scaled="0"/>
                </a:gradFill>
                <a:effectLst/>
                <a:latin typeface="+mj-lt"/>
                <a:ea typeface="+mn-ea"/>
                <a:cs typeface="Segoe UI" pitchFamily="34" charset="0"/>
              </a:defRPr>
            </a:lvl1pPr>
          </a:lstStyle>
          <a:p>
            <a:r>
              <a:rPr lang="en-US" dirty="0"/>
              <a:t>Demo title</a:t>
            </a:r>
          </a:p>
        </p:txBody>
      </p:sp>
      <p:pic>
        <p:nvPicPr>
          <p:cNvPr id="7" name="Picture 6" descr="MSFT_logo_rgb_C-Wht.png"/>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26159" y="6074926"/>
            <a:ext cx="2239573" cy="823929"/>
          </a:xfrm>
          <a:prstGeom prst="rect">
            <a:avLst/>
          </a:prstGeom>
        </p:spPr>
      </p:pic>
      <p:sp>
        <p:nvSpPr>
          <p:cNvPr id="6" name="Text Placeholder 4"/>
          <p:cNvSpPr>
            <a:spLocks noGrp="1"/>
          </p:cNvSpPr>
          <p:nvPr>
            <p:ph type="body" sz="quarter" idx="12" hasCustomPrompt="1"/>
          </p:nvPr>
        </p:nvSpPr>
        <p:spPr>
          <a:xfrm>
            <a:off x="556566" y="4785989"/>
            <a:ext cx="9860674" cy="724246"/>
          </a:xfrm>
          <a:noFill/>
        </p:spPr>
        <p:txBody>
          <a:bodyPr lIns="182880" tIns="146304" rIns="182880" bIns="146304">
            <a:spAutoFit/>
          </a:bodyPr>
          <a:lstStyle>
            <a:lvl1pPr marL="0" indent="0">
              <a:spcBef>
                <a:spcPts val="0"/>
              </a:spcBef>
              <a:buNone/>
              <a:defRPr sz="3137" spc="0" baseline="0">
                <a:gradFill>
                  <a:gsLst>
                    <a:gs pos="0">
                      <a:schemeClr val="tx1"/>
                    </a:gs>
                    <a:gs pos="100000">
                      <a:schemeClr val="tx1"/>
                    </a:gs>
                  </a:gsLst>
                  <a:lin ang="5400000" scaled="0"/>
                </a:gradFill>
                <a:latin typeface="+mj-lt"/>
              </a:defRPr>
            </a:lvl1pPr>
          </a:lstStyle>
          <a:p>
            <a:pPr lvl="0"/>
            <a:r>
              <a:rPr lang="en-US" dirty="0"/>
              <a:t>Speaker Name</a:t>
            </a:r>
          </a:p>
        </p:txBody>
      </p:sp>
    </p:spTree>
    <p:extLst>
      <p:ext uri="{BB962C8B-B14F-4D97-AF65-F5344CB8AC3E}">
        <p14:creationId xmlns:p14="http://schemas.microsoft.com/office/powerpoint/2010/main" val="2175998269"/>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slow">
        <p14:reveal/>
      </p:transition>
    </mc:Choice>
    <mc:Fallback xmlns="">
      <p:transition xmlns:p14="http://schemas.microsoft.com/office/powerpoint/2010/main" spd="slow">
        <p:fade/>
      </p:transition>
    </mc:Fallback>
  </mc:AlternateContent>
</p:sldLayout>
</file>

<file path=ppt/slideLayouts/slideLayout121.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7" name="TextBox 6"/>
          <p:cNvSpPr txBox="1"/>
          <p:nvPr/>
        </p:nvSpPr>
        <p:spPr>
          <a:xfrm>
            <a:off x="1192443" y="1438410"/>
            <a:ext cx="4767293" cy="1731756"/>
          </a:xfrm>
          <a:prstGeom prst="rect">
            <a:avLst/>
          </a:prstGeom>
          <a:noFill/>
        </p:spPr>
        <p:txBody>
          <a:bodyPr wrap="square" lIns="182880" tIns="146304" rIns="182880" bIns="146304" rtlCol="0">
            <a:spAutoFit/>
          </a:bodyPr>
          <a:lstStyle/>
          <a:p>
            <a:pPr marL="0" marR="0" lvl="0" indent="0" algn="l" defTabSz="914400" rtl="0" eaLnBrk="1" fontAlgn="auto" latinLnBrk="0" hangingPunct="1">
              <a:lnSpc>
                <a:spcPts val="5600"/>
              </a:lnSpc>
              <a:spcBef>
                <a:spcPts val="0"/>
              </a:spcBef>
              <a:spcAft>
                <a:spcPts val="0"/>
              </a:spcAft>
              <a:buClrTx/>
              <a:buSzTx/>
              <a:buFontTx/>
              <a:buNone/>
              <a:tabLst/>
              <a:defRPr/>
            </a:pPr>
            <a:r>
              <a:rPr kumimoji="0" lang="en-US" sz="5400" b="0" i="0" u="none" strike="noStrike" kern="1200" cap="none" spc="0" normalizeH="0" baseline="0" noProof="0" dirty="0">
                <a:ln>
                  <a:noFill/>
                </a:ln>
                <a:solidFill>
                  <a:srgbClr val="00B0F0"/>
                </a:solidFill>
                <a:effectLst/>
                <a:uLnTx/>
                <a:uFillTx/>
                <a:latin typeface="Segoe UI Light"/>
                <a:ea typeface="+mn-ea"/>
                <a:cs typeface="+mn-cs"/>
              </a:rPr>
              <a:t>   </a:t>
            </a:r>
            <a:r>
              <a:rPr kumimoji="0" lang="en-US" sz="6000" b="0" i="0" u="none" strike="noStrike" kern="1200" cap="none" spc="0" normalizeH="0" baseline="0" noProof="0" dirty="0">
                <a:ln>
                  <a:noFill/>
                </a:ln>
                <a:solidFill>
                  <a:srgbClr val="0070C0"/>
                </a:solidFill>
                <a:effectLst/>
                <a:uLnTx/>
                <a:uFillTx/>
                <a:latin typeface="Segoe UI Light"/>
                <a:ea typeface="+mn-ea"/>
                <a:cs typeface="+mn-cs"/>
              </a:rPr>
              <a:t>Engineer</a:t>
            </a:r>
          </a:p>
          <a:p>
            <a:pPr marL="0" marR="0" lvl="0" indent="0" algn="l" defTabSz="914400" rtl="0" eaLnBrk="1" fontAlgn="auto" latinLnBrk="0" hangingPunct="1">
              <a:lnSpc>
                <a:spcPts val="5600"/>
              </a:lnSpc>
              <a:spcBef>
                <a:spcPts val="0"/>
              </a:spcBef>
              <a:spcAft>
                <a:spcPts val="0"/>
              </a:spcAft>
              <a:buClrTx/>
              <a:buSzTx/>
              <a:buFontTx/>
              <a:buNone/>
              <a:tabLst/>
              <a:defRPr/>
            </a:pPr>
            <a:r>
              <a:rPr kumimoji="0" lang="en-US" sz="6000" b="0" i="0" u="none" strike="noStrike" kern="1200" cap="none" spc="0" normalizeH="0" baseline="0" noProof="0" dirty="0">
                <a:ln>
                  <a:noFill/>
                </a:ln>
                <a:solidFill>
                  <a:srgbClr val="0070C0"/>
                </a:solidFill>
                <a:effectLst/>
                <a:uLnTx/>
                <a:uFillTx/>
                <a:latin typeface="Segoe UI Light"/>
                <a:ea typeface="+mn-ea"/>
                <a:cs typeface="+mn-cs"/>
              </a:rPr>
              <a:t>to Engineer</a:t>
            </a:r>
          </a:p>
        </p:txBody>
      </p:sp>
      <p:sp>
        <p:nvSpPr>
          <p:cNvPr id="8" name="TextBox 7"/>
          <p:cNvSpPr txBox="1"/>
          <p:nvPr/>
        </p:nvSpPr>
        <p:spPr>
          <a:xfrm>
            <a:off x="0" y="2868782"/>
            <a:ext cx="8015040" cy="808426"/>
          </a:xfrm>
          <a:prstGeom prst="rect">
            <a:avLst/>
          </a:prstGeom>
          <a:noFill/>
        </p:spPr>
        <p:txBody>
          <a:bodyPr wrap="square" lIns="182880" tIns="146304" rIns="182880" bIns="146304" rtlCol="0">
            <a:spAutoFit/>
          </a:bodyPr>
          <a:lstStyle/>
          <a:p>
            <a:pPr marL="0" marR="0" lvl="0" indent="0" algn="l" defTabSz="914400" rtl="0" eaLnBrk="1" fontAlgn="auto" latinLnBrk="0" hangingPunct="1">
              <a:lnSpc>
                <a:spcPts val="4000"/>
              </a:lnSpc>
              <a:spcBef>
                <a:spcPts val="0"/>
              </a:spcBef>
              <a:spcAft>
                <a:spcPts val="0"/>
              </a:spcAft>
              <a:buClrTx/>
              <a:buSzTx/>
              <a:buFontTx/>
              <a:buNone/>
              <a:tabLst/>
              <a:defRPr/>
            </a:pPr>
            <a:r>
              <a:rPr kumimoji="0" lang="en-US" sz="1600" b="0" i="0" u="none" strike="noStrike" kern="1200" cap="none" spc="300" normalizeH="0" baseline="0" noProof="0" dirty="0">
                <a:ln>
                  <a:noFill/>
                </a:ln>
                <a:solidFill>
                  <a:srgbClr val="0070C0"/>
                </a:solidFill>
                <a:effectLst/>
                <a:uLnTx/>
                <a:uFillTx/>
                <a:latin typeface="Segoe UI"/>
                <a:ea typeface="+mn-ea"/>
                <a:cs typeface="+mn-cs"/>
              </a:rPr>
              <a:t>Training &amp; Practice Building for Solution Architects</a:t>
            </a:r>
          </a:p>
        </p:txBody>
      </p:sp>
      <p:sp>
        <p:nvSpPr>
          <p:cNvPr id="9" name="Text Placeholder 2"/>
          <p:cNvSpPr>
            <a:spLocks noGrp="1"/>
          </p:cNvSpPr>
          <p:nvPr>
            <p:ph type="body" sz="quarter" idx="10" hasCustomPrompt="1"/>
          </p:nvPr>
        </p:nvSpPr>
        <p:spPr>
          <a:xfrm>
            <a:off x="292519" y="3680409"/>
            <a:ext cx="11459115" cy="1015663"/>
          </a:xfrm>
        </p:spPr>
        <p:txBody>
          <a:bodyPr/>
          <a:lstStyle>
            <a:lvl1pPr marL="0" indent="0">
              <a:buNone/>
              <a:defRPr sz="6000" baseline="0">
                <a:solidFill>
                  <a:srgbClr val="1574B8"/>
                </a:solidFill>
                <a:latin typeface="Segoe UI Light" panose="020B0502040204020203" pitchFamily="34" charset="0"/>
                <a:cs typeface="Segoe UI Light" panose="020B0502040204020203" pitchFamily="34" charset="0"/>
              </a:defRPr>
            </a:lvl1pPr>
            <a:lvl2pPr marL="336145" indent="0" algn="l">
              <a:buFontTx/>
              <a:buNone/>
              <a:defRPr sz="3600">
                <a:solidFill>
                  <a:schemeClr val="bg2"/>
                </a:solidFill>
              </a:defRPr>
            </a:lvl2pPr>
            <a:lvl3pPr>
              <a:defRPr sz="3600"/>
            </a:lvl3pPr>
            <a:lvl4pPr>
              <a:defRPr sz="3600"/>
            </a:lvl4pPr>
            <a:lvl5pPr>
              <a:defRPr sz="3600"/>
            </a:lvl5pPr>
          </a:lstStyle>
          <a:p>
            <a:pPr lvl="0"/>
            <a:r>
              <a:rPr lang="en-US" dirty="0"/>
              <a:t>Click to edit session title</a:t>
            </a:r>
          </a:p>
        </p:txBody>
      </p:sp>
      <p:sp>
        <p:nvSpPr>
          <p:cNvPr id="10" name="Text Placeholder 2"/>
          <p:cNvSpPr>
            <a:spLocks noGrp="1"/>
          </p:cNvSpPr>
          <p:nvPr>
            <p:ph type="body" sz="quarter" idx="11" hasCustomPrompt="1"/>
          </p:nvPr>
        </p:nvSpPr>
        <p:spPr>
          <a:xfrm>
            <a:off x="292519" y="5192562"/>
            <a:ext cx="11459115" cy="572464"/>
          </a:xfrm>
        </p:spPr>
        <p:txBody>
          <a:bodyPr/>
          <a:lstStyle>
            <a:lvl1pPr marL="0" indent="0">
              <a:buNone/>
              <a:defRPr sz="2800" i="1">
                <a:solidFill>
                  <a:schemeClr val="bg2"/>
                </a:solidFill>
                <a:latin typeface="+mn-lt"/>
              </a:defRPr>
            </a:lvl1pPr>
            <a:lvl2pPr marL="336145" indent="0" algn="l">
              <a:buFontTx/>
              <a:buNone/>
              <a:defRPr sz="3600">
                <a:solidFill>
                  <a:schemeClr val="bg2"/>
                </a:solidFill>
              </a:defRPr>
            </a:lvl2pPr>
            <a:lvl3pPr>
              <a:defRPr sz="3600"/>
            </a:lvl3pPr>
            <a:lvl4pPr>
              <a:defRPr sz="3600"/>
            </a:lvl4pPr>
            <a:lvl5pPr>
              <a:defRPr sz="3600"/>
            </a:lvl5pPr>
          </a:lstStyle>
          <a:p>
            <a:pPr lvl="0"/>
            <a:r>
              <a:rPr lang="en-US" dirty="0"/>
              <a:t>Click to edit speaker name</a:t>
            </a:r>
          </a:p>
        </p:txBody>
      </p:sp>
      <p:sp>
        <p:nvSpPr>
          <p:cNvPr id="11" name="Text Placeholder 2"/>
          <p:cNvSpPr>
            <a:spLocks noGrp="1"/>
          </p:cNvSpPr>
          <p:nvPr>
            <p:ph type="body" sz="quarter" idx="12" hasCustomPrompt="1"/>
          </p:nvPr>
        </p:nvSpPr>
        <p:spPr>
          <a:xfrm>
            <a:off x="292519" y="5768663"/>
            <a:ext cx="11459113" cy="461665"/>
          </a:xfrm>
        </p:spPr>
        <p:txBody>
          <a:bodyPr/>
          <a:lstStyle>
            <a:lvl1pPr marL="0" indent="0">
              <a:buNone/>
              <a:defRPr sz="2000" i="0" baseline="0">
                <a:solidFill>
                  <a:schemeClr val="bg2"/>
                </a:solidFill>
              </a:defRPr>
            </a:lvl1pPr>
            <a:lvl2pPr marL="336145" indent="0" algn="l">
              <a:buFontTx/>
              <a:buNone/>
              <a:defRPr sz="3600">
                <a:solidFill>
                  <a:schemeClr val="bg2"/>
                </a:solidFill>
              </a:defRPr>
            </a:lvl2pPr>
            <a:lvl3pPr>
              <a:defRPr sz="3600"/>
            </a:lvl3pPr>
            <a:lvl4pPr>
              <a:defRPr sz="3600"/>
            </a:lvl4pPr>
            <a:lvl5pPr>
              <a:defRPr sz="3600"/>
            </a:lvl5pPr>
          </a:lstStyle>
          <a:p>
            <a:pPr lvl="0"/>
            <a:r>
              <a:rPr lang="en-US" dirty="0"/>
              <a:t>Click to edit contact information (Twitter, Blog, Email, etc.)</a:t>
            </a:r>
          </a:p>
        </p:txBody>
      </p:sp>
    </p:spTree>
    <p:extLst>
      <p:ext uri="{BB962C8B-B14F-4D97-AF65-F5344CB8AC3E}">
        <p14:creationId xmlns:p14="http://schemas.microsoft.com/office/powerpoint/2010/main" val="3778922027"/>
      </p:ext>
    </p:extLst>
  </p:cSld>
  <p:clrMapOvr>
    <a:masterClrMapping/>
  </p:clrMapOvr>
  <p:transition>
    <p:fade/>
  </p:transition>
  <p:hf sldNum="0" hdr="0" dt="0"/>
</p:sldLayout>
</file>

<file path=ppt/slideLayouts/slideLayout122.xml><?xml version="1.0" encoding="utf-8"?>
<p:sldLayout xmlns:a="http://schemas.openxmlformats.org/drawingml/2006/main" xmlns:r="http://schemas.openxmlformats.org/officeDocument/2006/relationships" xmlns:p="http://schemas.openxmlformats.org/presentationml/2006/main" showMasterSp="0" preserve="1">
  <p:cSld name="Section Slide">
    <p:spTree>
      <p:nvGrpSpPr>
        <p:cNvPr id="1" name=""/>
        <p:cNvGrpSpPr/>
        <p:nvPr/>
      </p:nvGrpSpPr>
      <p:grpSpPr>
        <a:xfrm>
          <a:off x="0" y="0"/>
          <a:ext cx="0" cy="0"/>
          <a:chOff x="0" y="0"/>
          <a:chExt cx="0" cy="0"/>
        </a:xfrm>
      </p:grpSpPr>
      <p:sp>
        <p:nvSpPr>
          <p:cNvPr id="7" name="Title 1"/>
          <p:cNvSpPr>
            <a:spLocks noGrp="1"/>
          </p:cNvSpPr>
          <p:nvPr>
            <p:ph type="title" hasCustomPrompt="1"/>
          </p:nvPr>
        </p:nvSpPr>
        <p:spPr>
          <a:xfrm>
            <a:off x="268928" y="3689190"/>
            <a:ext cx="11541863" cy="899665"/>
          </a:xfrm>
        </p:spPr>
        <p:txBody>
          <a:bodyPr/>
          <a:lstStyle>
            <a:lvl1pPr algn="ctr">
              <a:defRPr baseline="0"/>
            </a:lvl1pPr>
          </a:lstStyle>
          <a:p>
            <a:r>
              <a:rPr lang="en-US" dirty="0"/>
              <a:t>Click to edit section name</a:t>
            </a:r>
          </a:p>
        </p:txBody>
      </p:sp>
      <p:sp>
        <p:nvSpPr>
          <p:cNvPr id="8" name="TextBox 7"/>
          <p:cNvSpPr txBox="1"/>
          <p:nvPr/>
        </p:nvSpPr>
        <p:spPr>
          <a:xfrm>
            <a:off x="778469" y="1024876"/>
            <a:ext cx="3740504" cy="1321387"/>
          </a:xfrm>
          <a:prstGeom prst="rect">
            <a:avLst/>
          </a:prstGeom>
          <a:noFill/>
        </p:spPr>
        <p:txBody>
          <a:bodyPr wrap="square" lIns="182880" tIns="146304" rIns="182880" bIns="146304" rtlCol="0">
            <a:spAutoFit/>
          </a:bodyPr>
          <a:lstStyle/>
          <a:p>
            <a:pPr marL="0" marR="0" lvl="0" indent="0" algn="ctr" defTabSz="914400" rtl="0" eaLnBrk="1" fontAlgn="auto" latinLnBrk="0" hangingPunct="1">
              <a:lnSpc>
                <a:spcPts val="4000"/>
              </a:lnSpc>
              <a:spcBef>
                <a:spcPts val="0"/>
              </a:spcBef>
              <a:spcAft>
                <a:spcPts val="0"/>
              </a:spcAft>
              <a:buClrTx/>
              <a:buSzTx/>
              <a:buFontTx/>
              <a:buNone/>
              <a:tabLst/>
              <a:defRPr/>
            </a:pPr>
            <a:r>
              <a:rPr kumimoji="0" lang="en-US" sz="3600" b="0" i="0" u="none" strike="noStrike" kern="1200" cap="none" spc="0" normalizeH="0" baseline="0" noProof="0" dirty="0">
                <a:ln>
                  <a:noFill/>
                </a:ln>
                <a:solidFill>
                  <a:srgbClr val="0070C0"/>
                </a:solidFill>
                <a:effectLst/>
                <a:uLnTx/>
                <a:uFillTx/>
                <a:latin typeface="Segoe UI Light"/>
                <a:ea typeface="+mn-ea"/>
                <a:cs typeface="+mn-cs"/>
              </a:rPr>
              <a:t>Engineer to Engineer</a:t>
            </a:r>
          </a:p>
        </p:txBody>
      </p:sp>
    </p:spTree>
    <p:extLst>
      <p:ext uri="{BB962C8B-B14F-4D97-AF65-F5344CB8AC3E}">
        <p14:creationId xmlns:p14="http://schemas.microsoft.com/office/powerpoint/2010/main" val="622893307"/>
      </p:ext>
    </p:extLst>
  </p:cSld>
  <p:clrMapOvr>
    <a:masterClrMapping/>
  </p:clrMapOvr>
  <p:transition>
    <p:fade/>
  </p:transition>
  <p:hf sldNum="0" hdr="0" dt="0"/>
</p:sldLayout>
</file>

<file path=ppt/slideLayouts/slideLayout123.xml><?xml version="1.0" encoding="utf-8"?>
<p:sldLayout xmlns:a="http://schemas.openxmlformats.org/drawingml/2006/main" xmlns:r="http://schemas.openxmlformats.org/officeDocument/2006/relationships" xmlns:p="http://schemas.openxmlformats.org/presentationml/2006/main" showMasterSp="0"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423460726"/>
      </p:ext>
    </p:extLst>
  </p:cSld>
  <p:clrMapOvr>
    <a:masterClrMapping/>
  </p:clrMapOvr>
  <p:transition>
    <p:fade/>
  </p:transition>
  <p:hf sldNum="0" hdr="0" dt="0"/>
</p:sldLayout>
</file>

<file path=ppt/slideLayouts/slideLayout124.xml><?xml version="1.0" encoding="utf-8"?>
<p:sldLayout xmlns:a="http://schemas.openxmlformats.org/drawingml/2006/main" xmlns:r="http://schemas.openxmlformats.org/officeDocument/2006/relationships" xmlns:p="http://schemas.openxmlformats.org/presentationml/2006/main" showMasterSp="0"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Tree>
    <p:extLst>
      <p:ext uri="{BB962C8B-B14F-4D97-AF65-F5344CB8AC3E}">
        <p14:creationId xmlns:p14="http://schemas.microsoft.com/office/powerpoint/2010/main" val="2984975424"/>
      </p:ext>
    </p:extLst>
  </p:cSld>
  <p:clrMapOvr>
    <a:masterClrMapping/>
  </p:clrMapOvr>
  <p:transition>
    <p:fade/>
  </p:transition>
  <p:hf sldNum="0" hdr="0" dt="0"/>
</p:sldLayout>
</file>

<file path=ppt/slideLayouts/slideLayout125.xml><?xml version="1.0" encoding="utf-8"?>
<p:sldLayout xmlns:a="http://schemas.openxmlformats.org/drawingml/2006/main" xmlns:r="http://schemas.openxmlformats.org/officeDocument/2006/relationships" xmlns:p="http://schemas.openxmlformats.org/presentationml/2006/main" showMasterSp="0" preserve="1">
  <p:cSld name="Code - Graphic Bottom">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9" name="Text Placeholder 8"/>
          <p:cNvSpPr>
            <a:spLocks noGrp="1"/>
          </p:cNvSpPr>
          <p:nvPr>
            <p:ph type="body" sz="quarter" idx="10"/>
          </p:nvPr>
        </p:nvSpPr>
        <p:spPr>
          <a:xfrm>
            <a:off x="269239" y="1411758"/>
            <a:ext cx="11653523" cy="4846429"/>
          </a:xfrm>
          <a:solidFill>
            <a:schemeClr val="tx1"/>
          </a:solidFill>
        </p:spPr>
        <p:txBody>
          <a:bodyPr/>
          <a:lstStyle>
            <a:lvl1pPr marL="0" indent="0">
              <a:buNone/>
              <a:defRPr sz="1961">
                <a:solidFill>
                  <a:schemeClr val="bg1"/>
                </a:solidFill>
                <a:latin typeface="Courier New" panose="02070309020205020404" pitchFamily="49" charset="0"/>
                <a:cs typeface="Courier New" panose="02070309020205020404" pitchFamily="49" charset="0"/>
              </a:defRPr>
            </a:lvl1pPr>
          </a:lstStyle>
          <a:p>
            <a:pPr lvl="0"/>
            <a:r>
              <a:rPr lang="en-US"/>
              <a:t>Edit Master text styles</a:t>
            </a:r>
          </a:p>
        </p:txBody>
      </p:sp>
    </p:spTree>
    <p:extLst>
      <p:ext uri="{BB962C8B-B14F-4D97-AF65-F5344CB8AC3E}">
        <p14:creationId xmlns:p14="http://schemas.microsoft.com/office/powerpoint/2010/main" val="1825280448"/>
      </p:ext>
    </p:extLst>
  </p:cSld>
  <p:clrMapOvr>
    <a:masterClrMapping/>
  </p:clrMapOvr>
  <p:transition>
    <p:fade/>
  </p:transition>
  <p:hf sldNum="0" hdr="0" dt="0"/>
</p:sldLayout>
</file>

<file path=ppt/slideLayouts/slideLayout126.xml><?xml version="1.0" encoding="utf-8"?>
<p:sldLayout xmlns:a="http://schemas.openxmlformats.org/drawingml/2006/main" xmlns:r="http://schemas.openxmlformats.org/officeDocument/2006/relationships" xmlns:p="http://schemas.openxmlformats.org/presentationml/2006/main" showMasterSp="0"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6" name="Content Placeholder 6"/>
          <p:cNvSpPr>
            <a:spLocks noGrp="1"/>
          </p:cNvSpPr>
          <p:nvPr>
            <p:ph sz="quarter" idx="10"/>
          </p:nvPr>
        </p:nvSpPr>
        <p:spPr>
          <a:xfrm>
            <a:off x="268288" y="1398397"/>
            <a:ext cx="11542503" cy="4451560"/>
          </a:xfrm>
        </p:spPr>
        <p:txBody>
          <a:bodyPr/>
          <a:lstStyle/>
          <a:p>
            <a:pPr lvl="0"/>
            <a:r>
              <a:rPr lang="en-US"/>
              <a:t>Edit Master text styles</a:t>
            </a:r>
          </a:p>
          <a:p>
            <a:pPr lvl="1"/>
            <a:r>
              <a:rPr lang="en-US"/>
              <a:t>Second level</a:t>
            </a:r>
          </a:p>
          <a:p>
            <a:pPr lvl="2"/>
            <a:r>
              <a:rPr lang="en-US"/>
              <a:t>Third level</a:t>
            </a:r>
          </a:p>
        </p:txBody>
      </p:sp>
    </p:spTree>
    <p:extLst>
      <p:ext uri="{BB962C8B-B14F-4D97-AF65-F5344CB8AC3E}">
        <p14:creationId xmlns:p14="http://schemas.microsoft.com/office/powerpoint/2010/main" val="2157208448"/>
      </p:ext>
    </p:extLst>
  </p:cSld>
  <p:clrMapOvr>
    <a:masterClrMapping/>
  </p:clrMapOvr>
  <p:transition>
    <p:fade/>
  </p:transition>
</p:sldLayout>
</file>

<file path=ppt/slideLayouts/slideLayout127.xml><?xml version="1.0" encoding="utf-8"?>
<p:sldLayout xmlns:a="http://schemas.openxmlformats.org/drawingml/2006/main" xmlns:r="http://schemas.openxmlformats.org/officeDocument/2006/relationships" xmlns:p="http://schemas.openxmlformats.org/presentationml/2006/main" showMasterSp="0" preserve="1">
  <p:cSld name="Title and Content - 2 Column">
    <p:spTree>
      <p:nvGrpSpPr>
        <p:cNvPr id="1" name=""/>
        <p:cNvGrpSpPr/>
        <p:nvPr/>
      </p:nvGrpSpPr>
      <p:grpSpPr>
        <a:xfrm>
          <a:off x="0" y="0"/>
          <a:ext cx="0" cy="0"/>
          <a:chOff x="0" y="0"/>
          <a:chExt cx="0" cy="0"/>
        </a:xfrm>
      </p:grpSpPr>
      <p:sp>
        <p:nvSpPr>
          <p:cNvPr id="5" name="Title 1"/>
          <p:cNvSpPr>
            <a:spLocks noGrp="1"/>
          </p:cNvSpPr>
          <p:nvPr>
            <p:ph type="title"/>
          </p:nvPr>
        </p:nvSpPr>
        <p:spPr>
          <a:xfrm>
            <a:off x="268930" y="291068"/>
            <a:ext cx="11653832" cy="899665"/>
          </a:xfrm>
        </p:spPr>
        <p:txBody>
          <a:bodyPr/>
          <a:lstStyle/>
          <a:p>
            <a:r>
              <a:rPr lang="en-US"/>
              <a:t>Click to edit Master title style</a:t>
            </a:r>
            <a:endParaRPr lang="en-US" dirty="0"/>
          </a:p>
        </p:txBody>
      </p:sp>
      <p:sp>
        <p:nvSpPr>
          <p:cNvPr id="7" name="Content Placeholder 6"/>
          <p:cNvSpPr>
            <a:spLocks noGrp="1"/>
          </p:cNvSpPr>
          <p:nvPr>
            <p:ph sz="quarter" idx="10"/>
          </p:nvPr>
        </p:nvSpPr>
        <p:spPr>
          <a:xfrm>
            <a:off x="268288" y="1387776"/>
            <a:ext cx="5494536" cy="1889748"/>
          </a:xfrm>
        </p:spPr>
        <p:txBody>
          <a:bodyPr/>
          <a:lstStyle/>
          <a:p>
            <a:pPr lvl="0"/>
            <a:r>
              <a:rPr lang="en-US"/>
              <a:t>Edit Master text styles</a:t>
            </a:r>
          </a:p>
          <a:p>
            <a:pPr lvl="1"/>
            <a:r>
              <a:rPr lang="en-US"/>
              <a:t>Second level</a:t>
            </a:r>
          </a:p>
          <a:p>
            <a:pPr lvl="2"/>
            <a:r>
              <a:rPr lang="en-US"/>
              <a:t>Third level</a:t>
            </a:r>
          </a:p>
        </p:txBody>
      </p:sp>
      <p:sp>
        <p:nvSpPr>
          <p:cNvPr id="8" name="Content Placeholder 6"/>
          <p:cNvSpPr>
            <a:spLocks noGrp="1"/>
          </p:cNvSpPr>
          <p:nvPr>
            <p:ph sz="quarter" idx="11"/>
          </p:nvPr>
        </p:nvSpPr>
        <p:spPr>
          <a:xfrm>
            <a:off x="6432242" y="1387776"/>
            <a:ext cx="5490520" cy="1889748"/>
          </a:xfrm>
        </p:spPr>
        <p:txBody>
          <a:bodyPr/>
          <a:lstStyle/>
          <a:p>
            <a:pPr lvl="0"/>
            <a:r>
              <a:rPr lang="en-US"/>
              <a:t>Edit Master text styles</a:t>
            </a:r>
          </a:p>
          <a:p>
            <a:pPr lvl="1"/>
            <a:r>
              <a:rPr lang="en-US"/>
              <a:t>Second level</a:t>
            </a:r>
          </a:p>
          <a:p>
            <a:pPr lvl="2"/>
            <a:r>
              <a:rPr lang="en-US"/>
              <a:t>Third level</a:t>
            </a:r>
          </a:p>
        </p:txBody>
      </p:sp>
    </p:spTree>
    <p:extLst>
      <p:ext uri="{BB962C8B-B14F-4D97-AF65-F5344CB8AC3E}">
        <p14:creationId xmlns:p14="http://schemas.microsoft.com/office/powerpoint/2010/main" val="1410648763"/>
      </p:ext>
    </p:extLst>
  </p:cSld>
  <p:clrMapOvr>
    <a:masterClrMapping/>
  </p:clrMapOvr>
  <p:transition>
    <p:fade/>
  </p:transition>
  <p:hf sldNum="0" hdr="0" dt="0"/>
</p:sldLayout>
</file>

<file path=ppt/slideLayouts/slideLayout128.xml><?xml version="1.0" encoding="utf-8"?>
<p:sldLayout xmlns:a="http://schemas.openxmlformats.org/drawingml/2006/main" xmlns:r="http://schemas.openxmlformats.org/officeDocument/2006/relationships" xmlns:p="http://schemas.openxmlformats.org/presentationml/2006/main" showMasterSp="0" preserve="1">
  <p:cSld name="Title and Compare">
    <p:spTree>
      <p:nvGrpSpPr>
        <p:cNvPr id="1" name=""/>
        <p:cNvGrpSpPr/>
        <p:nvPr/>
      </p:nvGrpSpPr>
      <p:grpSpPr>
        <a:xfrm>
          <a:off x="0" y="0"/>
          <a:ext cx="0" cy="0"/>
          <a:chOff x="0" y="0"/>
          <a:chExt cx="0" cy="0"/>
        </a:xfrm>
      </p:grpSpPr>
      <p:sp>
        <p:nvSpPr>
          <p:cNvPr id="7" name="Content Placeholder 6"/>
          <p:cNvSpPr>
            <a:spLocks noGrp="1"/>
          </p:cNvSpPr>
          <p:nvPr>
            <p:ph sz="quarter" idx="10"/>
          </p:nvPr>
        </p:nvSpPr>
        <p:spPr>
          <a:xfrm>
            <a:off x="293121" y="2253750"/>
            <a:ext cx="5378549" cy="1889748"/>
          </a:xfrm>
        </p:spPr>
        <p:txBody>
          <a:bodyPr/>
          <a:lstStyle/>
          <a:p>
            <a:pPr lvl="0"/>
            <a:r>
              <a:rPr lang="en-US"/>
              <a:t>Edit Master text styles</a:t>
            </a:r>
          </a:p>
          <a:p>
            <a:pPr lvl="1"/>
            <a:r>
              <a:rPr lang="en-US"/>
              <a:t>Second level</a:t>
            </a:r>
          </a:p>
          <a:p>
            <a:pPr lvl="2"/>
            <a:r>
              <a:rPr lang="en-US"/>
              <a:t>Third level</a:t>
            </a:r>
          </a:p>
        </p:txBody>
      </p:sp>
      <p:sp>
        <p:nvSpPr>
          <p:cNvPr id="8" name="Content Placeholder 6"/>
          <p:cNvSpPr>
            <a:spLocks noGrp="1"/>
          </p:cNvSpPr>
          <p:nvPr>
            <p:ph sz="quarter" idx="11"/>
          </p:nvPr>
        </p:nvSpPr>
        <p:spPr>
          <a:xfrm>
            <a:off x="6457075" y="2253750"/>
            <a:ext cx="5378549" cy="1889748"/>
          </a:xfrm>
        </p:spPr>
        <p:txBody>
          <a:bodyPr/>
          <a:lstStyle/>
          <a:p>
            <a:pPr lvl="0"/>
            <a:r>
              <a:rPr lang="en-US"/>
              <a:t>Edit Master text styles</a:t>
            </a:r>
          </a:p>
          <a:p>
            <a:pPr lvl="1"/>
            <a:r>
              <a:rPr lang="en-US"/>
              <a:t>Second level</a:t>
            </a:r>
          </a:p>
          <a:p>
            <a:pPr lvl="2"/>
            <a:r>
              <a:rPr lang="en-US"/>
              <a:t>Third level</a:t>
            </a:r>
          </a:p>
        </p:txBody>
      </p:sp>
      <p:sp>
        <p:nvSpPr>
          <p:cNvPr id="9" name="Content Placeholder 6"/>
          <p:cNvSpPr>
            <a:spLocks noGrp="1"/>
          </p:cNvSpPr>
          <p:nvPr>
            <p:ph sz="quarter" idx="12" hasCustomPrompt="1"/>
          </p:nvPr>
        </p:nvSpPr>
        <p:spPr>
          <a:xfrm>
            <a:off x="293761" y="1367394"/>
            <a:ext cx="5378549" cy="669927"/>
          </a:xfrm>
        </p:spPr>
        <p:txBody>
          <a:bodyPr/>
          <a:lstStyle>
            <a:lvl1pPr marL="0" indent="0">
              <a:buNone/>
              <a:defRPr sz="3529" b="1" baseline="0"/>
            </a:lvl1pPr>
          </a:lstStyle>
          <a:p>
            <a:pPr lvl="0"/>
            <a:r>
              <a:rPr lang="en-US" dirty="0"/>
              <a:t>Comparison 1</a:t>
            </a:r>
          </a:p>
        </p:txBody>
      </p:sp>
      <p:sp>
        <p:nvSpPr>
          <p:cNvPr id="10" name="Content Placeholder 6"/>
          <p:cNvSpPr>
            <a:spLocks noGrp="1"/>
          </p:cNvSpPr>
          <p:nvPr>
            <p:ph sz="quarter" idx="13" hasCustomPrompt="1"/>
          </p:nvPr>
        </p:nvSpPr>
        <p:spPr>
          <a:xfrm>
            <a:off x="6457715" y="1367394"/>
            <a:ext cx="5378549" cy="669927"/>
          </a:xfrm>
        </p:spPr>
        <p:txBody>
          <a:bodyPr/>
          <a:lstStyle>
            <a:lvl1pPr marL="0" indent="0">
              <a:buNone/>
              <a:defRPr sz="3529" b="1"/>
            </a:lvl1pPr>
          </a:lstStyle>
          <a:p>
            <a:pPr lvl="0"/>
            <a:r>
              <a:rPr lang="en-US" dirty="0"/>
              <a:t>Comparison 1</a:t>
            </a:r>
          </a:p>
        </p:txBody>
      </p:sp>
      <p:sp>
        <p:nvSpPr>
          <p:cNvPr id="11" name="Title 1"/>
          <p:cNvSpPr>
            <a:spLocks noGrp="1"/>
          </p:cNvSpPr>
          <p:nvPr>
            <p:ph type="title"/>
          </p:nvPr>
        </p:nvSpPr>
        <p:spPr>
          <a:xfrm>
            <a:off x="268930" y="291068"/>
            <a:ext cx="11653832" cy="899665"/>
          </a:xfrm>
        </p:spPr>
        <p:txBody>
          <a:bodyPr/>
          <a:lstStyle/>
          <a:p>
            <a:r>
              <a:rPr lang="en-US"/>
              <a:t>Click to edit Master title style</a:t>
            </a:r>
            <a:endParaRPr lang="en-US" dirty="0"/>
          </a:p>
        </p:txBody>
      </p:sp>
    </p:spTree>
    <p:extLst>
      <p:ext uri="{BB962C8B-B14F-4D97-AF65-F5344CB8AC3E}">
        <p14:creationId xmlns:p14="http://schemas.microsoft.com/office/powerpoint/2010/main" val="1693880097"/>
      </p:ext>
    </p:extLst>
  </p:cSld>
  <p:clrMapOvr>
    <a:masterClrMapping/>
  </p:clrMapOvr>
  <p:transition>
    <p:fade/>
  </p:transition>
  <p:hf sldNum="0" hdr="0" dt="0"/>
</p:sldLayout>
</file>

<file path=ppt/slideLayouts/slideLayout129.xml><?xml version="1.0" encoding="utf-8"?>
<p:sldLayout xmlns:a="http://schemas.openxmlformats.org/drawingml/2006/main" xmlns:r="http://schemas.openxmlformats.org/officeDocument/2006/relationships" xmlns:p="http://schemas.openxmlformats.org/presentationml/2006/main" showMasterSp="0" preserve="1">
  <p:cSld name="Demo">
    <p:spTree>
      <p:nvGrpSpPr>
        <p:cNvPr id="1" name=""/>
        <p:cNvGrpSpPr/>
        <p:nvPr/>
      </p:nvGrpSpPr>
      <p:grpSpPr>
        <a:xfrm>
          <a:off x="0" y="0"/>
          <a:ext cx="0" cy="0"/>
          <a:chOff x="0" y="0"/>
          <a:chExt cx="0" cy="0"/>
        </a:xfrm>
      </p:grpSpPr>
      <p:sp>
        <p:nvSpPr>
          <p:cNvPr id="7" name="Text Placeholder 3"/>
          <p:cNvSpPr>
            <a:spLocks noGrp="1"/>
          </p:cNvSpPr>
          <p:nvPr>
            <p:ph type="body" sz="quarter" idx="10" hasCustomPrompt="1"/>
          </p:nvPr>
        </p:nvSpPr>
        <p:spPr>
          <a:xfrm>
            <a:off x="475025" y="4533945"/>
            <a:ext cx="11240393" cy="683264"/>
          </a:xfrm>
        </p:spPr>
        <p:txBody>
          <a:bodyPr/>
          <a:lstStyle>
            <a:lvl1pPr marL="0" indent="0" algn="r">
              <a:buNone/>
              <a:defRPr sz="3600" i="0"/>
            </a:lvl1pPr>
            <a:lvl2pPr marL="336145" indent="0">
              <a:buNone/>
              <a:defRPr/>
            </a:lvl2pPr>
            <a:lvl3pPr marL="560241" indent="0">
              <a:buNone/>
              <a:defRPr/>
            </a:lvl3pPr>
            <a:lvl4pPr marL="784338" indent="0">
              <a:buNone/>
              <a:defRPr/>
            </a:lvl4pPr>
            <a:lvl5pPr marL="1008435" indent="0">
              <a:buNone/>
              <a:defRPr/>
            </a:lvl5pPr>
          </a:lstStyle>
          <a:p>
            <a:pPr lvl="0"/>
            <a:r>
              <a:rPr lang="en-US" dirty="0"/>
              <a:t>Click to edit demo name</a:t>
            </a:r>
          </a:p>
        </p:txBody>
      </p:sp>
      <p:sp>
        <p:nvSpPr>
          <p:cNvPr id="8" name="TextBox 7"/>
          <p:cNvSpPr txBox="1"/>
          <p:nvPr/>
        </p:nvSpPr>
        <p:spPr>
          <a:xfrm>
            <a:off x="7569411" y="2655027"/>
            <a:ext cx="4146007" cy="1888209"/>
          </a:xfrm>
          <a:prstGeom prst="rect">
            <a:avLst/>
          </a:prstGeom>
          <a:noFill/>
        </p:spPr>
        <p:txBody>
          <a:bodyPr wrap="none" lIns="182880" tIns="146304" rIns="182880" bIns="146304" rtlCol="0">
            <a:spAutoFit/>
          </a:bodyPr>
          <a:lstStyle/>
          <a:p>
            <a:pPr marL="0" marR="0" lvl="0" indent="0" algn="l" defTabSz="914400" rtl="0" eaLnBrk="1" fontAlgn="auto" latinLnBrk="0" hangingPunct="1">
              <a:lnSpc>
                <a:spcPct val="90000"/>
              </a:lnSpc>
              <a:spcBef>
                <a:spcPts val="0"/>
              </a:spcBef>
              <a:spcAft>
                <a:spcPts val="600"/>
              </a:spcAft>
              <a:buClrTx/>
              <a:buSzTx/>
              <a:buFontTx/>
              <a:buNone/>
              <a:tabLst/>
              <a:defRPr/>
            </a:pPr>
            <a:r>
              <a:rPr kumimoji="0" lang="en-US" sz="11500" b="0" i="0" u="none" strike="noStrike" kern="1200" cap="none" spc="0" normalizeH="0" baseline="0" noProof="0" dirty="0">
                <a:ln>
                  <a:noFill/>
                </a:ln>
                <a:gradFill>
                  <a:gsLst>
                    <a:gs pos="2917">
                      <a:prstClr val="white"/>
                    </a:gs>
                    <a:gs pos="30000">
                      <a:prstClr val="white"/>
                    </a:gs>
                  </a:gsLst>
                  <a:lin ang="5400000" scaled="0"/>
                </a:gradFill>
                <a:effectLst/>
                <a:uLnTx/>
                <a:uFillTx/>
                <a:latin typeface="Segoe UI Light"/>
                <a:ea typeface="+mn-ea"/>
                <a:cs typeface="+mn-cs"/>
              </a:rPr>
              <a:t>Demo</a:t>
            </a:r>
          </a:p>
        </p:txBody>
      </p:sp>
      <p:pic>
        <p:nvPicPr>
          <p:cNvPr id="6" name="Picture 5"/>
          <p:cNvPicPr>
            <a:picLocks noChangeAspect="1"/>
          </p:cNvPicPr>
          <p:nvPr/>
        </p:nvPicPr>
        <p:blipFill>
          <a:blip r:embed="rId2"/>
          <a:stretch>
            <a:fillRect/>
          </a:stretch>
        </p:blipFill>
        <p:spPr>
          <a:xfrm>
            <a:off x="0" y="0"/>
            <a:ext cx="12192000" cy="2858788"/>
          </a:xfrm>
          <a:prstGeom prst="rect">
            <a:avLst/>
          </a:prstGeom>
        </p:spPr>
      </p:pic>
      <p:sp>
        <p:nvSpPr>
          <p:cNvPr id="9" name="TextBox 8"/>
          <p:cNvSpPr txBox="1"/>
          <p:nvPr/>
        </p:nvSpPr>
        <p:spPr>
          <a:xfrm>
            <a:off x="778469" y="1024876"/>
            <a:ext cx="3740504" cy="1321387"/>
          </a:xfrm>
          <a:prstGeom prst="rect">
            <a:avLst/>
          </a:prstGeom>
          <a:noFill/>
        </p:spPr>
        <p:txBody>
          <a:bodyPr wrap="square" lIns="182880" tIns="146304" rIns="182880" bIns="146304" rtlCol="0">
            <a:spAutoFit/>
          </a:bodyPr>
          <a:lstStyle/>
          <a:p>
            <a:pPr marL="0" marR="0" lvl="0" indent="0" algn="ctr" defTabSz="914400" rtl="0" eaLnBrk="1" fontAlgn="auto" latinLnBrk="0" hangingPunct="1">
              <a:lnSpc>
                <a:spcPts val="4000"/>
              </a:lnSpc>
              <a:spcBef>
                <a:spcPts val="0"/>
              </a:spcBef>
              <a:spcAft>
                <a:spcPts val="0"/>
              </a:spcAft>
              <a:buClrTx/>
              <a:buSzTx/>
              <a:buFontTx/>
              <a:buNone/>
              <a:tabLst/>
              <a:defRPr/>
            </a:pPr>
            <a:r>
              <a:rPr kumimoji="0" lang="en-US" sz="3600" b="0" i="0" u="none" strike="noStrike" kern="1200" cap="none" spc="0" normalizeH="0" baseline="0" noProof="0" dirty="0">
                <a:ln>
                  <a:noFill/>
                </a:ln>
                <a:solidFill>
                  <a:srgbClr val="0070C0"/>
                </a:solidFill>
                <a:effectLst/>
                <a:uLnTx/>
                <a:uFillTx/>
                <a:latin typeface="Segoe UI Light"/>
                <a:ea typeface="+mn-ea"/>
                <a:cs typeface="+mn-cs"/>
              </a:rPr>
              <a:t>Engineer to Engineer</a:t>
            </a:r>
          </a:p>
        </p:txBody>
      </p:sp>
    </p:spTree>
    <p:extLst>
      <p:ext uri="{BB962C8B-B14F-4D97-AF65-F5344CB8AC3E}">
        <p14:creationId xmlns:p14="http://schemas.microsoft.com/office/powerpoint/2010/main" val="41582618"/>
      </p:ext>
    </p:extLst>
  </p:cSld>
  <p:clrMapOvr>
    <a:masterClrMapping/>
  </p:clrMapOvr>
  <p:transition>
    <p:fade/>
  </p:transition>
  <p:hf sldNum="0" hdr="0" dt="0"/>
</p:sldLayout>
</file>

<file path=ppt/slideLayouts/slideLayout130.xml><?xml version="1.0" encoding="utf-8"?>
<p:sldLayout xmlns:a="http://schemas.openxmlformats.org/drawingml/2006/main" xmlns:r="http://schemas.openxmlformats.org/officeDocument/2006/relationships" xmlns:p="http://schemas.openxmlformats.org/presentationml/2006/main" showMasterSp="0" preserve="1">
  <p:cSld name="Survey Ask">
    <p:spTree>
      <p:nvGrpSpPr>
        <p:cNvPr id="1" name=""/>
        <p:cNvGrpSpPr/>
        <p:nvPr/>
      </p:nvGrpSpPr>
      <p:grpSpPr>
        <a:xfrm>
          <a:off x="0" y="0"/>
          <a:ext cx="0" cy="0"/>
          <a:chOff x="0" y="0"/>
          <a:chExt cx="0" cy="0"/>
        </a:xfrm>
      </p:grpSpPr>
      <p:sp>
        <p:nvSpPr>
          <p:cNvPr id="3" name="TextBox 2"/>
          <p:cNvSpPr txBox="1"/>
          <p:nvPr/>
        </p:nvSpPr>
        <p:spPr>
          <a:xfrm>
            <a:off x="268927" y="1541206"/>
            <a:ext cx="11541863" cy="2665345"/>
          </a:xfrm>
          <a:prstGeom prst="rect">
            <a:avLst/>
          </a:prstGeom>
          <a:noFill/>
        </p:spPr>
        <p:txBody>
          <a:bodyPr wrap="square" lIns="182880" tIns="146304" rIns="182880" bIns="146304" rtlCol="0">
            <a:spAutoFit/>
          </a:bodyPr>
          <a:lstStyle/>
          <a:p>
            <a:pPr algn="ctr">
              <a:lnSpc>
                <a:spcPct val="90000"/>
              </a:lnSpc>
              <a:spcAft>
                <a:spcPts val="600"/>
              </a:spcAft>
            </a:pPr>
            <a:r>
              <a:rPr lang="en-US" sz="4000" dirty="0">
                <a:gradFill>
                  <a:gsLst>
                    <a:gs pos="2917">
                      <a:schemeClr val="tx1"/>
                    </a:gs>
                    <a:gs pos="30000">
                      <a:schemeClr val="tx1"/>
                    </a:gs>
                  </a:gsLst>
                  <a:lin ang="5400000" scaled="0"/>
                </a:gradFill>
                <a:latin typeface="+mj-lt"/>
              </a:rPr>
              <a:t>Your</a:t>
            </a:r>
            <a:r>
              <a:rPr lang="en-US" sz="4000" baseline="0" dirty="0">
                <a:gradFill>
                  <a:gsLst>
                    <a:gs pos="2917">
                      <a:schemeClr val="tx1"/>
                    </a:gs>
                    <a:gs pos="30000">
                      <a:schemeClr val="tx1"/>
                    </a:gs>
                  </a:gsLst>
                  <a:lin ang="5400000" scaled="0"/>
                </a:gradFill>
                <a:latin typeface="+mj-lt"/>
              </a:rPr>
              <a:t> </a:t>
            </a:r>
            <a:r>
              <a:rPr lang="en-US" sz="4000" b="0" i="0" baseline="0" dirty="0">
                <a:gradFill>
                  <a:gsLst>
                    <a:gs pos="2917">
                      <a:schemeClr val="tx1"/>
                    </a:gs>
                    <a:gs pos="30000">
                      <a:schemeClr val="tx1"/>
                    </a:gs>
                  </a:gsLst>
                  <a:lin ang="5400000" scaled="0"/>
                </a:gradFill>
                <a:latin typeface="+mj-lt"/>
              </a:rPr>
              <a:t>anonymous</a:t>
            </a:r>
            <a:r>
              <a:rPr lang="en-US" sz="4000" baseline="0" dirty="0">
                <a:gradFill>
                  <a:gsLst>
                    <a:gs pos="2917">
                      <a:schemeClr val="tx1"/>
                    </a:gs>
                    <a:gs pos="30000">
                      <a:schemeClr val="tx1"/>
                    </a:gs>
                  </a:gsLst>
                  <a:lin ang="5400000" scaled="0"/>
                </a:gradFill>
                <a:latin typeface="+mj-lt"/>
              </a:rPr>
              <a:t> feedback is greatly appreciated.</a:t>
            </a:r>
          </a:p>
          <a:p>
            <a:pPr algn="ctr">
              <a:lnSpc>
                <a:spcPct val="90000"/>
              </a:lnSpc>
              <a:spcAft>
                <a:spcPts val="600"/>
              </a:spcAft>
            </a:pPr>
            <a:endParaRPr lang="en-US" sz="4000" baseline="0" dirty="0">
              <a:gradFill>
                <a:gsLst>
                  <a:gs pos="2917">
                    <a:schemeClr val="tx1"/>
                  </a:gs>
                  <a:gs pos="30000">
                    <a:schemeClr val="tx1"/>
                  </a:gs>
                </a:gsLst>
                <a:lin ang="5400000" scaled="0"/>
              </a:gradFill>
              <a:latin typeface="+mj-lt"/>
            </a:endParaRPr>
          </a:p>
          <a:p>
            <a:pPr algn="ctr">
              <a:lnSpc>
                <a:spcPct val="90000"/>
              </a:lnSpc>
              <a:spcAft>
                <a:spcPts val="600"/>
              </a:spcAft>
            </a:pPr>
            <a:r>
              <a:rPr lang="en-US" sz="4000" baseline="0" dirty="0">
                <a:gradFill>
                  <a:gsLst>
                    <a:gs pos="2917">
                      <a:schemeClr val="tx1"/>
                    </a:gs>
                    <a:gs pos="30000">
                      <a:schemeClr val="tx1"/>
                    </a:gs>
                  </a:gsLst>
                  <a:lin ang="5400000" scaled="0"/>
                </a:gradFill>
                <a:latin typeface="+mj-lt"/>
              </a:rPr>
              <a:t>Please rate this session at the end of the day at the URL below.</a:t>
            </a:r>
            <a:endParaRPr lang="en-US" sz="4000" dirty="0">
              <a:gradFill>
                <a:gsLst>
                  <a:gs pos="2917">
                    <a:schemeClr val="tx1"/>
                  </a:gs>
                  <a:gs pos="30000">
                    <a:schemeClr val="tx1"/>
                  </a:gs>
                </a:gsLst>
                <a:lin ang="5400000" scaled="0"/>
              </a:gradFill>
              <a:latin typeface="+mj-lt"/>
            </a:endParaRPr>
          </a:p>
        </p:txBody>
      </p:sp>
      <p:sp>
        <p:nvSpPr>
          <p:cNvPr id="4" name="Text Placeholder 3"/>
          <p:cNvSpPr>
            <a:spLocks noGrp="1"/>
          </p:cNvSpPr>
          <p:nvPr>
            <p:ph type="body" sz="quarter" idx="10" hasCustomPrompt="1"/>
          </p:nvPr>
        </p:nvSpPr>
        <p:spPr>
          <a:xfrm>
            <a:off x="268928" y="4880532"/>
            <a:ext cx="11541862" cy="1098762"/>
          </a:xfrm>
        </p:spPr>
        <p:txBody>
          <a:bodyPr/>
          <a:lstStyle>
            <a:lvl1pPr marL="0" indent="0" algn="ctr">
              <a:buNone/>
              <a:defRPr sz="6600" i="0">
                <a:latin typeface="+mn-lt"/>
              </a:defRPr>
            </a:lvl1pPr>
            <a:lvl2pPr marL="336145" indent="0">
              <a:buNone/>
              <a:defRPr/>
            </a:lvl2pPr>
            <a:lvl3pPr marL="560241" indent="0">
              <a:buNone/>
              <a:defRPr/>
            </a:lvl3pPr>
            <a:lvl4pPr marL="784338" indent="0">
              <a:buNone/>
              <a:defRPr/>
            </a:lvl4pPr>
            <a:lvl5pPr marL="1008435" indent="0">
              <a:buNone/>
              <a:defRPr/>
            </a:lvl5pPr>
          </a:lstStyle>
          <a:p>
            <a:pPr lvl="0"/>
            <a:r>
              <a:rPr lang="en-US" dirty="0"/>
              <a:t>Click to edit survey URL</a:t>
            </a:r>
          </a:p>
        </p:txBody>
      </p:sp>
      <p:sp>
        <p:nvSpPr>
          <p:cNvPr id="5" name="TextBox 4"/>
          <p:cNvSpPr txBox="1"/>
          <p:nvPr/>
        </p:nvSpPr>
        <p:spPr>
          <a:xfrm>
            <a:off x="268926" y="208533"/>
            <a:ext cx="11541863" cy="1209562"/>
          </a:xfrm>
          <a:prstGeom prst="rect">
            <a:avLst/>
          </a:prstGeom>
          <a:noFill/>
        </p:spPr>
        <p:txBody>
          <a:bodyPr wrap="square" lIns="182880" tIns="146304" rIns="182880" bIns="146304" rtlCol="0">
            <a:spAutoFit/>
          </a:bodyPr>
          <a:lstStyle/>
          <a:p>
            <a:pPr algn="ctr">
              <a:lnSpc>
                <a:spcPct val="90000"/>
              </a:lnSpc>
              <a:spcAft>
                <a:spcPts val="600"/>
              </a:spcAft>
            </a:pPr>
            <a:r>
              <a:rPr lang="en-US" sz="6600" dirty="0">
                <a:gradFill>
                  <a:gsLst>
                    <a:gs pos="2917">
                      <a:schemeClr val="tx1"/>
                    </a:gs>
                    <a:gs pos="30000">
                      <a:schemeClr val="tx1"/>
                    </a:gs>
                  </a:gsLst>
                  <a:lin ang="5400000" scaled="0"/>
                </a:gradFill>
                <a:latin typeface="+mj-lt"/>
              </a:rPr>
              <a:t>Thank You!</a:t>
            </a:r>
          </a:p>
        </p:txBody>
      </p:sp>
    </p:spTree>
    <p:extLst>
      <p:ext uri="{BB962C8B-B14F-4D97-AF65-F5344CB8AC3E}">
        <p14:creationId xmlns:p14="http://schemas.microsoft.com/office/powerpoint/2010/main" val="3133162817"/>
      </p:ext>
    </p:extLst>
  </p:cSld>
  <p:clrMapOvr>
    <a:masterClrMapping/>
  </p:clrMapOvr>
  <p:transition>
    <p:fade/>
  </p:transition>
  <p:hf sldNum="0" hdr="0" dt="0"/>
</p:sldLayout>
</file>

<file path=ppt/slideLayouts/slideLayout131.xml><?xml version="1.0" encoding="utf-8"?>
<p:sldLayout xmlns:a="http://schemas.openxmlformats.org/drawingml/2006/main" xmlns:r="http://schemas.openxmlformats.org/officeDocument/2006/relationships" xmlns:p="http://schemas.openxmlformats.org/presentationml/2006/main" showMasterSp="0">
  <p:cSld name="Ending Slide">
    <p:spTree>
      <p:nvGrpSpPr>
        <p:cNvPr id="1" name=""/>
        <p:cNvGrpSpPr/>
        <p:nvPr/>
      </p:nvGrpSpPr>
      <p:grpSpPr>
        <a:xfrm>
          <a:off x="0" y="0"/>
          <a:ext cx="0" cy="0"/>
          <a:chOff x="0" y="0"/>
          <a:chExt cx="0" cy="0"/>
        </a:xfrm>
      </p:grpSpPr>
      <p:pic>
        <p:nvPicPr>
          <p:cNvPr id="6" name="Picture 5"/>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bwMode="invGray">
          <a:xfrm>
            <a:off x="269239" y="3975398"/>
            <a:ext cx="3575287" cy="765878"/>
          </a:xfrm>
          <a:prstGeom prst="rect">
            <a:avLst/>
          </a:prstGeom>
        </p:spPr>
      </p:pic>
      <p:sp>
        <p:nvSpPr>
          <p:cNvPr id="4" name="Text Box 3"/>
          <p:cNvSpPr txBox="1">
            <a:spLocks noChangeArrowheads="1"/>
          </p:cNvSpPr>
          <p:nvPr/>
        </p:nvSpPr>
        <p:spPr bwMode="blackWhite">
          <a:xfrm>
            <a:off x="269239" y="5621781"/>
            <a:ext cx="11617961" cy="706038"/>
          </a:xfrm>
          <a:prstGeom prst="rect">
            <a:avLst/>
          </a:prstGeom>
          <a:noFill/>
          <a:ln w="12700">
            <a:noFill/>
            <a:miter lim="800000"/>
            <a:headEnd type="none" w="sm" len="sm"/>
            <a:tailEnd type="none" w="sm" len="sm"/>
          </a:ln>
          <a:effectLst/>
        </p:spPr>
        <p:txBody>
          <a:bodyPr vert="horz" wrap="square" lIns="89607" tIns="44805" rIns="89607" bIns="44805" numCol="1" anchor="t" anchorCtr="0" compatLnSpc="1">
            <a:prstTxWarp prst="textNoShape">
              <a:avLst/>
            </a:prstTxWarp>
            <a:spAutoFit/>
          </a:bodyPr>
          <a:lstStyle/>
          <a:p>
            <a:pPr defTabSz="895888" eaLnBrk="0" hangingPunct="0"/>
            <a:r>
              <a:rPr lang="en-US" sz="1000" dirty="0">
                <a:gradFill>
                  <a:gsLst>
                    <a:gs pos="11940">
                      <a:srgbClr val="FFFFFF"/>
                    </a:gs>
                    <a:gs pos="24000">
                      <a:srgbClr val="FFFFFF"/>
                    </a:gs>
                  </a:gsLst>
                  <a:lin ang="5400000" scaled="0"/>
                </a:gradFill>
                <a:cs typeface="Arial" charset="0"/>
              </a:rPr>
              <a:t>© 2015 Microsoft Corporation. All rights reserved. Microsoft, Windows, Windows Vista and other product names are or may be registered trademarks and/or trademarks in the U.S. and/or other countries.</a:t>
            </a:r>
          </a:p>
          <a:p>
            <a:pPr defTabSz="895888" eaLnBrk="0" hangingPunct="0"/>
            <a:r>
              <a:rPr lang="en-US" sz="1000" dirty="0">
                <a:gradFill>
                  <a:gsLst>
                    <a:gs pos="11940">
                      <a:srgbClr val="FFFFFF"/>
                    </a:gs>
                    <a:gs pos="24000">
                      <a:srgbClr val="FFFFFF"/>
                    </a:gs>
                  </a:gsLst>
                  <a:lin ang="5400000" scaled="0"/>
                </a:gradFill>
                <a:cs typeface="Arial" charset="0"/>
              </a:rPr>
              <a:t>The information herein is for informational purposes only and represents the current view of Microsoft Corporation as of the date of this presentation.  Because Microsoft must respond to changing market conditions, it should not be interpreted to be a commitment on the part of Microsoft, and Microsoft cannot guarantee the accuracy of any information provided after the date of this presentation.  MICROSOFT MAKES NO WARRANTIES, EXPRESS, IMPLIED OR STATUTORY, AS TO THE INFORMATION IN THIS PRESENTATION.</a:t>
            </a:r>
          </a:p>
        </p:txBody>
      </p:sp>
    </p:spTree>
    <p:extLst>
      <p:ext uri="{BB962C8B-B14F-4D97-AF65-F5344CB8AC3E}">
        <p14:creationId xmlns:p14="http://schemas.microsoft.com/office/powerpoint/2010/main" val="2441566328"/>
      </p:ext>
    </p:extLst>
  </p:cSld>
  <p:clrMapOvr>
    <a:masterClrMapping/>
  </p:clrMapOvr>
  <p:transition>
    <p:fade/>
  </p:transition>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image" Target="../media/image1.png"/><Relationship Id="rId21" Type="http://schemas.openxmlformats.org/officeDocument/2006/relationships/slideLayout" Target="../slideLayouts/slideLayout21.xml"/><Relationship Id="rId34" Type="http://schemas.openxmlformats.org/officeDocument/2006/relationships/slideLayout" Target="../slideLayouts/slideLayout34.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image" Target="../media/image2.png"/><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8" Type="http://schemas.openxmlformats.org/officeDocument/2006/relationships/slideLayout" Target="../slideLayouts/slideLayout8.xml"/><Relationship Id="rId3" Type="http://schemas.openxmlformats.org/officeDocument/2006/relationships/slideLayout" Target="../slideLayouts/slideLayout3.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45.xml"/><Relationship Id="rId13" Type="http://schemas.openxmlformats.org/officeDocument/2006/relationships/slideLayout" Target="../slideLayouts/slideLayout50.xml"/><Relationship Id="rId18" Type="http://schemas.openxmlformats.org/officeDocument/2006/relationships/theme" Target="../theme/theme2.xml"/><Relationship Id="rId3" Type="http://schemas.openxmlformats.org/officeDocument/2006/relationships/slideLayout" Target="../slideLayouts/slideLayout40.xml"/><Relationship Id="rId7" Type="http://schemas.openxmlformats.org/officeDocument/2006/relationships/slideLayout" Target="../slideLayouts/slideLayout44.xml"/><Relationship Id="rId12" Type="http://schemas.openxmlformats.org/officeDocument/2006/relationships/slideLayout" Target="../slideLayouts/slideLayout49.xml"/><Relationship Id="rId17" Type="http://schemas.openxmlformats.org/officeDocument/2006/relationships/slideLayout" Target="../slideLayouts/slideLayout54.xml"/><Relationship Id="rId2" Type="http://schemas.openxmlformats.org/officeDocument/2006/relationships/slideLayout" Target="../slideLayouts/slideLayout39.xml"/><Relationship Id="rId16" Type="http://schemas.openxmlformats.org/officeDocument/2006/relationships/slideLayout" Target="../slideLayouts/slideLayout53.xml"/><Relationship Id="rId1" Type="http://schemas.openxmlformats.org/officeDocument/2006/relationships/slideLayout" Target="../slideLayouts/slideLayout38.xml"/><Relationship Id="rId6" Type="http://schemas.openxmlformats.org/officeDocument/2006/relationships/slideLayout" Target="../slideLayouts/slideLayout43.xml"/><Relationship Id="rId11" Type="http://schemas.openxmlformats.org/officeDocument/2006/relationships/slideLayout" Target="../slideLayouts/slideLayout48.xml"/><Relationship Id="rId5" Type="http://schemas.openxmlformats.org/officeDocument/2006/relationships/slideLayout" Target="../slideLayouts/slideLayout42.xml"/><Relationship Id="rId15" Type="http://schemas.openxmlformats.org/officeDocument/2006/relationships/slideLayout" Target="../slideLayouts/slideLayout52.xml"/><Relationship Id="rId10" Type="http://schemas.openxmlformats.org/officeDocument/2006/relationships/slideLayout" Target="../slideLayouts/slideLayout47.xml"/><Relationship Id="rId19" Type="http://schemas.openxmlformats.org/officeDocument/2006/relationships/image" Target="../media/image12.png"/><Relationship Id="rId4" Type="http://schemas.openxmlformats.org/officeDocument/2006/relationships/slideLayout" Target="../slideLayouts/slideLayout41.xml"/><Relationship Id="rId9" Type="http://schemas.openxmlformats.org/officeDocument/2006/relationships/slideLayout" Target="../slideLayouts/slideLayout46.xml"/><Relationship Id="rId14" Type="http://schemas.openxmlformats.org/officeDocument/2006/relationships/slideLayout" Target="../slideLayouts/slideLayout51.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62.xml"/><Relationship Id="rId13" Type="http://schemas.openxmlformats.org/officeDocument/2006/relationships/slideLayout" Target="../slideLayouts/slideLayout67.xml"/><Relationship Id="rId18" Type="http://schemas.openxmlformats.org/officeDocument/2006/relationships/theme" Target="../theme/theme3.xml"/><Relationship Id="rId3" Type="http://schemas.openxmlformats.org/officeDocument/2006/relationships/slideLayout" Target="../slideLayouts/slideLayout57.xml"/><Relationship Id="rId7" Type="http://schemas.openxmlformats.org/officeDocument/2006/relationships/slideLayout" Target="../slideLayouts/slideLayout61.xml"/><Relationship Id="rId12" Type="http://schemas.openxmlformats.org/officeDocument/2006/relationships/slideLayout" Target="../slideLayouts/slideLayout66.xml"/><Relationship Id="rId17" Type="http://schemas.openxmlformats.org/officeDocument/2006/relationships/slideLayout" Target="../slideLayouts/slideLayout71.xml"/><Relationship Id="rId2" Type="http://schemas.openxmlformats.org/officeDocument/2006/relationships/slideLayout" Target="../slideLayouts/slideLayout56.xml"/><Relationship Id="rId16" Type="http://schemas.openxmlformats.org/officeDocument/2006/relationships/slideLayout" Target="../slideLayouts/slideLayout70.xml"/><Relationship Id="rId1" Type="http://schemas.openxmlformats.org/officeDocument/2006/relationships/slideLayout" Target="../slideLayouts/slideLayout55.xml"/><Relationship Id="rId6" Type="http://schemas.openxmlformats.org/officeDocument/2006/relationships/slideLayout" Target="../slideLayouts/slideLayout60.xml"/><Relationship Id="rId11" Type="http://schemas.openxmlformats.org/officeDocument/2006/relationships/slideLayout" Target="../slideLayouts/slideLayout65.xml"/><Relationship Id="rId5" Type="http://schemas.openxmlformats.org/officeDocument/2006/relationships/slideLayout" Target="../slideLayouts/slideLayout59.xml"/><Relationship Id="rId15" Type="http://schemas.openxmlformats.org/officeDocument/2006/relationships/slideLayout" Target="../slideLayouts/slideLayout69.xml"/><Relationship Id="rId10" Type="http://schemas.openxmlformats.org/officeDocument/2006/relationships/slideLayout" Target="../slideLayouts/slideLayout64.xml"/><Relationship Id="rId19" Type="http://schemas.openxmlformats.org/officeDocument/2006/relationships/image" Target="../media/image12.png"/><Relationship Id="rId4" Type="http://schemas.openxmlformats.org/officeDocument/2006/relationships/slideLayout" Target="../slideLayouts/slideLayout58.xml"/><Relationship Id="rId9" Type="http://schemas.openxmlformats.org/officeDocument/2006/relationships/slideLayout" Target="../slideLayouts/slideLayout63.xml"/><Relationship Id="rId14" Type="http://schemas.openxmlformats.org/officeDocument/2006/relationships/slideLayout" Target="../slideLayouts/slideLayout68.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79.xml"/><Relationship Id="rId13" Type="http://schemas.openxmlformats.org/officeDocument/2006/relationships/slideLayout" Target="../slideLayouts/slideLayout84.xml"/><Relationship Id="rId3" Type="http://schemas.openxmlformats.org/officeDocument/2006/relationships/slideLayout" Target="../slideLayouts/slideLayout74.xml"/><Relationship Id="rId7" Type="http://schemas.openxmlformats.org/officeDocument/2006/relationships/slideLayout" Target="../slideLayouts/slideLayout78.xml"/><Relationship Id="rId12" Type="http://schemas.openxmlformats.org/officeDocument/2006/relationships/slideLayout" Target="../slideLayouts/slideLayout83.xml"/><Relationship Id="rId2" Type="http://schemas.openxmlformats.org/officeDocument/2006/relationships/slideLayout" Target="../slideLayouts/slideLayout73.xml"/><Relationship Id="rId1" Type="http://schemas.openxmlformats.org/officeDocument/2006/relationships/slideLayout" Target="../slideLayouts/slideLayout72.xml"/><Relationship Id="rId6" Type="http://schemas.openxmlformats.org/officeDocument/2006/relationships/slideLayout" Target="../slideLayouts/slideLayout77.xml"/><Relationship Id="rId11" Type="http://schemas.openxmlformats.org/officeDocument/2006/relationships/slideLayout" Target="../slideLayouts/slideLayout82.xml"/><Relationship Id="rId5" Type="http://schemas.openxmlformats.org/officeDocument/2006/relationships/slideLayout" Target="../slideLayouts/slideLayout76.xml"/><Relationship Id="rId15" Type="http://schemas.openxmlformats.org/officeDocument/2006/relationships/theme" Target="../theme/theme4.xml"/><Relationship Id="rId10" Type="http://schemas.openxmlformats.org/officeDocument/2006/relationships/slideLayout" Target="../slideLayouts/slideLayout81.xml"/><Relationship Id="rId4" Type="http://schemas.openxmlformats.org/officeDocument/2006/relationships/slideLayout" Target="../slideLayouts/slideLayout75.xml"/><Relationship Id="rId9" Type="http://schemas.openxmlformats.org/officeDocument/2006/relationships/slideLayout" Target="../slideLayouts/slideLayout80.xml"/><Relationship Id="rId14" Type="http://schemas.openxmlformats.org/officeDocument/2006/relationships/slideLayout" Target="../slideLayouts/slideLayout85.xml"/></Relationships>
</file>

<file path=ppt/slideMasters/_rels/slideMaster5.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slideLayout" Target="../slideLayouts/slideLayout88.xml"/><Relationship Id="rId7" Type="http://schemas.openxmlformats.org/officeDocument/2006/relationships/theme" Target="../theme/theme5.xml"/><Relationship Id="rId2" Type="http://schemas.openxmlformats.org/officeDocument/2006/relationships/slideLayout" Target="../slideLayouts/slideLayout87.xml"/><Relationship Id="rId1" Type="http://schemas.openxmlformats.org/officeDocument/2006/relationships/slideLayout" Target="../slideLayouts/slideLayout86.xml"/><Relationship Id="rId6" Type="http://schemas.openxmlformats.org/officeDocument/2006/relationships/slideLayout" Target="../slideLayouts/slideLayout91.xml"/><Relationship Id="rId5" Type="http://schemas.openxmlformats.org/officeDocument/2006/relationships/slideLayout" Target="../slideLayouts/slideLayout90.xml"/><Relationship Id="rId4" Type="http://schemas.openxmlformats.org/officeDocument/2006/relationships/slideLayout" Target="../slideLayouts/slideLayout89.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99.xml"/><Relationship Id="rId13" Type="http://schemas.openxmlformats.org/officeDocument/2006/relationships/slideLayout" Target="../slideLayouts/slideLayout104.xml"/><Relationship Id="rId18" Type="http://schemas.openxmlformats.org/officeDocument/2006/relationships/slideLayout" Target="../slideLayouts/slideLayout109.xml"/><Relationship Id="rId3" Type="http://schemas.openxmlformats.org/officeDocument/2006/relationships/slideLayout" Target="../slideLayouts/slideLayout94.xml"/><Relationship Id="rId7" Type="http://schemas.openxmlformats.org/officeDocument/2006/relationships/slideLayout" Target="../slideLayouts/slideLayout98.xml"/><Relationship Id="rId12" Type="http://schemas.openxmlformats.org/officeDocument/2006/relationships/slideLayout" Target="../slideLayouts/slideLayout103.xml"/><Relationship Id="rId17" Type="http://schemas.openxmlformats.org/officeDocument/2006/relationships/slideLayout" Target="../slideLayouts/slideLayout108.xml"/><Relationship Id="rId2" Type="http://schemas.openxmlformats.org/officeDocument/2006/relationships/slideLayout" Target="../slideLayouts/slideLayout93.xml"/><Relationship Id="rId16" Type="http://schemas.openxmlformats.org/officeDocument/2006/relationships/slideLayout" Target="../slideLayouts/slideLayout107.xml"/><Relationship Id="rId20" Type="http://schemas.openxmlformats.org/officeDocument/2006/relationships/image" Target="../media/image12.png"/><Relationship Id="rId1" Type="http://schemas.openxmlformats.org/officeDocument/2006/relationships/slideLayout" Target="../slideLayouts/slideLayout92.xml"/><Relationship Id="rId6" Type="http://schemas.openxmlformats.org/officeDocument/2006/relationships/slideLayout" Target="../slideLayouts/slideLayout97.xml"/><Relationship Id="rId11" Type="http://schemas.openxmlformats.org/officeDocument/2006/relationships/slideLayout" Target="../slideLayouts/slideLayout102.xml"/><Relationship Id="rId5" Type="http://schemas.openxmlformats.org/officeDocument/2006/relationships/slideLayout" Target="../slideLayouts/slideLayout96.xml"/><Relationship Id="rId15" Type="http://schemas.openxmlformats.org/officeDocument/2006/relationships/slideLayout" Target="../slideLayouts/slideLayout106.xml"/><Relationship Id="rId10" Type="http://schemas.openxmlformats.org/officeDocument/2006/relationships/slideLayout" Target="../slideLayouts/slideLayout101.xml"/><Relationship Id="rId19" Type="http://schemas.openxmlformats.org/officeDocument/2006/relationships/theme" Target="../theme/theme6.xml"/><Relationship Id="rId4" Type="http://schemas.openxmlformats.org/officeDocument/2006/relationships/slideLayout" Target="../slideLayouts/slideLayout95.xml"/><Relationship Id="rId9" Type="http://schemas.openxmlformats.org/officeDocument/2006/relationships/slideLayout" Target="../slideLayouts/slideLayout100.xml"/><Relationship Id="rId14" Type="http://schemas.openxmlformats.org/officeDocument/2006/relationships/slideLayout" Target="../slideLayouts/slideLayout105.xml"/></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117.xml"/><Relationship Id="rId13" Type="http://schemas.openxmlformats.org/officeDocument/2006/relationships/image" Target="../media/image12.png"/><Relationship Id="rId3" Type="http://schemas.openxmlformats.org/officeDocument/2006/relationships/slideLayout" Target="../slideLayouts/slideLayout112.xml"/><Relationship Id="rId7" Type="http://schemas.openxmlformats.org/officeDocument/2006/relationships/slideLayout" Target="../slideLayouts/slideLayout116.xml"/><Relationship Id="rId12" Type="http://schemas.openxmlformats.org/officeDocument/2006/relationships/theme" Target="../theme/theme7.xml"/><Relationship Id="rId2" Type="http://schemas.openxmlformats.org/officeDocument/2006/relationships/slideLayout" Target="../slideLayouts/slideLayout111.xml"/><Relationship Id="rId1" Type="http://schemas.openxmlformats.org/officeDocument/2006/relationships/slideLayout" Target="../slideLayouts/slideLayout110.xml"/><Relationship Id="rId6" Type="http://schemas.openxmlformats.org/officeDocument/2006/relationships/slideLayout" Target="../slideLayouts/slideLayout115.xml"/><Relationship Id="rId11" Type="http://schemas.openxmlformats.org/officeDocument/2006/relationships/slideLayout" Target="../slideLayouts/slideLayout120.xml"/><Relationship Id="rId5" Type="http://schemas.openxmlformats.org/officeDocument/2006/relationships/slideLayout" Target="../slideLayouts/slideLayout114.xml"/><Relationship Id="rId10" Type="http://schemas.openxmlformats.org/officeDocument/2006/relationships/slideLayout" Target="../slideLayouts/slideLayout119.xml"/><Relationship Id="rId4" Type="http://schemas.openxmlformats.org/officeDocument/2006/relationships/slideLayout" Target="../slideLayouts/slideLayout113.xml"/><Relationship Id="rId9" Type="http://schemas.openxmlformats.org/officeDocument/2006/relationships/slideLayout" Target="../slideLayouts/slideLayout118.xml"/></Relationships>
</file>

<file path=ppt/slideMasters/_rels/slideMaster8.xml.rels><?xml version="1.0" encoding="UTF-8" standalone="yes"?>
<Relationships xmlns="http://schemas.openxmlformats.org/package/2006/relationships"><Relationship Id="rId8" Type="http://schemas.openxmlformats.org/officeDocument/2006/relationships/slideLayout" Target="../slideLayouts/slideLayout128.xml"/><Relationship Id="rId13" Type="http://schemas.openxmlformats.org/officeDocument/2006/relationships/image" Target="../media/image25.png"/><Relationship Id="rId3" Type="http://schemas.openxmlformats.org/officeDocument/2006/relationships/slideLayout" Target="../slideLayouts/slideLayout123.xml"/><Relationship Id="rId7" Type="http://schemas.openxmlformats.org/officeDocument/2006/relationships/slideLayout" Target="../slideLayouts/slideLayout127.xml"/><Relationship Id="rId12" Type="http://schemas.openxmlformats.org/officeDocument/2006/relationships/theme" Target="../theme/theme8.xml"/><Relationship Id="rId2" Type="http://schemas.openxmlformats.org/officeDocument/2006/relationships/slideLayout" Target="../slideLayouts/slideLayout122.xml"/><Relationship Id="rId1" Type="http://schemas.openxmlformats.org/officeDocument/2006/relationships/slideLayout" Target="../slideLayouts/slideLayout121.xml"/><Relationship Id="rId6" Type="http://schemas.openxmlformats.org/officeDocument/2006/relationships/slideLayout" Target="../slideLayouts/slideLayout126.xml"/><Relationship Id="rId11" Type="http://schemas.openxmlformats.org/officeDocument/2006/relationships/slideLayout" Target="../slideLayouts/slideLayout131.xml"/><Relationship Id="rId5" Type="http://schemas.openxmlformats.org/officeDocument/2006/relationships/slideLayout" Target="../slideLayouts/slideLayout125.xml"/><Relationship Id="rId10" Type="http://schemas.openxmlformats.org/officeDocument/2006/relationships/slideLayout" Target="../slideLayouts/slideLayout130.xml"/><Relationship Id="rId4" Type="http://schemas.openxmlformats.org/officeDocument/2006/relationships/slideLayout" Target="../slideLayouts/slideLayout124.xml"/><Relationship Id="rId9" Type="http://schemas.openxmlformats.org/officeDocument/2006/relationships/slideLayout" Target="../slideLayouts/slideLayout12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rgbClr val="0072C6"/>
        </a:solidFill>
        <a:effectLst/>
      </p:bgPr>
    </p:bg>
    <p:spTree>
      <p:nvGrpSpPr>
        <p:cNvPr id="1" name=""/>
        <p:cNvGrpSpPr/>
        <p:nvPr/>
      </p:nvGrpSpPr>
      <p:grpSpPr>
        <a:xfrm>
          <a:off x="0" y="0"/>
          <a:ext cx="0" cy="0"/>
          <a:chOff x="0" y="0"/>
          <a:chExt cx="0" cy="0"/>
        </a:xfrm>
      </p:grpSpPr>
      <p:pic>
        <p:nvPicPr>
          <p:cNvPr id="5" name="Colors"/>
          <p:cNvPicPr>
            <a:picLocks noChangeAspect="1"/>
          </p:cNvPicPr>
          <p:nvPr/>
        </p:nvPicPr>
        <p:blipFill>
          <a:blip r:embed="rId39" cstate="print">
            <a:extLst>
              <a:ext uri="{28A0092B-C50C-407E-A947-70E740481C1C}">
                <a14:useLocalDpi xmlns:a14="http://schemas.microsoft.com/office/drawing/2010/main" val="0"/>
              </a:ext>
            </a:extLst>
          </a:blip>
          <a:stretch>
            <a:fillRect/>
          </a:stretch>
        </p:blipFill>
        <p:spPr>
          <a:xfrm rot="5400000">
            <a:off x="10325051" y="1906413"/>
            <a:ext cx="4214127" cy="401305"/>
          </a:xfrm>
          <a:prstGeom prst="rect">
            <a:avLst/>
          </a:prstGeom>
        </p:spPr>
      </p:pic>
      <p:pic>
        <p:nvPicPr>
          <p:cNvPr id="8" name="Logo" descr="MS Logo White.png"/>
          <p:cNvPicPr>
            <a:picLocks noChangeAspect="1"/>
          </p:cNvPicPr>
          <p:nvPr/>
        </p:nvPicPr>
        <p:blipFill>
          <a:blip r:embed="rId40" cstate="print">
            <a:extLst>
              <a:ext uri="{28A0092B-C50C-407E-A947-70E740481C1C}">
                <a14:useLocalDpi xmlns:a14="http://schemas.microsoft.com/office/drawing/2010/main" val="0"/>
              </a:ext>
            </a:extLst>
          </a:blip>
          <a:stretch>
            <a:fillRect/>
          </a:stretch>
        </p:blipFill>
        <p:spPr>
          <a:xfrm>
            <a:off x="10805329" y="6468242"/>
            <a:ext cx="1169019" cy="250567"/>
          </a:xfrm>
          <a:prstGeom prst="rect">
            <a:avLst/>
          </a:prstGeom>
        </p:spPr>
      </p:pic>
    </p:spTree>
    <p:extLst>
      <p:ext uri="{BB962C8B-B14F-4D97-AF65-F5344CB8AC3E}">
        <p14:creationId xmlns:p14="http://schemas.microsoft.com/office/powerpoint/2010/main" val="286610968"/>
      </p:ext>
    </p:extLst>
  </p:cSld>
  <p:clrMap bg1="lt1" tx1="dk1" bg2="lt2" tx2="dk2" accent1="accent1" accent2="accent2" accent3="accent3" accent4="accent4" accent5="accent5" accent6="accent6" hlink="hlink" folHlink="folHlink"/>
  <p:sldLayoutIdLst>
    <p:sldLayoutId id="2147483733" r:id="rId1"/>
    <p:sldLayoutId id="2147483734" r:id="rId2"/>
    <p:sldLayoutId id="2147483735" r:id="rId3"/>
    <p:sldLayoutId id="2147483736" r:id="rId4"/>
    <p:sldLayoutId id="2147483737" r:id="rId5"/>
    <p:sldLayoutId id="2147483738" r:id="rId6"/>
    <p:sldLayoutId id="2147483739" r:id="rId7"/>
    <p:sldLayoutId id="2147483740" r:id="rId8"/>
    <p:sldLayoutId id="2147483741" r:id="rId9"/>
    <p:sldLayoutId id="2147483742" r:id="rId10"/>
    <p:sldLayoutId id="2147483743" r:id="rId11"/>
    <p:sldLayoutId id="2147483744" r:id="rId12"/>
    <p:sldLayoutId id="2147483745" r:id="rId13"/>
    <p:sldLayoutId id="2147483746" r:id="rId14"/>
    <p:sldLayoutId id="2147483747" r:id="rId15"/>
    <p:sldLayoutId id="2147483748" r:id="rId16"/>
    <p:sldLayoutId id="2147483749" r:id="rId17"/>
    <p:sldLayoutId id="2147483750" r:id="rId18"/>
    <p:sldLayoutId id="2147483751" r:id="rId19"/>
    <p:sldLayoutId id="2147483774" r:id="rId20"/>
    <p:sldLayoutId id="2147483775" r:id="rId21"/>
    <p:sldLayoutId id="2147483753" r:id="rId22"/>
    <p:sldLayoutId id="2147483754" r:id="rId23"/>
    <p:sldLayoutId id="2147483755" r:id="rId24"/>
    <p:sldLayoutId id="2147483756" r:id="rId25"/>
    <p:sldLayoutId id="2147483757" r:id="rId26"/>
    <p:sldLayoutId id="2147483768" r:id="rId27"/>
    <p:sldLayoutId id="2147483769" r:id="rId28"/>
    <p:sldLayoutId id="2147483770" r:id="rId29"/>
    <p:sldLayoutId id="2147483771" r:id="rId30"/>
    <p:sldLayoutId id="2147483773" r:id="rId31"/>
    <p:sldLayoutId id="2147483767" r:id="rId32"/>
    <p:sldLayoutId id="2147483829" r:id="rId33"/>
    <p:sldLayoutId id="2147483830" r:id="rId34"/>
    <p:sldLayoutId id="2147483869" r:id="rId35"/>
    <p:sldLayoutId id="2147483870" r:id="rId36"/>
    <p:sldLayoutId id="2147483883" r:id="rId37"/>
  </p:sldLayoutIdLst>
  <p:transition>
    <p:fade/>
  </p:transition>
  <p:hf hdr="0" ftr="0" dt="0"/>
  <p:txStyles>
    <p:titleStyle>
      <a:lvl1pPr algn="l" defTabSz="914180" rtl="0" eaLnBrk="1" latinLnBrk="0" hangingPunct="1">
        <a:lnSpc>
          <a:spcPct val="90000"/>
        </a:lnSpc>
        <a:spcBef>
          <a:spcPct val="0"/>
        </a:spcBef>
        <a:buNone/>
        <a:defRPr lang="en-US" sz="5293" b="0" kern="1200" cap="none" spc="-100" baseline="0" dirty="0" smtClean="0">
          <a:ln w="3175">
            <a:noFill/>
          </a:ln>
          <a:solidFill>
            <a:schemeClr val="bg1"/>
          </a:solidFill>
          <a:effectLst/>
          <a:latin typeface="+mj-lt"/>
          <a:ea typeface="+mn-ea"/>
          <a:cs typeface="Segoe UI" pitchFamily="34" charset="0"/>
        </a:defRPr>
      </a:lvl1pPr>
    </p:titleStyle>
    <p:bodyStyle>
      <a:lvl1pPr marL="336076" marR="0" indent="-336076" algn="l" defTabSz="914180" rtl="0" eaLnBrk="1" fontAlgn="auto" latinLnBrk="0" hangingPunct="1">
        <a:lnSpc>
          <a:spcPct val="90000"/>
        </a:lnSpc>
        <a:spcBef>
          <a:spcPct val="20000"/>
        </a:spcBef>
        <a:spcAft>
          <a:spcPts val="0"/>
        </a:spcAft>
        <a:buClr>
          <a:schemeClr val="bg1"/>
        </a:buClr>
        <a:buSzPct val="90000"/>
        <a:buFont typeface="Wingdings" panose="05000000000000000000" pitchFamily="2" charset="2"/>
        <a:buChar char="§"/>
        <a:tabLst/>
        <a:defRPr sz="3920" kern="1200" spc="0" baseline="0">
          <a:solidFill>
            <a:schemeClr val="bg1"/>
          </a:solidFill>
          <a:latin typeface="+mj-lt"/>
          <a:ea typeface="+mn-ea"/>
          <a:cs typeface="+mn-cs"/>
        </a:defRPr>
      </a:lvl1pPr>
      <a:lvl2pPr marL="572574" marR="0" indent="-236498" algn="l" defTabSz="914180" rtl="0" eaLnBrk="1" fontAlgn="auto" latinLnBrk="0" hangingPunct="1">
        <a:lnSpc>
          <a:spcPct val="90000"/>
        </a:lnSpc>
        <a:spcBef>
          <a:spcPct val="20000"/>
        </a:spcBef>
        <a:spcAft>
          <a:spcPts val="0"/>
        </a:spcAft>
        <a:buClr>
          <a:schemeClr val="bg1"/>
        </a:buClr>
        <a:buSzPct val="90000"/>
        <a:buFont typeface="Wingdings" panose="05000000000000000000" pitchFamily="2" charset="2"/>
        <a:buChar char="§"/>
        <a:tabLst/>
        <a:defRPr sz="2352" kern="1200" spc="0" baseline="0">
          <a:solidFill>
            <a:schemeClr val="bg1"/>
          </a:solidFill>
          <a:latin typeface="+mn-lt"/>
          <a:ea typeface="+mn-ea"/>
          <a:cs typeface="+mn-cs"/>
        </a:defRPr>
      </a:lvl2pPr>
      <a:lvl3pPr marL="784178" marR="0" indent="-224051" algn="l" defTabSz="914180" rtl="0" eaLnBrk="1" fontAlgn="auto" latinLnBrk="0" hangingPunct="1">
        <a:lnSpc>
          <a:spcPct val="90000"/>
        </a:lnSpc>
        <a:spcBef>
          <a:spcPct val="20000"/>
        </a:spcBef>
        <a:spcAft>
          <a:spcPts val="0"/>
        </a:spcAft>
        <a:buClr>
          <a:schemeClr val="bg1"/>
        </a:buClr>
        <a:buSzPct val="90000"/>
        <a:buFont typeface="Wingdings" panose="05000000000000000000" pitchFamily="2" charset="2"/>
        <a:buChar char="§"/>
        <a:tabLst/>
        <a:defRPr sz="2352" kern="1200" spc="0" baseline="0">
          <a:solidFill>
            <a:schemeClr val="bg1"/>
          </a:solidFill>
          <a:latin typeface="+mn-lt"/>
          <a:ea typeface="+mn-ea"/>
          <a:cs typeface="+mn-cs"/>
        </a:defRPr>
      </a:lvl3pPr>
      <a:lvl4pPr marL="1008229" marR="0" indent="-224051" algn="l" defTabSz="914180" rtl="0" eaLnBrk="1" fontAlgn="auto" latinLnBrk="0" hangingPunct="1">
        <a:lnSpc>
          <a:spcPct val="90000"/>
        </a:lnSpc>
        <a:spcBef>
          <a:spcPct val="20000"/>
        </a:spcBef>
        <a:spcAft>
          <a:spcPts val="0"/>
        </a:spcAft>
        <a:buClr>
          <a:schemeClr val="bg1"/>
        </a:buClr>
        <a:buSzPct val="90000"/>
        <a:buFont typeface="Wingdings" panose="05000000000000000000" pitchFamily="2" charset="2"/>
        <a:buChar char="§"/>
        <a:tabLst/>
        <a:defRPr sz="1960" kern="1200" spc="0" baseline="0">
          <a:solidFill>
            <a:schemeClr val="bg1"/>
          </a:solidFill>
          <a:latin typeface="+mn-lt"/>
          <a:ea typeface="+mn-ea"/>
          <a:cs typeface="+mn-cs"/>
        </a:defRPr>
      </a:lvl4pPr>
      <a:lvl5pPr marL="1232280" marR="0" indent="-224051" algn="l" defTabSz="914180" rtl="0" eaLnBrk="1" fontAlgn="auto" latinLnBrk="0" hangingPunct="1">
        <a:lnSpc>
          <a:spcPct val="90000"/>
        </a:lnSpc>
        <a:spcBef>
          <a:spcPct val="20000"/>
        </a:spcBef>
        <a:spcAft>
          <a:spcPts val="0"/>
        </a:spcAft>
        <a:buClr>
          <a:schemeClr val="bg1"/>
        </a:buClr>
        <a:buSzPct val="90000"/>
        <a:buFont typeface="Wingdings" panose="05000000000000000000" pitchFamily="2" charset="2"/>
        <a:buChar char="§"/>
        <a:tabLst/>
        <a:defRPr sz="1960" kern="1200" spc="0" baseline="0">
          <a:solidFill>
            <a:schemeClr val="bg1"/>
          </a:solidFill>
          <a:latin typeface="+mn-lt"/>
          <a:ea typeface="+mn-ea"/>
          <a:cs typeface="+mn-cs"/>
        </a:defRPr>
      </a:lvl5pPr>
      <a:lvl6pPr marL="2513996" indent="-228546" algn="l" defTabSz="914180" rtl="0" eaLnBrk="1" latinLnBrk="0" hangingPunct="1">
        <a:spcBef>
          <a:spcPct val="20000"/>
        </a:spcBef>
        <a:buFont typeface="Arial" pitchFamily="34" charset="0"/>
        <a:buChar char="•"/>
        <a:defRPr sz="1960" kern="1200">
          <a:solidFill>
            <a:schemeClr val="tx1"/>
          </a:solidFill>
          <a:latin typeface="+mn-lt"/>
          <a:ea typeface="+mn-ea"/>
          <a:cs typeface="+mn-cs"/>
        </a:defRPr>
      </a:lvl6pPr>
      <a:lvl7pPr marL="2971087" indent="-228546" algn="l" defTabSz="914180" rtl="0" eaLnBrk="1" latinLnBrk="0" hangingPunct="1">
        <a:spcBef>
          <a:spcPct val="20000"/>
        </a:spcBef>
        <a:buFont typeface="Arial" pitchFamily="34" charset="0"/>
        <a:buChar char="•"/>
        <a:defRPr sz="1960" kern="1200">
          <a:solidFill>
            <a:schemeClr val="tx1"/>
          </a:solidFill>
          <a:latin typeface="+mn-lt"/>
          <a:ea typeface="+mn-ea"/>
          <a:cs typeface="+mn-cs"/>
        </a:defRPr>
      </a:lvl7pPr>
      <a:lvl8pPr marL="3428177" indent="-228546" algn="l" defTabSz="914180" rtl="0" eaLnBrk="1" latinLnBrk="0" hangingPunct="1">
        <a:spcBef>
          <a:spcPct val="20000"/>
        </a:spcBef>
        <a:buFont typeface="Arial" pitchFamily="34" charset="0"/>
        <a:buChar char="•"/>
        <a:defRPr sz="1960" kern="1200">
          <a:solidFill>
            <a:schemeClr val="tx1"/>
          </a:solidFill>
          <a:latin typeface="+mn-lt"/>
          <a:ea typeface="+mn-ea"/>
          <a:cs typeface="+mn-cs"/>
        </a:defRPr>
      </a:lvl8pPr>
      <a:lvl9pPr marL="3885268" indent="-228546" algn="l" defTabSz="914180" rtl="0" eaLnBrk="1" latinLnBrk="0" hangingPunct="1">
        <a:spcBef>
          <a:spcPct val="20000"/>
        </a:spcBef>
        <a:buFont typeface="Arial" pitchFamily="34" charset="0"/>
        <a:buChar char="•"/>
        <a:defRPr sz="1960" kern="1200">
          <a:solidFill>
            <a:schemeClr val="tx1"/>
          </a:solidFill>
          <a:latin typeface="+mn-lt"/>
          <a:ea typeface="+mn-ea"/>
          <a:cs typeface="+mn-cs"/>
        </a:defRPr>
      </a:lvl9pPr>
    </p:bodyStyle>
    <p:otherStyle>
      <a:defPPr>
        <a:defRPr lang="en-US"/>
      </a:defPPr>
      <a:lvl1pPr marL="0" algn="l" defTabSz="914180" rtl="0" eaLnBrk="1" latinLnBrk="0" hangingPunct="1">
        <a:defRPr sz="1764" kern="1200">
          <a:solidFill>
            <a:schemeClr val="tx1"/>
          </a:solidFill>
          <a:latin typeface="+mn-lt"/>
          <a:ea typeface="+mn-ea"/>
          <a:cs typeface="+mn-cs"/>
        </a:defRPr>
      </a:lvl1pPr>
      <a:lvl2pPr marL="457090" algn="l" defTabSz="914180" rtl="0" eaLnBrk="1" latinLnBrk="0" hangingPunct="1">
        <a:defRPr sz="1764" kern="1200">
          <a:solidFill>
            <a:schemeClr val="tx1"/>
          </a:solidFill>
          <a:latin typeface="+mn-lt"/>
          <a:ea typeface="+mn-ea"/>
          <a:cs typeface="+mn-cs"/>
        </a:defRPr>
      </a:lvl2pPr>
      <a:lvl3pPr marL="914180" algn="l" defTabSz="914180" rtl="0" eaLnBrk="1" latinLnBrk="0" hangingPunct="1">
        <a:defRPr sz="1764" kern="1200">
          <a:solidFill>
            <a:schemeClr val="tx1"/>
          </a:solidFill>
          <a:latin typeface="+mn-lt"/>
          <a:ea typeface="+mn-ea"/>
          <a:cs typeface="+mn-cs"/>
        </a:defRPr>
      </a:lvl3pPr>
      <a:lvl4pPr marL="1371271" algn="l" defTabSz="914180" rtl="0" eaLnBrk="1" latinLnBrk="0" hangingPunct="1">
        <a:defRPr sz="1764" kern="1200">
          <a:solidFill>
            <a:schemeClr val="tx1"/>
          </a:solidFill>
          <a:latin typeface="+mn-lt"/>
          <a:ea typeface="+mn-ea"/>
          <a:cs typeface="+mn-cs"/>
        </a:defRPr>
      </a:lvl4pPr>
      <a:lvl5pPr marL="1828361" algn="l" defTabSz="914180" rtl="0" eaLnBrk="1" latinLnBrk="0" hangingPunct="1">
        <a:defRPr sz="1764" kern="1200">
          <a:solidFill>
            <a:schemeClr val="tx1"/>
          </a:solidFill>
          <a:latin typeface="+mn-lt"/>
          <a:ea typeface="+mn-ea"/>
          <a:cs typeface="+mn-cs"/>
        </a:defRPr>
      </a:lvl5pPr>
      <a:lvl6pPr marL="2285452" algn="l" defTabSz="914180" rtl="0" eaLnBrk="1" latinLnBrk="0" hangingPunct="1">
        <a:defRPr sz="1764" kern="1200">
          <a:solidFill>
            <a:schemeClr val="tx1"/>
          </a:solidFill>
          <a:latin typeface="+mn-lt"/>
          <a:ea typeface="+mn-ea"/>
          <a:cs typeface="+mn-cs"/>
        </a:defRPr>
      </a:lvl6pPr>
      <a:lvl7pPr marL="2742541" algn="l" defTabSz="914180" rtl="0" eaLnBrk="1" latinLnBrk="0" hangingPunct="1">
        <a:defRPr sz="1764" kern="1200">
          <a:solidFill>
            <a:schemeClr val="tx1"/>
          </a:solidFill>
          <a:latin typeface="+mn-lt"/>
          <a:ea typeface="+mn-ea"/>
          <a:cs typeface="+mn-cs"/>
        </a:defRPr>
      </a:lvl7pPr>
      <a:lvl8pPr marL="3199632" algn="l" defTabSz="914180" rtl="0" eaLnBrk="1" latinLnBrk="0" hangingPunct="1">
        <a:defRPr sz="1764" kern="1200">
          <a:solidFill>
            <a:schemeClr val="tx1"/>
          </a:solidFill>
          <a:latin typeface="+mn-lt"/>
          <a:ea typeface="+mn-ea"/>
          <a:cs typeface="+mn-cs"/>
        </a:defRPr>
      </a:lvl8pPr>
      <a:lvl9pPr marL="3656723" algn="l" defTabSz="914180" rtl="0" eaLnBrk="1" latinLnBrk="0" hangingPunct="1">
        <a:defRPr sz="1764"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orient="horz" pos="187">
          <p15:clr>
            <a:srgbClr val="5ACBF0"/>
          </p15:clr>
        </p15:guide>
        <p15:guide id="2" pos="173">
          <p15:clr>
            <a:srgbClr val="5ACBF0"/>
          </p15:clr>
        </p15:guide>
        <p15:guide id="3" pos="7661">
          <p15:clr>
            <a:srgbClr val="5ACBF0"/>
          </p15:clr>
        </p15:guide>
        <p15:guide id="4" orient="horz" pos="4219">
          <p15:clr>
            <a:srgbClr val="5ACBF0"/>
          </p15:clr>
        </p15:guide>
        <p15:guide id="5" pos="749">
          <p15:clr>
            <a:srgbClr val="5ACBF0"/>
          </p15:clr>
        </p15:guide>
        <p15:guide id="6" pos="1325">
          <p15:clr>
            <a:srgbClr val="5ACBF0"/>
          </p15:clr>
        </p15:guide>
        <p15:guide id="7" pos="1901">
          <p15:clr>
            <a:srgbClr val="5ACBF0"/>
          </p15:clr>
        </p15:guide>
        <p15:guide id="8" pos="2477">
          <p15:clr>
            <a:srgbClr val="5ACBF0"/>
          </p15:clr>
        </p15:guide>
        <p15:guide id="9" pos="3053">
          <p15:clr>
            <a:srgbClr val="5ACBF0"/>
          </p15:clr>
        </p15:guide>
        <p15:guide id="10" pos="3629">
          <p15:clr>
            <a:srgbClr val="5ACBF0"/>
          </p15:clr>
        </p15:guide>
        <p15:guide id="11" pos="4205">
          <p15:clr>
            <a:srgbClr val="5ACBF0"/>
          </p15:clr>
        </p15:guide>
        <p15:guide id="12" pos="4781">
          <p15:clr>
            <a:srgbClr val="5ACBF0"/>
          </p15:clr>
        </p15:guide>
        <p15:guide id="13" pos="5357">
          <p15:clr>
            <a:srgbClr val="5ACBF0"/>
          </p15:clr>
        </p15:guide>
        <p15:guide id="14" pos="5933">
          <p15:clr>
            <a:srgbClr val="5ACBF0"/>
          </p15:clr>
        </p15:guide>
        <p15:guide id="15" pos="6509">
          <p15:clr>
            <a:srgbClr val="5ACBF0"/>
          </p15:clr>
        </p15:guide>
        <p15:guide id="16" pos="7085">
          <p15:clr>
            <a:srgbClr val="5ACBF0"/>
          </p15:clr>
        </p15:guide>
        <p15:guide id="17" orient="horz" pos="763">
          <p15:clr>
            <a:srgbClr val="5ACBF0"/>
          </p15:clr>
        </p15:guide>
        <p15:guide id="18" orient="horz" pos="1339">
          <p15:clr>
            <a:srgbClr val="5ACBF0"/>
          </p15:clr>
        </p15:guide>
        <p15:guide id="19" orient="horz" pos="1915">
          <p15:clr>
            <a:srgbClr val="5ACBF0"/>
          </p15:clr>
        </p15:guide>
        <p15:guide id="20" orient="horz" pos="2491">
          <p15:clr>
            <a:srgbClr val="5ACBF0"/>
          </p15:clr>
        </p15:guide>
        <p15:guide id="21" orient="horz" pos="3067">
          <p15:clr>
            <a:srgbClr val="5ACBF0"/>
          </p15:clr>
        </p15:guide>
        <p15:guide id="22" orient="horz" pos="3643">
          <p15:clr>
            <a:srgbClr val="5ACBF0"/>
          </p15:clr>
        </p15:guide>
        <p15:guide id="23" pos="288">
          <p15:clr>
            <a:srgbClr val="C35EA4"/>
          </p15:clr>
        </p15:guide>
        <p15:guide id="24" pos="7546">
          <p15:clr>
            <a:srgbClr val="C35EA4"/>
          </p15:clr>
        </p15:guide>
        <p15:guide id="25" orient="horz" pos="302">
          <p15:clr>
            <a:srgbClr val="C35EA4"/>
          </p15:clr>
        </p15:guide>
        <p15:guide id="26" orient="horz" pos="4104">
          <p15:clr>
            <a:srgbClr val="C35EA4"/>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tx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69240" y="289512"/>
            <a:ext cx="11655840" cy="899665"/>
          </a:xfrm>
          <a:prstGeom prst="rect">
            <a:avLst/>
          </a:prstGeom>
        </p:spPr>
        <p:txBody>
          <a:bodyPr vert="horz" wrap="square" lIns="146304" tIns="91440" rIns="146304" bIns="91440" rtlCol="0" anchor="t">
            <a:noAutofit/>
          </a:bodyPr>
          <a:lstStyle/>
          <a:p>
            <a:r>
              <a:rPr lang="en-US"/>
              <a:t>Click to edit Master title style</a:t>
            </a:r>
            <a:endParaRPr lang="en-US" dirty="0"/>
          </a:p>
        </p:txBody>
      </p:sp>
      <p:sp>
        <p:nvSpPr>
          <p:cNvPr id="4" name="Text Placeholder 3"/>
          <p:cNvSpPr>
            <a:spLocks noGrp="1"/>
          </p:cNvSpPr>
          <p:nvPr>
            <p:ph type="body" idx="1"/>
          </p:nvPr>
        </p:nvSpPr>
        <p:spPr>
          <a:xfrm>
            <a:off x="269241" y="1189179"/>
            <a:ext cx="11653521" cy="2052030"/>
          </a:xfrm>
          <a:prstGeom prst="rect">
            <a:avLst/>
          </a:prstGeom>
        </p:spPr>
        <p:txBody>
          <a:bodyPr vert="horz" wrap="square" lIns="146304" tIns="91440" rIns="146304" bIns="9144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7" name="Picture 6"/>
          <p:cNvPicPr>
            <a:picLocks noChangeAspect="1"/>
          </p:cNvPicPr>
          <p:nvPr userDrawn="1"/>
        </p:nvPicPr>
        <p:blipFill>
          <a:blip r:embed="rId19"/>
          <a:stretch>
            <a:fillRect/>
          </a:stretch>
        </p:blipFill>
        <p:spPr>
          <a:xfrm rot="5400000">
            <a:off x="9208748" y="2991033"/>
            <a:ext cx="6858623" cy="876557"/>
          </a:xfrm>
          <a:prstGeom prst="rect">
            <a:avLst/>
          </a:prstGeom>
        </p:spPr>
      </p:pic>
    </p:spTree>
    <p:extLst>
      <p:ext uri="{BB962C8B-B14F-4D97-AF65-F5344CB8AC3E}">
        <p14:creationId xmlns:p14="http://schemas.microsoft.com/office/powerpoint/2010/main" val="303280939"/>
      </p:ext>
    </p:extLst>
  </p:cSld>
  <p:clrMap bg1="dk1" tx1="lt1" bg2="dk2" tx2="lt2" accent1="accent1" accent2="accent2" accent3="accent3" accent4="accent4" accent5="accent5" accent6="accent6" hlink="hlink" folHlink="folHlink"/>
  <p:sldLayoutIdLst>
    <p:sldLayoutId id="2147483778" r:id="rId1"/>
    <p:sldLayoutId id="2147483779" r:id="rId2"/>
    <p:sldLayoutId id="2147483780" r:id="rId3"/>
    <p:sldLayoutId id="2147483781" r:id="rId4"/>
    <p:sldLayoutId id="2147483782" r:id="rId5"/>
    <p:sldLayoutId id="2147483783" r:id="rId6"/>
    <p:sldLayoutId id="2147483784" r:id="rId7"/>
    <p:sldLayoutId id="2147483785" r:id="rId8"/>
    <p:sldLayoutId id="2147483786" r:id="rId9"/>
    <p:sldLayoutId id="2147483787" r:id="rId10"/>
    <p:sldLayoutId id="2147483788" r:id="rId11"/>
    <p:sldLayoutId id="2147483789" r:id="rId12"/>
    <p:sldLayoutId id="2147483790" r:id="rId13"/>
    <p:sldLayoutId id="2147483791" r:id="rId14"/>
    <p:sldLayoutId id="2147483792" r:id="rId15"/>
    <p:sldLayoutId id="2147483793" r:id="rId16"/>
    <p:sldLayoutId id="2147483794" r:id="rId17"/>
  </p:sldLayoutIdLst>
  <p:transition spd="slow">
    <p:fade/>
  </p:transition>
  <p:txStyles>
    <p:titleStyle>
      <a:lvl1pPr algn="l" defTabSz="914293" rtl="0" eaLnBrk="1" latinLnBrk="0" hangingPunct="1">
        <a:lnSpc>
          <a:spcPct val="90000"/>
        </a:lnSpc>
        <a:spcBef>
          <a:spcPct val="0"/>
        </a:spcBef>
        <a:buNone/>
        <a:defRPr lang="en-US" sz="4705" b="0" kern="1200" cap="none" spc="-100" baseline="0" dirty="0" smtClean="0">
          <a:ln w="3175">
            <a:noFill/>
          </a:ln>
          <a:gradFill>
            <a:gsLst>
              <a:gs pos="1250">
                <a:schemeClr val="tx1"/>
              </a:gs>
              <a:gs pos="100000">
                <a:schemeClr val="tx1"/>
              </a:gs>
            </a:gsLst>
            <a:lin ang="5400000" scaled="0"/>
          </a:gradFill>
          <a:effectLst/>
          <a:latin typeface="+mj-lt"/>
          <a:ea typeface="+mn-ea"/>
          <a:cs typeface="Segoe UI" pitchFamily="34" charset="0"/>
        </a:defRPr>
      </a:lvl1pPr>
    </p:titleStyle>
    <p:bodyStyle>
      <a:lvl1pPr marL="336118" marR="0" indent="-336118" algn="l" defTabSz="914293" rtl="0" eaLnBrk="1" fontAlgn="auto" latinLnBrk="0" hangingPunct="1">
        <a:lnSpc>
          <a:spcPct val="90000"/>
        </a:lnSpc>
        <a:spcBef>
          <a:spcPct val="20000"/>
        </a:spcBef>
        <a:spcAft>
          <a:spcPts val="0"/>
        </a:spcAft>
        <a:buClr>
          <a:schemeClr val="tx1"/>
        </a:buClr>
        <a:buSzPct val="90000"/>
        <a:buFont typeface="Wingdings" panose="05000000000000000000" pitchFamily="2" charset="2"/>
        <a:buChar char="§"/>
        <a:tabLst/>
        <a:defRPr sz="3921" kern="1200" spc="0" baseline="0">
          <a:gradFill>
            <a:gsLst>
              <a:gs pos="1250">
                <a:schemeClr val="tx1"/>
              </a:gs>
              <a:gs pos="100000">
                <a:schemeClr val="tx1"/>
              </a:gs>
            </a:gsLst>
            <a:lin ang="5400000" scaled="0"/>
          </a:gradFill>
          <a:latin typeface="+mj-lt"/>
          <a:ea typeface="+mn-ea"/>
          <a:cs typeface="+mn-cs"/>
        </a:defRPr>
      </a:lvl1pPr>
      <a:lvl2pPr marL="572646" marR="0" indent="-236528" algn="l" defTabSz="914293" rtl="0" eaLnBrk="1" fontAlgn="auto" latinLnBrk="0" hangingPunct="1">
        <a:lnSpc>
          <a:spcPct val="90000"/>
        </a:lnSpc>
        <a:spcBef>
          <a:spcPct val="20000"/>
        </a:spcBef>
        <a:spcAft>
          <a:spcPts val="0"/>
        </a:spcAft>
        <a:buClr>
          <a:schemeClr val="tx1"/>
        </a:buClr>
        <a:buSzPct val="90000"/>
        <a:buFont typeface="Wingdings" panose="05000000000000000000" pitchFamily="2" charset="2"/>
        <a:buChar char="§"/>
        <a:tabLst/>
        <a:defRPr sz="2353" kern="1200" spc="0" baseline="0">
          <a:gradFill>
            <a:gsLst>
              <a:gs pos="1250">
                <a:schemeClr val="tx1"/>
              </a:gs>
              <a:gs pos="100000">
                <a:schemeClr val="tx1"/>
              </a:gs>
            </a:gsLst>
            <a:lin ang="5400000" scaled="0"/>
          </a:gradFill>
          <a:latin typeface="+mn-lt"/>
          <a:ea typeface="+mn-ea"/>
          <a:cs typeface="+mn-cs"/>
        </a:defRPr>
      </a:lvl2pPr>
      <a:lvl3pPr marL="784275" marR="0" indent="-224079" algn="l" defTabSz="914293" rtl="0" eaLnBrk="1" fontAlgn="auto" latinLnBrk="0" hangingPunct="1">
        <a:lnSpc>
          <a:spcPct val="90000"/>
        </a:lnSpc>
        <a:spcBef>
          <a:spcPct val="20000"/>
        </a:spcBef>
        <a:spcAft>
          <a:spcPts val="0"/>
        </a:spcAft>
        <a:buClr>
          <a:schemeClr val="tx1"/>
        </a:buClr>
        <a:buSzPct val="90000"/>
        <a:buFont typeface="Wingdings" panose="05000000000000000000" pitchFamily="2" charset="2"/>
        <a:buChar char="§"/>
        <a:tabLst/>
        <a:defRPr sz="1961" kern="1200" spc="0" baseline="0">
          <a:gradFill>
            <a:gsLst>
              <a:gs pos="1250">
                <a:schemeClr val="tx1"/>
              </a:gs>
              <a:gs pos="100000">
                <a:schemeClr val="tx1"/>
              </a:gs>
            </a:gsLst>
            <a:lin ang="5400000" scaled="0"/>
          </a:gradFill>
          <a:latin typeface="+mn-lt"/>
          <a:ea typeface="+mn-ea"/>
          <a:cs typeface="+mn-cs"/>
        </a:defRPr>
      </a:lvl3pPr>
      <a:lvl4pPr marL="1008354" marR="0" indent="-224079" algn="l" defTabSz="914293" rtl="0" eaLnBrk="1" fontAlgn="auto" latinLnBrk="0" hangingPunct="1">
        <a:lnSpc>
          <a:spcPct val="90000"/>
        </a:lnSpc>
        <a:spcBef>
          <a:spcPct val="20000"/>
        </a:spcBef>
        <a:spcAft>
          <a:spcPts val="0"/>
        </a:spcAft>
        <a:buClr>
          <a:schemeClr val="tx1"/>
        </a:buClr>
        <a:buSzPct val="90000"/>
        <a:buFont typeface="Wingdings" panose="05000000000000000000" pitchFamily="2" charset="2"/>
        <a:buChar char="§"/>
        <a:tabLst/>
        <a:defRPr sz="1765" kern="1200" spc="0" baseline="0">
          <a:gradFill>
            <a:gsLst>
              <a:gs pos="1250">
                <a:schemeClr val="tx1"/>
              </a:gs>
              <a:gs pos="100000">
                <a:schemeClr val="tx1"/>
              </a:gs>
            </a:gsLst>
            <a:lin ang="5400000" scaled="0"/>
          </a:gradFill>
          <a:latin typeface="+mn-lt"/>
          <a:ea typeface="+mn-ea"/>
          <a:cs typeface="+mn-cs"/>
        </a:defRPr>
      </a:lvl4pPr>
      <a:lvl5pPr marL="1232432" marR="0" indent="-224079" algn="l" defTabSz="914293" rtl="0" eaLnBrk="1" fontAlgn="auto" latinLnBrk="0" hangingPunct="1">
        <a:lnSpc>
          <a:spcPct val="90000"/>
        </a:lnSpc>
        <a:spcBef>
          <a:spcPct val="20000"/>
        </a:spcBef>
        <a:spcAft>
          <a:spcPts val="0"/>
        </a:spcAft>
        <a:buClr>
          <a:schemeClr val="tx1"/>
        </a:buClr>
        <a:buSzPct val="90000"/>
        <a:buFont typeface="Wingdings" panose="05000000000000000000" pitchFamily="2" charset="2"/>
        <a:buChar char="§"/>
        <a:tabLst/>
        <a:defRPr sz="1765" kern="1200" spc="0" baseline="0">
          <a:gradFill>
            <a:gsLst>
              <a:gs pos="1250">
                <a:schemeClr val="tx1"/>
              </a:gs>
              <a:gs pos="100000">
                <a:schemeClr val="tx1"/>
              </a:gs>
            </a:gsLst>
            <a:lin ang="5400000" scaled="0"/>
          </a:gradFill>
          <a:latin typeface="+mn-lt"/>
          <a:ea typeface="+mn-ea"/>
          <a:cs typeface="+mn-cs"/>
        </a:defRPr>
      </a:lvl5pPr>
      <a:lvl6pPr marL="2514307" indent="-228574" algn="l" defTabSz="914293" rtl="0" eaLnBrk="1" latinLnBrk="0" hangingPunct="1">
        <a:spcBef>
          <a:spcPct val="20000"/>
        </a:spcBef>
        <a:buFont typeface="Arial" pitchFamily="34" charset="0"/>
        <a:buChar char="•"/>
        <a:defRPr sz="1961" kern="1200">
          <a:solidFill>
            <a:schemeClr val="tx1"/>
          </a:solidFill>
          <a:latin typeface="+mn-lt"/>
          <a:ea typeface="+mn-ea"/>
          <a:cs typeface="+mn-cs"/>
        </a:defRPr>
      </a:lvl6pPr>
      <a:lvl7pPr marL="2971456" indent="-228574" algn="l" defTabSz="914293" rtl="0" eaLnBrk="1" latinLnBrk="0" hangingPunct="1">
        <a:spcBef>
          <a:spcPct val="20000"/>
        </a:spcBef>
        <a:buFont typeface="Arial" pitchFamily="34" charset="0"/>
        <a:buChar char="•"/>
        <a:defRPr sz="1961" kern="1200">
          <a:solidFill>
            <a:schemeClr val="tx1"/>
          </a:solidFill>
          <a:latin typeface="+mn-lt"/>
          <a:ea typeface="+mn-ea"/>
          <a:cs typeface="+mn-cs"/>
        </a:defRPr>
      </a:lvl7pPr>
      <a:lvl8pPr marL="3428602" indent="-228574" algn="l" defTabSz="914293" rtl="0" eaLnBrk="1" latinLnBrk="0" hangingPunct="1">
        <a:spcBef>
          <a:spcPct val="20000"/>
        </a:spcBef>
        <a:buFont typeface="Arial" pitchFamily="34" charset="0"/>
        <a:buChar char="•"/>
        <a:defRPr sz="1961" kern="1200">
          <a:solidFill>
            <a:schemeClr val="tx1"/>
          </a:solidFill>
          <a:latin typeface="+mn-lt"/>
          <a:ea typeface="+mn-ea"/>
          <a:cs typeface="+mn-cs"/>
        </a:defRPr>
      </a:lvl8pPr>
      <a:lvl9pPr marL="3885750" indent="-228574" algn="l" defTabSz="914293" rtl="0" eaLnBrk="1" latinLnBrk="0" hangingPunct="1">
        <a:spcBef>
          <a:spcPct val="20000"/>
        </a:spcBef>
        <a:buFont typeface="Arial" pitchFamily="34" charset="0"/>
        <a:buChar char="•"/>
        <a:defRPr sz="1961" kern="1200">
          <a:solidFill>
            <a:schemeClr val="tx1"/>
          </a:solidFill>
          <a:latin typeface="+mn-lt"/>
          <a:ea typeface="+mn-ea"/>
          <a:cs typeface="+mn-cs"/>
        </a:defRPr>
      </a:lvl9pPr>
    </p:bodyStyle>
    <p:otherStyle>
      <a:defPPr>
        <a:defRPr lang="en-US"/>
      </a:defPPr>
      <a:lvl1pPr marL="0" algn="l" defTabSz="914293" rtl="0" eaLnBrk="1" latinLnBrk="0" hangingPunct="1">
        <a:defRPr sz="1765" kern="1200">
          <a:solidFill>
            <a:schemeClr val="tx1"/>
          </a:solidFill>
          <a:latin typeface="+mn-lt"/>
          <a:ea typeface="+mn-ea"/>
          <a:cs typeface="+mn-cs"/>
        </a:defRPr>
      </a:lvl1pPr>
      <a:lvl2pPr marL="457147" algn="l" defTabSz="914293" rtl="0" eaLnBrk="1" latinLnBrk="0" hangingPunct="1">
        <a:defRPr sz="1765" kern="1200">
          <a:solidFill>
            <a:schemeClr val="tx1"/>
          </a:solidFill>
          <a:latin typeface="+mn-lt"/>
          <a:ea typeface="+mn-ea"/>
          <a:cs typeface="+mn-cs"/>
        </a:defRPr>
      </a:lvl2pPr>
      <a:lvl3pPr marL="914293" algn="l" defTabSz="914293" rtl="0" eaLnBrk="1" latinLnBrk="0" hangingPunct="1">
        <a:defRPr sz="1765" kern="1200">
          <a:solidFill>
            <a:schemeClr val="tx1"/>
          </a:solidFill>
          <a:latin typeface="+mn-lt"/>
          <a:ea typeface="+mn-ea"/>
          <a:cs typeface="+mn-cs"/>
        </a:defRPr>
      </a:lvl3pPr>
      <a:lvl4pPr marL="1371441" algn="l" defTabSz="914293" rtl="0" eaLnBrk="1" latinLnBrk="0" hangingPunct="1">
        <a:defRPr sz="1765" kern="1200">
          <a:solidFill>
            <a:schemeClr val="tx1"/>
          </a:solidFill>
          <a:latin typeface="+mn-lt"/>
          <a:ea typeface="+mn-ea"/>
          <a:cs typeface="+mn-cs"/>
        </a:defRPr>
      </a:lvl4pPr>
      <a:lvl5pPr marL="1828587" algn="l" defTabSz="914293" rtl="0" eaLnBrk="1" latinLnBrk="0" hangingPunct="1">
        <a:defRPr sz="1765" kern="1200">
          <a:solidFill>
            <a:schemeClr val="tx1"/>
          </a:solidFill>
          <a:latin typeface="+mn-lt"/>
          <a:ea typeface="+mn-ea"/>
          <a:cs typeface="+mn-cs"/>
        </a:defRPr>
      </a:lvl5pPr>
      <a:lvl6pPr marL="2285736" algn="l" defTabSz="914293" rtl="0" eaLnBrk="1" latinLnBrk="0" hangingPunct="1">
        <a:defRPr sz="1765" kern="1200">
          <a:solidFill>
            <a:schemeClr val="tx1"/>
          </a:solidFill>
          <a:latin typeface="+mn-lt"/>
          <a:ea typeface="+mn-ea"/>
          <a:cs typeface="+mn-cs"/>
        </a:defRPr>
      </a:lvl6pPr>
      <a:lvl7pPr marL="2742881" algn="l" defTabSz="914293" rtl="0" eaLnBrk="1" latinLnBrk="0" hangingPunct="1">
        <a:defRPr sz="1765" kern="1200">
          <a:solidFill>
            <a:schemeClr val="tx1"/>
          </a:solidFill>
          <a:latin typeface="+mn-lt"/>
          <a:ea typeface="+mn-ea"/>
          <a:cs typeface="+mn-cs"/>
        </a:defRPr>
      </a:lvl7pPr>
      <a:lvl8pPr marL="3200029" algn="l" defTabSz="914293" rtl="0" eaLnBrk="1" latinLnBrk="0" hangingPunct="1">
        <a:defRPr sz="1765" kern="1200">
          <a:solidFill>
            <a:schemeClr val="tx1"/>
          </a:solidFill>
          <a:latin typeface="+mn-lt"/>
          <a:ea typeface="+mn-ea"/>
          <a:cs typeface="+mn-cs"/>
        </a:defRPr>
      </a:lvl8pPr>
      <a:lvl9pPr marL="3657176" algn="l" defTabSz="914293" rtl="0" eaLnBrk="1" latinLnBrk="0" hangingPunct="1">
        <a:defRPr sz="1765"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orient="horz" pos="187">
          <p15:clr>
            <a:srgbClr val="5ACBF0"/>
          </p15:clr>
        </p15:guide>
        <p15:guide id="2" pos="173">
          <p15:clr>
            <a:srgbClr val="5ACBF0"/>
          </p15:clr>
        </p15:guide>
        <p15:guide id="3" pos="749">
          <p15:clr>
            <a:srgbClr val="5ACBF0"/>
          </p15:clr>
        </p15:guide>
        <p15:guide id="4" pos="1325">
          <p15:clr>
            <a:srgbClr val="5ACBF0"/>
          </p15:clr>
        </p15:guide>
        <p15:guide id="5" pos="1901">
          <p15:clr>
            <a:srgbClr val="5ACBF0"/>
          </p15:clr>
        </p15:guide>
        <p15:guide id="6" pos="2477">
          <p15:clr>
            <a:srgbClr val="5ACBF0"/>
          </p15:clr>
        </p15:guide>
        <p15:guide id="7" pos="3053">
          <p15:clr>
            <a:srgbClr val="5ACBF0"/>
          </p15:clr>
        </p15:guide>
        <p15:guide id="8" pos="3629">
          <p15:clr>
            <a:srgbClr val="5ACBF0"/>
          </p15:clr>
        </p15:guide>
        <p15:guide id="9" pos="4205">
          <p15:clr>
            <a:srgbClr val="5ACBF0"/>
          </p15:clr>
        </p15:guide>
        <p15:guide id="10" pos="4781">
          <p15:clr>
            <a:srgbClr val="5ACBF0"/>
          </p15:clr>
        </p15:guide>
        <p15:guide id="11" pos="5357">
          <p15:clr>
            <a:srgbClr val="5ACBF0"/>
          </p15:clr>
        </p15:guide>
        <p15:guide id="12" pos="5933">
          <p15:clr>
            <a:srgbClr val="5ACBF0"/>
          </p15:clr>
        </p15:guide>
        <p15:guide id="13" pos="6509">
          <p15:clr>
            <a:srgbClr val="5ACBF0"/>
          </p15:clr>
        </p15:guide>
        <p15:guide id="14" pos="7085">
          <p15:clr>
            <a:srgbClr val="5ACBF0"/>
          </p15:clr>
        </p15:guide>
        <p15:guide id="15" pos="7661">
          <p15:clr>
            <a:srgbClr val="5ACBF0"/>
          </p15:clr>
        </p15:guide>
        <p15:guide id="16" pos="288">
          <p15:clr>
            <a:srgbClr val="C35EA4"/>
          </p15:clr>
        </p15:guide>
        <p15:guide id="17" pos="7546">
          <p15:clr>
            <a:srgbClr val="C35EA4"/>
          </p15:clr>
        </p15:guide>
        <p15:guide id="18" orient="horz" pos="763">
          <p15:clr>
            <a:srgbClr val="5ACBF0"/>
          </p15:clr>
        </p15:guide>
        <p15:guide id="19" orient="horz" pos="1339">
          <p15:clr>
            <a:srgbClr val="5ACBF0"/>
          </p15:clr>
        </p15:guide>
        <p15:guide id="20" orient="horz" pos="1915">
          <p15:clr>
            <a:srgbClr val="5ACBF0"/>
          </p15:clr>
        </p15:guide>
        <p15:guide id="21" orient="horz" pos="2491">
          <p15:clr>
            <a:srgbClr val="5ACBF0"/>
          </p15:clr>
        </p15:guide>
        <p15:guide id="22" orient="horz" pos="3067">
          <p15:clr>
            <a:srgbClr val="5ACBF0"/>
          </p15:clr>
        </p15:guide>
        <p15:guide id="23" orient="horz" pos="3643">
          <p15:clr>
            <a:srgbClr val="5ACBF0"/>
          </p15:clr>
        </p15:guide>
        <p15:guide id="24" orient="horz" pos="4219">
          <p15:clr>
            <a:srgbClr val="5ACBF0"/>
          </p15:clr>
        </p15:guide>
        <p15:guide id="25" orient="horz" pos="302">
          <p15:clr>
            <a:srgbClr val="C35EA4"/>
          </p15:clr>
        </p15:guide>
        <p15:guide id="26" orient="horz" pos="4104">
          <p15:clr>
            <a:srgbClr val="C35EA4"/>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tx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69240" y="289512"/>
            <a:ext cx="11655840" cy="899665"/>
          </a:xfrm>
          <a:prstGeom prst="rect">
            <a:avLst/>
          </a:prstGeom>
        </p:spPr>
        <p:txBody>
          <a:bodyPr vert="horz" wrap="square" lIns="146304" tIns="91440" rIns="146304" bIns="91440" rtlCol="0" anchor="t">
            <a:noAutofit/>
          </a:bodyPr>
          <a:lstStyle/>
          <a:p>
            <a:r>
              <a:rPr lang="en-US"/>
              <a:t>Click to edit Master title style</a:t>
            </a:r>
            <a:endParaRPr lang="en-US" dirty="0"/>
          </a:p>
        </p:txBody>
      </p:sp>
      <p:sp>
        <p:nvSpPr>
          <p:cNvPr id="4" name="Text Placeholder 3"/>
          <p:cNvSpPr>
            <a:spLocks noGrp="1"/>
          </p:cNvSpPr>
          <p:nvPr>
            <p:ph type="body" idx="1"/>
          </p:nvPr>
        </p:nvSpPr>
        <p:spPr>
          <a:xfrm>
            <a:off x="269241" y="1189179"/>
            <a:ext cx="11653521" cy="2052030"/>
          </a:xfrm>
          <a:prstGeom prst="rect">
            <a:avLst/>
          </a:prstGeom>
        </p:spPr>
        <p:txBody>
          <a:bodyPr vert="horz" wrap="square" lIns="146304" tIns="91440" rIns="146304" bIns="9144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7" name="Picture 6"/>
          <p:cNvPicPr>
            <a:picLocks noChangeAspect="1"/>
          </p:cNvPicPr>
          <p:nvPr userDrawn="1"/>
        </p:nvPicPr>
        <p:blipFill>
          <a:blip r:embed="rId19"/>
          <a:stretch>
            <a:fillRect/>
          </a:stretch>
        </p:blipFill>
        <p:spPr>
          <a:xfrm rot="5400000">
            <a:off x="9208748" y="2991033"/>
            <a:ext cx="6858623" cy="876557"/>
          </a:xfrm>
          <a:prstGeom prst="rect">
            <a:avLst/>
          </a:prstGeom>
        </p:spPr>
      </p:pic>
    </p:spTree>
    <p:extLst>
      <p:ext uri="{BB962C8B-B14F-4D97-AF65-F5344CB8AC3E}">
        <p14:creationId xmlns:p14="http://schemas.microsoft.com/office/powerpoint/2010/main" val="2342101281"/>
      </p:ext>
    </p:extLst>
  </p:cSld>
  <p:clrMap bg1="dk1" tx1="lt1" bg2="dk2" tx2="lt2" accent1="accent1" accent2="accent2" accent3="accent3" accent4="accent4" accent5="accent5" accent6="accent6" hlink="hlink" folHlink="folHlink"/>
  <p:sldLayoutIdLst>
    <p:sldLayoutId id="2147483796" r:id="rId1"/>
    <p:sldLayoutId id="2147483797" r:id="rId2"/>
    <p:sldLayoutId id="2147483798" r:id="rId3"/>
    <p:sldLayoutId id="2147483799" r:id="rId4"/>
    <p:sldLayoutId id="2147483800" r:id="rId5"/>
    <p:sldLayoutId id="2147483801" r:id="rId6"/>
    <p:sldLayoutId id="2147483802" r:id="rId7"/>
    <p:sldLayoutId id="2147483803" r:id="rId8"/>
    <p:sldLayoutId id="2147483804" r:id="rId9"/>
    <p:sldLayoutId id="2147483805" r:id="rId10"/>
    <p:sldLayoutId id="2147483806" r:id="rId11"/>
    <p:sldLayoutId id="2147483807" r:id="rId12"/>
    <p:sldLayoutId id="2147483808" r:id="rId13"/>
    <p:sldLayoutId id="2147483809" r:id="rId14"/>
    <p:sldLayoutId id="2147483810" r:id="rId15"/>
    <p:sldLayoutId id="2147483811" r:id="rId16"/>
    <p:sldLayoutId id="2147483812" r:id="rId17"/>
  </p:sldLayoutIdLst>
  <p:transition spd="slow">
    <p:fade/>
  </p:transition>
  <p:txStyles>
    <p:titleStyle>
      <a:lvl1pPr algn="l" defTabSz="914293" rtl="0" eaLnBrk="1" latinLnBrk="0" hangingPunct="1">
        <a:lnSpc>
          <a:spcPct val="90000"/>
        </a:lnSpc>
        <a:spcBef>
          <a:spcPct val="0"/>
        </a:spcBef>
        <a:buNone/>
        <a:defRPr lang="en-US" sz="4705" b="0" kern="1200" cap="none" spc="-100" baseline="0" dirty="0" smtClean="0">
          <a:ln w="3175">
            <a:noFill/>
          </a:ln>
          <a:gradFill>
            <a:gsLst>
              <a:gs pos="1250">
                <a:schemeClr val="tx1"/>
              </a:gs>
              <a:gs pos="100000">
                <a:schemeClr val="tx1"/>
              </a:gs>
            </a:gsLst>
            <a:lin ang="5400000" scaled="0"/>
          </a:gradFill>
          <a:effectLst/>
          <a:latin typeface="+mj-lt"/>
          <a:ea typeface="+mn-ea"/>
          <a:cs typeface="Segoe UI" pitchFamily="34" charset="0"/>
        </a:defRPr>
      </a:lvl1pPr>
    </p:titleStyle>
    <p:bodyStyle>
      <a:lvl1pPr marL="336118" marR="0" indent="-336118" algn="l" defTabSz="914293" rtl="0" eaLnBrk="1" fontAlgn="auto" latinLnBrk="0" hangingPunct="1">
        <a:lnSpc>
          <a:spcPct val="90000"/>
        </a:lnSpc>
        <a:spcBef>
          <a:spcPct val="20000"/>
        </a:spcBef>
        <a:spcAft>
          <a:spcPts val="0"/>
        </a:spcAft>
        <a:buClr>
          <a:schemeClr val="tx1"/>
        </a:buClr>
        <a:buSzPct val="90000"/>
        <a:buFont typeface="Wingdings" panose="05000000000000000000" pitchFamily="2" charset="2"/>
        <a:buChar char="§"/>
        <a:tabLst/>
        <a:defRPr sz="3921" kern="1200" spc="0" baseline="0">
          <a:gradFill>
            <a:gsLst>
              <a:gs pos="1250">
                <a:schemeClr val="tx1"/>
              </a:gs>
              <a:gs pos="100000">
                <a:schemeClr val="tx1"/>
              </a:gs>
            </a:gsLst>
            <a:lin ang="5400000" scaled="0"/>
          </a:gradFill>
          <a:latin typeface="+mj-lt"/>
          <a:ea typeface="+mn-ea"/>
          <a:cs typeface="+mn-cs"/>
        </a:defRPr>
      </a:lvl1pPr>
      <a:lvl2pPr marL="572646" marR="0" indent="-236528" algn="l" defTabSz="914293" rtl="0" eaLnBrk="1" fontAlgn="auto" latinLnBrk="0" hangingPunct="1">
        <a:lnSpc>
          <a:spcPct val="90000"/>
        </a:lnSpc>
        <a:spcBef>
          <a:spcPct val="20000"/>
        </a:spcBef>
        <a:spcAft>
          <a:spcPts val="0"/>
        </a:spcAft>
        <a:buClr>
          <a:schemeClr val="tx1"/>
        </a:buClr>
        <a:buSzPct val="90000"/>
        <a:buFont typeface="Wingdings" panose="05000000000000000000" pitchFamily="2" charset="2"/>
        <a:buChar char="§"/>
        <a:tabLst/>
        <a:defRPr sz="2353" kern="1200" spc="0" baseline="0">
          <a:gradFill>
            <a:gsLst>
              <a:gs pos="1250">
                <a:schemeClr val="tx1"/>
              </a:gs>
              <a:gs pos="100000">
                <a:schemeClr val="tx1"/>
              </a:gs>
            </a:gsLst>
            <a:lin ang="5400000" scaled="0"/>
          </a:gradFill>
          <a:latin typeface="+mn-lt"/>
          <a:ea typeface="+mn-ea"/>
          <a:cs typeface="+mn-cs"/>
        </a:defRPr>
      </a:lvl2pPr>
      <a:lvl3pPr marL="784275" marR="0" indent="-224079" algn="l" defTabSz="914293" rtl="0" eaLnBrk="1" fontAlgn="auto" latinLnBrk="0" hangingPunct="1">
        <a:lnSpc>
          <a:spcPct val="90000"/>
        </a:lnSpc>
        <a:spcBef>
          <a:spcPct val="20000"/>
        </a:spcBef>
        <a:spcAft>
          <a:spcPts val="0"/>
        </a:spcAft>
        <a:buClr>
          <a:schemeClr val="tx1"/>
        </a:buClr>
        <a:buSzPct val="90000"/>
        <a:buFont typeface="Wingdings" panose="05000000000000000000" pitchFamily="2" charset="2"/>
        <a:buChar char="§"/>
        <a:tabLst/>
        <a:defRPr sz="1961" kern="1200" spc="0" baseline="0">
          <a:gradFill>
            <a:gsLst>
              <a:gs pos="1250">
                <a:schemeClr val="tx1"/>
              </a:gs>
              <a:gs pos="100000">
                <a:schemeClr val="tx1"/>
              </a:gs>
            </a:gsLst>
            <a:lin ang="5400000" scaled="0"/>
          </a:gradFill>
          <a:latin typeface="+mn-lt"/>
          <a:ea typeface="+mn-ea"/>
          <a:cs typeface="+mn-cs"/>
        </a:defRPr>
      </a:lvl3pPr>
      <a:lvl4pPr marL="1008354" marR="0" indent="-224079" algn="l" defTabSz="914293" rtl="0" eaLnBrk="1" fontAlgn="auto" latinLnBrk="0" hangingPunct="1">
        <a:lnSpc>
          <a:spcPct val="90000"/>
        </a:lnSpc>
        <a:spcBef>
          <a:spcPct val="20000"/>
        </a:spcBef>
        <a:spcAft>
          <a:spcPts val="0"/>
        </a:spcAft>
        <a:buClr>
          <a:schemeClr val="tx1"/>
        </a:buClr>
        <a:buSzPct val="90000"/>
        <a:buFont typeface="Wingdings" panose="05000000000000000000" pitchFamily="2" charset="2"/>
        <a:buChar char="§"/>
        <a:tabLst/>
        <a:defRPr sz="1765" kern="1200" spc="0" baseline="0">
          <a:gradFill>
            <a:gsLst>
              <a:gs pos="1250">
                <a:schemeClr val="tx1"/>
              </a:gs>
              <a:gs pos="100000">
                <a:schemeClr val="tx1"/>
              </a:gs>
            </a:gsLst>
            <a:lin ang="5400000" scaled="0"/>
          </a:gradFill>
          <a:latin typeface="+mn-lt"/>
          <a:ea typeface="+mn-ea"/>
          <a:cs typeface="+mn-cs"/>
        </a:defRPr>
      </a:lvl4pPr>
      <a:lvl5pPr marL="1232432" marR="0" indent="-224079" algn="l" defTabSz="914293" rtl="0" eaLnBrk="1" fontAlgn="auto" latinLnBrk="0" hangingPunct="1">
        <a:lnSpc>
          <a:spcPct val="90000"/>
        </a:lnSpc>
        <a:spcBef>
          <a:spcPct val="20000"/>
        </a:spcBef>
        <a:spcAft>
          <a:spcPts val="0"/>
        </a:spcAft>
        <a:buClr>
          <a:schemeClr val="tx1"/>
        </a:buClr>
        <a:buSzPct val="90000"/>
        <a:buFont typeface="Wingdings" panose="05000000000000000000" pitchFamily="2" charset="2"/>
        <a:buChar char="§"/>
        <a:tabLst/>
        <a:defRPr sz="1765" kern="1200" spc="0" baseline="0">
          <a:gradFill>
            <a:gsLst>
              <a:gs pos="1250">
                <a:schemeClr val="tx1"/>
              </a:gs>
              <a:gs pos="100000">
                <a:schemeClr val="tx1"/>
              </a:gs>
            </a:gsLst>
            <a:lin ang="5400000" scaled="0"/>
          </a:gradFill>
          <a:latin typeface="+mn-lt"/>
          <a:ea typeface="+mn-ea"/>
          <a:cs typeface="+mn-cs"/>
        </a:defRPr>
      </a:lvl5pPr>
      <a:lvl6pPr marL="2514307" indent="-228574" algn="l" defTabSz="914293" rtl="0" eaLnBrk="1" latinLnBrk="0" hangingPunct="1">
        <a:spcBef>
          <a:spcPct val="20000"/>
        </a:spcBef>
        <a:buFont typeface="Arial" pitchFamily="34" charset="0"/>
        <a:buChar char="•"/>
        <a:defRPr sz="1961" kern="1200">
          <a:solidFill>
            <a:schemeClr val="tx1"/>
          </a:solidFill>
          <a:latin typeface="+mn-lt"/>
          <a:ea typeface="+mn-ea"/>
          <a:cs typeface="+mn-cs"/>
        </a:defRPr>
      </a:lvl6pPr>
      <a:lvl7pPr marL="2971456" indent="-228574" algn="l" defTabSz="914293" rtl="0" eaLnBrk="1" latinLnBrk="0" hangingPunct="1">
        <a:spcBef>
          <a:spcPct val="20000"/>
        </a:spcBef>
        <a:buFont typeface="Arial" pitchFamily="34" charset="0"/>
        <a:buChar char="•"/>
        <a:defRPr sz="1961" kern="1200">
          <a:solidFill>
            <a:schemeClr val="tx1"/>
          </a:solidFill>
          <a:latin typeface="+mn-lt"/>
          <a:ea typeface="+mn-ea"/>
          <a:cs typeface="+mn-cs"/>
        </a:defRPr>
      </a:lvl7pPr>
      <a:lvl8pPr marL="3428602" indent="-228574" algn="l" defTabSz="914293" rtl="0" eaLnBrk="1" latinLnBrk="0" hangingPunct="1">
        <a:spcBef>
          <a:spcPct val="20000"/>
        </a:spcBef>
        <a:buFont typeface="Arial" pitchFamily="34" charset="0"/>
        <a:buChar char="•"/>
        <a:defRPr sz="1961" kern="1200">
          <a:solidFill>
            <a:schemeClr val="tx1"/>
          </a:solidFill>
          <a:latin typeface="+mn-lt"/>
          <a:ea typeface="+mn-ea"/>
          <a:cs typeface="+mn-cs"/>
        </a:defRPr>
      </a:lvl8pPr>
      <a:lvl9pPr marL="3885750" indent="-228574" algn="l" defTabSz="914293" rtl="0" eaLnBrk="1" latinLnBrk="0" hangingPunct="1">
        <a:spcBef>
          <a:spcPct val="20000"/>
        </a:spcBef>
        <a:buFont typeface="Arial" pitchFamily="34" charset="0"/>
        <a:buChar char="•"/>
        <a:defRPr sz="1961" kern="1200">
          <a:solidFill>
            <a:schemeClr val="tx1"/>
          </a:solidFill>
          <a:latin typeface="+mn-lt"/>
          <a:ea typeface="+mn-ea"/>
          <a:cs typeface="+mn-cs"/>
        </a:defRPr>
      </a:lvl9pPr>
    </p:bodyStyle>
    <p:otherStyle>
      <a:defPPr>
        <a:defRPr lang="en-US"/>
      </a:defPPr>
      <a:lvl1pPr marL="0" algn="l" defTabSz="914293" rtl="0" eaLnBrk="1" latinLnBrk="0" hangingPunct="1">
        <a:defRPr sz="1765" kern="1200">
          <a:solidFill>
            <a:schemeClr val="tx1"/>
          </a:solidFill>
          <a:latin typeface="+mn-lt"/>
          <a:ea typeface="+mn-ea"/>
          <a:cs typeface="+mn-cs"/>
        </a:defRPr>
      </a:lvl1pPr>
      <a:lvl2pPr marL="457147" algn="l" defTabSz="914293" rtl="0" eaLnBrk="1" latinLnBrk="0" hangingPunct="1">
        <a:defRPr sz="1765" kern="1200">
          <a:solidFill>
            <a:schemeClr val="tx1"/>
          </a:solidFill>
          <a:latin typeface="+mn-lt"/>
          <a:ea typeface="+mn-ea"/>
          <a:cs typeface="+mn-cs"/>
        </a:defRPr>
      </a:lvl2pPr>
      <a:lvl3pPr marL="914293" algn="l" defTabSz="914293" rtl="0" eaLnBrk="1" latinLnBrk="0" hangingPunct="1">
        <a:defRPr sz="1765" kern="1200">
          <a:solidFill>
            <a:schemeClr val="tx1"/>
          </a:solidFill>
          <a:latin typeface="+mn-lt"/>
          <a:ea typeface="+mn-ea"/>
          <a:cs typeface="+mn-cs"/>
        </a:defRPr>
      </a:lvl3pPr>
      <a:lvl4pPr marL="1371441" algn="l" defTabSz="914293" rtl="0" eaLnBrk="1" latinLnBrk="0" hangingPunct="1">
        <a:defRPr sz="1765" kern="1200">
          <a:solidFill>
            <a:schemeClr val="tx1"/>
          </a:solidFill>
          <a:latin typeface="+mn-lt"/>
          <a:ea typeface="+mn-ea"/>
          <a:cs typeface="+mn-cs"/>
        </a:defRPr>
      </a:lvl4pPr>
      <a:lvl5pPr marL="1828587" algn="l" defTabSz="914293" rtl="0" eaLnBrk="1" latinLnBrk="0" hangingPunct="1">
        <a:defRPr sz="1765" kern="1200">
          <a:solidFill>
            <a:schemeClr val="tx1"/>
          </a:solidFill>
          <a:latin typeface="+mn-lt"/>
          <a:ea typeface="+mn-ea"/>
          <a:cs typeface="+mn-cs"/>
        </a:defRPr>
      </a:lvl5pPr>
      <a:lvl6pPr marL="2285736" algn="l" defTabSz="914293" rtl="0" eaLnBrk="1" latinLnBrk="0" hangingPunct="1">
        <a:defRPr sz="1765" kern="1200">
          <a:solidFill>
            <a:schemeClr val="tx1"/>
          </a:solidFill>
          <a:latin typeface="+mn-lt"/>
          <a:ea typeface="+mn-ea"/>
          <a:cs typeface="+mn-cs"/>
        </a:defRPr>
      </a:lvl6pPr>
      <a:lvl7pPr marL="2742881" algn="l" defTabSz="914293" rtl="0" eaLnBrk="1" latinLnBrk="0" hangingPunct="1">
        <a:defRPr sz="1765" kern="1200">
          <a:solidFill>
            <a:schemeClr val="tx1"/>
          </a:solidFill>
          <a:latin typeface="+mn-lt"/>
          <a:ea typeface="+mn-ea"/>
          <a:cs typeface="+mn-cs"/>
        </a:defRPr>
      </a:lvl7pPr>
      <a:lvl8pPr marL="3200029" algn="l" defTabSz="914293" rtl="0" eaLnBrk="1" latinLnBrk="0" hangingPunct="1">
        <a:defRPr sz="1765" kern="1200">
          <a:solidFill>
            <a:schemeClr val="tx1"/>
          </a:solidFill>
          <a:latin typeface="+mn-lt"/>
          <a:ea typeface="+mn-ea"/>
          <a:cs typeface="+mn-cs"/>
        </a:defRPr>
      </a:lvl8pPr>
      <a:lvl9pPr marL="3657176" algn="l" defTabSz="914293" rtl="0" eaLnBrk="1" latinLnBrk="0" hangingPunct="1">
        <a:defRPr sz="1765"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orient="horz" pos="187">
          <p15:clr>
            <a:srgbClr val="5ACBF0"/>
          </p15:clr>
        </p15:guide>
        <p15:guide id="2" pos="173">
          <p15:clr>
            <a:srgbClr val="5ACBF0"/>
          </p15:clr>
        </p15:guide>
        <p15:guide id="3" pos="749">
          <p15:clr>
            <a:srgbClr val="5ACBF0"/>
          </p15:clr>
        </p15:guide>
        <p15:guide id="4" pos="1325">
          <p15:clr>
            <a:srgbClr val="5ACBF0"/>
          </p15:clr>
        </p15:guide>
        <p15:guide id="5" pos="1901">
          <p15:clr>
            <a:srgbClr val="5ACBF0"/>
          </p15:clr>
        </p15:guide>
        <p15:guide id="6" pos="2477">
          <p15:clr>
            <a:srgbClr val="5ACBF0"/>
          </p15:clr>
        </p15:guide>
        <p15:guide id="7" pos="3053">
          <p15:clr>
            <a:srgbClr val="5ACBF0"/>
          </p15:clr>
        </p15:guide>
        <p15:guide id="8" pos="3629">
          <p15:clr>
            <a:srgbClr val="5ACBF0"/>
          </p15:clr>
        </p15:guide>
        <p15:guide id="9" pos="4205">
          <p15:clr>
            <a:srgbClr val="5ACBF0"/>
          </p15:clr>
        </p15:guide>
        <p15:guide id="10" pos="4781">
          <p15:clr>
            <a:srgbClr val="5ACBF0"/>
          </p15:clr>
        </p15:guide>
        <p15:guide id="11" pos="5357">
          <p15:clr>
            <a:srgbClr val="5ACBF0"/>
          </p15:clr>
        </p15:guide>
        <p15:guide id="12" pos="5933">
          <p15:clr>
            <a:srgbClr val="5ACBF0"/>
          </p15:clr>
        </p15:guide>
        <p15:guide id="13" pos="6509">
          <p15:clr>
            <a:srgbClr val="5ACBF0"/>
          </p15:clr>
        </p15:guide>
        <p15:guide id="14" pos="7085">
          <p15:clr>
            <a:srgbClr val="5ACBF0"/>
          </p15:clr>
        </p15:guide>
        <p15:guide id="15" pos="7661">
          <p15:clr>
            <a:srgbClr val="5ACBF0"/>
          </p15:clr>
        </p15:guide>
        <p15:guide id="16" pos="288">
          <p15:clr>
            <a:srgbClr val="C35EA4"/>
          </p15:clr>
        </p15:guide>
        <p15:guide id="17" pos="7546">
          <p15:clr>
            <a:srgbClr val="C35EA4"/>
          </p15:clr>
        </p15:guide>
        <p15:guide id="18" orient="horz" pos="763">
          <p15:clr>
            <a:srgbClr val="5ACBF0"/>
          </p15:clr>
        </p15:guide>
        <p15:guide id="19" orient="horz" pos="1339">
          <p15:clr>
            <a:srgbClr val="5ACBF0"/>
          </p15:clr>
        </p15:guide>
        <p15:guide id="20" orient="horz" pos="1915">
          <p15:clr>
            <a:srgbClr val="5ACBF0"/>
          </p15:clr>
        </p15:guide>
        <p15:guide id="21" orient="horz" pos="2491">
          <p15:clr>
            <a:srgbClr val="5ACBF0"/>
          </p15:clr>
        </p15:guide>
        <p15:guide id="22" orient="horz" pos="3067">
          <p15:clr>
            <a:srgbClr val="5ACBF0"/>
          </p15:clr>
        </p15:guide>
        <p15:guide id="23" orient="horz" pos="3643">
          <p15:clr>
            <a:srgbClr val="5ACBF0"/>
          </p15:clr>
        </p15:guide>
        <p15:guide id="24" orient="horz" pos="4219">
          <p15:clr>
            <a:srgbClr val="5ACBF0"/>
          </p15:clr>
        </p15:guide>
        <p15:guide id="25" orient="horz" pos="302">
          <p15:clr>
            <a:srgbClr val="C35EA4"/>
          </p15:clr>
        </p15:guide>
        <p15:guide id="26" orient="horz" pos="4104">
          <p15:clr>
            <a:srgbClr val="C35EA4"/>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7" name="Rectangle 1025"/>
          <p:cNvSpPr>
            <a:spLocks noGrp="1" noChangeArrowheads="1"/>
          </p:cNvSpPr>
          <p:nvPr>
            <p:ph type="body" idx="1"/>
          </p:nvPr>
        </p:nvSpPr>
        <p:spPr>
          <a:xfrm>
            <a:off x="609600" y="1371600"/>
            <a:ext cx="10972800" cy="44958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28" name="Rectangle 1026"/>
          <p:cNvSpPr>
            <a:spLocks noGrp="1" noChangeArrowheads="1"/>
          </p:cNvSpPr>
          <p:nvPr>
            <p:ph type="title"/>
          </p:nvPr>
        </p:nvSpPr>
        <p:spPr>
          <a:xfrm>
            <a:off x="609600" y="304800"/>
            <a:ext cx="10972800" cy="762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dirty="0"/>
              <a:t>Click to edit Master title style</a:t>
            </a:r>
          </a:p>
        </p:txBody>
      </p:sp>
    </p:spTree>
    <p:extLst>
      <p:ext uri="{BB962C8B-B14F-4D97-AF65-F5344CB8AC3E}">
        <p14:creationId xmlns:p14="http://schemas.microsoft.com/office/powerpoint/2010/main" val="1426642257"/>
      </p:ext>
    </p:extLst>
  </p:cSld>
  <p:clrMap bg1="lt1" tx1="dk1" bg2="lt2" tx2="dk2" accent1="accent1" accent2="accent2" accent3="accent3" accent4="accent4" accent5="accent5" accent6="accent6" hlink="hlink" folHlink="folHlink"/>
  <p:sldLayoutIdLst>
    <p:sldLayoutId id="2147483814" r:id="rId1"/>
    <p:sldLayoutId id="2147483815" r:id="rId2"/>
    <p:sldLayoutId id="2147483816" r:id="rId3"/>
    <p:sldLayoutId id="2147483817" r:id="rId4"/>
    <p:sldLayoutId id="2147483818" r:id="rId5"/>
    <p:sldLayoutId id="2147483819" r:id="rId6"/>
    <p:sldLayoutId id="2147483821" r:id="rId7"/>
    <p:sldLayoutId id="2147483822" r:id="rId8"/>
    <p:sldLayoutId id="2147483823" r:id="rId9"/>
    <p:sldLayoutId id="2147483824" r:id="rId10"/>
    <p:sldLayoutId id="2147483825" r:id="rId11"/>
    <p:sldLayoutId id="2147483826" r:id="rId12"/>
    <p:sldLayoutId id="2147483827" r:id="rId13"/>
    <p:sldLayoutId id="2147483828" r:id="rId14"/>
  </p:sldLayoutIdLst>
  <p:transition>
    <p:fade/>
  </p:transition>
  <p:hf hdr="0" ftr="0" dt="0"/>
  <p:txStyles>
    <p:titleStyle>
      <a:lvl1pPr marL="0" indent="0" algn="ctr" defTabSz="-18494452" rtl="0" eaLnBrk="1" fontAlgn="base" hangingPunct="1">
        <a:spcBef>
          <a:spcPct val="0"/>
        </a:spcBef>
        <a:spcAft>
          <a:spcPct val="0"/>
        </a:spcAft>
        <a:defRPr lang="en-US" sz="3866" b="1" dirty="0" smtClean="0">
          <a:solidFill>
            <a:schemeClr val="tx2"/>
          </a:solidFill>
          <a:latin typeface="Calibri"/>
          <a:ea typeface="+mj-ea"/>
          <a:cs typeface="Segoe UI" pitchFamily="34" charset="0"/>
        </a:defRPr>
      </a:lvl1pPr>
      <a:lvl2pPr marL="457124" indent="-457124" algn="ctr" defTabSz="-18494452" rtl="0" eaLnBrk="1" fontAlgn="base" hangingPunct="1">
        <a:spcBef>
          <a:spcPct val="0"/>
        </a:spcBef>
        <a:spcAft>
          <a:spcPct val="0"/>
        </a:spcAft>
        <a:defRPr sz="3733" b="1">
          <a:solidFill>
            <a:schemeClr val="tx2"/>
          </a:solidFill>
          <a:latin typeface="Myriad Pro" pitchFamily="34" charset="0"/>
          <a:cs typeface="Segoe UI" pitchFamily="34" charset="0"/>
        </a:defRPr>
      </a:lvl2pPr>
      <a:lvl3pPr marL="457124" indent="-457124" algn="ctr" defTabSz="-18494452" rtl="0" eaLnBrk="1" fontAlgn="base" hangingPunct="1">
        <a:spcBef>
          <a:spcPct val="0"/>
        </a:spcBef>
        <a:spcAft>
          <a:spcPct val="0"/>
        </a:spcAft>
        <a:defRPr sz="3733" b="1">
          <a:solidFill>
            <a:schemeClr val="tx2"/>
          </a:solidFill>
          <a:latin typeface="Myriad Pro" pitchFamily="34" charset="0"/>
          <a:cs typeface="Segoe UI" pitchFamily="34" charset="0"/>
        </a:defRPr>
      </a:lvl3pPr>
      <a:lvl4pPr marL="457124" indent="-457124" algn="ctr" defTabSz="-18494452" rtl="0" eaLnBrk="1" fontAlgn="base" hangingPunct="1">
        <a:spcBef>
          <a:spcPct val="0"/>
        </a:spcBef>
        <a:spcAft>
          <a:spcPct val="0"/>
        </a:spcAft>
        <a:defRPr sz="3733" b="1">
          <a:solidFill>
            <a:schemeClr val="tx2"/>
          </a:solidFill>
          <a:latin typeface="Myriad Pro" pitchFamily="34" charset="0"/>
          <a:cs typeface="Segoe UI" pitchFamily="34" charset="0"/>
        </a:defRPr>
      </a:lvl4pPr>
      <a:lvl5pPr marL="457124" indent="-457124" algn="ctr" defTabSz="-18494452" rtl="0" eaLnBrk="1" fontAlgn="base" hangingPunct="1">
        <a:spcBef>
          <a:spcPct val="0"/>
        </a:spcBef>
        <a:spcAft>
          <a:spcPct val="0"/>
        </a:spcAft>
        <a:defRPr sz="3733" b="1">
          <a:solidFill>
            <a:schemeClr val="tx2"/>
          </a:solidFill>
          <a:latin typeface="Myriad Pro" pitchFamily="34" charset="0"/>
          <a:cs typeface="Segoe UI" pitchFamily="34" charset="0"/>
        </a:defRPr>
      </a:lvl5pPr>
      <a:lvl6pPr marL="609498" algn="l" eaLnBrk="1" fontAlgn="base" hangingPunct="1">
        <a:spcBef>
          <a:spcPct val="0"/>
        </a:spcBef>
        <a:spcAft>
          <a:spcPct val="0"/>
        </a:spcAft>
        <a:defRPr sz="3733" b="1">
          <a:solidFill>
            <a:schemeClr val="tx2">
              <a:alpha val="100000"/>
            </a:schemeClr>
          </a:solidFill>
          <a:latin typeface="Verdana"/>
        </a:defRPr>
      </a:lvl6pPr>
      <a:lvl7pPr marL="1218996" algn="l" eaLnBrk="1" fontAlgn="base" hangingPunct="1">
        <a:spcBef>
          <a:spcPct val="0"/>
        </a:spcBef>
        <a:spcAft>
          <a:spcPct val="0"/>
        </a:spcAft>
        <a:defRPr sz="3733" b="1">
          <a:solidFill>
            <a:schemeClr val="tx2">
              <a:alpha val="100000"/>
            </a:schemeClr>
          </a:solidFill>
          <a:latin typeface="Verdana"/>
        </a:defRPr>
      </a:lvl7pPr>
      <a:lvl8pPr marL="1828494" algn="l" eaLnBrk="1" fontAlgn="base" hangingPunct="1">
        <a:spcBef>
          <a:spcPct val="0"/>
        </a:spcBef>
        <a:spcAft>
          <a:spcPct val="0"/>
        </a:spcAft>
        <a:defRPr sz="3733" b="1">
          <a:solidFill>
            <a:schemeClr val="tx2">
              <a:alpha val="100000"/>
            </a:schemeClr>
          </a:solidFill>
          <a:latin typeface="Verdana"/>
        </a:defRPr>
      </a:lvl8pPr>
      <a:lvl9pPr marL="2437991" algn="l" eaLnBrk="1" fontAlgn="base" hangingPunct="1">
        <a:spcBef>
          <a:spcPct val="0"/>
        </a:spcBef>
        <a:spcAft>
          <a:spcPct val="0"/>
        </a:spcAft>
        <a:defRPr sz="3733" b="1">
          <a:solidFill>
            <a:schemeClr val="tx2">
              <a:alpha val="100000"/>
            </a:schemeClr>
          </a:solidFill>
          <a:latin typeface="Verdana"/>
        </a:defRPr>
      </a:lvl9pPr>
    </p:titleStyle>
    <p:bodyStyle>
      <a:lvl1pPr marL="457124" indent="-457124" algn="l" defTabSz="-18494452" rtl="0" eaLnBrk="1" fontAlgn="base" hangingPunct="1">
        <a:spcBef>
          <a:spcPct val="20000"/>
        </a:spcBef>
        <a:spcAft>
          <a:spcPct val="0"/>
        </a:spcAft>
        <a:buFont typeface="Wingdings" pitchFamily="2" charset="2"/>
        <a:buChar char="§"/>
        <a:defRPr sz="2800" b="1">
          <a:solidFill>
            <a:schemeClr val="tx1"/>
          </a:solidFill>
          <a:latin typeface="Calibri" pitchFamily="34" charset="0"/>
          <a:ea typeface="+mn-ea"/>
          <a:cs typeface="Segoe UI" pitchFamily="34" charset="0"/>
        </a:defRPr>
      </a:lvl1pPr>
      <a:lvl2pPr marL="990434" indent="-380936" algn="l" defTabSz="-18494452" rtl="0" eaLnBrk="1" fontAlgn="base" hangingPunct="1">
        <a:spcBef>
          <a:spcPct val="20000"/>
        </a:spcBef>
        <a:spcAft>
          <a:spcPct val="0"/>
        </a:spcAft>
        <a:buSzPct val="50000"/>
        <a:buFont typeface="Wingdings" pitchFamily="2" charset="2"/>
        <a:buChar char="o"/>
        <a:defRPr sz="2533">
          <a:solidFill>
            <a:schemeClr val="tx1"/>
          </a:solidFill>
          <a:latin typeface="Calibri Light" pitchFamily="34" charset="0"/>
          <a:cs typeface="Segoe UI" pitchFamily="34" charset="0"/>
        </a:defRPr>
      </a:lvl2pPr>
      <a:lvl3pPr marL="1523745" indent="-304749" algn="l" defTabSz="-18494452" rtl="0" eaLnBrk="1" fontAlgn="base" hangingPunct="1">
        <a:spcBef>
          <a:spcPct val="20000"/>
        </a:spcBef>
        <a:spcAft>
          <a:spcPct val="0"/>
        </a:spcAft>
        <a:buSzPct val="50000"/>
        <a:buFont typeface="Wingdings" pitchFamily="2" charset="2"/>
        <a:buChar char="o"/>
        <a:defRPr sz="2266">
          <a:solidFill>
            <a:schemeClr val="tx1"/>
          </a:solidFill>
          <a:latin typeface="Calibri Light" pitchFamily="34" charset="0"/>
          <a:cs typeface="Segoe UI" pitchFamily="34" charset="0"/>
        </a:defRPr>
      </a:lvl3pPr>
      <a:lvl4pPr marL="2133243" indent="-304749" algn="l" defTabSz="-18494452" rtl="0" eaLnBrk="1" fontAlgn="base" hangingPunct="1">
        <a:spcBef>
          <a:spcPct val="20000"/>
        </a:spcBef>
        <a:spcAft>
          <a:spcPct val="0"/>
        </a:spcAft>
        <a:buSzPct val="50000"/>
        <a:buFont typeface="Wingdings" pitchFamily="2" charset="2"/>
        <a:buChar char="o"/>
        <a:defRPr sz="2000">
          <a:solidFill>
            <a:schemeClr val="tx1"/>
          </a:solidFill>
          <a:latin typeface="Calibri Light" pitchFamily="34" charset="0"/>
          <a:cs typeface="Segoe UI" pitchFamily="34" charset="0"/>
        </a:defRPr>
      </a:lvl4pPr>
      <a:lvl5pPr marL="2742740" indent="-304749" algn="l" defTabSz="-18494452" rtl="0" eaLnBrk="1" fontAlgn="base" hangingPunct="1">
        <a:spcBef>
          <a:spcPct val="20000"/>
        </a:spcBef>
        <a:spcAft>
          <a:spcPct val="0"/>
        </a:spcAft>
        <a:buSzPct val="50000"/>
        <a:buFont typeface="Wingdings" pitchFamily="2" charset="2"/>
        <a:buChar char="o"/>
        <a:defRPr sz="1733">
          <a:solidFill>
            <a:schemeClr val="tx1"/>
          </a:solidFill>
          <a:latin typeface="Calibri Light" pitchFamily="34" charset="0"/>
          <a:cs typeface="Segoe UI" pitchFamily="34" charset="0"/>
        </a:defRPr>
      </a:lvl5pPr>
      <a:lvl6pPr marL="3352239" indent="-304749" algn="l" eaLnBrk="1" fontAlgn="base" hangingPunct="1">
        <a:spcBef>
          <a:spcPct val="20000"/>
        </a:spcBef>
        <a:spcAft>
          <a:spcPct val="0"/>
        </a:spcAft>
        <a:buClr>
          <a:schemeClr val="accent1">
            <a:alpha val="100000"/>
          </a:schemeClr>
        </a:buClr>
        <a:buFont typeface="Wingdings"/>
        <a:buChar char=""/>
        <a:defRPr sz="1866" b="1">
          <a:solidFill>
            <a:schemeClr val="tx1">
              <a:alpha val="100000"/>
            </a:schemeClr>
          </a:solidFill>
          <a:latin typeface="+mn-lt"/>
        </a:defRPr>
      </a:lvl6pPr>
      <a:lvl7pPr marL="3961736" indent="-304749" algn="l" eaLnBrk="1" fontAlgn="base" hangingPunct="1">
        <a:spcBef>
          <a:spcPct val="20000"/>
        </a:spcBef>
        <a:spcAft>
          <a:spcPct val="0"/>
        </a:spcAft>
        <a:buClr>
          <a:schemeClr val="accent1">
            <a:alpha val="100000"/>
          </a:schemeClr>
        </a:buClr>
        <a:buFont typeface="Wingdings"/>
        <a:buChar char=""/>
        <a:defRPr sz="1866" b="1">
          <a:solidFill>
            <a:schemeClr val="tx1">
              <a:alpha val="100000"/>
            </a:schemeClr>
          </a:solidFill>
          <a:latin typeface="+mn-lt"/>
        </a:defRPr>
      </a:lvl7pPr>
      <a:lvl8pPr marL="4571234" indent="-304749" algn="l" eaLnBrk="1" fontAlgn="base" hangingPunct="1">
        <a:spcBef>
          <a:spcPct val="20000"/>
        </a:spcBef>
        <a:spcAft>
          <a:spcPct val="0"/>
        </a:spcAft>
        <a:buClr>
          <a:schemeClr val="accent1">
            <a:alpha val="100000"/>
          </a:schemeClr>
        </a:buClr>
        <a:buFont typeface="Wingdings"/>
        <a:buChar char=""/>
        <a:defRPr sz="1866" b="1">
          <a:solidFill>
            <a:schemeClr val="tx1">
              <a:alpha val="100000"/>
            </a:schemeClr>
          </a:solidFill>
          <a:latin typeface="+mn-lt"/>
        </a:defRPr>
      </a:lvl8pPr>
      <a:lvl9pPr marL="5180732" indent="-304749" algn="l" eaLnBrk="1" fontAlgn="base" hangingPunct="1">
        <a:spcBef>
          <a:spcPct val="20000"/>
        </a:spcBef>
        <a:spcAft>
          <a:spcPct val="0"/>
        </a:spcAft>
        <a:buClr>
          <a:schemeClr val="accent1">
            <a:alpha val="100000"/>
          </a:schemeClr>
        </a:buClr>
        <a:buFont typeface="Wingdings"/>
        <a:buChar char=""/>
        <a:defRPr sz="1866" b="1">
          <a:solidFill>
            <a:schemeClr val="tx1">
              <a:alpha val="100000"/>
            </a:schemeClr>
          </a:solidFill>
          <a:latin typeface="+mn-lt"/>
        </a:defRPr>
      </a:lvl9pPr>
    </p:bodyStyle>
    <p:otherStyle>
      <a:lvl1pPr algn="l" eaLnBrk="1" fontAlgn="base" hangingPunct="1">
        <a:spcBef>
          <a:spcPct val="0"/>
        </a:spcBef>
        <a:spcAft>
          <a:spcPct val="0"/>
        </a:spcAft>
        <a:defRPr>
          <a:solidFill>
            <a:schemeClr val="tx1">
              <a:alpha val="100000"/>
            </a:schemeClr>
          </a:solidFill>
          <a:latin typeface="Arial"/>
        </a:defRPr>
      </a:lvl1pPr>
      <a:lvl2pPr marL="609498" algn="l" eaLnBrk="1" fontAlgn="base" hangingPunct="1">
        <a:spcBef>
          <a:spcPct val="0"/>
        </a:spcBef>
        <a:spcAft>
          <a:spcPct val="0"/>
        </a:spcAft>
        <a:defRPr>
          <a:solidFill>
            <a:schemeClr val="tx1">
              <a:alpha val="100000"/>
            </a:schemeClr>
          </a:solidFill>
          <a:latin typeface="Arial"/>
        </a:defRPr>
      </a:lvl2pPr>
      <a:lvl3pPr marL="1218996" algn="l" eaLnBrk="1" fontAlgn="base" hangingPunct="1">
        <a:spcBef>
          <a:spcPct val="0"/>
        </a:spcBef>
        <a:spcAft>
          <a:spcPct val="0"/>
        </a:spcAft>
        <a:defRPr>
          <a:solidFill>
            <a:schemeClr val="tx1">
              <a:alpha val="100000"/>
            </a:schemeClr>
          </a:solidFill>
          <a:latin typeface="Arial"/>
        </a:defRPr>
      </a:lvl3pPr>
      <a:lvl4pPr marL="1828494" algn="l" eaLnBrk="1" fontAlgn="base" hangingPunct="1">
        <a:spcBef>
          <a:spcPct val="0"/>
        </a:spcBef>
        <a:spcAft>
          <a:spcPct val="0"/>
        </a:spcAft>
        <a:defRPr>
          <a:solidFill>
            <a:schemeClr val="tx1">
              <a:alpha val="100000"/>
            </a:schemeClr>
          </a:solidFill>
          <a:latin typeface="Arial"/>
        </a:defRPr>
      </a:lvl4pPr>
      <a:lvl5pPr marL="2437991" algn="l" eaLnBrk="1" fontAlgn="base" hangingPunct="1">
        <a:spcBef>
          <a:spcPct val="0"/>
        </a:spcBef>
        <a:spcAft>
          <a:spcPct val="0"/>
        </a:spcAft>
        <a:defRPr>
          <a:solidFill>
            <a:schemeClr val="tx1">
              <a:alpha val="100000"/>
            </a:schemeClr>
          </a:solidFill>
          <a:latin typeface="Arial"/>
        </a:defRPr>
      </a:lvl5pPr>
      <a:lvl6pPr marL="3047489" algn="l" eaLnBrk="1" fontAlgn="base" hangingPunct="1">
        <a:spcBef>
          <a:spcPct val="0"/>
        </a:spcBef>
        <a:spcAft>
          <a:spcPct val="0"/>
        </a:spcAft>
        <a:defRPr>
          <a:solidFill>
            <a:schemeClr val="tx1">
              <a:alpha val="100000"/>
            </a:schemeClr>
          </a:solidFill>
          <a:latin typeface="Arial"/>
        </a:defRPr>
      </a:lvl6pPr>
      <a:lvl7pPr marL="3656988" algn="l" eaLnBrk="1" fontAlgn="base" hangingPunct="1">
        <a:spcBef>
          <a:spcPct val="0"/>
        </a:spcBef>
        <a:spcAft>
          <a:spcPct val="0"/>
        </a:spcAft>
        <a:defRPr>
          <a:solidFill>
            <a:schemeClr val="tx1">
              <a:alpha val="100000"/>
            </a:schemeClr>
          </a:solidFill>
          <a:latin typeface="Arial"/>
        </a:defRPr>
      </a:lvl7pPr>
      <a:lvl8pPr marL="4266485" algn="l" eaLnBrk="1" fontAlgn="base" hangingPunct="1">
        <a:spcBef>
          <a:spcPct val="0"/>
        </a:spcBef>
        <a:spcAft>
          <a:spcPct val="0"/>
        </a:spcAft>
        <a:defRPr>
          <a:solidFill>
            <a:schemeClr val="tx1">
              <a:alpha val="100000"/>
            </a:schemeClr>
          </a:solidFill>
          <a:latin typeface="Arial"/>
        </a:defRPr>
      </a:lvl8pPr>
      <a:lvl9pPr marL="4875983" algn="l" eaLnBrk="1" fontAlgn="base" hangingPunct="1">
        <a:spcBef>
          <a:spcPct val="0"/>
        </a:spcBef>
        <a:spcAft>
          <a:spcPct val="0"/>
        </a:spcAft>
        <a:defRPr>
          <a:solidFill>
            <a:schemeClr val="tx1">
              <a:alpha val="100000"/>
            </a:schemeClr>
          </a:solidFill>
          <a:latin typeface="Arial"/>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chemeClr val="tx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69240" y="289512"/>
            <a:ext cx="11655840" cy="899665"/>
          </a:xfrm>
          <a:prstGeom prst="rect">
            <a:avLst/>
          </a:prstGeom>
        </p:spPr>
        <p:txBody>
          <a:bodyPr vert="horz" wrap="square" lIns="146304" tIns="91440" rIns="146304" bIns="91440" rtlCol="0" anchor="t">
            <a:noAutofit/>
          </a:bodyPr>
          <a:lstStyle/>
          <a:p>
            <a:r>
              <a:rPr lang="en-US"/>
              <a:t>Click to edit Master title style</a:t>
            </a:r>
            <a:endParaRPr lang="en-US" dirty="0"/>
          </a:p>
        </p:txBody>
      </p:sp>
      <p:sp>
        <p:nvSpPr>
          <p:cNvPr id="4" name="Text Placeholder 3"/>
          <p:cNvSpPr>
            <a:spLocks noGrp="1"/>
          </p:cNvSpPr>
          <p:nvPr>
            <p:ph type="body" idx="1"/>
          </p:nvPr>
        </p:nvSpPr>
        <p:spPr>
          <a:xfrm>
            <a:off x="269241" y="1189179"/>
            <a:ext cx="11653521" cy="2052030"/>
          </a:xfrm>
          <a:prstGeom prst="rect">
            <a:avLst/>
          </a:prstGeom>
        </p:spPr>
        <p:txBody>
          <a:bodyPr vert="horz" wrap="square" lIns="146304" tIns="91440" rIns="146304" bIns="9144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7" name="Picture 6"/>
          <p:cNvPicPr>
            <a:picLocks noChangeAspect="1"/>
          </p:cNvPicPr>
          <p:nvPr userDrawn="1"/>
        </p:nvPicPr>
        <p:blipFill>
          <a:blip r:embed="rId8"/>
          <a:stretch>
            <a:fillRect/>
          </a:stretch>
        </p:blipFill>
        <p:spPr>
          <a:xfrm rot="5400000">
            <a:off x="9208748" y="2991033"/>
            <a:ext cx="6858623" cy="876557"/>
          </a:xfrm>
          <a:prstGeom prst="rect">
            <a:avLst/>
          </a:prstGeom>
        </p:spPr>
      </p:pic>
    </p:spTree>
    <p:extLst>
      <p:ext uri="{BB962C8B-B14F-4D97-AF65-F5344CB8AC3E}">
        <p14:creationId xmlns:p14="http://schemas.microsoft.com/office/powerpoint/2010/main" val="175548080"/>
      </p:ext>
    </p:extLst>
  </p:cSld>
  <p:clrMap bg1="dk1" tx1="lt1" bg2="dk2" tx2="lt2" accent1="accent1" accent2="accent2" accent3="accent3" accent4="accent4" accent5="accent5" accent6="accent6" hlink="hlink" folHlink="folHlink"/>
  <p:sldLayoutIdLst>
    <p:sldLayoutId id="2147483832" r:id="rId1"/>
    <p:sldLayoutId id="2147483833" r:id="rId2"/>
    <p:sldLayoutId id="2147483834" r:id="rId3"/>
    <p:sldLayoutId id="2147483835" r:id="rId4"/>
    <p:sldLayoutId id="2147483836" r:id="rId5"/>
    <p:sldLayoutId id="2147483837" r:id="rId6"/>
  </p:sldLayoutIdLst>
  <p:transition spd="slow">
    <p:fade/>
  </p:transition>
  <p:txStyles>
    <p:titleStyle>
      <a:lvl1pPr algn="l" defTabSz="914293" rtl="0" eaLnBrk="1" latinLnBrk="0" hangingPunct="1">
        <a:lnSpc>
          <a:spcPct val="90000"/>
        </a:lnSpc>
        <a:spcBef>
          <a:spcPct val="0"/>
        </a:spcBef>
        <a:buNone/>
        <a:defRPr lang="en-US" sz="4705" b="0" kern="1200" cap="none" spc="-100" baseline="0" dirty="0" smtClean="0">
          <a:ln w="3175">
            <a:noFill/>
          </a:ln>
          <a:gradFill>
            <a:gsLst>
              <a:gs pos="1250">
                <a:schemeClr val="tx1"/>
              </a:gs>
              <a:gs pos="100000">
                <a:schemeClr val="tx1"/>
              </a:gs>
            </a:gsLst>
            <a:lin ang="5400000" scaled="0"/>
          </a:gradFill>
          <a:effectLst/>
          <a:latin typeface="+mj-lt"/>
          <a:ea typeface="+mn-ea"/>
          <a:cs typeface="Segoe UI" pitchFamily="34" charset="0"/>
        </a:defRPr>
      </a:lvl1pPr>
    </p:titleStyle>
    <p:bodyStyle>
      <a:lvl1pPr marL="336118" marR="0" indent="-336118" algn="l" defTabSz="914293" rtl="0" eaLnBrk="1" fontAlgn="auto" latinLnBrk="0" hangingPunct="1">
        <a:lnSpc>
          <a:spcPct val="90000"/>
        </a:lnSpc>
        <a:spcBef>
          <a:spcPct val="20000"/>
        </a:spcBef>
        <a:spcAft>
          <a:spcPts val="0"/>
        </a:spcAft>
        <a:buClr>
          <a:schemeClr val="tx1"/>
        </a:buClr>
        <a:buSzPct val="90000"/>
        <a:buFont typeface="Wingdings" panose="05000000000000000000" pitchFamily="2" charset="2"/>
        <a:buChar char="§"/>
        <a:tabLst/>
        <a:defRPr sz="3921" kern="1200" spc="0" baseline="0">
          <a:gradFill>
            <a:gsLst>
              <a:gs pos="1250">
                <a:schemeClr val="tx1"/>
              </a:gs>
              <a:gs pos="100000">
                <a:schemeClr val="tx1"/>
              </a:gs>
            </a:gsLst>
            <a:lin ang="5400000" scaled="0"/>
          </a:gradFill>
          <a:latin typeface="+mj-lt"/>
          <a:ea typeface="+mn-ea"/>
          <a:cs typeface="+mn-cs"/>
        </a:defRPr>
      </a:lvl1pPr>
      <a:lvl2pPr marL="572646" marR="0" indent="-236528" algn="l" defTabSz="914293" rtl="0" eaLnBrk="1" fontAlgn="auto" latinLnBrk="0" hangingPunct="1">
        <a:lnSpc>
          <a:spcPct val="90000"/>
        </a:lnSpc>
        <a:spcBef>
          <a:spcPct val="20000"/>
        </a:spcBef>
        <a:spcAft>
          <a:spcPts val="0"/>
        </a:spcAft>
        <a:buClr>
          <a:schemeClr val="tx1"/>
        </a:buClr>
        <a:buSzPct val="90000"/>
        <a:buFont typeface="Wingdings" panose="05000000000000000000" pitchFamily="2" charset="2"/>
        <a:buChar char="§"/>
        <a:tabLst/>
        <a:defRPr sz="2353" kern="1200" spc="0" baseline="0">
          <a:gradFill>
            <a:gsLst>
              <a:gs pos="1250">
                <a:schemeClr val="tx1"/>
              </a:gs>
              <a:gs pos="100000">
                <a:schemeClr val="tx1"/>
              </a:gs>
            </a:gsLst>
            <a:lin ang="5400000" scaled="0"/>
          </a:gradFill>
          <a:latin typeface="+mn-lt"/>
          <a:ea typeface="+mn-ea"/>
          <a:cs typeface="+mn-cs"/>
        </a:defRPr>
      </a:lvl2pPr>
      <a:lvl3pPr marL="784275" marR="0" indent="-224079" algn="l" defTabSz="914293" rtl="0" eaLnBrk="1" fontAlgn="auto" latinLnBrk="0" hangingPunct="1">
        <a:lnSpc>
          <a:spcPct val="90000"/>
        </a:lnSpc>
        <a:spcBef>
          <a:spcPct val="20000"/>
        </a:spcBef>
        <a:spcAft>
          <a:spcPts val="0"/>
        </a:spcAft>
        <a:buClr>
          <a:schemeClr val="tx1"/>
        </a:buClr>
        <a:buSzPct val="90000"/>
        <a:buFont typeface="Wingdings" panose="05000000000000000000" pitchFamily="2" charset="2"/>
        <a:buChar char="§"/>
        <a:tabLst/>
        <a:defRPr sz="1961" kern="1200" spc="0" baseline="0">
          <a:gradFill>
            <a:gsLst>
              <a:gs pos="1250">
                <a:schemeClr val="tx1"/>
              </a:gs>
              <a:gs pos="100000">
                <a:schemeClr val="tx1"/>
              </a:gs>
            </a:gsLst>
            <a:lin ang="5400000" scaled="0"/>
          </a:gradFill>
          <a:latin typeface="+mn-lt"/>
          <a:ea typeface="+mn-ea"/>
          <a:cs typeface="+mn-cs"/>
        </a:defRPr>
      </a:lvl3pPr>
      <a:lvl4pPr marL="1008354" marR="0" indent="-224079" algn="l" defTabSz="914293" rtl="0" eaLnBrk="1" fontAlgn="auto" latinLnBrk="0" hangingPunct="1">
        <a:lnSpc>
          <a:spcPct val="90000"/>
        </a:lnSpc>
        <a:spcBef>
          <a:spcPct val="20000"/>
        </a:spcBef>
        <a:spcAft>
          <a:spcPts val="0"/>
        </a:spcAft>
        <a:buClr>
          <a:schemeClr val="tx1"/>
        </a:buClr>
        <a:buSzPct val="90000"/>
        <a:buFont typeface="Wingdings" panose="05000000000000000000" pitchFamily="2" charset="2"/>
        <a:buChar char="§"/>
        <a:tabLst/>
        <a:defRPr sz="1765" kern="1200" spc="0" baseline="0">
          <a:gradFill>
            <a:gsLst>
              <a:gs pos="1250">
                <a:schemeClr val="tx1"/>
              </a:gs>
              <a:gs pos="100000">
                <a:schemeClr val="tx1"/>
              </a:gs>
            </a:gsLst>
            <a:lin ang="5400000" scaled="0"/>
          </a:gradFill>
          <a:latin typeface="+mn-lt"/>
          <a:ea typeface="+mn-ea"/>
          <a:cs typeface="+mn-cs"/>
        </a:defRPr>
      </a:lvl4pPr>
      <a:lvl5pPr marL="1232432" marR="0" indent="-224079" algn="l" defTabSz="914293" rtl="0" eaLnBrk="1" fontAlgn="auto" latinLnBrk="0" hangingPunct="1">
        <a:lnSpc>
          <a:spcPct val="90000"/>
        </a:lnSpc>
        <a:spcBef>
          <a:spcPct val="20000"/>
        </a:spcBef>
        <a:spcAft>
          <a:spcPts val="0"/>
        </a:spcAft>
        <a:buClr>
          <a:schemeClr val="tx1"/>
        </a:buClr>
        <a:buSzPct val="90000"/>
        <a:buFont typeface="Wingdings" panose="05000000000000000000" pitchFamily="2" charset="2"/>
        <a:buChar char="§"/>
        <a:tabLst/>
        <a:defRPr sz="1765" kern="1200" spc="0" baseline="0">
          <a:gradFill>
            <a:gsLst>
              <a:gs pos="1250">
                <a:schemeClr val="tx1"/>
              </a:gs>
              <a:gs pos="100000">
                <a:schemeClr val="tx1"/>
              </a:gs>
            </a:gsLst>
            <a:lin ang="5400000" scaled="0"/>
          </a:gradFill>
          <a:latin typeface="+mn-lt"/>
          <a:ea typeface="+mn-ea"/>
          <a:cs typeface="+mn-cs"/>
        </a:defRPr>
      </a:lvl5pPr>
      <a:lvl6pPr marL="2514307" indent="-228574" algn="l" defTabSz="914293" rtl="0" eaLnBrk="1" latinLnBrk="0" hangingPunct="1">
        <a:spcBef>
          <a:spcPct val="20000"/>
        </a:spcBef>
        <a:buFont typeface="Arial" pitchFamily="34" charset="0"/>
        <a:buChar char="•"/>
        <a:defRPr sz="1961" kern="1200">
          <a:solidFill>
            <a:schemeClr val="tx1"/>
          </a:solidFill>
          <a:latin typeface="+mn-lt"/>
          <a:ea typeface="+mn-ea"/>
          <a:cs typeface="+mn-cs"/>
        </a:defRPr>
      </a:lvl6pPr>
      <a:lvl7pPr marL="2971456" indent="-228574" algn="l" defTabSz="914293" rtl="0" eaLnBrk="1" latinLnBrk="0" hangingPunct="1">
        <a:spcBef>
          <a:spcPct val="20000"/>
        </a:spcBef>
        <a:buFont typeface="Arial" pitchFamily="34" charset="0"/>
        <a:buChar char="•"/>
        <a:defRPr sz="1961" kern="1200">
          <a:solidFill>
            <a:schemeClr val="tx1"/>
          </a:solidFill>
          <a:latin typeface="+mn-lt"/>
          <a:ea typeface="+mn-ea"/>
          <a:cs typeface="+mn-cs"/>
        </a:defRPr>
      </a:lvl7pPr>
      <a:lvl8pPr marL="3428602" indent="-228574" algn="l" defTabSz="914293" rtl="0" eaLnBrk="1" latinLnBrk="0" hangingPunct="1">
        <a:spcBef>
          <a:spcPct val="20000"/>
        </a:spcBef>
        <a:buFont typeface="Arial" pitchFamily="34" charset="0"/>
        <a:buChar char="•"/>
        <a:defRPr sz="1961" kern="1200">
          <a:solidFill>
            <a:schemeClr val="tx1"/>
          </a:solidFill>
          <a:latin typeface="+mn-lt"/>
          <a:ea typeface="+mn-ea"/>
          <a:cs typeface="+mn-cs"/>
        </a:defRPr>
      </a:lvl8pPr>
      <a:lvl9pPr marL="3885750" indent="-228574" algn="l" defTabSz="914293" rtl="0" eaLnBrk="1" latinLnBrk="0" hangingPunct="1">
        <a:spcBef>
          <a:spcPct val="20000"/>
        </a:spcBef>
        <a:buFont typeface="Arial" pitchFamily="34" charset="0"/>
        <a:buChar char="•"/>
        <a:defRPr sz="1961" kern="1200">
          <a:solidFill>
            <a:schemeClr val="tx1"/>
          </a:solidFill>
          <a:latin typeface="+mn-lt"/>
          <a:ea typeface="+mn-ea"/>
          <a:cs typeface="+mn-cs"/>
        </a:defRPr>
      </a:lvl9pPr>
    </p:bodyStyle>
    <p:otherStyle>
      <a:defPPr>
        <a:defRPr lang="en-US"/>
      </a:defPPr>
      <a:lvl1pPr marL="0" algn="l" defTabSz="914293" rtl="0" eaLnBrk="1" latinLnBrk="0" hangingPunct="1">
        <a:defRPr sz="1765" kern="1200">
          <a:solidFill>
            <a:schemeClr val="tx1"/>
          </a:solidFill>
          <a:latin typeface="+mn-lt"/>
          <a:ea typeface="+mn-ea"/>
          <a:cs typeface="+mn-cs"/>
        </a:defRPr>
      </a:lvl1pPr>
      <a:lvl2pPr marL="457147" algn="l" defTabSz="914293" rtl="0" eaLnBrk="1" latinLnBrk="0" hangingPunct="1">
        <a:defRPr sz="1765" kern="1200">
          <a:solidFill>
            <a:schemeClr val="tx1"/>
          </a:solidFill>
          <a:latin typeface="+mn-lt"/>
          <a:ea typeface="+mn-ea"/>
          <a:cs typeface="+mn-cs"/>
        </a:defRPr>
      </a:lvl2pPr>
      <a:lvl3pPr marL="914293" algn="l" defTabSz="914293" rtl="0" eaLnBrk="1" latinLnBrk="0" hangingPunct="1">
        <a:defRPr sz="1765" kern="1200">
          <a:solidFill>
            <a:schemeClr val="tx1"/>
          </a:solidFill>
          <a:latin typeface="+mn-lt"/>
          <a:ea typeface="+mn-ea"/>
          <a:cs typeface="+mn-cs"/>
        </a:defRPr>
      </a:lvl3pPr>
      <a:lvl4pPr marL="1371441" algn="l" defTabSz="914293" rtl="0" eaLnBrk="1" latinLnBrk="0" hangingPunct="1">
        <a:defRPr sz="1765" kern="1200">
          <a:solidFill>
            <a:schemeClr val="tx1"/>
          </a:solidFill>
          <a:latin typeface="+mn-lt"/>
          <a:ea typeface="+mn-ea"/>
          <a:cs typeface="+mn-cs"/>
        </a:defRPr>
      </a:lvl4pPr>
      <a:lvl5pPr marL="1828587" algn="l" defTabSz="914293" rtl="0" eaLnBrk="1" latinLnBrk="0" hangingPunct="1">
        <a:defRPr sz="1765" kern="1200">
          <a:solidFill>
            <a:schemeClr val="tx1"/>
          </a:solidFill>
          <a:latin typeface="+mn-lt"/>
          <a:ea typeface="+mn-ea"/>
          <a:cs typeface="+mn-cs"/>
        </a:defRPr>
      </a:lvl5pPr>
      <a:lvl6pPr marL="2285736" algn="l" defTabSz="914293" rtl="0" eaLnBrk="1" latinLnBrk="0" hangingPunct="1">
        <a:defRPr sz="1765" kern="1200">
          <a:solidFill>
            <a:schemeClr val="tx1"/>
          </a:solidFill>
          <a:latin typeface="+mn-lt"/>
          <a:ea typeface="+mn-ea"/>
          <a:cs typeface="+mn-cs"/>
        </a:defRPr>
      </a:lvl6pPr>
      <a:lvl7pPr marL="2742881" algn="l" defTabSz="914293" rtl="0" eaLnBrk="1" latinLnBrk="0" hangingPunct="1">
        <a:defRPr sz="1765" kern="1200">
          <a:solidFill>
            <a:schemeClr val="tx1"/>
          </a:solidFill>
          <a:latin typeface="+mn-lt"/>
          <a:ea typeface="+mn-ea"/>
          <a:cs typeface="+mn-cs"/>
        </a:defRPr>
      </a:lvl7pPr>
      <a:lvl8pPr marL="3200029" algn="l" defTabSz="914293" rtl="0" eaLnBrk="1" latinLnBrk="0" hangingPunct="1">
        <a:defRPr sz="1765" kern="1200">
          <a:solidFill>
            <a:schemeClr val="tx1"/>
          </a:solidFill>
          <a:latin typeface="+mn-lt"/>
          <a:ea typeface="+mn-ea"/>
          <a:cs typeface="+mn-cs"/>
        </a:defRPr>
      </a:lvl8pPr>
      <a:lvl9pPr marL="3657176" algn="l" defTabSz="914293" rtl="0" eaLnBrk="1" latinLnBrk="0" hangingPunct="1">
        <a:defRPr sz="1765"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orient="horz" pos="187">
          <p15:clr>
            <a:srgbClr val="5ACBF0"/>
          </p15:clr>
        </p15:guide>
        <p15:guide id="2" pos="173">
          <p15:clr>
            <a:srgbClr val="5ACBF0"/>
          </p15:clr>
        </p15:guide>
        <p15:guide id="3" pos="749">
          <p15:clr>
            <a:srgbClr val="5ACBF0"/>
          </p15:clr>
        </p15:guide>
        <p15:guide id="4" pos="1325">
          <p15:clr>
            <a:srgbClr val="5ACBF0"/>
          </p15:clr>
        </p15:guide>
        <p15:guide id="5" pos="1901">
          <p15:clr>
            <a:srgbClr val="5ACBF0"/>
          </p15:clr>
        </p15:guide>
        <p15:guide id="6" pos="2477">
          <p15:clr>
            <a:srgbClr val="5ACBF0"/>
          </p15:clr>
        </p15:guide>
        <p15:guide id="7" pos="3053">
          <p15:clr>
            <a:srgbClr val="5ACBF0"/>
          </p15:clr>
        </p15:guide>
        <p15:guide id="8" pos="3629">
          <p15:clr>
            <a:srgbClr val="5ACBF0"/>
          </p15:clr>
        </p15:guide>
        <p15:guide id="9" pos="4205">
          <p15:clr>
            <a:srgbClr val="5ACBF0"/>
          </p15:clr>
        </p15:guide>
        <p15:guide id="10" pos="4781">
          <p15:clr>
            <a:srgbClr val="5ACBF0"/>
          </p15:clr>
        </p15:guide>
        <p15:guide id="11" pos="5357">
          <p15:clr>
            <a:srgbClr val="5ACBF0"/>
          </p15:clr>
        </p15:guide>
        <p15:guide id="12" pos="5933">
          <p15:clr>
            <a:srgbClr val="5ACBF0"/>
          </p15:clr>
        </p15:guide>
        <p15:guide id="13" pos="6509">
          <p15:clr>
            <a:srgbClr val="5ACBF0"/>
          </p15:clr>
        </p15:guide>
        <p15:guide id="14" pos="7085">
          <p15:clr>
            <a:srgbClr val="5ACBF0"/>
          </p15:clr>
        </p15:guide>
        <p15:guide id="15" pos="7661">
          <p15:clr>
            <a:srgbClr val="5ACBF0"/>
          </p15:clr>
        </p15:guide>
        <p15:guide id="16" pos="288">
          <p15:clr>
            <a:srgbClr val="C35EA4"/>
          </p15:clr>
        </p15:guide>
        <p15:guide id="17" pos="7546">
          <p15:clr>
            <a:srgbClr val="C35EA4"/>
          </p15:clr>
        </p15:guide>
        <p15:guide id="18" orient="horz" pos="763">
          <p15:clr>
            <a:srgbClr val="5ACBF0"/>
          </p15:clr>
        </p15:guide>
        <p15:guide id="19" orient="horz" pos="1339">
          <p15:clr>
            <a:srgbClr val="5ACBF0"/>
          </p15:clr>
        </p15:guide>
        <p15:guide id="20" orient="horz" pos="1915">
          <p15:clr>
            <a:srgbClr val="5ACBF0"/>
          </p15:clr>
        </p15:guide>
        <p15:guide id="21" orient="horz" pos="2491">
          <p15:clr>
            <a:srgbClr val="5ACBF0"/>
          </p15:clr>
        </p15:guide>
        <p15:guide id="22" orient="horz" pos="3067">
          <p15:clr>
            <a:srgbClr val="5ACBF0"/>
          </p15:clr>
        </p15:guide>
        <p15:guide id="23" orient="horz" pos="3643">
          <p15:clr>
            <a:srgbClr val="5ACBF0"/>
          </p15:clr>
        </p15:guide>
        <p15:guide id="24" orient="horz" pos="4219">
          <p15:clr>
            <a:srgbClr val="5ACBF0"/>
          </p15:clr>
        </p15:guide>
        <p15:guide id="25" orient="horz" pos="302">
          <p15:clr>
            <a:srgbClr val="C35EA4"/>
          </p15:clr>
        </p15:guide>
        <p15:guide id="26" orient="horz" pos="4104">
          <p15:clr>
            <a:srgbClr val="C35EA4"/>
          </p15:clr>
        </p15:guide>
      </p15:sldGuideLst>
    </p:ext>
  </p:extLst>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solidFill>
          <a:schemeClr val="accent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69240" y="289511"/>
            <a:ext cx="11655840" cy="899665"/>
          </a:xfrm>
          <a:prstGeom prst="rect">
            <a:avLst/>
          </a:prstGeom>
        </p:spPr>
        <p:txBody>
          <a:bodyPr vert="horz" wrap="square" lIns="146304" tIns="91440" rIns="146304" bIns="91440" rtlCol="0" anchor="t">
            <a:noAutofit/>
          </a:bodyPr>
          <a:lstStyle/>
          <a:p>
            <a:r>
              <a:rPr lang="en-US"/>
              <a:t>Click to edit Master title style</a:t>
            </a:r>
            <a:endParaRPr lang="en-US" dirty="0"/>
          </a:p>
        </p:txBody>
      </p:sp>
      <p:sp>
        <p:nvSpPr>
          <p:cNvPr id="4" name="Text Placeholder 3"/>
          <p:cNvSpPr>
            <a:spLocks noGrp="1"/>
          </p:cNvSpPr>
          <p:nvPr>
            <p:ph type="body" idx="1"/>
          </p:nvPr>
        </p:nvSpPr>
        <p:spPr>
          <a:xfrm>
            <a:off x="269241" y="1189178"/>
            <a:ext cx="11653521" cy="2052030"/>
          </a:xfrm>
          <a:prstGeom prst="rect">
            <a:avLst/>
          </a:prstGeom>
        </p:spPr>
        <p:txBody>
          <a:bodyPr vert="horz" wrap="square" lIns="146304" tIns="91440" rIns="146304" bIns="91440" rtlCol="0">
            <a:sp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7" name="Picture 6"/>
          <p:cNvPicPr>
            <a:picLocks noChangeAspect="1"/>
          </p:cNvPicPr>
          <p:nvPr/>
        </p:nvPicPr>
        <p:blipFill>
          <a:blip r:embed="rId20"/>
          <a:stretch>
            <a:fillRect/>
          </a:stretch>
        </p:blipFill>
        <p:spPr>
          <a:xfrm rot="5400000">
            <a:off x="9208748" y="2991033"/>
            <a:ext cx="6858623" cy="876557"/>
          </a:xfrm>
          <a:prstGeom prst="rect">
            <a:avLst/>
          </a:prstGeom>
        </p:spPr>
      </p:pic>
    </p:spTree>
    <p:extLst>
      <p:ext uri="{BB962C8B-B14F-4D97-AF65-F5344CB8AC3E}">
        <p14:creationId xmlns:p14="http://schemas.microsoft.com/office/powerpoint/2010/main" val="712321361"/>
      </p:ext>
    </p:extLst>
  </p:cSld>
  <p:clrMap bg1="dk1" tx1="lt1" bg2="dk2" tx2="lt2" accent1="accent1" accent2="accent2" accent3="accent3" accent4="accent4" accent5="accent5" accent6="accent6" hlink="hlink" folHlink="folHlink"/>
  <p:sldLayoutIdLst>
    <p:sldLayoutId id="2147483839" r:id="rId1"/>
    <p:sldLayoutId id="2147483840" r:id="rId2"/>
    <p:sldLayoutId id="2147483841" r:id="rId3"/>
    <p:sldLayoutId id="2147483842" r:id="rId4"/>
    <p:sldLayoutId id="2147483843" r:id="rId5"/>
    <p:sldLayoutId id="2147483844" r:id="rId6"/>
    <p:sldLayoutId id="2147483845" r:id="rId7"/>
    <p:sldLayoutId id="2147483846" r:id="rId8"/>
    <p:sldLayoutId id="2147483847" r:id="rId9"/>
    <p:sldLayoutId id="2147483848" r:id="rId10"/>
    <p:sldLayoutId id="2147483849" r:id="rId11"/>
    <p:sldLayoutId id="2147483850" r:id="rId12"/>
    <p:sldLayoutId id="2147483851" r:id="rId13"/>
    <p:sldLayoutId id="2147483852" r:id="rId14"/>
    <p:sldLayoutId id="2147483853" r:id="rId15"/>
    <p:sldLayoutId id="2147483854" r:id="rId16"/>
    <p:sldLayoutId id="2147483855" r:id="rId17"/>
    <p:sldLayoutId id="2147483856" r:id="rId18"/>
  </p:sldLayoutIdLst>
  <p:transition>
    <p:fade/>
  </p:transition>
  <p:txStyles>
    <p:titleStyle>
      <a:lvl1pPr algn="l" defTabSz="914367" rtl="0" eaLnBrk="1" latinLnBrk="0" hangingPunct="1">
        <a:lnSpc>
          <a:spcPct val="90000"/>
        </a:lnSpc>
        <a:spcBef>
          <a:spcPct val="0"/>
        </a:spcBef>
        <a:buNone/>
        <a:defRPr lang="en-US" sz="4705" b="0" kern="1200" cap="none" spc="-100" baseline="0" dirty="0" smtClean="0">
          <a:ln w="3175">
            <a:noFill/>
          </a:ln>
          <a:gradFill>
            <a:gsLst>
              <a:gs pos="1250">
                <a:schemeClr val="tx1"/>
              </a:gs>
              <a:gs pos="100000">
                <a:schemeClr val="tx1"/>
              </a:gs>
            </a:gsLst>
            <a:lin ang="5400000" scaled="0"/>
          </a:gradFill>
          <a:effectLst/>
          <a:latin typeface="+mj-lt"/>
          <a:ea typeface="+mn-ea"/>
          <a:cs typeface="Segoe UI" pitchFamily="34" charset="0"/>
        </a:defRPr>
      </a:lvl1pPr>
    </p:titleStyle>
    <p:bodyStyle>
      <a:lvl1pPr marL="336145" marR="0" indent="-336145" algn="l" defTabSz="914367" rtl="0" eaLnBrk="1" fontAlgn="auto" latinLnBrk="0" hangingPunct="1">
        <a:lnSpc>
          <a:spcPct val="90000"/>
        </a:lnSpc>
        <a:spcBef>
          <a:spcPct val="20000"/>
        </a:spcBef>
        <a:spcAft>
          <a:spcPts val="0"/>
        </a:spcAft>
        <a:buClrTx/>
        <a:buSzPct val="90000"/>
        <a:buFont typeface="Arial" pitchFamily="34" charset="0"/>
        <a:buChar char="•"/>
        <a:tabLst/>
        <a:defRPr sz="3921" kern="1200" spc="0" baseline="0">
          <a:gradFill>
            <a:gsLst>
              <a:gs pos="1250">
                <a:schemeClr val="tx1"/>
              </a:gs>
              <a:gs pos="100000">
                <a:schemeClr val="tx1"/>
              </a:gs>
            </a:gsLst>
            <a:lin ang="5400000" scaled="0"/>
          </a:gradFill>
          <a:latin typeface="+mj-lt"/>
          <a:ea typeface="+mn-ea"/>
          <a:cs typeface="+mn-cs"/>
        </a:defRPr>
      </a:lvl1pPr>
      <a:lvl2pPr marL="572691" marR="0" indent="-236546" algn="l" defTabSz="914367" rtl="0" eaLnBrk="1" fontAlgn="auto" latinLnBrk="0" hangingPunct="1">
        <a:lnSpc>
          <a:spcPct val="90000"/>
        </a:lnSpc>
        <a:spcBef>
          <a:spcPct val="20000"/>
        </a:spcBef>
        <a:spcAft>
          <a:spcPts val="0"/>
        </a:spcAft>
        <a:buClrTx/>
        <a:buSzPct val="90000"/>
        <a:buFont typeface="Arial" pitchFamily="34" charset="0"/>
        <a:buChar char="•"/>
        <a:tabLst/>
        <a:defRPr sz="2353" kern="1200" spc="0" baseline="0">
          <a:gradFill>
            <a:gsLst>
              <a:gs pos="1250">
                <a:schemeClr val="tx1"/>
              </a:gs>
              <a:gs pos="100000">
                <a:schemeClr val="tx1"/>
              </a:gs>
            </a:gsLst>
            <a:lin ang="5400000" scaled="0"/>
          </a:gradFill>
          <a:latin typeface="+mn-lt"/>
          <a:ea typeface="+mn-ea"/>
          <a:cs typeface="+mn-cs"/>
        </a:defRPr>
      </a:lvl2pPr>
      <a:lvl3pPr marL="784338" marR="0" indent="-224097" algn="l" defTabSz="914367" rtl="0" eaLnBrk="1" fontAlgn="auto" latinLnBrk="0" hangingPunct="1">
        <a:lnSpc>
          <a:spcPct val="90000"/>
        </a:lnSpc>
        <a:spcBef>
          <a:spcPct val="20000"/>
        </a:spcBef>
        <a:spcAft>
          <a:spcPts val="0"/>
        </a:spcAft>
        <a:buClrTx/>
        <a:buSzPct val="90000"/>
        <a:buFont typeface="Arial" pitchFamily="34" charset="0"/>
        <a:buChar char="•"/>
        <a:tabLst/>
        <a:defRPr sz="1961" kern="1200" spc="0" baseline="0">
          <a:gradFill>
            <a:gsLst>
              <a:gs pos="1250">
                <a:schemeClr val="tx1"/>
              </a:gs>
              <a:gs pos="100000">
                <a:schemeClr val="tx1"/>
              </a:gs>
            </a:gsLst>
            <a:lin ang="5400000" scaled="0"/>
          </a:gradFill>
          <a:latin typeface="+mn-lt"/>
          <a:ea typeface="+mn-ea"/>
          <a:cs typeface="+mn-cs"/>
        </a:defRPr>
      </a:lvl3pPr>
      <a:lvl4pPr marL="1008435" marR="0" indent="-224097" algn="l" defTabSz="914367" rtl="0" eaLnBrk="1" fontAlgn="auto" latinLnBrk="0" hangingPunct="1">
        <a:lnSpc>
          <a:spcPct val="90000"/>
        </a:lnSpc>
        <a:spcBef>
          <a:spcPct val="20000"/>
        </a:spcBef>
        <a:spcAft>
          <a:spcPts val="0"/>
        </a:spcAft>
        <a:buClrTx/>
        <a:buSzPct val="90000"/>
        <a:buFont typeface="Arial" pitchFamily="34" charset="0"/>
        <a:buChar char="•"/>
        <a:tabLst/>
        <a:defRPr sz="1765" kern="1200" spc="0" baseline="0">
          <a:gradFill>
            <a:gsLst>
              <a:gs pos="1250">
                <a:schemeClr val="tx1"/>
              </a:gs>
              <a:gs pos="100000">
                <a:schemeClr val="tx1"/>
              </a:gs>
            </a:gsLst>
            <a:lin ang="5400000" scaled="0"/>
          </a:gradFill>
          <a:latin typeface="+mn-lt"/>
          <a:ea typeface="+mn-ea"/>
          <a:cs typeface="+mn-cs"/>
        </a:defRPr>
      </a:lvl4pPr>
      <a:lvl5pPr marL="1232531" marR="0" indent="-224097" algn="l" defTabSz="914367" rtl="0" eaLnBrk="1" fontAlgn="auto" latinLnBrk="0" hangingPunct="1">
        <a:lnSpc>
          <a:spcPct val="90000"/>
        </a:lnSpc>
        <a:spcBef>
          <a:spcPct val="20000"/>
        </a:spcBef>
        <a:spcAft>
          <a:spcPts val="0"/>
        </a:spcAft>
        <a:buClrTx/>
        <a:buSzPct val="90000"/>
        <a:buFont typeface="Arial" pitchFamily="34" charset="0"/>
        <a:buChar char="•"/>
        <a:tabLst/>
        <a:defRPr sz="1765" kern="1200" spc="0" baseline="0">
          <a:gradFill>
            <a:gsLst>
              <a:gs pos="1250">
                <a:schemeClr val="tx1"/>
              </a:gs>
              <a:gs pos="100000">
                <a:schemeClr val="tx1"/>
              </a:gs>
            </a:gsLst>
            <a:lin ang="5400000" scaled="0"/>
          </a:gradFill>
          <a:latin typeface="+mn-lt"/>
          <a:ea typeface="+mn-ea"/>
          <a:cs typeface="+mn-cs"/>
        </a:defRPr>
      </a:lvl5pPr>
      <a:lvl6pPr marL="2514509" indent="-228592" algn="l" defTabSz="914367" rtl="0" eaLnBrk="1" latinLnBrk="0" hangingPunct="1">
        <a:spcBef>
          <a:spcPct val="20000"/>
        </a:spcBef>
        <a:buFont typeface="Arial" pitchFamily="34" charset="0"/>
        <a:buChar char="•"/>
        <a:defRPr sz="1961" kern="1200">
          <a:solidFill>
            <a:schemeClr val="tx1"/>
          </a:solidFill>
          <a:latin typeface="+mn-lt"/>
          <a:ea typeface="+mn-ea"/>
          <a:cs typeface="+mn-cs"/>
        </a:defRPr>
      </a:lvl6pPr>
      <a:lvl7pPr marL="2971693" indent="-228592" algn="l" defTabSz="914367" rtl="0" eaLnBrk="1" latinLnBrk="0" hangingPunct="1">
        <a:spcBef>
          <a:spcPct val="20000"/>
        </a:spcBef>
        <a:buFont typeface="Arial" pitchFamily="34" charset="0"/>
        <a:buChar char="•"/>
        <a:defRPr sz="1961" kern="1200">
          <a:solidFill>
            <a:schemeClr val="tx1"/>
          </a:solidFill>
          <a:latin typeface="+mn-lt"/>
          <a:ea typeface="+mn-ea"/>
          <a:cs typeface="+mn-cs"/>
        </a:defRPr>
      </a:lvl7pPr>
      <a:lvl8pPr marL="3428877" indent="-228592" algn="l" defTabSz="914367" rtl="0" eaLnBrk="1" latinLnBrk="0" hangingPunct="1">
        <a:spcBef>
          <a:spcPct val="20000"/>
        </a:spcBef>
        <a:buFont typeface="Arial" pitchFamily="34" charset="0"/>
        <a:buChar char="•"/>
        <a:defRPr sz="1961" kern="1200">
          <a:solidFill>
            <a:schemeClr val="tx1"/>
          </a:solidFill>
          <a:latin typeface="+mn-lt"/>
          <a:ea typeface="+mn-ea"/>
          <a:cs typeface="+mn-cs"/>
        </a:defRPr>
      </a:lvl8pPr>
      <a:lvl9pPr marL="3886061" indent="-228592" algn="l" defTabSz="914367" rtl="0" eaLnBrk="1" latinLnBrk="0" hangingPunct="1">
        <a:spcBef>
          <a:spcPct val="20000"/>
        </a:spcBef>
        <a:buFont typeface="Arial" pitchFamily="34" charset="0"/>
        <a:buChar char="•"/>
        <a:defRPr sz="1961" kern="1200">
          <a:solidFill>
            <a:schemeClr val="tx1"/>
          </a:solidFill>
          <a:latin typeface="+mn-lt"/>
          <a:ea typeface="+mn-ea"/>
          <a:cs typeface="+mn-cs"/>
        </a:defRPr>
      </a:lvl9pPr>
    </p:bodyStyle>
    <p:other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orient="horz" pos="187">
          <p15:clr>
            <a:srgbClr val="5ACBF0"/>
          </p15:clr>
        </p15:guide>
        <p15:guide id="2" pos="173">
          <p15:clr>
            <a:srgbClr val="5ACBF0"/>
          </p15:clr>
        </p15:guide>
        <p15:guide id="3" pos="749">
          <p15:clr>
            <a:srgbClr val="5ACBF0"/>
          </p15:clr>
        </p15:guide>
        <p15:guide id="4" pos="1325">
          <p15:clr>
            <a:srgbClr val="5ACBF0"/>
          </p15:clr>
        </p15:guide>
        <p15:guide id="5" pos="1901">
          <p15:clr>
            <a:srgbClr val="5ACBF0"/>
          </p15:clr>
        </p15:guide>
        <p15:guide id="6" pos="2477">
          <p15:clr>
            <a:srgbClr val="5ACBF0"/>
          </p15:clr>
        </p15:guide>
        <p15:guide id="7" pos="3053">
          <p15:clr>
            <a:srgbClr val="5ACBF0"/>
          </p15:clr>
        </p15:guide>
        <p15:guide id="8" pos="3629">
          <p15:clr>
            <a:srgbClr val="5ACBF0"/>
          </p15:clr>
        </p15:guide>
        <p15:guide id="9" pos="4205">
          <p15:clr>
            <a:srgbClr val="5ACBF0"/>
          </p15:clr>
        </p15:guide>
        <p15:guide id="10" pos="4781">
          <p15:clr>
            <a:srgbClr val="5ACBF0"/>
          </p15:clr>
        </p15:guide>
        <p15:guide id="11" pos="5357">
          <p15:clr>
            <a:srgbClr val="5ACBF0"/>
          </p15:clr>
        </p15:guide>
        <p15:guide id="12" pos="5933">
          <p15:clr>
            <a:srgbClr val="5ACBF0"/>
          </p15:clr>
        </p15:guide>
        <p15:guide id="13" pos="6509">
          <p15:clr>
            <a:srgbClr val="5ACBF0"/>
          </p15:clr>
        </p15:guide>
        <p15:guide id="14" pos="7085">
          <p15:clr>
            <a:srgbClr val="5ACBF0"/>
          </p15:clr>
        </p15:guide>
        <p15:guide id="15" pos="7661">
          <p15:clr>
            <a:srgbClr val="5ACBF0"/>
          </p15:clr>
        </p15:guide>
        <p15:guide id="16" pos="288">
          <p15:clr>
            <a:srgbClr val="C35EA4"/>
          </p15:clr>
        </p15:guide>
        <p15:guide id="17" pos="7546">
          <p15:clr>
            <a:srgbClr val="C35EA4"/>
          </p15:clr>
        </p15:guide>
        <p15:guide id="18" orient="horz" pos="763">
          <p15:clr>
            <a:srgbClr val="5ACBF0"/>
          </p15:clr>
        </p15:guide>
        <p15:guide id="19" orient="horz" pos="1339">
          <p15:clr>
            <a:srgbClr val="5ACBF0"/>
          </p15:clr>
        </p15:guide>
        <p15:guide id="20" orient="horz" pos="1915">
          <p15:clr>
            <a:srgbClr val="5ACBF0"/>
          </p15:clr>
        </p15:guide>
        <p15:guide id="21" orient="horz" pos="2491">
          <p15:clr>
            <a:srgbClr val="5ACBF0"/>
          </p15:clr>
        </p15:guide>
        <p15:guide id="22" orient="horz" pos="3067">
          <p15:clr>
            <a:srgbClr val="5ACBF0"/>
          </p15:clr>
        </p15:guide>
        <p15:guide id="23" orient="horz" pos="3643">
          <p15:clr>
            <a:srgbClr val="5ACBF0"/>
          </p15:clr>
        </p15:guide>
        <p15:guide id="24" orient="horz" pos="4219">
          <p15:clr>
            <a:srgbClr val="5ACBF0"/>
          </p15:clr>
        </p15:guide>
        <p15:guide id="25" orient="horz" pos="302">
          <p15:clr>
            <a:srgbClr val="C35EA4"/>
          </p15:clr>
        </p15:guide>
        <p15:guide id="26" orient="horz" pos="4104">
          <p15:clr>
            <a:srgbClr val="C35EA4"/>
          </p15:clr>
        </p15:guide>
      </p15:sldGuideLst>
    </p:ext>
  </p:extLst>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Pr>
        <a:solidFill>
          <a:schemeClr val="tx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69240" y="289512"/>
            <a:ext cx="11655840" cy="899665"/>
          </a:xfrm>
          <a:prstGeom prst="rect">
            <a:avLst/>
          </a:prstGeom>
        </p:spPr>
        <p:txBody>
          <a:bodyPr vert="horz" wrap="square" lIns="146304" tIns="91440" rIns="146304" bIns="91440" rtlCol="0" anchor="t">
            <a:noAutofit/>
          </a:bodyPr>
          <a:lstStyle/>
          <a:p>
            <a:r>
              <a:rPr lang="en-US" dirty="0"/>
              <a:t>Click to edit Master title style</a:t>
            </a:r>
          </a:p>
        </p:txBody>
      </p:sp>
      <p:sp>
        <p:nvSpPr>
          <p:cNvPr id="4" name="Text Placeholder 3"/>
          <p:cNvSpPr>
            <a:spLocks noGrp="1"/>
          </p:cNvSpPr>
          <p:nvPr>
            <p:ph type="body" idx="1"/>
          </p:nvPr>
        </p:nvSpPr>
        <p:spPr>
          <a:xfrm>
            <a:off x="269241" y="1189179"/>
            <a:ext cx="11653521" cy="2052030"/>
          </a:xfrm>
          <a:prstGeom prst="rect">
            <a:avLst/>
          </a:prstGeom>
        </p:spPr>
        <p:txBody>
          <a:bodyPr vert="horz" wrap="square" lIns="146304" tIns="91440" rIns="146304" bIns="9144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7" name="Picture 6"/>
          <p:cNvPicPr>
            <a:picLocks noChangeAspect="1"/>
          </p:cNvPicPr>
          <p:nvPr userDrawn="1"/>
        </p:nvPicPr>
        <p:blipFill>
          <a:blip r:embed="rId13"/>
          <a:stretch>
            <a:fillRect/>
          </a:stretch>
        </p:blipFill>
        <p:spPr>
          <a:xfrm rot="5400000">
            <a:off x="9208748" y="2991033"/>
            <a:ext cx="6858623" cy="876557"/>
          </a:xfrm>
          <a:prstGeom prst="rect">
            <a:avLst/>
          </a:prstGeom>
        </p:spPr>
      </p:pic>
    </p:spTree>
    <p:extLst>
      <p:ext uri="{BB962C8B-B14F-4D97-AF65-F5344CB8AC3E}">
        <p14:creationId xmlns:p14="http://schemas.microsoft.com/office/powerpoint/2010/main" val="2811504004"/>
      </p:ext>
    </p:extLst>
  </p:cSld>
  <p:clrMap bg1="dk1" tx1="lt1" bg2="dk2" tx2="lt2" accent1="accent1" accent2="accent2" accent3="accent3" accent4="accent4" accent5="accent5" accent6="accent6" hlink="hlink" folHlink="folHlink"/>
  <p:sldLayoutIdLst>
    <p:sldLayoutId id="2147483858" r:id="rId1"/>
    <p:sldLayoutId id="2147483859" r:id="rId2"/>
    <p:sldLayoutId id="2147483860" r:id="rId3"/>
    <p:sldLayoutId id="2147483861" r:id="rId4"/>
    <p:sldLayoutId id="2147483862" r:id="rId5"/>
    <p:sldLayoutId id="2147483863" r:id="rId6"/>
    <p:sldLayoutId id="2147483864" r:id="rId7"/>
    <p:sldLayoutId id="2147483865" r:id="rId8"/>
    <p:sldLayoutId id="2147483866" r:id="rId9"/>
    <p:sldLayoutId id="2147483867" r:id="rId10"/>
    <p:sldLayoutId id="2147483868" r:id="rId11"/>
  </p:sldLayoutIdLst>
  <p:transition>
    <p:fade/>
  </p:transition>
  <p:txStyles>
    <p:titleStyle>
      <a:lvl1pPr algn="l" defTabSz="914293" rtl="0" eaLnBrk="1" latinLnBrk="0" hangingPunct="1">
        <a:lnSpc>
          <a:spcPct val="90000"/>
        </a:lnSpc>
        <a:spcBef>
          <a:spcPct val="0"/>
        </a:spcBef>
        <a:buNone/>
        <a:defRPr lang="en-US" sz="4705" b="0" kern="1200" cap="none" spc="-100" baseline="0" dirty="0" smtClean="0">
          <a:ln w="3175">
            <a:noFill/>
          </a:ln>
          <a:gradFill>
            <a:gsLst>
              <a:gs pos="1250">
                <a:schemeClr val="bg2"/>
              </a:gs>
              <a:gs pos="100000">
                <a:schemeClr val="bg2"/>
              </a:gs>
            </a:gsLst>
            <a:lin ang="5400000" scaled="0"/>
          </a:gradFill>
          <a:effectLst/>
          <a:latin typeface="+mj-lt"/>
          <a:ea typeface="+mn-ea"/>
          <a:cs typeface="Segoe UI" pitchFamily="34" charset="0"/>
        </a:defRPr>
      </a:lvl1pPr>
    </p:titleStyle>
    <p:bodyStyle>
      <a:lvl1pPr marL="336118" marR="0" indent="-336118" algn="l" defTabSz="914293" rtl="0" eaLnBrk="1" fontAlgn="auto" latinLnBrk="0" hangingPunct="1">
        <a:lnSpc>
          <a:spcPct val="90000"/>
        </a:lnSpc>
        <a:spcBef>
          <a:spcPct val="20000"/>
        </a:spcBef>
        <a:spcAft>
          <a:spcPts val="0"/>
        </a:spcAft>
        <a:buClr>
          <a:schemeClr val="tx1"/>
        </a:buClr>
        <a:buSzPct val="90000"/>
        <a:buFont typeface="Wingdings" panose="05000000000000000000" pitchFamily="2" charset="2"/>
        <a:buChar char="§"/>
        <a:tabLst/>
        <a:defRPr sz="3921" kern="1200" spc="0" baseline="0">
          <a:gradFill>
            <a:gsLst>
              <a:gs pos="1250">
                <a:schemeClr val="bg2"/>
              </a:gs>
              <a:gs pos="100000">
                <a:schemeClr val="bg2"/>
              </a:gs>
            </a:gsLst>
            <a:lin ang="5400000" scaled="0"/>
          </a:gradFill>
          <a:latin typeface="+mj-lt"/>
          <a:ea typeface="+mn-ea"/>
          <a:cs typeface="+mn-cs"/>
        </a:defRPr>
      </a:lvl1pPr>
      <a:lvl2pPr marL="572646" marR="0" indent="-236528" algn="l" defTabSz="914293" rtl="0" eaLnBrk="1" fontAlgn="auto" latinLnBrk="0" hangingPunct="1">
        <a:lnSpc>
          <a:spcPct val="90000"/>
        </a:lnSpc>
        <a:spcBef>
          <a:spcPct val="20000"/>
        </a:spcBef>
        <a:spcAft>
          <a:spcPts val="0"/>
        </a:spcAft>
        <a:buClr>
          <a:schemeClr val="tx1"/>
        </a:buClr>
        <a:buSzPct val="90000"/>
        <a:buFont typeface="Wingdings" panose="05000000000000000000" pitchFamily="2" charset="2"/>
        <a:buChar char="§"/>
        <a:tabLst/>
        <a:defRPr sz="2353" kern="1200" spc="0" baseline="0">
          <a:gradFill>
            <a:gsLst>
              <a:gs pos="1250">
                <a:schemeClr val="bg2"/>
              </a:gs>
              <a:gs pos="100000">
                <a:schemeClr val="bg2"/>
              </a:gs>
            </a:gsLst>
            <a:lin ang="5400000" scaled="0"/>
          </a:gradFill>
          <a:latin typeface="+mn-lt"/>
          <a:ea typeface="+mn-ea"/>
          <a:cs typeface="+mn-cs"/>
        </a:defRPr>
      </a:lvl2pPr>
      <a:lvl3pPr marL="784275" marR="0" indent="-224079" algn="l" defTabSz="914293" rtl="0" eaLnBrk="1" fontAlgn="auto" latinLnBrk="0" hangingPunct="1">
        <a:lnSpc>
          <a:spcPct val="90000"/>
        </a:lnSpc>
        <a:spcBef>
          <a:spcPct val="20000"/>
        </a:spcBef>
        <a:spcAft>
          <a:spcPts val="0"/>
        </a:spcAft>
        <a:buClr>
          <a:schemeClr val="tx1"/>
        </a:buClr>
        <a:buSzPct val="90000"/>
        <a:buFont typeface="Wingdings" panose="05000000000000000000" pitchFamily="2" charset="2"/>
        <a:buChar char="§"/>
        <a:tabLst/>
        <a:defRPr sz="1961" kern="1200" spc="0" baseline="0">
          <a:gradFill>
            <a:gsLst>
              <a:gs pos="1250">
                <a:schemeClr val="bg2"/>
              </a:gs>
              <a:gs pos="100000">
                <a:schemeClr val="bg2"/>
              </a:gs>
            </a:gsLst>
            <a:lin ang="5400000" scaled="0"/>
          </a:gradFill>
          <a:latin typeface="+mn-lt"/>
          <a:ea typeface="+mn-ea"/>
          <a:cs typeface="+mn-cs"/>
        </a:defRPr>
      </a:lvl3pPr>
      <a:lvl4pPr marL="1008354" marR="0" indent="-224079" algn="l" defTabSz="914293" rtl="0" eaLnBrk="1" fontAlgn="auto" latinLnBrk="0" hangingPunct="1">
        <a:lnSpc>
          <a:spcPct val="90000"/>
        </a:lnSpc>
        <a:spcBef>
          <a:spcPct val="20000"/>
        </a:spcBef>
        <a:spcAft>
          <a:spcPts val="0"/>
        </a:spcAft>
        <a:buClr>
          <a:schemeClr val="tx1"/>
        </a:buClr>
        <a:buSzPct val="90000"/>
        <a:buFont typeface="Wingdings" panose="05000000000000000000" pitchFamily="2" charset="2"/>
        <a:buChar char="§"/>
        <a:tabLst/>
        <a:defRPr sz="1765" kern="1200" spc="0" baseline="0">
          <a:gradFill>
            <a:gsLst>
              <a:gs pos="1250">
                <a:schemeClr val="bg2"/>
              </a:gs>
              <a:gs pos="100000">
                <a:schemeClr val="bg2"/>
              </a:gs>
            </a:gsLst>
            <a:lin ang="5400000" scaled="0"/>
          </a:gradFill>
          <a:latin typeface="+mn-lt"/>
          <a:ea typeface="+mn-ea"/>
          <a:cs typeface="+mn-cs"/>
        </a:defRPr>
      </a:lvl4pPr>
      <a:lvl5pPr marL="1232432" marR="0" indent="-224079" algn="l" defTabSz="914293" rtl="0" eaLnBrk="1" fontAlgn="auto" latinLnBrk="0" hangingPunct="1">
        <a:lnSpc>
          <a:spcPct val="90000"/>
        </a:lnSpc>
        <a:spcBef>
          <a:spcPct val="20000"/>
        </a:spcBef>
        <a:spcAft>
          <a:spcPts val="0"/>
        </a:spcAft>
        <a:buClr>
          <a:schemeClr val="tx1"/>
        </a:buClr>
        <a:buSzPct val="90000"/>
        <a:buFont typeface="Wingdings" panose="05000000000000000000" pitchFamily="2" charset="2"/>
        <a:buChar char="§"/>
        <a:tabLst/>
        <a:defRPr sz="1765" kern="1200" spc="0" baseline="0">
          <a:gradFill>
            <a:gsLst>
              <a:gs pos="1250">
                <a:schemeClr val="bg2"/>
              </a:gs>
              <a:gs pos="100000">
                <a:schemeClr val="bg2"/>
              </a:gs>
            </a:gsLst>
            <a:lin ang="5400000" scaled="0"/>
          </a:gradFill>
          <a:latin typeface="+mn-lt"/>
          <a:ea typeface="+mn-ea"/>
          <a:cs typeface="+mn-cs"/>
        </a:defRPr>
      </a:lvl5pPr>
      <a:lvl6pPr marL="2514307" indent="-228574" algn="l" defTabSz="914293" rtl="0" eaLnBrk="1" latinLnBrk="0" hangingPunct="1">
        <a:spcBef>
          <a:spcPct val="20000"/>
        </a:spcBef>
        <a:buFont typeface="Arial" pitchFamily="34" charset="0"/>
        <a:buChar char="•"/>
        <a:defRPr sz="1961" kern="1200">
          <a:solidFill>
            <a:schemeClr val="tx1"/>
          </a:solidFill>
          <a:latin typeface="+mn-lt"/>
          <a:ea typeface="+mn-ea"/>
          <a:cs typeface="+mn-cs"/>
        </a:defRPr>
      </a:lvl6pPr>
      <a:lvl7pPr marL="2971456" indent="-228574" algn="l" defTabSz="914293" rtl="0" eaLnBrk="1" latinLnBrk="0" hangingPunct="1">
        <a:spcBef>
          <a:spcPct val="20000"/>
        </a:spcBef>
        <a:buFont typeface="Arial" pitchFamily="34" charset="0"/>
        <a:buChar char="•"/>
        <a:defRPr sz="1961" kern="1200">
          <a:solidFill>
            <a:schemeClr val="tx1"/>
          </a:solidFill>
          <a:latin typeface="+mn-lt"/>
          <a:ea typeface="+mn-ea"/>
          <a:cs typeface="+mn-cs"/>
        </a:defRPr>
      </a:lvl7pPr>
      <a:lvl8pPr marL="3428602" indent="-228574" algn="l" defTabSz="914293" rtl="0" eaLnBrk="1" latinLnBrk="0" hangingPunct="1">
        <a:spcBef>
          <a:spcPct val="20000"/>
        </a:spcBef>
        <a:buFont typeface="Arial" pitchFamily="34" charset="0"/>
        <a:buChar char="•"/>
        <a:defRPr sz="1961" kern="1200">
          <a:solidFill>
            <a:schemeClr val="tx1"/>
          </a:solidFill>
          <a:latin typeface="+mn-lt"/>
          <a:ea typeface="+mn-ea"/>
          <a:cs typeface="+mn-cs"/>
        </a:defRPr>
      </a:lvl8pPr>
      <a:lvl9pPr marL="3885750" indent="-228574" algn="l" defTabSz="914293" rtl="0" eaLnBrk="1" latinLnBrk="0" hangingPunct="1">
        <a:spcBef>
          <a:spcPct val="20000"/>
        </a:spcBef>
        <a:buFont typeface="Arial" pitchFamily="34" charset="0"/>
        <a:buChar char="•"/>
        <a:defRPr sz="1961" kern="1200">
          <a:solidFill>
            <a:schemeClr val="tx1"/>
          </a:solidFill>
          <a:latin typeface="+mn-lt"/>
          <a:ea typeface="+mn-ea"/>
          <a:cs typeface="+mn-cs"/>
        </a:defRPr>
      </a:lvl9pPr>
    </p:bodyStyle>
    <p:otherStyle>
      <a:defPPr>
        <a:defRPr lang="en-US"/>
      </a:defPPr>
      <a:lvl1pPr marL="0" algn="l" defTabSz="914293" rtl="0" eaLnBrk="1" latinLnBrk="0" hangingPunct="1">
        <a:defRPr sz="1765" kern="1200">
          <a:solidFill>
            <a:schemeClr val="tx1"/>
          </a:solidFill>
          <a:latin typeface="+mn-lt"/>
          <a:ea typeface="+mn-ea"/>
          <a:cs typeface="+mn-cs"/>
        </a:defRPr>
      </a:lvl1pPr>
      <a:lvl2pPr marL="457147" algn="l" defTabSz="914293" rtl="0" eaLnBrk="1" latinLnBrk="0" hangingPunct="1">
        <a:defRPr sz="1765" kern="1200">
          <a:solidFill>
            <a:schemeClr val="tx1"/>
          </a:solidFill>
          <a:latin typeface="+mn-lt"/>
          <a:ea typeface="+mn-ea"/>
          <a:cs typeface="+mn-cs"/>
        </a:defRPr>
      </a:lvl2pPr>
      <a:lvl3pPr marL="914293" algn="l" defTabSz="914293" rtl="0" eaLnBrk="1" latinLnBrk="0" hangingPunct="1">
        <a:defRPr sz="1765" kern="1200">
          <a:solidFill>
            <a:schemeClr val="tx1"/>
          </a:solidFill>
          <a:latin typeface="+mn-lt"/>
          <a:ea typeface="+mn-ea"/>
          <a:cs typeface="+mn-cs"/>
        </a:defRPr>
      </a:lvl3pPr>
      <a:lvl4pPr marL="1371441" algn="l" defTabSz="914293" rtl="0" eaLnBrk="1" latinLnBrk="0" hangingPunct="1">
        <a:defRPr sz="1765" kern="1200">
          <a:solidFill>
            <a:schemeClr val="tx1"/>
          </a:solidFill>
          <a:latin typeface="+mn-lt"/>
          <a:ea typeface="+mn-ea"/>
          <a:cs typeface="+mn-cs"/>
        </a:defRPr>
      </a:lvl4pPr>
      <a:lvl5pPr marL="1828587" algn="l" defTabSz="914293" rtl="0" eaLnBrk="1" latinLnBrk="0" hangingPunct="1">
        <a:defRPr sz="1765" kern="1200">
          <a:solidFill>
            <a:schemeClr val="tx1"/>
          </a:solidFill>
          <a:latin typeface="+mn-lt"/>
          <a:ea typeface="+mn-ea"/>
          <a:cs typeface="+mn-cs"/>
        </a:defRPr>
      </a:lvl5pPr>
      <a:lvl6pPr marL="2285736" algn="l" defTabSz="914293" rtl="0" eaLnBrk="1" latinLnBrk="0" hangingPunct="1">
        <a:defRPr sz="1765" kern="1200">
          <a:solidFill>
            <a:schemeClr val="tx1"/>
          </a:solidFill>
          <a:latin typeface="+mn-lt"/>
          <a:ea typeface="+mn-ea"/>
          <a:cs typeface="+mn-cs"/>
        </a:defRPr>
      </a:lvl6pPr>
      <a:lvl7pPr marL="2742881" algn="l" defTabSz="914293" rtl="0" eaLnBrk="1" latinLnBrk="0" hangingPunct="1">
        <a:defRPr sz="1765" kern="1200">
          <a:solidFill>
            <a:schemeClr val="tx1"/>
          </a:solidFill>
          <a:latin typeface="+mn-lt"/>
          <a:ea typeface="+mn-ea"/>
          <a:cs typeface="+mn-cs"/>
        </a:defRPr>
      </a:lvl7pPr>
      <a:lvl8pPr marL="3200029" algn="l" defTabSz="914293" rtl="0" eaLnBrk="1" latinLnBrk="0" hangingPunct="1">
        <a:defRPr sz="1765" kern="1200">
          <a:solidFill>
            <a:schemeClr val="tx1"/>
          </a:solidFill>
          <a:latin typeface="+mn-lt"/>
          <a:ea typeface="+mn-ea"/>
          <a:cs typeface="+mn-cs"/>
        </a:defRPr>
      </a:lvl8pPr>
      <a:lvl9pPr marL="3657176" algn="l" defTabSz="914293" rtl="0" eaLnBrk="1" latinLnBrk="0" hangingPunct="1">
        <a:defRPr sz="1765"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orient="horz" pos="187">
          <p15:clr>
            <a:srgbClr val="5ACBF0"/>
          </p15:clr>
        </p15:guide>
        <p15:guide id="2" pos="173">
          <p15:clr>
            <a:srgbClr val="5ACBF0"/>
          </p15:clr>
        </p15:guide>
        <p15:guide id="3" pos="749">
          <p15:clr>
            <a:srgbClr val="5ACBF0"/>
          </p15:clr>
        </p15:guide>
        <p15:guide id="4" pos="1325">
          <p15:clr>
            <a:srgbClr val="5ACBF0"/>
          </p15:clr>
        </p15:guide>
        <p15:guide id="5" pos="1901">
          <p15:clr>
            <a:srgbClr val="5ACBF0"/>
          </p15:clr>
        </p15:guide>
        <p15:guide id="6" pos="2477">
          <p15:clr>
            <a:srgbClr val="5ACBF0"/>
          </p15:clr>
        </p15:guide>
        <p15:guide id="7" pos="3053">
          <p15:clr>
            <a:srgbClr val="5ACBF0"/>
          </p15:clr>
        </p15:guide>
        <p15:guide id="8" pos="3629">
          <p15:clr>
            <a:srgbClr val="5ACBF0"/>
          </p15:clr>
        </p15:guide>
        <p15:guide id="9" pos="4205">
          <p15:clr>
            <a:srgbClr val="5ACBF0"/>
          </p15:clr>
        </p15:guide>
        <p15:guide id="10" pos="4781">
          <p15:clr>
            <a:srgbClr val="5ACBF0"/>
          </p15:clr>
        </p15:guide>
        <p15:guide id="11" pos="5357">
          <p15:clr>
            <a:srgbClr val="5ACBF0"/>
          </p15:clr>
        </p15:guide>
        <p15:guide id="12" pos="5933">
          <p15:clr>
            <a:srgbClr val="5ACBF0"/>
          </p15:clr>
        </p15:guide>
        <p15:guide id="13" pos="6509">
          <p15:clr>
            <a:srgbClr val="5ACBF0"/>
          </p15:clr>
        </p15:guide>
        <p15:guide id="14" pos="7085">
          <p15:clr>
            <a:srgbClr val="5ACBF0"/>
          </p15:clr>
        </p15:guide>
        <p15:guide id="15" pos="7661">
          <p15:clr>
            <a:srgbClr val="5ACBF0"/>
          </p15:clr>
        </p15:guide>
        <p15:guide id="16" pos="288">
          <p15:clr>
            <a:srgbClr val="C35EA4"/>
          </p15:clr>
        </p15:guide>
        <p15:guide id="17" pos="7546">
          <p15:clr>
            <a:srgbClr val="C35EA4"/>
          </p15:clr>
        </p15:guide>
        <p15:guide id="18" orient="horz" pos="763">
          <p15:clr>
            <a:srgbClr val="5ACBF0"/>
          </p15:clr>
        </p15:guide>
        <p15:guide id="19" orient="horz" pos="1339">
          <p15:clr>
            <a:srgbClr val="5ACBF0"/>
          </p15:clr>
        </p15:guide>
        <p15:guide id="20" orient="horz" pos="1915">
          <p15:clr>
            <a:srgbClr val="5ACBF0"/>
          </p15:clr>
        </p15:guide>
        <p15:guide id="21" orient="horz" pos="2491">
          <p15:clr>
            <a:srgbClr val="5ACBF0"/>
          </p15:clr>
        </p15:guide>
        <p15:guide id="22" orient="horz" pos="3067">
          <p15:clr>
            <a:srgbClr val="5ACBF0"/>
          </p15:clr>
        </p15:guide>
        <p15:guide id="23" orient="horz" pos="3643">
          <p15:clr>
            <a:srgbClr val="5ACBF0"/>
          </p15:clr>
        </p15:guide>
        <p15:guide id="24" orient="horz" pos="4219">
          <p15:clr>
            <a:srgbClr val="5ACBF0"/>
          </p15:clr>
        </p15:guide>
        <p15:guide id="25" orient="horz" pos="302">
          <p15:clr>
            <a:srgbClr val="C35EA4"/>
          </p15:clr>
        </p15:guide>
        <p15:guide id="26" orient="horz" pos="4104">
          <p15:clr>
            <a:srgbClr val="C35EA4"/>
          </p15:clr>
        </p15:guide>
      </p15:sldGuideLst>
    </p:ext>
  </p:extLst>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Pr>
        <a:solidFill>
          <a:srgbClr val="1574B8"/>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68928" y="291102"/>
            <a:ext cx="11541863" cy="899665"/>
          </a:xfrm>
          <a:prstGeom prst="rect">
            <a:avLst/>
          </a:prstGeom>
        </p:spPr>
        <p:txBody>
          <a:bodyPr vert="horz" wrap="square" lIns="146304" tIns="91440" rIns="146304" bIns="91440" rtlCol="0" anchor="t">
            <a:noAutofit/>
          </a:bodyPr>
          <a:lstStyle/>
          <a:p>
            <a:r>
              <a:rPr lang="en-US"/>
              <a:t>Click to edit Master title style</a:t>
            </a:r>
            <a:endParaRPr lang="en-US" dirty="0"/>
          </a:p>
        </p:txBody>
      </p:sp>
      <p:sp>
        <p:nvSpPr>
          <p:cNvPr id="4" name="Text Placeholder 3"/>
          <p:cNvSpPr>
            <a:spLocks noGrp="1"/>
          </p:cNvSpPr>
          <p:nvPr>
            <p:ph type="body" idx="1"/>
          </p:nvPr>
        </p:nvSpPr>
        <p:spPr>
          <a:xfrm>
            <a:off x="269242" y="1472642"/>
            <a:ext cx="11541549" cy="2769989"/>
          </a:xfrm>
          <a:prstGeom prst="rect">
            <a:avLst/>
          </a:prstGeom>
        </p:spPr>
        <p:txBody>
          <a:bodyPr vert="horz" wrap="square" lIns="146304" tIns="91440" rIns="146304" bIns="91440" rtlCol="0">
            <a:sp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extBox 6"/>
          <p:cNvSpPr txBox="1"/>
          <p:nvPr/>
        </p:nvSpPr>
        <p:spPr>
          <a:xfrm>
            <a:off x="5038145" y="6439306"/>
            <a:ext cx="2114154" cy="442007"/>
          </a:xfrm>
          <a:prstGeom prst="rect">
            <a:avLst/>
          </a:prstGeom>
          <a:noFill/>
        </p:spPr>
        <p:txBody>
          <a:bodyPr wrap="none" lIns="179285" tIns="143428" rIns="179285" bIns="143428" rtlCol="0" anchor="ctr">
            <a:spAutoFit/>
          </a:bodyPr>
          <a:lstStyle/>
          <a:p>
            <a:pPr marL="0" marR="0" lvl="0" indent="0" algn="ctr" defTabSz="914400" rtl="0" eaLnBrk="1" fontAlgn="auto" latinLnBrk="0" hangingPunct="1">
              <a:lnSpc>
                <a:spcPct val="90000"/>
              </a:lnSpc>
              <a:spcBef>
                <a:spcPts val="0"/>
              </a:spcBef>
              <a:spcAft>
                <a:spcPts val="588"/>
              </a:spcAft>
              <a:buClrTx/>
              <a:buSzTx/>
              <a:buFontTx/>
              <a:buNone/>
              <a:tabLst/>
              <a:defRPr/>
            </a:pPr>
            <a:r>
              <a:rPr kumimoji="0" lang="en-US" sz="1100" b="0" i="0" u="none" strike="noStrike" kern="1200" cap="none" spc="0" normalizeH="0" baseline="0" noProof="0" dirty="0">
                <a:ln>
                  <a:noFill/>
                </a:ln>
                <a:solidFill>
                  <a:prstClr val="white"/>
                </a:solidFill>
                <a:effectLst/>
                <a:uLnTx/>
                <a:uFillTx/>
                <a:latin typeface="Segoe UI"/>
                <a:ea typeface="+mn-ea"/>
                <a:cs typeface="+mn-cs"/>
              </a:rPr>
              <a:t>MICROSOFT CONFIDENTIAL</a:t>
            </a:r>
          </a:p>
        </p:txBody>
      </p:sp>
      <p:pic>
        <p:nvPicPr>
          <p:cNvPr id="8" name="Picture 7"/>
          <p:cNvPicPr>
            <a:picLocks noChangeAspect="1"/>
          </p:cNvPicPr>
          <p:nvPr/>
        </p:nvPicPr>
        <p:blipFill>
          <a:blip r:embed="rId13" cstate="screen">
            <a:extLst>
              <a:ext uri="{28A0092B-C50C-407E-A947-70E740481C1C}">
                <a14:useLocalDpi xmlns:a14="http://schemas.microsoft.com/office/drawing/2010/main" val="0"/>
              </a:ext>
            </a:extLst>
          </a:blip>
          <a:stretch>
            <a:fillRect/>
          </a:stretch>
        </p:blipFill>
        <p:spPr bwMode="invGray">
          <a:xfrm>
            <a:off x="10790046" y="6500884"/>
            <a:ext cx="1277671" cy="280008"/>
          </a:xfrm>
          <a:prstGeom prst="rect">
            <a:avLst/>
          </a:prstGeom>
        </p:spPr>
      </p:pic>
    </p:spTree>
    <p:extLst>
      <p:ext uri="{BB962C8B-B14F-4D97-AF65-F5344CB8AC3E}">
        <p14:creationId xmlns:p14="http://schemas.microsoft.com/office/powerpoint/2010/main" val="2272732125"/>
      </p:ext>
    </p:extLst>
  </p:cSld>
  <p:clrMap bg1="dk1" tx1="lt1" bg2="dk2" tx2="lt2" accent1="accent1" accent2="accent2" accent3="accent3" accent4="accent4" accent5="accent5" accent6="accent6" hlink="hlink" folHlink="folHlink"/>
  <p:sldLayoutIdLst>
    <p:sldLayoutId id="2147483872" r:id="rId1"/>
    <p:sldLayoutId id="2147483873" r:id="rId2"/>
    <p:sldLayoutId id="2147483874" r:id="rId3"/>
    <p:sldLayoutId id="2147483875" r:id="rId4"/>
    <p:sldLayoutId id="2147483876" r:id="rId5"/>
    <p:sldLayoutId id="2147483877" r:id="rId6"/>
    <p:sldLayoutId id="2147483878" r:id="rId7"/>
    <p:sldLayoutId id="2147483879" r:id="rId8"/>
    <p:sldLayoutId id="2147483880" r:id="rId9"/>
    <p:sldLayoutId id="2147483881" r:id="rId10"/>
    <p:sldLayoutId id="2147483882" r:id="rId11"/>
  </p:sldLayoutIdLst>
  <p:transition>
    <p:fade/>
  </p:transition>
  <p:hf sldNum="0" hdr="0" dt="0"/>
  <p:txStyles>
    <p:titleStyle>
      <a:lvl1pPr algn="l" defTabSz="914367" rtl="0" eaLnBrk="1" latinLnBrk="0" hangingPunct="1">
        <a:lnSpc>
          <a:spcPct val="90000"/>
        </a:lnSpc>
        <a:spcBef>
          <a:spcPct val="0"/>
        </a:spcBef>
        <a:buNone/>
        <a:defRPr lang="en-US" sz="5294" b="0" kern="1200" cap="none" spc="-100" baseline="0" dirty="0" smtClean="0">
          <a:ln w="3175">
            <a:noFill/>
          </a:ln>
          <a:gradFill>
            <a:gsLst>
              <a:gs pos="7080">
                <a:schemeClr val="tx1"/>
              </a:gs>
              <a:gs pos="26000">
                <a:schemeClr val="tx1"/>
              </a:gs>
            </a:gsLst>
            <a:lin ang="5400000" scaled="0"/>
          </a:gradFill>
          <a:effectLst/>
          <a:latin typeface="+mj-lt"/>
          <a:ea typeface="+mn-ea"/>
          <a:cs typeface="Segoe UI" pitchFamily="34" charset="0"/>
        </a:defRPr>
      </a:lvl1pPr>
    </p:titleStyle>
    <p:bodyStyle>
      <a:lvl1pPr marL="336145" marR="0" indent="-336145" algn="l" defTabSz="914367" rtl="0" eaLnBrk="1" fontAlgn="auto" latinLnBrk="0" hangingPunct="1">
        <a:lnSpc>
          <a:spcPct val="90000"/>
        </a:lnSpc>
        <a:spcBef>
          <a:spcPct val="20000"/>
        </a:spcBef>
        <a:spcAft>
          <a:spcPts val="0"/>
        </a:spcAft>
        <a:buClrTx/>
        <a:buSzPct val="90000"/>
        <a:buFont typeface="Arial" pitchFamily="34" charset="0"/>
        <a:buChar char="•"/>
        <a:tabLst/>
        <a:defRPr sz="4000" kern="1200" spc="0" baseline="0">
          <a:gradFill>
            <a:gsLst>
              <a:gs pos="1250">
                <a:schemeClr val="tx1"/>
              </a:gs>
              <a:gs pos="100000">
                <a:schemeClr val="tx1"/>
              </a:gs>
            </a:gsLst>
            <a:lin ang="5400000" scaled="0"/>
          </a:gradFill>
          <a:latin typeface="+mj-lt"/>
          <a:ea typeface="+mn-ea"/>
          <a:cs typeface="Segoe UI" panose="020B0502040204020203" pitchFamily="34" charset="0"/>
        </a:defRPr>
      </a:lvl1pPr>
      <a:lvl2pPr marL="572691" marR="0" indent="-236546" algn="l" defTabSz="914367" rtl="0" eaLnBrk="1" fontAlgn="auto" latinLnBrk="0" hangingPunct="1">
        <a:lnSpc>
          <a:spcPct val="90000"/>
        </a:lnSpc>
        <a:spcBef>
          <a:spcPct val="20000"/>
        </a:spcBef>
        <a:spcAft>
          <a:spcPts val="0"/>
        </a:spcAft>
        <a:buClrTx/>
        <a:buSzPct val="90000"/>
        <a:buFont typeface="Arial" pitchFamily="34" charset="0"/>
        <a:buChar char="•"/>
        <a:tabLst/>
        <a:defRPr sz="3600" kern="1200" spc="0" baseline="0">
          <a:gradFill>
            <a:gsLst>
              <a:gs pos="1250">
                <a:schemeClr val="tx1"/>
              </a:gs>
              <a:gs pos="100000">
                <a:schemeClr val="tx1"/>
              </a:gs>
            </a:gsLst>
            <a:lin ang="5400000" scaled="0"/>
          </a:gradFill>
          <a:latin typeface="+mj-lt"/>
          <a:ea typeface="+mn-ea"/>
          <a:cs typeface="Segoe UI" panose="020B0502040204020203" pitchFamily="34" charset="0"/>
        </a:defRPr>
      </a:lvl2pPr>
      <a:lvl3pPr marL="784338" marR="0" indent="-224097" algn="l" defTabSz="914367" rtl="0" eaLnBrk="1" fontAlgn="auto" latinLnBrk="0" hangingPunct="1">
        <a:lnSpc>
          <a:spcPct val="90000"/>
        </a:lnSpc>
        <a:spcBef>
          <a:spcPct val="20000"/>
        </a:spcBef>
        <a:spcAft>
          <a:spcPts val="0"/>
        </a:spcAft>
        <a:buClrTx/>
        <a:buSzPct val="90000"/>
        <a:buFont typeface="Arial" pitchFamily="34" charset="0"/>
        <a:buChar char="•"/>
        <a:tabLst/>
        <a:defRPr sz="3200" kern="1200" spc="0" baseline="0">
          <a:gradFill>
            <a:gsLst>
              <a:gs pos="1250">
                <a:schemeClr val="tx1"/>
              </a:gs>
              <a:gs pos="100000">
                <a:schemeClr val="tx1"/>
              </a:gs>
            </a:gsLst>
            <a:lin ang="5400000" scaled="0"/>
          </a:gradFill>
          <a:latin typeface="+mj-lt"/>
          <a:ea typeface="+mn-ea"/>
          <a:cs typeface="Segoe UI" panose="020B0502040204020203" pitchFamily="34" charset="0"/>
        </a:defRPr>
      </a:lvl3pPr>
      <a:lvl4pPr marL="1008435" marR="0" indent="-224097" algn="l" defTabSz="914367" rtl="0" eaLnBrk="1" fontAlgn="auto" latinLnBrk="0" hangingPunct="1">
        <a:lnSpc>
          <a:spcPct val="90000"/>
        </a:lnSpc>
        <a:spcBef>
          <a:spcPct val="20000"/>
        </a:spcBef>
        <a:spcAft>
          <a:spcPts val="0"/>
        </a:spcAft>
        <a:buClrTx/>
        <a:buSzPct val="90000"/>
        <a:buFont typeface="Arial" pitchFamily="34" charset="0"/>
        <a:buChar char="•"/>
        <a:tabLst/>
        <a:defRPr sz="2800" kern="1200" spc="0" baseline="0">
          <a:gradFill>
            <a:gsLst>
              <a:gs pos="1250">
                <a:schemeClr val="tx1"/>
              </a:gs>
              <a:gs pos="100000">
                <a:schemeClr val="tx1"/>
              </a:gs>
            </a:gsLst>
            <a:lin ang="5400000" scaled="0"/>
          </a:gradFill>
          <a:latin typeface="+mj-lt"/>
          <a:ea typeface="+mn-ea"/>
          <a:cs typeface="Segoe UI" panose="020B0502040204020203" pitchFamily="34" charset="0"/>
        </a:defRPr>
      </a:lvl4pPr>
      <a:lvl5pPr marL="1232531" marR="0" indent="-224097" algn="l" defTabSz="914367" rtl="0" eaLnBrk="1" fontAlgn="auto" latinLnBrk="0" hangingPunct="1">
        <a:lnSpc>
          <a:spcPct val="90000"/>
        </a:lnSpc>
        <a:spcBef>
          <a:spcPct val="20000"/>
        </a:spcBef>
        <a:spcAft>
          <a:spcPts val="0"/>
        </a:spcAft>
        <a:buClrTx/>
        <a:buSzPct val="90000"/>
        <a:buFont typeface="Arial" pitchFamily="34" charset="0"/>
        <a:buChar char="•"/>
        <a:tabLst/>
        <a:defRPr sz="2400" kern="1200" spc="0" baseline="0">
          <a:gradFill>
            <a:gsLst>
              <a:gs pos="1250">
                <a:schemeClr val="tx1"/>
              </a:gs>
              <a:gs pos="100000">
                <a:schemeClr val="tx1"/>
              </a:gs>
            </a:gsLst>
            <a:lin ang="5400000" scaled="0"/>
          </a:gradFill>
          <a:latin typeface="+mj-lt"/>
          <a:ea typeface="+mn-ea"/>
          <a:cs typeface="Segoe UI" panose="020B0502040204020203" pitchFamily="34" charset="0"/>
        </a:defRPr>
      </a:lvl5pPr>
      <a:lvl6pPr marL="2514509" indent="-228592" algn="l" defTabSz="914367" rtl="0" eaLnBrk="1" latinLnBrk="0" hangingPunct="1">
        <a:spcBef>
          <a:spcPct val="20000"/>
        </a:spcBef>
        <a:buFont typeface="Arial" pitchFamily="34" charset="0"/>
        <a:buChar char="•"/>
        <a:defRPr sz="1961" kern="1200">
          <a:solidFill>
            <a:schemeClr val="tx1"/>
          </a:solidFill>
          <a:latin typeface="+mn-lt"/>
          <a:ea typeface="+mn-ea"/>
          <a:cs typeface="+mn-cs"/>
        </a:defRPr>
      </a:lvl6pPr>
      <a:lvl7pPr marL="2971693" indent="-228592" algn="l" defTabSz="914367" rtl="0" eaLnBrk="1" latinLnBrk="0" hangingPunct="1">
        <a:spcBef>
          <a:spcPct val="20000"/>
        </a:spcBef>
        <a:buFont typeface="Arial" pitchFamily="34" charset="0"/>
        <a:buChar char="•"/>
        <a:defRPr sz="1961" kern="1200">
          <a:solidFill>
            <a:schemeClr val="tx1"/>
          </a:solidFill>
          <a:latin typeface="+mn-lt"/>
          <a:ea typeface="+mn-ea"/>
          <a:cs typeface="+mn-cs"/>
        </a:defRPr>
      </a:lvl7pPr>
      <a:lvl8pPr marL="3428877" indent="-228592" algn="l" defTabSz="914367" rtl="0" eaLnBrk="1" latinLnBrk="0" hangingPunct="1">
        <a:spcBef>
          <a:spcPct val="20000"/>
        </a:spcBef>
        <a:buFont typeface="Arial" pitchFamily="34" charset="0"/>
        <a:buChar char="•"/>
        <a:defRPr sz="1961" kern="1200">
          <a:solidFill>
            <a:schemeClr val="tx1"/>
          </a:solidFill>
          <a:latin typeface="+mn-lt"/>
          <a:ea typeface="+mn-ea"/>
          <a:cs typeface="+mn-cs"/>
        </a:defRPr>
      </a:lvl8pPr>
      <a:lvl9pPr marL="3886061" indent="-228592" algn="l" defTabSz="914367" rtl="0" eaLnBrk="1" latinLnBrk="0" hangingPunct="1">
        <a:spcBef>
          <a:spcPct val="20000"/>
        </a:spcBef>
        <a:buFont typeface="Arial" pitchFamily="34" charset="0"/>
        <a:buChar char="•"/>
        <a:defRPr sz="1961" kern="1200">
          <a:solidFill>
            <a:schemeClr val="tx1"/>
          </a:solidFill>
          <a:latin typeface="+mn-lt"/>
          <a:ea typeface="+mn-ea"/>
          <a:cs typeface="+mn-cs"/>
        </a:defRPr>
      </a:lvl9pPr>
    </p:bodyStyle>
    <p:other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orient="horz" pos="187">
          <p15:clr>
            <a:srgbClr val="5ACBF0"/>
          </p15:clr>
        </p15:guide>
        <p15:guide id="2" pos="173">
          <p15:clr>
            <a:srgbClr val="5ACBF0"/>
          </p15:clr>
        </p15:guide>
        <p15:guide id="3" orient="horz" pos="763">
          <p15:clr>
            <a:srgbClr val="A4A3A4"/>
          </p15:clr>
        </p15:guide>
        <p15:guide id="4" orient="horz" pos="1339">
          <p15:clr>
            <a:srgbClr val="A4A3A4"/>
          </p15:clr>
        </p15:guide>
        <p15:guide id="5" orient="horz" pos="1915">
          <p15:clr>
            <a:srgbClr val="A4A3A4"/>
          </p15:clr>
        </p15:guide>
        <p15:guide id="6" orient="horz" pos="2491">
          <p15:clr>
            <a:srgbClr val="A4A3A4"/>
          </p15:clr>
        </p15:guide>
        <p15:guide id="7" orient="horz" pos="3067">
          <p15:clr>
            <a:srgbClr val="A4A3A4"/>
          </p15:clr>
        </p15:guide>
        <p15:guide id="8" orient="horz" pos="3643">
          <p15:clr>
            <a:srgbClr val="A4A3A4"/>
          </p15:clr>
        </p15:guide>
        <p15:guide id="9" orient="horz" pos="4219">
          <p15:clr>
            <a:srgbClr val="5ACBF0"/>
          </p15:clr>
        </p15:guide>
        <p15:guide id="10" pos="749">
          <p15:clr>
            <a:srgbClr val="A4A3A4"/>
          </p15:clr>
        </p15:guide>
        <p15:guide id="11" pos="1325">
          <p15:clr>
            <a:srgbClr val="A4A3A4"/>
          </p15:clr>
        </p15:guide>
        <p15:guide id="12" pos="1901">
          <p15:clr>
            <a:srgbClr val="A4A3A4"/>
          </p15:clr>
        </p15:guide>
        <p15:guide id="13" pos="2477">
          <p15:clr>
            <a:srgbClr val="A4A3A4"/>
          </p15:clr>
        </p15:guide>
        <p15:guide id="14" pos="3053">
          <p15:clr>
            <a:srgbClr val="A4A3A4"/>
          </p15:clr>
        </p15:guide>
        <p15:guide id="15" pos="3629">
          <p15:clr>
            <a:srgbClr val="A4A3A4"/>
          </p15:clr>
        </p15:guide>
        <p15:guide id="16" pos="4205">
          <p15:clr>
            <a:srgbClr val="A4A3A4"/>
          </p15:clr>
        </p15:guide>
        <p15:guide id="17" pos="4781">
          <p15:clr>
            <a:srgbClr val="A4A3A4"/>
          </p15:clr>
        </p15:guide>
        <p15:guide id="18" pos="5357">
          <p15:clr>
            <a:srgbClr val="A4A3A4"/>
          </p15:clr>
        </p15:guide>
        <p15:guide id="19" pos="5933">
          <p15:clr>
            <a:srgbClr val="A4A3A4"/>
          </p15:clr>
        </p15:guide>
        <p15:guide id="20" pos="6509">
          <p15:clr>
            <a:srgbClr val="A4A3A4"/>
          </p15:clr>
        </p15:guide>
        <p15:guide id="21" pos="7085">
          <p15:clr>
            <a:srgbClr val="A4A3A4"/>
          </p15:clr>
        </p15:guide>
        <p15:guide id="22" pos="7661">
          <p15:clr>
            <a:srgbClr val="5ACBF0"/>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28.emf"/><Relationship Id="rId2" Type="http://schemas.openxmlformats.org/officeDocument/2006/relationships/notesSlide" Target="../notesSlides/notesSlide4.xml"/><Relationship Id="rId1" Type="http://schemas.openxmlformats.org/officeDocument/2006/relationships/slideLayout" Target="../slideLayouts/slideLayout6.xml"/><Relationship Id="rId5" Type="http://schemas.openxmlformats.org/officeDocument/2006/relationships/image" Target="../media/image30.emf"/><Relationship Id="rId4" Type="http://schemas.openxmlformats.org/officeDocument/2006/relationships/image" Target="../media/image29.emf"/></Relationships>
</file>

<file path=ppt/slides/_rels/slide5.xml.rels><?xml version="1.0" encoding="UTF-8" standalone="yes"?>
<Relationships xmlns="http://schemas.openxmlformats.org/package/2006/relationships"><Relationship Id="rId8" Type="http://schemas.openxmlformats.org/officeDocument/2006/relationships/image" Target="../media/image33.emf"/><Relationship Id="rId13" Type="http://schemas.openxmlformats.org/officeDocument/2006/relationships/image" Target="../media/image38.emf"/><Relationship Id="rId18" Type="http://schemas.openxmlformats.org/officeDocument/2006/relationships/image" Target="../media/image43.emf"/><Relationship Id="rId3" Type="http://schemas.openxmlformats.org/officeDocument/2006/relationships/image" Target="../media/image28.emf"/><Relationship Id="rId7" Type="http://schemas.openxmlformats.org/officeDocument/2006/relationships/image" Target="../media/image32.emf"/><Relationship Id="rId12" Type="http://schemas.openxmlformats.org/officeDocument/2006/relationships/image" Target="../media/image37.emf"/><Relationship Id="rId17" Type="http://schemas.openxmlformats.org/officeDocument/2006/relationships/image" Target="../media/image42.emf"/><Relationship Id="rId2" Type="http://schemas.openxmlformats.org/officeDocument/2006/relationships/notesSlide" Target="../notesSlides/notesSlide5.xml"/><Relationship Id="rId16" Type="http://schemas.openxmlformats.org/officeDocument/2006/relationships/image" Target="../media/image41.emf"/><Relationship Id="rId1" Type="http://schemas.openxmlformats.org/officeDocument/2006/relationships/slideLayout" Target="../slideLayouts/slideLayout6.xml"/><Relationship Id="rId6" Type="http://schemas.openxmlformats.org/officeDocument/2006/relationships/image" Target="../media/image31.emf"/><Relationship Id="rId11" Type="http://schemas.openxmlformats.org/officeDocument/2006/relationships/image" Target="../media/image36.emf"/><Relationship Id="rId5" Type="http://schemas.openxmlformats.org/officeDocument/2006/relationships/image" Target="../media/image30.emf"/><Relationship Id="rId15" Type="http://schemas.openxmlformats.org/officeDocument/2006/relationships/image" Target="../media/image40.emf"/><Relationship Id="rId10" Type="http://schemas.openxmlformats.org/officeDocument/2006/relationships/image" Target="../media/image35.emf"/><Relationship Id="rId4" Type="http://schemas.openxmlformats.org/officeDocument/2006/relationships/image" Target="../media/image29.emf"/><Relationship Id="rId9" Type="http://schemas.openxmlformats.org/officeDocument/2006/relationships/image" Target="../media/image34.emf"/><Relationship Id="rId14" Type="http://schemas.openxmlformats.org/officeDocument/2006/relationships/image" Target="../media/image39.emf"/></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8" Type="http://schemas.openxmlformats.org/officeDocument/2006/relationships/image" Target="../media/image49.jpg"/><Relationship Id="rId3" Type="http://schemas.openxmlformats.org/officeDocument/2006/relationships/image" Target="../media/image44.png"/><Relationship Id="rId7" Type="http://schemas.openxmlformats.org/officeDocument/2006/relationships/image" Target="../media/image48.png"/><Relationship Id="rId2" Type="http://schemas.openxmlformats.org/officeDocument/2006/relationships/notesSlide" Target="../notesSlides/notesSlide7.xml"/><Relationship Id="rId1" Type="http://schemas.openxmlformats.org/officeDocument/2006/relationships/slideLayout" Target="../slideLayouts/slideLayout7.xml"/><Relationship Id="rId6" Type="http://schemas.openxmlformats.org/officeDocument/2006/relationships/image" Target="../media/image47.png"/><Relationship Id="rId5" Type="http://schemas.openxmlformats.org/officeDocument/2006/relationships/image" Target="../media/image46.gif"/><Relationship Id="rId4" Type="http://schemas.openxmlformats.org/officeDocument/2006/relationships/image" Target="../media/image45.png"/><Relationship Id="rId9" Type="http://schemas.openxmlformats.org/officeDocument/2006/relationships/image" Target="../media/image50.png"/></Relationships>
</file>

<file path=ppt/slides/_rels/slide8.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8.xml"/><Relationship Id="rId1" Type="http://schemas.openxmlformats.org/officeDocument/2006/relationships/slideLayout" Target="../slideLayouts/slideLayout7.xml"/><Relationship Id="rId4" Type="http://schemas.openxmlformats.org/officeDocument/2006/relationships/image" Target="../media/image51.png"/></Relationships>
</file>

<file path=ppt/slides/_rels/slide9.xml.rels><?xml version="1.0" encoding="UTF-8" standalone="yes"?>
<Relationships xmlns="http://schemas.openxmlformats.org/package/2006/relationships"><Relationship Id="rId3" Type="http://schemas.openxmlformats.org/officeDocument/2006/relationships/image" Target="../media/image52.png"/><Relationship Id="rId7" Type="http://schemas.openxmlformats.org/officeDocument/2006/relationships/image" Target="../media/image56.emf"/><Relationship Id="rId2" Type="http://schemas.openxmlformats.org/officeDocument/2006/relationships/notesSlide" Target="../notesSlides/notesSlide9.xml"/><Relationship Id="rId1" Type="http://schemas.openxmlformats.org/officeDocument/2006/relationships/slideLayout" Target="../slideLayouts/slideLayout27.xml"/><Relationship Id="rId6" Type="http://schemas.openxmlformats.org/officeDocument/2006/relationships/image" Target="../media/image55.emf"/><Relationship Id="rId5" Type="http://schemas.openxmlformats.org/officeDocument/2006/relationships/image" Target="../media/image54.emf"/><Relationship Id="rId4" Type="http://schemas.openxmlformats.org/officeDocument/2006/relationships/image" Target="../media/image53.png"/></Relationships>
</file>

<file path=ppt/slides/_rels/slide10.xml.rels><?xml version="1.0" encoding="UTF-8" standalone="yes"?>
<Relationships xmlns="http://schemas.openxmlformats.org/package/2006/relationships"><Relationship Id="rId8" Type="http://schemas.openxmlformats.org/officeDocument/2006/relationships/image" Target="../media/image62.png"/><Relationship Id="rId13" Type="http://schemas.openxmlformats.org/officeDocument/2006/relationships/image" Target="../media/image67.png"/><Relationship Id="rId18" Type="http://schemas.openxmlformats.org/officeDocument/2006/relationships/image" Target="../media/image72.png"/><Relationship Id="rId3" Type="http://schemas.openxmlformats.org/officeDocument/2006/relationships/image" Target="../media/image57.png"/><Relationship Id="rId7" Type="http://schemas.openxmlformats.org/officeDocument/2006/relationships/image" Target="../media/image61.png"/><Relationship Id="rId12" Type="http://schemas.openxmlformats.org/officeDocument/2006/relationships/image" Target="../media/image66.png"/><Relationship Id="rId17" Type="http://schemas.openxmlformats.org/officeDocument/2006/relationships/image" Target="../media/image71.png"/><Relationship Id="rId2" Type="http://schemas.openxmlformats.org/officeDocument/2006/relationships/notesSlide" Target="../notesSlides/notesSlide10.xml"/><Relationship Id="rId16" Type="http://schemas.openxmlformats.org/officeDocument/2006/relationships/image" Target="../media/image70.png"/><Relationship Id="rId1" Type="http://schemas.openxmlformats.org/officeDocument/2006/relationships/slideLayout" Target="../slideLayouts/slideLayout27.xml"/><Relationship Id="rId6" Type="http://schemas.openxmlformats.org/officeDocument/2006/relationships/image" Target="../media/image60.png"/><Relationship Id="rId11" Type="http://schemas.openxmlformats.org/officeDocument/2006/relationships/image" Target="../media/image65.png"/><Relationship Id="rId5" Type="http://schemas.openxmlformats.org/officeDocument/2006/relationships/image" Target="../media/image59.png"/><Relationship Id="rId15" Type="http://schemas.openxmlformats.org/officeDocument/2006/relationships/image" Target="../media/image69.png"/><Relationship Id="rId10" Type="http://schemas.openxmlformats.org/officeDocument/2006/relationships/image" Target="../media/image64.png"/><Relationship Id="rId19" Type="http://schemas.openxmlformats.org/officeDocument/2006/relationships/image" Target="../media/image73.png"/><Relationship Id="rId4" Type="http://schemas.openxmlformats.org/officeDocument/2006/relationships/image" Target="../media/image58.png"/><Relationship Id="rId9" Type="http://schemas.openxmlformats.org/officeDocument/2006/relationships/image" Target="../media/image63.png"/><Relationship Id="rId14" Type="http://schemas.openxmlformats.org/officeDocument/2006/relationships/image" Target="../media/image68.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4.xml"/></Relationships>
</file>

<file path=ppt/slides/_rels/slide12.xml.rels><?xml version="1.0" encoding="UTF-8" standalone="yes"?>
<Relationships xmlns="http://schemas.openxmlformats.org/package/2006/relationships"><Relationship Id="rId3" Type="http://schemas.openxmlformats.org/officeDocument/2006/relationships/image" Target="../media/image74.emf"/><Relationship Id="rId2" Type="http://schemas.openxmlformats.org/officeDocument/2006/relationships/notesSlide" Target="../notesSlides/notesSlide12.xml"/><Relationship Id="rId1" Type="http://schemas.openxmlformats.org/officeDocument/2006/relationships/slideLayout" Target="../slideLayouts/slideLayout51.xml"/><Relationship Id="rId5" Type="http://schemas.openxmlformats.org/officeDocument/2006/relationships/image" Target="../media/image76.emf"/><Relationship Id="rId4" Type="http://schemas.openxmlformats.org/officeDocument/2006/relationships/image" Target="../media/image75.emf"/></Relationships>
</file>

<file path=ppt/slides/_rels/slide13.xml.rels><?xml version="1.0" encoding="UTF-8" standalone="yes"?>
<Relationships xmlns="http://schemas.openxmlformats.org/package/2006/relationships"><Relationship Id="rId3" Type="http://schemas.openxmlformats.org/officeDocument/2006/relationships/image" Target="../media/image77.png"/><Relationship Id="rId2" Type="http://schemas.openxmlformats.org/officeDocument/2006/relationships/image" Target="../media/image76.emf"/><Relationship Id="rId1" Type="http://schemas.openxmlformats.org/officeDocument/2006/relationships/slideLayout" Target="../slideLayouts/slideLayout5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15.xml.rels><?xml version="1.0" encoding="UTF-8" standalone="yes"?>
<Relationships xmlns="http://schemas.openxmlformats.org/package/2006/relationships"><Relationship Id="rId2" Type="http://schemas.openxmlformats.org/officeDocument/2006/relationships/image" Target="../media/image78.png"/><Relationship Id="rId1" Type="http://schemas.openxmlformats.org/officeDocument/2006/relationships/slideLayout" Target="../slideLayouts/slideLayout20.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0.xml"/></Relationships>
</file>

<file path=ppt/slides/_rels/slide17.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Layout" Target="../slideLayouts/slideLayout20.xml"/></Relationships>
</file>

<file path=ppt/slides/_rels/slide18.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notesSlide" Target="../notesSlides/notesSlide14.xml"/><Relationship Id="rId1" Type="http://schemas.openxmlformats.org/officeDocument/2006/relationships/slideLayout" Target="../slideLayouts/slideLayout20.xml"/></Relationships>
</file>

<file path=ppt/slides/_rels/slide19.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82.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83.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84.png"/><Relationship Id="rId2" Type="http://schemas.openxmlformats.org/officeDocument/2006/relationships/notesSlide" Target="../notesSlides/notesSlide16.xml"/><Relationship Id="rId1" Type="http://schemas.openxmlformats.org/officeDocument/2006/relationships/slideLayout" Target="../slideLayouts/slideLayout3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6.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5.xml"/></Relationships>
</file>

<file path=ppt/slides/_rels/slide26.xml.rels><?xml version="1.0" encoding="UTF-8" standalone="yes"?>
<Relationships xmlns="http://schemas.openxmlformats.org/package/2006/relationships"><Relationship Id="rId3" Type="http://schemas.openxmlformats.org/officeDocument/2006/relationships/image" Target="../media/image85.png"/><Relationship Id="rId2" Type="http://schemas.openxmlformats.org/officeDocument/2006/relationships/notesSlide" Target="../notesSlides/notesSlide19.xml"/><Relationship Id="rId1" Type="http://schemas.openxmlformats.org/officeDocument/2006/relationships/slideLayout" Target="../slideLayouts/slideLayout37.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2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26.xml"/></Relationships>
</file>

<file path=ppt/slides/_rels/slide29.xml.rels><?xml version="1.0" encoding="UTF-8" standalone="yes"?>
<Relationships xmlns="http://schemas.openxmlformats.org/package/2006/relationships"><Relationship Id="rId3" Type="http://schemas.openxmlformats.org/officeDocument/2006/relationships/image" Target="../media/image86.png"/><Relationship Id="rId2" Type="http://schemas.openxmlformats.org/officeDocument/2006/relationships/notesSlide" Target="../notesSlides/notesSlide22.xml"/><Relationship Id="rId1" Type="http://schemas.openxmlformats.org/officeDocument/2006/relationships/slideLayout" Target="../slideLayouts/slideLayout126.xml"/><Relationship Id="rId6" Type="http://schemas.openxmlformats.org/officeDocument/2006/relationships/image" Target="../media/image89.png"/><Relationship Id="rId5" Type="http://schemas.openxmlformats.org/officeDocument/2006/relationships/image" Target="../media/image88.png"/><Relationship Id="rId4" Type="http://schemas.openxmlformats.org/officeDocument/2006/relationships/image" Target="../media/image87.png"/></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6.xml"/></Relationships>
</file>

<file path=ppt/slides/_rels/slide31.xml.rels><?xml version="1.0" encoding="UTF-8" standalone="yes"?>
<Relationships xmlns="http://schemas.openxmlformats.org/package/2006/relationships"><Relationship Id="rId3" Type="http://schemas.openxmlformats.org/officeDocument/2006/relationships/image" Target="../media/image54.emf"/><Relationship Id="rId2" Type="http://schemas.openxmlformats.org/officeDocument/2006/relationships/notesSlide" Target="../notesSlides/notesSlide24.xml"/><Relationship Id="rId1" Type="http://schemas.openxmlformats.org/officeDocument/2006/relationships/slideLayout" Target="../slideLayouts/slideLayout27.xml"/><Relationship Id="rId4" Type="http://schemas.openxmlformats.org/officeDocument/2006/relationships/image" Target="../media/image55.emf"/></Relationships>
</file>

<file path=ppt/slides/_rels/slide32.xml.rels><?xml version="1.0" encoding="UTF-8" standalone="yes"?>
<Relationships xmlns="http://schemas.openxmlformats.org/package/2006/relationships"><Relationship Id="rId8" Type="http://schemas.openxmlformats.org/officeDocument/2006/relationships/image" Target="../media/image95.png"/><Relationship Id="rId3" Type="http://schemas.openxmlformats.org/officeDocument/2006/relationships/image" Target="../media/image90.png"/><Relationship Id="rId7" Type="http://schemas.openxmlformats.org/officeDocument/2006/relationships/image" Target="../media/image94.jpg"/><Relationship Id="rId2" Type="http://schemas.openxmlformats.org/officeDocument/2006/relationships/notesSlide" Target="../notesSlides/notesSlide25.xml"/><Relationship Id="rId1" Type="http://schemas.openxmlformats.org/officeDocument/2006/relationships/slideLayout" Target="../slideLayouts/slideLayout27.xml"/><Relationship Id="rId6" Type="http://schemas.openxmlformats.org/officeDocument/2006/relationships/image" Target="../media/image93.png"/><Relationship Id="rId5" Type="http://schemas.openxmlformats.org/officeDocument/2006/relationships/image" Target="../media/image92.png"/><Relationship Id="rId4" Type="http://schemas.openxmlformats.org/officeDocument/2006/relationships/image" Target="../media/image91.png"/></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6.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6.xml"/></Relationships>
</file>

<file path=ppt/slides/_rels/slide36.xml.rels><?xml version="1.0" encoding="UTF-8" standalone="yes"?>
<Relationships xmlns="http://schemas.openxmlformats.org/package/2006/relationships"><Relationship Id="rId3" Type="http://schemas.openxmlformats.org/officeDocument/2006/relationships/image" Target="../media/image96.png"/><Relationship Id="rId2" Type="http://schemas.openxmlformats.org/officeDocument/2006/relationships/slideLayout" Target="../slideLayouts/slideLayout8.xml"/><Relationship Id="rId1" Type="http://schemas.openxmlformats.org/officeDocument/2006/relationships/tags" Target="../tags/tag1.xml"/></Relationships>
</file>

<file path=ppt/slides/_rels/slide37.xml.rels><?xml version="1.0" encoding="UTF-8" standalone="yes"?>
<Relationships xmlns="http://schemas.openxmlformats.org/package/2006/relationships"><Relationship Id="rId2" Type="http://schemas.openxmlformats.org/officeDocument/2006/relationships/hyperlink" Target="http://blogs.technet.com/b/dataplatforminsider/archive/2014/09/25/using-ssds-in-azure-vms-to-store-sql-server-tempdb-and-buffer-pool-extensions.aspx" TargetMode="External"/><Relationship Id="rId1" Type="http://schemas.openxmlformats.org/officeDocument/2006/relationships/slideLayout" Target="../slideLayouts/slideLayout5.xml"/></Relationships>
</file>

<file path=ppt/slides/_rels/slide38.xml.rels><?xml version="1.0" encoding="UTF-8" standalone="yes"?>
<Relationships xmlns="http://schemas.openxmlformats.org/package/2006/relationships"><Relationship Id="rId3" Type="http://schemas.openxmlformats.org/officeDocument/2006/relationships/image" Target="../media/image97.png"/><Relationship Id="rId2" Type="http://schemas.openxmlformats.org/officeDocument/2006/relationships/notesSlide" Target="../notesSlides/notesSlide29.xml"/><Relationship Id="rId1" Type="http://schemas.openxmlformats.org/officeDocument/2006/relationships/slideLayout" Target="../slideLayouts/slideLayout10.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97.xml"/></Relationships>
</file>

<file path=ppt/slides/_rels/slide41.xml.rels><?xml version="1.0" encoding="UTF-8" standalone="yes"?>
<Relationships xmlns="http://schemas.openxmlformats.org/package/2006/relationships"><Relationship Id="rId8" Type="http://schemas.openxmlformats.org/officeDocument/2006/relationships/image" Target="../media/image101.png"/><Relationship Id="rId3" Type="http://schemas.openxmlformats.org/officeDocument/2006/relationships/image" Target="../media/image98.png"/><Relationship Id="rId7" Type="http://schemas.openxmlformats.org/officeDocument/2006/relationships/hyperlink" Target="https://twitter.com/INCEILING/status/648929603784974337" TargetMode="External"/><Relationship Id="rId2" Type="http://schemas.openxmlformats.org/officeDocument/2006/relationships/notesSlide" Target="../notesSlides/notesSlide31.xml"/><Relationship Id="rId1" Type="http://schemas.openxmlformats.org/officeDocument/2006/relationships/slideLayout" Target="../slideLayouts/slideLayout97.xml"/><Relationship Id="rId6" Type="http://schemas.openxmlformats.org/officeDocument/2006/relationships/image" Target="../media/image100.png"/><Relationship Id="rId11" Type="http://schemas.openxmlformats.org/officeDocument/2006/relationships/image" Target="../media/image103.png"/><Relationship Id="rId5" Type="http://schemas.openxmlformats.org/officeDocument/2006/relationships/image" Target="../media/image99.png"/><Relationship Id="rId10" Type="http://schemas.openxmlformats.org/officeDocument/2006/relationships/hyperlink" Target="https://twitter.com/algillen/status/648898334900494336" TargetMode="External"/><Relationship Id="rId4" Type="http://schemas.openxmlformats.org/officeDocument/2006/relationships/hyperlink" Target="https://twitter.com/valb00/status/648942410509230082" TargetMode="External"/><Relationship Id="rId9" Type="http://schemas.openxmlformats.org/officeDocument/2006/relationships/image" Target="../media/image102.jpeg"/></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18.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1.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6.xml.rels><?xml version="1.0" encoding="UTF-8" standalone="yes"?>
<Relationships xmlns="http://schemas.openxmlformats.org/package/2006/relationships"><Relationship Id="rId3" Type="http://schemas.openxmlformats.org/officeDocument/2006/relationships/image" Target="../media/image104.png"/><Relationship Id="rId2" Type="http://schemas.openxmlformats.org/officeDocument/2006/relationships/notesSlide" Target="../notesSlides/notesSlide34.xml"/><Relationship Id="rId1" Type="http://schemas.openxmlformats.org/officeDocument/2006/relationships/slideLayout" Target="../slideLayouts/slideLayout16.xml"/></Relationships>
</file>

<file path=ppt/slides/_rels/slide47.xml.rels><?xml version="1.0" encoding="UTF-8" standalone="yes"?>
<Relationships xmlns="http://schemas.openxmlformats.org/package/2006/relationships"><Relationship Id="rId8" Type="http://schemas.openxmlformats.org/officeDocument/2006/relationships/notesSlide" Target="../notesSlides/notesSlide35.xml"/><Relationship Id="rId3" Type="http://schemas.openxmlformats.org/officeDocument/2006/relationships/tags" Target="../tags/tag3.xml"/><Relationship Id="rId7" Type="http://schemas.openxmlformats.org/officeDocument/2006/relationships/slideLayout" Target="../slideLayouts/slideLayout5.xml"/><Relationship Id="rId2" Type="http://schemas.openxmlformats.org/officeDocument/2006/relationships/tags" Target="../tags/tag2.xml"/><Relationship Id="rId1" Type="http://schemas.openxmlformats.org/officeDocument/2006/relationships/vmlDrawing" Target="../drawings/vmlDrawing1.vml"/><Relationship Id="rId6" Type="http://schemas.openxmlformats.org/officeDocument/2006/relationships/tags" Target="../tags/tag6.xml"/><Relationship Id="rId11" Type="http://schemas.openxmlformats.org/officeDocument/2006/relationships/image" Target="../media/image106.png"/><Relationship Id="rId5" Type="http://schemas.openxmlformats.org/officeDocument/2006/relationships/tags" Target="../tags/tag5.xml"/><Relationship Id="rId10" Type="http://schemas.openxmlformats.org/officeDocument/2006/relationships/image" Target="../media/image105.emf"/><Relationship Id="rId4" Type="http://schemas.openxmlformats.org/officeDocument/2006/relationships/tags" Target="../tags/tag4.xml"/><Relationship Id="rId9" Type="http://schemas.openxmlformats.org/officeDocument/2006/relationships/oleObject" Target="../embeddings/oleObject1.bin"/></Relationships>
</file>

<file path=ppt/slides/_rels/slide48.xml.rels><?xml version="1.0" encoding="UTF-8" standalone="yes"?>
<Relationships xmlns="http://schemas.openxmlformats.org/package/2006/relationships"><Relationship Id="rId3" Type="http://schemas.openxmlformats.org/officeDocument/2006/relationships/image" Target="../media/image107.jpeg"/><Relationship Id="rId2" Type="http://schemas.openxmlformats.org/officeDocument/2006/relationships/notesSlide" Target="../notesSlides/notesSlide36.xml"/><Relationship Id="rId1" Type="http://schemas.openxmlformats.org/officeDocument/2006/relationships/slideLayout" Target="../slideLayouts/slideLayout5.xml"/></Relationships>
</file>

<file path=ppt/slides/_rels/slide49.xml.rels><?xml version="1.0" encoding="UTF-8" standalone="yes"?>
<Relationships xmlns="http://schemas.openxmlformats.org/package/2006/relationships"><Relationship Id="rId3" Type="http://schemas.openxmlformats.org/officeDocument/2006/relationships/image" Target="../media/image107.jpeg"/><Relationship Id="rId2" Type="http://schemas.openxmlformats.org/officeDocument/2006/relationships/notesSlide" Target="../notesSlides/notesSlide37.xml"/><Relationship Id="rId1" Type="http://schemas.openxmlformats.org/officeDocument/2006/relationships/slideLayout" Target="../slideLayouts/slideLayout5.xml"/><Relationship Id="rId4" Type="http://schemas.openxmlformats.org/officeDocument/2006/relationships/image" Target="../media/image108.png"/></Relationships>
</file>

<file path=ppt/slides/_rels/slide50.xml.rels><?xml version="1.0" encoding="UTF-8" standalone="yes"?>
<Relationships xmlns="http://schemas.openxmlformats.org/package/2006/relationships"><Relationship Id="rId8" Type="http://schemas.openxmlformats.org/officeDocument/2006/relationships/tags" Target="../tags/tag14.xml"/><Relationship Id="rId13" Type="http://schemas.openxmlformats.org/officeDocument/2006/relationships/tags" Target="../tags/tag19.xml"/><Relationship Id="rId18" Type="http://schemas.openxmlformats.org/officeDocument/2006/relationships/tags" Target="../tags/tag24.xml"/><Relationship Id="rId3" Type="http://schemas.openxmlformats.org/officeDocument/2006/relationships/tags" Target="../tags/tag9.xml"/><Relationship Id="rId7" Type="http://schemas.openxmlformats.org/officeDocument/2006/relationships/tags" Target="../tags/tag13.xml"/><Relationship Id="rId12" Type="http://schemas.openxmlformats.org/officeDocument/2006/relationships/tags" Target="../tags/tag18.xml"/><Relationship Id="rId17" Type="http://schemas.openxmlformats.org/officeDocument/2006/relationships/tags" Target="../tags/tag23.xml"/><Relationship Id="rId2" Type="http://schemas.openxmlformats.org/officeDocument/2006/relationships/tags" Target="../tags/tag8.xml"/><Relationship Id="rId16" Type="http://schemas.openxmlformats.org/officeDocument/2006/relationships/tags" Target="../tags/tag22.xml"/><Relationship Id="rId20" Type="http://schemas.openxmlformats.org/officeDocument/2006/relationships/notesSlide" Target="../notesSlides/notesSlide38.xml"/><Relationship Id="rId1" Type="http://schemas.openxmlformats.org/officeDocument/2006/relationships/tags" Target="../tags/tag7.xml"/><Relationship Id="rId6" Type="http://schemas.openxmlformats.org/officeDocument/2006/relationships/tags" Target="../tags/tag12.xml"/><Relationship Id="rId11" Type="http://schemas.openxmlformats.org/officeDocument/2006/relationships/tags" Target="../tags/tag17.xml"/><Relationship Id="rId5" Type="http://schemas.openxmlformats.org/officeDocument/2006/relationships/tags" Target="../tags/tag11.xml"/><Relationship Id="rId15" Type="http://schemas.openxmlformats.org/officeDocument/2006/relationships/tags" Target="../tags/tag21.xml"/><Relationship Id="rId10" Type="http://schemas.openxmlformats.org/officeDocument/2006/relationships/tags" Target="../tags/tag16.xml"/><Relationship Id="rId19" Type="http://schemas.openxmlformats.org/officeDocument/2006/relationships/slideLayout" Target="../slideLayouts/slideLayout28.xml"/><Relationship Id="rId4" Type="http://schemas.openxmlformats.org/officeDocument/2006/relationships/tags" Target="../tags/tag10.xml"/><Relationship Id="rId9" Type="http://schemas.openxmlformats.org/officeDocument/2006/relationships/tags" Target="../tags/tag15.xml"/><Relationship Id="rId14" Type="http://schemas.openxmlformats.org/officeDocument/2006/relationships/tags" Target="../tags/tag20.xml"/></Relationships>
</file>

<file path=ppt/slides/_rels/slide51.xml.rels><?xml version="1.0" encoding="UTF-8" standalone="yes"?>
<Relationships xmlns="http://schemas.openxmlformats.org/package/2006/relationships"><Relationship Id="rId8" Type="http://schemas.openxmlformats.org/officeDocument/2006/relationships/tags" Target="../tags/tag32.xml"/><Relationship Id="rId13" Type="http://schemas.openxmlformats.org/officeDocument/2006/relationships/tags" Target="../tags/tag37.xml"/><Relationship Id="rId3" Type="http://schemas.openxmlformats.org/officeDocument/2006/relationships/tags" Target="../tags/tag27.xml"/><Relationship Id="rId7" Type="http://schemas.openxmlformats.org/officeDocument/2006/relationships/tags" Target="../tags/tag31.xml"/><Relationship Id="rId12" Type="http://schemas.openxmlformats.org/officeDocument/2006/relationships/tags" Target="../tags/tag36.xml"/><Relationship Id="rId2" Type="http://schemas.openxmlformats.org/officeDocument/2006/relationships/tags" Target="../tags/tag26.xml"/><Relationship Id="rId16" Type="http://schemas.openxmlformats.org/officeDocument/2006/relationships/notesSlide" Target="../notesSlides/notesSlide39.xml"/><Relationship Id="rId1" Type="http://schemas.openxmlformats.org/officeDocument/2006/relationships/tags" Target="../tags/tag25.xml"/><Relationship Id="rId6" Type="http://schemas.openxmlformats.org/officeDocument/2006/relationships/tags" Target="../tags/tag30.xml"/><Relationship Id="rId11" Type="http://schemas.openxmlformats.org/officeDocument/2006/relationships/tags" Target="../tags/tag35.xml"/><Relationship Id="rId5" Type="http://schemas.openxmlformats.org/officeDocument/2006/relationships/tags" Target="../tags/tag29.xml"/><Relationship Id="rId15" Type="http://schemas.openxmlformats.org/officeDocument/2006/relationships/slideLayout" Target="../slideLayouts/slideLayout28.xml"/><Relationship Id="rId10" Type="http://schemas.openxmlformats.org/officeDocument/2006/relationships/tags" Target="../tags/tag34.xml"/><Relationship Id="rId4" Type="http://schemas.openxmlformats.org/officeDocument/2006/relationships/tags" Target="../tags/tag28.xml"/><Relationship Id="rId9" Type="http://schemas.openxmlformats.org/officeDocument/2006/relationships/tags" Target="../tags/tag33.xml"/><Relationship Id="rId14" Type="http://schemas.openxmlformats.org/officeDocument/2006/relationships/tags" Target="../tags/tag38.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1.xml"/></Relationships>
</file>

<file path=ppt/slides/_rels/slide55.xml.rels><?xml version="1.0" encoding="UTF-8" standalone="yes"?>
<Relationships xmlns="http://schemas.openxmlformats.org/package/2006/relationships"><Relationship Id="rId2" Type="http://schemas.openxmlformats.org/officeDocument/2006/relationships/image" Target="../media/image109.png"/><Relationship Id="rId1" Type="http://schemas.openxmlformats.org/officeDocument/2006/relationships/slideLayout" Target="../slideLayouts/slideLayout27.xml"/></Relationships>
</file>

<file path=ppt/slides/_rels/slide56.xml.rels><?xml version="1.0" encoding="UTF-8" standalone="yes"?>
<Relationships xmlns="http://schemas.openxmlformats.org/package/2006/relationships"><Relationship Id="rId3" Type="http://schemas.openxmlformats.org/officeDocument/2006/relationships/image" Target="../media/image109.png"/><Relationship Id="rId2" Type="http://schemas.openxmlformats.org/officeDocument/2006/relationships/notesSlide" Target="../notesSlides/notesSlide41.xml"/><Relationship Id="rId1" Type="http://schemas.openxmlformats.org/officeDocument/2006/relationships/slideLayout" Target="../slideLayouts/slideLayout27.xml"/></Relationships>
</file>

<file path=ppt/slides/_rels/slide57.xml.rels><?xml version="1.0" encoding="UTF-8" standalone="yes"?>
<Relationships xmlns="http://schemas.openxmlformats.org/package/2006/relationships"><Relationship Id="rId3" Type="http://schemas.openxmlformats.org/officeDocument/2006/relationships/slideLayout" Target="../slideLayouts/slideLayout27.xml"/><Relationship Id="rId2" Type="http://schemas.openxmlformats.org/officeDocument/2006/relationships/tags" Target="../tags/tag40.xml"/><Relationship Id="rId1" Type="http://schemas.openxmlformats.org/officeDocument/2006/relationships/tags" Target="../tags/tag39.xml"/><Relationship Id="rId6" Type="http://schemas.openxmlformats.org/officeDocument/2006/relationships/image" Target="../media/image111.png"/><Relationship Id="rId5" Type="http://schemas.openxmlformats.org/officeDocument/2006/relationships/image" Target="../media/image110.png"/><Relationship Id="rId4" Type="http://schemas.openxmlformats.org/officeDocument/2006/relationships/notesSlide" Target="../notesSlides/notesSlide42.xml"/></Relationships>
</file>

<file path=ppt/slides/_rels/slide58.xml.rels><?xml version="1.0" encoding="UTF-8" standalone="yes"?>
<Relationships xmlns="http://schemas.openxmlformats.org/package/2006/relationships"><Relationship Id="rId3" Type="http://schemas.openxmlformats.org/officeDocument/2006/relationships/image" Target="../media/image111.png"/><Relationship Id="rId2" Type="http://schemas.openxmlformats.org/officeDocument/2006/relationships/notesSlide" Target="../notesSlides/notesSlide43.xml"/><Relationship Id="rId1" Type="http://schemas.openxmlformats.org/officeDocument/2006/relationships/slideLayout" Target="../slideLayouts/slideLayout27.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4.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8.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62.xml.rels><?xml version="1.0" encoding="UTF-8" standalone="yes"?>
<Relationships xmlns="http://schemas.openxmlformats.org/package/2006/relationships"><Relationship Id="rId3" Type="http://schemas.openxmlformats.org/officeDocument/2006/relationships/image" Target="../media/image113.png"/><Relationship Id="rId7" Type="http://schemas.openxmlformats.org/officeDocument/2006/relationships/image" Target="../media/image117.png"/><Relationship Id="rId2" Type="http://schemas.openxmlformats.org/officeDocument/2006/relationships/image" Target="../media/image112.png"/><Relationship Id="rId1" Type="http://schemas.openxmlformats.org/officeDocument/2006/relationships/slideLayout" Target="../slideLayouts/slideLayout21.xml"/><Relationship Id="rId6" Type="http://schemas.openxmlformats.org/officeDocument/2006/relationships/image" Target="../media/image116.png"/><Relationship Id="rId5" Type="http://schemas.openxmlformats.org/officeDocument/2006/relationships/image" Target="../media/image115.png"/><Relationship Id="rId4" Type="http://schemas.openxmlformats.org/officeDocument/2006/relationships/image" Target="../media/image114.png"/></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6.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62.xml"/></Relationships>
</file>

<file path=ppt/slides/_rels/slide66.xml.rels><?xml version="1.0" encoding="UTF-8" standalone="yes"?>
<Relationships xmlns="http://schemas.openxmlformats.org/package/2006/relationships"><Relationship Id="rId3" Type="http://schemas.openxmlformats.org/officeDocument/2006/relationships/image" Target="../media/image118.emf"/><Relationship Id="rId2" Type="http://schemas.openxmlformats.org/officeDocument/2006/relationships/notesSlide" Target="../notesSlides/notesSlide48.xml"/><Relationship Id="rId1" Type="http://schemas.openxmlformats.org/officeDocument/2006/relationships/slideLayout" Target="../slideLayouts/slideLayout79.xml"/><Relationship Id="rId6" Type="http://schemas.openxmlformats.org/officeDocument/2006/relationships/image" Target="../media/image121.png"/><Relationship Id="rId5" Type="http://schemas.openxmlformats.org/officeDocument/2006/relationships/image" Target="../media/image120.png"/><Relationship Id="rId4" Type="http://schemas.openxmlformats.org/officeDocument/2006/relationships/image" Target="../media/image119.png"/></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80.xml"/></Relationships>
</file>

<file path=ppt/slides/_rels/slide68.xml.rels><?xml version="1.0" encoding="UTF-8" standalone="yes"?>
<Relationships xmlns="http://schemas.openxmlformats.org/package/2006/relationships"><Relationship Id="rId8" Type="http://schemas.openxmlformats.org/officeDocument/2006/relationships/image" Target="../media/image127.png"/><Relationship Id="rId3" Type="http://schemas.openxmlformats.org/officeDocument/2006/relationships/image" Target="../media/image122.png"/><Relationship Id="rId7" Type="http://schemas.openxmlformats.org/officeDocument/2006/relationships/image" Target="../media/image126.png"/><Relationship Id="rId2" Type="http://schemas.openxmlformats.org/officeDocument/2006/relationships/notesSlide" Target="../notesSlides/notesSlide50.xml"/><Relationship Id="rId1" Type="http://schemas.openxmlformats.org/officeDocument/2006/relationships/slideLayout" Target="../slideLayouts/slideLayout80.xml"/><Relationship Id="rId6" Type="http://schemas.openxmlformats.org/officeDocument/2006/relationships/image" Target="../media/image125.png"/><Relationship Id="rId5" Type="http://schemas.openxmlformats.org/officeDocument/2006/relationships/image" Target="../media/image124.png"/><Relationship Id="rId4" Type="http://schemas.openxmlformats.org/officeDocument/2006/relationships/image" Target="../media/image123.png"/></Relationships>
</file>

<file path=ppt/slides/_rels/slide69.xml.rels><?xml version="1.0" encoding="UTF-8" standalone="yes"?>
<Relationships xmlns="http://schemas.openxmlformats.org/package/2006/relationships"><Relationship Id="rId3" Type="http://schemas.openxmlformats.org/officeDocument/2006/relationships/image" Target="../media/image128.png"/><Relationship Id="rId2" Type="http://schemas.openxmlformats.org/officeDocument/2006/relationships/notesSlide" Target="../notesSlides/notesSlide51.xml"/><Relationship Id="rId1" Type="http://schemas.openxmlformats.org/officeDocument/2006/relationships/slideLayout" Target="../slideLayouts/slideLayout29.xml"/><Relationship Id="rId4" Type="http://schemas.openxmlformats.org/officeDocument/2006/relationships/image" Target="../media/image129.pn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pPr algn="ctr"/>
            <a:r>
              <a:rPr lang="en-US" dirty="0"/>
              <a:t>2.3 Azure IaaS</a:t>
            </a:r>
          </a:p>
        </p:txBody>
      </p:sp>
      <p:sp>
        <p:nvSpPr>
          <p:cNvPr id="3" name="Text Placeholder 2"/>
          <p:cNvSpPr>
            <a:spLocks noGrp="1"/>
          </p:cNvSpPr>
          <p:nvPr>
            <p:ph type="body" sz="quarter" idx="10"/>
          </p:nvPr>
        </p:nvSpPr>
        <p:spPr/>
        <p:txBody>
          <a:bodyPr/>
          <a:lstStyle/>
          <a:p>
            <a:endParaRPr lang="en-US" sz="2800" dirty="0"/>
          </a:p>
        </p:txBody>
      </p:sp>
    </p:spTree>
    <p:extLst>
      <p:ext uri="{BB962C8B-B14F-4D97-AF65-F5344CB8AC3E}">
        <p14:creationId xmlns:p14="http://schemas.microsoft.com/office/powerpoint/2010/main" val="8362270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ctrTitle" idx="4294967295"/>
          </p:nvPr>
        </p:nvSpPr>
        <p:spPr>
          <a:xfrm>
            <a:off x="1157288" y="134938"/>
            <a:ext cx="11034712" cy="1876425"/>
          </a:xfrm>
          <a:prstGeom prst="rect">
            <a:avLst/>
          </a:prstGeom>
        </p:spPr>
        <p:txBody>
          <a:bodyPr>
            <a:normAutofit/>
          </a:bodyPr>
          <a:lstStyle/>
          <a:p>
            <a:r>
              <a:rPr lang="en-US" sz="6600" dirty="0">
                <a:solidFill>
                  <a:schemeClr val="bg2"/>
                </a:solidFill>
              </a:rPr>
              <a:t>Agenda</a:t>
            </a:r>
          </a:p>
        </p:txBody>
      </p:sp>
      <p:sp>
        <p:nvSpPr>
          <p:cNvPr id="6" name="Subtitle 5"/>
          <p:cNvSpPr>
            <a:spLocks noGrp="1"/>
          </p:cNvSpPr>
          <p:nvPr>
            <p:ph type="subTitle" idx="4294967295"/>
          </p:nvPr>
        </p:nvSpPr>
        <p:spPr>
          <a:xfrm>
            <a:off x="1004888" y="2155825"/>
            <a:ext cx="11187112" cy="4416425"/>
          </a:xfrm>
          <a:prstGeom prst="rect">
            <a:avLst/>
          </a:prstGeom>
        </p:spPr>
        <p:txBody>
          <a:bodyPr numCol="2">
            <a:noAutofit/>
          </a:bodyPr>
          <a:lstStyle/>
          <a:p>
            <a:pPr marL="571500" indent="-571500">
              <a:buClr>
                <a:srgbClr val="92D050"/>
              </a:buClr>
              <a:buFont typeface="Wingdings" panose="05000000000000000000" pitchFamily="2" charset="2"/>
              <a:buChar char="à"/>
            </a:pPr>
            <a:r>
              <a:rPr lang="en-US" sz="4000" dirty="0">
                <a:solidFill>
                  <a:schemeClr val="bg1"/>
                </a:solidFill>
                <a:latin typeface="+mj-lt"/>
                <a:sym typeface="Wingdings" panose="05000000000000000000" pitchFamily="2" charset="2"/>
              </a:rPr>
              <a:t>Your services and Azure</a:t>
            </a:r>
          </a:p>
          <a:p>
            <a:pPr marL="571500" indent="-571500">
              <a:buClr>
                <a:srgbClr val="92D050"/>
              </a:buClr>
              <a:buFont typeface="Wingdings" panose="05000000000000000000" pitchFamily="2" charset="2"/>
              <a:buChar char="à"/>
            </a:pPr>
            <a:endParaRPr lang="en-US" sz="4000" dirty="0">
              <a:sym typeface="Wingdings" panose="05000000000000000000" pitchFamily="2" charset="2"/>
            </a:endParaRPr>
          </a:p>
          <a:p>
            <a:pPr marL="571500" indent="-571500">
              <a:buClr>
                <a:srgbClr val="92D050"/>
              </a:buClr>
              <a:buFont typeface="Wingdings" panose="05000000000000000000" pitchFamily="2" charset="2"/>
              <a:buChar char="à"/>
            </a:pPr>
            <a:endParaRPr lang="en-US" sz="4000" dirty="0">
              <a:sym typeface="Wingdings" panose="05000000000000000000" pitchFamily="2" charset="2"/>
            </a:endParaRPr>
          </a:p>
          <a:p>
            <a:pPr marL="571500" indent="-571500">
              <a:buClr>
                <a:srgbClr val="92D050"/>
              </a:buClr>
              <a:buFont typeface="Wingdings" panose="05000000000000000000" pitchFamily="2" charset="2"/>
              <a:buChar char="à"/>
            </a:pPr>
            <a:endParaRPr lang="en-US" sz="4000" dirty="0">
              <a:sym typeface="Wingdings" panose="05000000000000000000" pitchFamily="2" charset="2"/>
            </a:endParaRPr>
          </a:p>
          <a:p>
            <a:pPr marL="571500" indent="-571500">
              <a:buClr>
                <a:srgbClr val="92D050"/>
              </a:buClr>
              <a:buFont typeface="Wingdings" panose="05000000000000000000" pitchFamily="2" charset="2"/>
              <a:buChar char="à"/>
            </a:pPr>
            <a:endParaRPr lang="en-US" sz="4000" dirty="0">
              <a:sym typeface="Wingdings" panose="05000000000000000000" pitchFamily="2" charset="2"/>
            </a:endParaRPr>
          </a:p>
          <a:p>
            <a:pPr marL="571500" indent="-571500">
              <a:buClr>
                <a:srgbClr val="92D050"/>
              </a:buClr>
              <a:buFont typeface="Wingdings" panose="05000000000000000000" pitchFamily="2" charset="2"/>
              <a:buChar char="à"/>
            </a:pPr>
            <a:r>
              <a:rPr lang="en-US" sz="4000" dirty="0">
                <a:sym typeface="Wingdings" panose="05000000000000000000" pitchFamily="2" charset="2"/>
              </a:rPr>
              <a:t>Virtual Machines</a:t>
            </a:r>
          </a:p>
          <a:p>
            <a:pPr marL="571500" indent="-571500">
              <a:buClr>
                <a:srgbClr val="92D050"/>
              </a:buClr>
              <a:buFont typeface="Wingdings" panose="05000000000000000000" pitchFamily="2" charset="2"/>
              <a:buChar char="à"/>
            </a:pPr>
            <a:r>
              <a:rPr lang="en-US" sz="4000" dirty="0">
                <a:solidFill>
                  <a:schemeClr val="bg1"/>
                </a:solidFill>
                <a:latin typeface="+mj-lt"/>
                <a:sym typeface="Wingdings" panose="05000000000000000000" pitchFamily="2" charset="2"/>
              </a:rPr>
              <a:t>Virtual Networks</a:t>
            </a:r>
          </a:p>
          <a:p>
            <a:pPr marL="571500" indent="-571500">
              <a:buClr>
                <a:srgbClr val="92D050"/>
              </a:buClr>
              <a:buFont typeface="Wingdings" panose="05000000000000000000" pitchFamily="2" charset="2"/>
              <a:buChar char="à"/>
            </a:pPr>
            <a:r>
              <a:rPr lang="en-US" sz="4000" dirty="0">
                <a:sym typeface="Wingdings" panose="05000000000000000000" pitchFamily="2" charset="2"/>
              </a:rPr>
              <a:t>Azure Resource Manager</a:t>
            </a:r>
            <a:endParaRPr lang="en-US" sz="4000" dirty="0">
              <a:solidFill>
                <a:schemeClr val="bg1"/>
              </a:solidFill>
              <a:latin typeface="+mj-lt"/>
            </a:endParaRPr>
          </a:p>
        </p:txBody>
      </p:sp>
    </p:spTree>
    <p:extLst>
      <p:ext uri="{BB962C8B-B14F-4D97-AF65-F5344CB8AC3E}">
        <p14:creationId xmlns:p14="http://schemas.microsoft.com/office/powerpoint/2010/main" val="14670159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fade">
                                      <p:cBhvr>
                                        <p:cTn id="7" dur="500"/>
                                        <p:tgtEl>
                                          <p:spTgt spid="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
                                            <p:txEl>
                                              <p:pRg st="5" end="5"/>
                                            </p:txEl>
                                          </p:spTgt>
                                        </p:tgtEl>
                                        <p:attrNameLst>
                                          <p:attrName>style.visibility</p:attrName>
                                        </p:attrNameLst>
                                      </p:cBhvr>
                                      <p:to>
                                        <p:strVal val="visible"/>
                                      </p:to>
                                    </p:set>
                                    <p:animEffect transition="in" filter="fade">
                                      <p:cBhvr>
                                        <p:cTn id="12" dur="500"/>
                                        <p:tgtEl>
                                          <p:spTgt spid="6">
                                            <p:txEl>
                                              <p:pRg st="5" end="5"/>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6">
                                            <p:txEl>
                                              <p:pRg st="6" end="6"/>
                                            </p:txEl>
                                          </p:spTgt>
                                        </p:tgtEl>
                                        <p:attrNameLst>
                                          <p:attrName>style.visibility</p:attrName>
                                        </p:attrNameLst>
                                      </p:cBhvr>
                                      <p:to>
                                        <p:strVal val="visible"/>
                                      </p:to>
                                    </p:set>
                                    <p:animEffect transition="in" filter="fade">
                                      <p:cBhvr>
                                        <p:cTn id="17" dur="500"/>
                                        <p:tgtEl>
                                          <p:spTgt spid="6">
                                            <p:txEl>
                                              <p:pRg st="6" end="6"/>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6">
                                            <p:txEl>
                                              <p:pRg st="7" end="7"/>
                                            </p:txEl>
                                          </p:spTgt>
                                        </p:tgtEl>
                                        <p:attrNameLst>
                                          <p:attrName>style.visibility</p:attrName>
                                        </p:attrNameLst>
                                      </p:cBhvr>
                                      <p:to>
                                        <p:strVal val="visible"/>
                                      </p:to>
                                    </p:set>
                                    <p:animEffect transition="in" filter="fade">
                                      <p:cBhvr>
                                        <p:cTn id="22" dur="500"/>
                                        <p:tgtEl>
                                          <p:spTgt spid="6">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prstGeom prst="rect">
            <a:avLst/>
          </a:prstGeom>
        </p:spPr>
        <p:txBody>
          <a:bodyPr>
            <a:normAutofit/>
          </a:bodyPr>
          <a:lstStyle/>
          <a:p>
            <a:pPr algn="ctr"/>
            <a:r>
              <a:rPr lang="en-US" altLang="zh-CN" dirty="0"/>
              <a:t>Your service</a:t>
            </a:r>
            <a:endParaRPr lang="en-US" dirty="0"/>
          </a:p>
        </p:txBody>
      </p:sp>
    </p:spTree>
    <p:extLst>
      <p:ext uri="{BB962C8B-B14F-4D97-AF65-F5344CB8AC3E}">
        <p14:creationId xmlns:p14="http://schemas.microsoft.com/office/powerpoint/2010/main" val="8876377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loud large"/>
          <p:cNvSpPr>
            <a:spLocks/>
          </p:cNvSpPr>
          <p:nvPr/>
        </p:nvSpPr>
        <p:spPr bwMode="black">
          <a:xfrm>
            <a:off x="3547772" y="1453775"/>
            <a:ext cx="8309211" cy="4009263"/>
          </a:xfrm>
          <a:custGeom>
            <a:avLst/>
            <a:gdLst>
              <a:gd name="T0" fmla="*/ 415 w 489"/>
              <a:gd name="T1" fmla="*/ 222 h 285"/>
              <a:gd name="T2" fmla="*/ 489 w 489"/>
              <a:gd name="T3" fmla="*/ 148 h 285"/>
              <a:gd name="T4" fmla="*/ 415 w 489"/>
              <a:gd name="T5" fmla="*/ 74 h 285"/>
              <a:gd name="T6" fmla="*/ 404 w 489"/>
              <a:gd name="T7" fmla="*/ 75 h 285"/>
              <a:gd name="T8" fmla="*/ 295 w 489"/>
              <a:gd name="T9" fmla="*/ 0 h 285"/>
              <a:gd name="T10" fmla="*/ 213 w 489"/>
              <a:gd name="T11" fmla="*/ 34 h 285"/>
              <a:gd name="T12" fmla="*/ 162 w 489"/>
              <a:gd name="T13" fmla="*/ 18 h 285"/>
              <a:gd name="T14" fmla="*/ 71 w 489"/>
              <a:gd name="T15" fmla="*/ 97 h 285"/>
              <a:gd name="T16" fmla="*/ 56 w 489"/>
              <a:gd name="T17" fmla="*/ 95 h 285"/>
              <a:gd name="T18" fmla="*/ 0 w 489"/>
              <a:gd name="T19" fmla="*/ 151 h 285"/>
              <a:gd name="T20" fmla="*/ 56 w 489"/>
              <a:gd name="T21" fmla="*/ 208 h 285"/>
              <a:gd name="T22" fmla="*/ 78 w 489"/>
              <a:gd name="T23" fmla="*/ 203 h 285"/>
              <a:gd name="T24" fmla="*/ 141 w 489"/>
              <a:gd name="T25" fmla="*/ 257 h 285"/>
              <a:gd name="T26" fmla="*/ 178 w 489"/>
              <a:gd name="T27" fmla="*/ 244 h 285"/>
              <a:gd name="T28" fmla="*/ 241 w 489"/>
              <a:gd name="T29" fmla="*/ 285 h 285"/>
              <a:gd name="T30" fmla="*/ 297 w 489"/>
              <a:gd name="T31" fmla="*/ 255 h 285"/>
              <a:gd name="T32" fmla="*/ 332 w 489"/>
              <a:gd name="T33" fmla="*/ 267 h 285"/>
              <a:gd name="T34" fmla="*/ 390 w 489"/>
              <a:gd name="T35" fmla="*/ 217 h 285"/>
              <a:gd name="T36" fmla="*/ 415 w 489"/>
              <a:gd name="T37" fmla="*/ 222 h 2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89" h="285">
                <a:moveTo>
                  <a:pt x="415" y="222"/>
                </a:moveTo>
                <a:cubicBezTo>
                  <a:pt x="456" y="222"/>
                  <a:pt x="489" y="189"/>
                  <a:pt x="489" y="148"/>
                </a:cubicBezTo>
                <a:cubicBezTo>
                  <a:pt x="489" y="107"/>
                  <a:pt x="456" y="74"/>
                  <a:pt x="415" y="74"/>
                </a:cubicBezTo>
                <a:cubicBezTo>
                  <a:pt x="411" y="74"/>
                  <a:pt x="407" y="74"/>
                  <a:pt x="404" y="75"/>
                </a:cubicBezTo>
                <a:cubicBezTo>
                  <a:pt x="387" y="31"/>
                  <a:pt x="345" y="0"/>
                  <a:pt x="295" y="0"/>
                </a:cubicBezTo>
                <a:cubicBezTo>
                  <a:pt x="263" y="0"/>
                  <a:pt x="234" y="13"/>
                  <a:pt x="213" y="34"/>
                </a:cubicBezTo>
                <a:cubicBezTo>
                  <a:pt x="199" y="24"/>
                  <a:pt x="181" y="18"/>
                  <a:pt x="162" y="18"/>
                </a:cubicBezTo>
                <a:cubicBezTo>
                  <a:pt x="115" y="18"/>
                  <a:pt x="77" y="52"/>
                  <a:pt x="71" y="97"/>
                </a:cubicBezTo>
                <a:cubicBezTo>
                  <a:pt x="66" y="96"/>
                  <a:pt x="61" y="95"/>
                  <a:pt x="56" y="95"/>
                </a:cubicBezTo>
                <a:cubicBezTo>
                  <a:pt x="25" y="95"/>
                  <a:pt x="0" y="120"/>
                  <a:pt x="0" y="151"/>
                </a:cubicBezTo>
                <a:cubicBezTo>
                  <a:pt x="0" y="182"/>
                  <a:pt x="25" y="208"/>
                  <a:pt x="56" y="208"/>
                </a:cubicBezTo>
                <a:cubicBezTo>
                  <a:pt x="64" y="208"/>
                  <a:pt x="71" y="206"/>
                  <a:pt x="78" y="203"/>
                </a:cubicBezTo>
                <a:cubicBezTo>
                  <a:pt x="83" y="234"/>
                  <a:pt x="109" y="257"/>
                  <a:pt x="141" y="257"/>
                </a:cubicBezTo>
                <a:cubicBezTo>
                  <a:pt x="155" y="257"/>
                  <a:pt x="168" y="252"/>
                  <a:pt x="178" y="244"/>
                </a:cubicBezTo>
                <a:cubicBezTo>
                  <a:pt x="189" y="268"/>
                  <a:pt x="213" y="285"/>
                  <a:pt x="241" y="285"/>
                </a:cubicBezTo>
                <a:cubicBezTo>
                  <a:pt x="264" y="285"/>
                  <a:pt x="285" y="273"/>
                  <a:pt x="297" y="255"/>
                </a:cubicBezTo>
                <a:cubicBezTo>
                  <a:pt x="307" y="263"/>
                  <a:pt x="319" y="267"/>
                  <a:pt x="332" y="267"/>
                </a:cubicBezTo>
                <a:cubicBezTo>
                  <a:pt x="361" y="267"/>
                  <a:pt x="386" y="246"/>
                  <a:pt x="390" y="217"/>
                </a:cubicBezTo>
                <a:cubicBezTo>
                  <a:pt x="397" y="220"/>
                  <a:pt x="406" y="222"/>
                  <a:pt x="415" y="222"/>
                </a:cubicBezTo>
              </a:path>
            </a:pathLst>
          </a:custGeom>
          <a:solidFill>
            <a:srgbClr val="00B0F0">
              <a:alpha val="18000"/>
            </a:srgbClr>
          </a:solidFill>
          <a:ln>
            <a:noFill/>
          </a:ln>
          <a:extLst/>
        </p:spPr>
        <p:txBody>
          <a:bodyPr vert="horz" wrap="square" lIns="91427" tIns="45713" rIns="91427" bIns="45713"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914225"/>
            <a:endParaRPr lang="en-US" sz="1600">
              <a:solidFill>
                <a:prstClr val="black"/>
              </a:solidFill>
            </a:endParaRPr>
          </a:p>
        </p:txBody>
      </p:sp>
      <p:pic>
        <p:nvPicPr>
          <p:cNvPr id="4" name="Picture 20"/>
          <p:cNvPicPr>
            <a:picLocks noChangeAspect="1"/>
          </p:cNvPicPr>
          <p:nvPr/>
        </p:nvPicPr>
        <p:blipFill>
          <a:blip r:embed="rId3">
            <a:biLevel thresh="25000"/>
            <a:extLst>
              <a:ext uri="{28A0092B-C50C-407E-A947-70E740481C1C}">
                <a14:useLocalDpi xmlns:a14="http://schemas.microsoft.com/office/drawing/2010/main" val="0"/>
              </a:ext>
            </a:extLst>
          </a:blip>
          <a:srcRect/>
          <a:stretch>
            <a:fillRect/>
          </a:stretch>
        </p:blipFill>
        <p:spPr bwMode="auto">
          <a:xfrm>
            <a:off x="1267560" y="2669452"/>
            <a:ext cx="1591427" cy="16295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Picture 3"/>
          <p:cNvPicPr>
            <a:picLocks noChangeAspect="1"/>
          </p:cNvPicPr>
          <p:nvPr/>
        </p:nvPicPr>
        <p:blipFill>
          <a:blip r:embed="rId4">
            <a:biLevel thresh="25000"/>
            <a:extLst>
              <a:ext uri="{28A0092B-C50C-407E-A947-70E740481C1C}">
                <a14:useLocalDpi xmlns:a14="http://schemas.microsoft.com/office/drawing/2010/main" val="0"/>
              </a:ext>
            </a:extLst>
          </a:blip>
          <a:srcRect/>
          <a:stretch>
            <a:fillRect/>
          </a:stretch>
        </p:blipFill>
        <p:spPr bwMode="auto">
          <a:xfrm>
            <a:off x="6149557" y="3145329"/>
            <a:ext cx="2472131" cy="16068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31"/>
          <p:cNvPicPr>
            <a:picLocks noChangeAspect="1"/>
          </p:cNvPicPr>
          <p:nvPr/>
        </p:nvPicPr>
        <p:blipFill>
          <a:blip r:embed="rId5">
            <a:biLevel thresh="25000"/>
            <a:extLst>
              <a:ext uri="{28A0092B-C50C-407E-A947-70E740481C1C}">
                <a14:useLocalDpi xmlns:a14="http://schemas.microsoft.com/office/drawing/2010/main" val="0"/>
              </a:ext>
            </a:extLst>
          </a:blip>
          <a:srcRect/>
          <a:stretch>
            <a:fillRect/>
          </a:stretch>
        </p:blipFill>
        <p:spPr bwMode="auto">
          <a:xfrm rot="16200000">
            <a:off x="6451165" y="4894204"/>
            <a:ext cx="1075785" cy="4268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Subtitle 5"/>
          <p:cNvSpPr>
            <a:spLocks noGrp="1"/>
          </p:cNvSpPr>
          <p:nvPr>
            <p:ph type="subTitle" idx="4294967295"/>
          </p:nvPr>
        </p:nvSpPr>
        <p:spPr>
          <a:xfrm>
            <a:off x="580094" y="537446"/>
            <a:ext cx="11033125" cy="600075"/>
          </a:xfrm>
          <a:prstGeom prst="rect">
            <a:avLst/>
          </a:prstGeom>
        </p:spPr>
        <p:txBody>
          <a:bodyPr>
            <a:noAutofit/>
          </a:bodyPr>
          <a:lstStyle/>
          <a:p>
            <a:pPr marL="0" indent="0">
              <a:buNone/>
            </a:pPr>
            <a:r>
              <a:rPr lang="en-US" sz="4000" dirty="0">
                <a:solidFill>
                  <a:srgbClr val="92D050"/>
                </a:solidFill>
                <a:latin typeface="+mj-lt"/>
                <a:sym typeface="Wingdings" panose="05000000000000000000" pitchFamily="2" charset="2"/>
              </a:rPr>
              <a:t> </a:t>
            </a:r>
            <a:r>
              <a:rPr lang="en-US" sz="4000" dirty="0">
                <a:solidFill>
                  <a:schemeClr val="bg2"/>
                </a:solidFill>
                <a:latin typeface="+mj-lt"/>
                <a:sym typeface="Wingdings" panose="05000000000000000000" pitchFamily="2" charset="2"/>
              </a:rPr>
              <a:t>Y</a:t>
            </a:r>
            <a:r>
              <a:rPr lang="en-US" sz="4000" dirty="0">
                <a:solidFill>
                  <a:schemeClr val="bg2"/>
                </a:solidFill>
                <a:latin typeface="+mj-lt"/>
              </a:rPr>
              <a:t>our </a:t>
            </a:r>
            <a:r>
              <a:rPr lang="en-US" sz="4000" dirty="0">
                <a:solidFill>
                  <a:schemeClr val="bg2"/>
                </a:solidFill>
              </a:rPr>
              <a:t>application code</a:t>
            </a:r>
          </a:p>
          <a:p>
            <a:endParaRPr lang="en-US" sz="4000" dirty="0">
              <a:solidFill>
                <a:schemeClr val="bg1"/>
              </a:solidFill>
              <a:latin typeface="+mj-lt"/>
            </a:endParaRPr>
          </a:p>
        </p:txBody>
      </p:sp>
      <p:sp>
        <p:nvSpPr>
          <p:cNvPr id="11" name="Subtitle 5"/>
          <p:cNvSpPr txBox="1">
            <a:spLocks/>
          </p:cNvSpPr>
          <p:nvPr/>
        </p:nvSpPr>
        <p:spPr>
          <a:xfrm>
            <a:off x="578775" y="1137521"/>
            <a:ext cx="11034445" cy="601554"/>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36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bg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bg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bg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bg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4000" dirty="0">
                <a:solidFill>
                  <a:srgbClr val="92D050"/>
                </a:solidFill>
                <a:latin typeface="+mj-lt"/>
                <a:sym typeface="Wingdings" panose="05000000000000000000" pitchFamily="2" charset="2"/>
              </a:rPr>
              <a:t> </a:t>
            </a:r>
            <a:r>
              <a:rPr lang="en-US" altLang="zh-CN" sz="4000" dirty="0">
                <a:solidFill>
                  <a:schemeClr val="bg2"/>
                </a:solidFill>
                <a:latin typeface="+mj-lt"/>
                <a:sym typeface="Wingdings" panose="05000000000000000000" pitchFamily="2" charset="2"/>
              </a:rPr>
              <a:t>Required resources</a:t>
            </a:r>
            <a:endParaRPr lang="en-US" sz="4000" dirty="0">
              <a:solidFill>
                <a:schemeClr val="bg1"/>
              </a:solidFill>
              <a:latin typeface="+mj-lt"/>
            </a:endParaRPr>
          </a:p>
        </p:txBody>
      </p:sp>
      <p:sp>
        <p:nvSpPr>
          <p:cNvPr id="12" name="Subtitle 5"/>
          <p:cNvSpPr txBox="1">
            <a:spLocks/>
          </p:cNvSpPr>
          <p:nvPr/>
        </p:nvSpPr>
        <p:spPr>
          <a:xfrm>
            <a:off x="578774" y="1137521"/>
            <a:ext cx="11034445" cy="601554"/>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36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bg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bg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bg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bg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4000" dirty="0">
                <a:solidFill>
                  <a:srgbClr val="92D050"/>
                </a:solidFill>
                <a:latin typeface="+mj-lt"/>
                <a:sym typeface="Wingdings" panose="05000000000000000000" pitchFamily="2" charset="2"/>
              </a:rPr>
              <a:t> </a:t>
            </a:r>
            <a:r>
              <a:rPr lang="en-US" sz="4000" dirty="0">
                <a:solidFill>
                  <a:schemeClr val="bg2"/>
                </a:solidFill>
                <a:latin typeface="+mj-lt"/>
                <a:sym typeface="Wingdings" panose="05000000000000000000" pitchFamily="2" charset="2"/>
              </a:rPr>
              <a:t>Y</a:t>
            </a:r>
            <a:r>
              <a:rPr lang="en-US" sz="4000" dirty="0">
                <a:solidFill>
                  <a:schemeClr val="bg2"/>
                </a:solidFill>
                <a:latin typeface="+mj-lt"/>
              </a:rPr>
              <a:t>our </a:t>
            </a:r>
            <a:r>
              <a:rPr lang="en-US" altLang="zh-CN" sz="4000" dirty="0">
                <a:solidFill>
                  <a:schemeClr val="bg2"/>
                </a:solidFill>
              </a:rPr>
              <a:t>infrastructure </a:t>
            </a:r>
            <a:r>
              <a:rPr lang="en-US" sz="4000" dirty="0">
                <a:solidFill>
                  <a:schemeClr val="bg2"/>
                </a:solidFill>
              </a:rPr>
              <a:t>code</a:t>
            </a:r>
          </a:p>
          <a:p>
            <a:endParaRPr lang="en-US" sz="4000" dirty="0">
              <a:solidFill>
                <a:schemeClr val="bg1"/>
              </a:solidFill>
              <a:latin typeface="+mj-lt"/>
            </a:endParaRPr>
          </a:p>
        </p:txBody>
      </p:sp>
    </p:spTree>
    <p:extLst>
      <p:ext uri="{BB962C8B-B14F-4D97-AF65-F5344CB8AC3E}">
        <p14:creationId xmlns:p14="http://schemas.microsoft.com/office/powerpoint/2010/main" val="9654055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9">
                                            <p:txEl>
                                              <p:pRg st="0" end="0"/>
                                            </p:txEl>
                                          </p:spTgt>
                                        </p:tgtEl>
                                        <p:attrNameLst>
                                          <p:attrName>style.visibility</p:attrName>
                                        </p:attrNameLst>
                                      </p:cBhvr>
                                      <p:to>
                                        <p:strVal val="visible"/>
                                      </p:to>
                                    </p:set>
                                    <p:animEffect transition="in" filter="fade">
                                      <p:cBhvr>
                                        <p:cTn id="11" dur="500"/>
                                        <p:tgtEl>
                                          <p:spTgt spid="9">
                                            <p:txEl>
                                              <p:pRg st="0" end="0"/>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grpId="0" nodeType="clickEffect">
                                  <p:stCondLst>
                                    <p:cond delay="0"/>
                                  </p:stCondLst>
                                  <p:childTnLst>
                                    <p:set>
                                      <p:cBhvr>
                                        <p:cTn id="15" dur="1" fill="hold">
                                          <p:stCondLst>
                                            <p:cond delay="0"/>
                                          </p:stCondLst>
                                        </p:cTn>
                                        <p:tgtEl>
                                          <p:spTgt spid="5"/>
                                        </p:tgtEl>
                                        <p:attrNameLst>
                                          <p:attrName>style.visibility</p:attrName>
                                        </p:attrNameLst>
                                      </p:cBhvr>
                                      <p:to>
                                        <p:strVal val="visible"/>
                                      </p:to>
                                    </p:set>
                                    <p:animEffect transition="in" filter="fade">
                                      <p:cBhvr>
                                        <p:cTn id="16" dur="500"/>
                                        <p:tgtEl>
                                          <p:spTgt spid="5"/>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7"/>
                                        </p:tgtEl>
                                        <p:attrNameLst>
                                          <p:attrName>style.visibility</p:attrName>
                                        </p:attrNameLst>
                                      </p:cBhvr>
                                      <p:to>
                                        <p:strVal val="visible"/>
                                      </p:to>
                                    </p:set>
                                    <p:animEffect transition="in" filter="fade">
                                      <p:cBhvr>
                                        <p:cTn id="21" dur="500"/>
                                        <p:tgtEl>
                                          <p:spTgt spid="7"/>
                                        </p:tgtEl>
                                      </p:cBhvr>
                                    </p:animEffect>
                                  </p:childTnLst>
                                </p:cTn>
                              </p:par>
                            </p:childTnLst>
                          </p:cTn>
                        </p:par>
                        <p:par>
                          <p:cTn id="22" fill="hold">
                            <p:stCondLst>
                              <p:cond delay="500"/>
                            </p:stCondLst>
                            <p:childTnLst>
                              <p:par>
                                <p:cTn id="23" presetID="10" presetClass="entr" presetSubtype="0" fill="hold" grpId="0" nodeType="afterEffect">
                                  <p:stCondLst>
                                    <p:cond delay="0"/>
                                  </p:stCondLst>
                                  <p:childTnLst>
                                    <p:set>
                                      <p:cBhvr>
                                        <p:cTn id="24" dur="1" fill="hold">
                                          <p:stCondLst>
                                            <p:cond delay="0"/>
                                          </p:stCondLst>
                                        </p:cTn>
                                        <p:tgtEl>
                                          <p:spTgt spid="11">
                                            <p:txEl>
                                              <p:pRg st="0" end="0"/>
                                            </p:txEl>
                                          </p:spTgt>
                                        </p:tgtEl>
                                        <p:attrNameLst>
                                          <p:attrName>style.visibility</p:attrName>
                                        </p:attrNameLst>
                                      </p:cBhvr>
                                      <p:to>
                                        <p:strVal val="visible"/>
                                      </p:to>
                                    </p:set>
                                    <p:animEffect transition="in" filter="fade">
                                      <p:cBhvr>
                                        <p:cTn id="25" dur="500"/>
                                        <p:tgtEl>
                                          <p:spTgt spid="11">
                                            <p:txEl>
                                              <p:pRg st="0" end="0"/>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63" presetClass="path" presetSubtype="0" accel="50000" decel="50000" fill="hold" nodeType="clickEffect">
                                  <p:stCondLst>
                                    <p:cond delay="0"/>
                                  </p:stCondLst>
                                  <p:childTnLst>
                                    <p:animMotion origin="layout" path="M -6.25E-7 -1.85185E-6 L 0.33529 -1.85185E-6 " pathEditMode="relative" rAng="0" ptsTypes="AA">
                                      <p:cBhvr>
                                        <p:cTn id="29" dur="500" fill="hold"/>
                                        <p:tgtEl>
                                          <p:spTgt spid="4"/>
                                        </p:tgtEl>
                                        <p:attrNameLst>
                                          <p:attrName>ppt_x</p:attrName>
                                          <p:attrName>ppt_y</p:attrName>
                                        </p:attrNameLst>
                                      </p:cBhvr>
                                      <p:rCtr x="16758" y="0"/>
                                    </p:animMotion>
                                  </p:childTnLst>
                                </p:cTn>
                              </p:par>
                            </p:childTnLst>
                          </p:cTn>
                        </p:par>
                        <p:par>
                          <p:cTn id="30" fill="hold">
                            <p:stCondLst>
                              <p:cond delay="500"/>
                            </p:stCondLst>
                            <p:childTnLst>
                              <p:par>
                                <p:cTn id="31" presetID="22" presetClass="entr" presetSubtype="1" fill="hold" nodeType="afterEffect">
                                  <p:stCondLst>
                                    <p:cond delay="0"/>
                                  </p:stCondLst>
                                  <p:childTnLst>
                                    <p:set>
                                      <p:cBhvr>
                                        <p:cTn id="32" dur="1" fill="hold">
                                          <p:stCondLst>
                                            <p:cond delay="0"/>
                                          </p:stCondLst>
                                        </p:cTn>
                                        <p:tgtEl>
                                          <p:spTgt spid="8"/>
                                        </p:tgtEl>
                                        <p:attrNameLst>
                                          <p:attrName>style.visibility</p:attrName>
                                        </p:attrNameLst>
                                      </p:cBhvr>
                                      <p:to>
                                        <p:strVal val="visible"/>
                                      </p:to>
                                    </p:set>
                                    <p:animEffect transition="in" filter="wipe(up)">
                                      <p:cBhvr>
                                        <p:cTn id="33" dur="500"/>
                                        <p:tgtEl>
                                          <p:spTgt spid="8"/>
                                        </p:tgtEl>
                                      </p:cBhvr>
                                    </p:animEffect>
                                  </p:childTnLst>
                                </p:cTn>
                              </p:par>
                            </p:childTnLst>
                          </p:cTn>
                        </p:par>
                      </p:childTnLst>
                    </p:cTn>
                  </p:par>
                  <p:par>
                    <p:cTn id="34" fill="hold">
                      <p:stCondLst>
                        <p:cond delay="indefinite"/>
                      </p:stCondLst>
                      <p:childTnLst>
                        <p:par>
                          <p:cTn id="35" fill="hold">
                            <p:stCondLst>
                              <p:cond delay="0"/>
                            </p:stCondLst>
                            <p:childTnLst>
                              <p:par>
                                <p:cTn id="36" presetID="2" presetClass="entr" presetSubtype="8" fill="hold" grpId="0" nodeType="clickEffect">
                                  <p:stCondLst>
                                    <p:cond delay="0"/>
                                  </p:stCondLst>
                                  <p:childTnLst>
                                    <p:set>
                                      <p:cBhvr>
                                        <p:cTn id="37" dur="1" fill="hold">
                                          <p:stCondLst>
                                            <p:cond delay="0"/>
                                          </p:stCondLst>
                                        </p:cTn>
                                        <p:tgtEl>
                                          <p:spTgt spid="12">
                                            <p:txEl>
                                              <p:pRg st="0" end="0"/>
                                            </p:txEl>
                                          </p:spTgt>
                                        </p:tgtEl>
                                        <p:attrNameLst>
                                          <p:attrName>style.visibility</p:attrName>
                                        </p:attrNameLst>
                                      </p:cBhvr>
                                      <p:to>
                                        <p:strVal val="visible"/>
                                      </p:to>
                                    </p:set>
                                    <p:anim calcmode="lin" valueType="num">
                                      <p:cBhvr additive="base">
                                        <p:cTn id="38" dur="500" fill="hold"/>
                                        <p:tgtEl>
                                          <p:spTgt spid="12">
                                            <p:txEl>
                                              <p:pRg st="0" end="0"/>
                                            </p:txEl>
                                          </p:spTgt>
                                        </p:tgtEl>
                                        <p:attrNameLst>
                                          <p:attrName>ppt_x</p:attrName>
                                        </p:attrNameLst>
                                      </p:cBhvr>
                                      <p:tavLst>
                                        <p:tav tm="0">
                                          <p:val>
                                            <p:strVal val="0-#ppt_w/2"/>
                                          </p:val>
                                        </p:tav>
                                        <p:tav tm="100000">
                                          <p:val>
                                            <p:strVal val="#ppt_x"/>
                                          </p:val>
                                        </p:tav>
                                      </p:tavLst>
                                    </p:anim>
                                    <p:anim calcmode="lin" valueType="num">
                                      <p:cBhvr additive="base">
                                        <p:cTn id="39" dur="500" fill="hold"/>
                                        <p:tgtEl>
                                          <p:spTgt spid="12">
                                            <p:txEl>
                                              <p:pRg st="0" end="0"/>
                                            </p:txEl>
                                          </p:spTgt>
                                        </p:tgtEl>
                                        <p:attrNameLst>
                                          <p:attrName>ppt_y</p:attrName>
                                        </p:attrNameLst>
                                      </p:cBhvr>
                                      <p:tavLst>
                                        <p:tav tm="0">
                                          <p:val>
                                            <p:strVal val="#ppt_y"/>
                                          </p:val>
                                        </p:tav>
                                        <p:tav tm="100000">
                                          <p:val>
                                            <p:strVal val="#ppt_y"/>
                                          </p:val>
                                        </p:tav>
                                      </p:tavLst>
                                    </p:anim>
                                  </p:childTnLst>
                                </p:cTn>
                              </p:par>
                              <p:par>
                                <p:cTn id="40" presetID="2" presetClass="exit" presetSubtype="2" fill="hold" grpId="1" nodeType="withEffect">
                                  <p:stCondLst>
                                    <p:cond delay="0"/>
                                  </p:stCondLst>
                                  <p:childTnLst>
                                    <p:anim calcmode="lin" valueType="num">
                                      <p:cBhvr additive="base">
                                        <p:cTn id="41" dur="500"/>
                                        <p:tgtEl>
                                          <p:spTgt spid="11">
                                            <p:txEl>
                                              <p:pRg st="0" end="0"/>
                                            </p:txEl>
                                          </p:spTgt>
                                        </p:tgtEl>
                                        <p:attrNameLst>
                                          <p:attrName>ppt_x</p:attrName>
                                        </p:attrNameLst>
                                      </p:cBhvr>
                                      <p:tavLst>
                                        <p:tav tm="0">
                                          <p:val>
                                            <p:strVal val="ppt_x"/>
                                          </p:val>
                                        </p:tav>
                                        <p:tav tm="100000">
                                          <p:val>
                                            <p:strVal val="1+ppt_w/2"/>
                                          </p:val>
                                        </p:tav>
                                      </p:tavLst>
                                    </p:anim>
                                    <p:anim calcmode="lin" valueType="num">
                                      <p:cBhvr additive="base">
                                        <p:cTn id="42" dur="500"/>
                                        <p:tgtEl>
                                          <p:spTgt spid="11">
                                            <p:txEl>
                                              <p:pRg st="0" end="0"/>
                                            </p:txEl>
                                          </p:spTgt>
                                        </p:tgtEl>
                                        <p:attrNameLst>
                                          <p:attrName>ppt_y</p:attrName>
                                        </p:attrNameLst>
                                      </p:cBhvr>
                                      <p:tavLst>
                                        <p:tav tm="0">
                                          <p:val>
                                            <p:strVal val="ppt_y"/>
                                          </p:val>
                                        </p:tav>
                                        <p:tav tm="100000">
                                          <p:val>
                                            <p:strVal val="ppt_y"/>
                                          </p:val>
                                        </p:tav>
                                      </p:tavLst>
                                    </p:anim>
                                    <p:set>
                                      <p:cBhvr>
                                        <p:cTn id="43" dur="1" fill="hold">
                                          <p:stCondLst>
                                            <p:cond delay="499"/>
                                          </p:stCondLst>
                                        </p:cTn>
                                        <p:tgtEl>
                                          <p:spTgt spid="11">
                                            <p:txEl>
                                              <p:pRg st="0" end="0"/>
                                            </p:txEl>
                                          </p:spTgt>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9" grpId="0" build="p"/>
      <p:bldP spid="11" grpId="0" build="p"/>
      <p:bldP spid="11" grpId="1" build="allAtOnce"/>
      <p:bldP spid="12"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loud large"/>
          <p:cNvSpPr>
            <a:spLocks/>
          </p:cNvSpPr>
          <p:nvPr/>
        </p:nvSpPr>
        <p:spPr bwMode="black">
          <a:xfrm>
            <a:off x="1941394" y="1424368"/>
            <a:ext cx="8309211" cy="4009263"/>
          </a:xfrm>
          <a:custGeom>
            <a:avLst/>
            <a:gdLst>
              <a:gd name="T0" fmla="*/ 415 w 489"/>
              <a:gd name="T1" fmla="*/ 222 h 285"/>
              <a:gd name="T2" fmla="*/ 489 w 489"/>
              <a:gd name="T3" fmla="*/ 148 h 285"/>
              <a:gd name="T4" fmla="*/ 415 w 489"/>
              <a:gd name="T5" fmla="*/ 74 h 285"/>
              <a:gd name="T6" fmla="*/ 404 w 489"/>
              <a:gd name="T7" fmla="*/ 75 h 285"/>
              <a:gd name="T8" fmla="*/ 295 w 489"/>
              <a:gd name="T9" fmla="*/ 0 h 285"/>
              <a:gd name="T10" fmla="*/ 213 w 489"/>
              <a:gd name="T11" fmla="*/ 34 h 285"/>
              <a:gd name="T12" fmla="*/ 162 w 489"/>
              <a:gd name="T13" fmla="*/ 18 h 285"/>
              <a:gd name="T14" fmla="*/ 71 w 489"/>
              <a:gd name="T15" fmla="*/ 97 h 285"/>
              <a:gd name="T16" fmla="*/ 56 w 489"/>
              <a:gd name="T17" fmla="*/ 95 h 285"/>
              <a:gd name="T18" fmla="*/ 0 w 489"/>
              <a:gd name="T19" fmla="*/ 151 h 285"/>
              <a:gd name="T20" fmla="*/ 56 w 489"/>
              <a:gd name="T21" fmla="*/ 208 h 285"/>
              <a:gd name="T22" fmla="*/ 78 w 489"/>
              <a:gd name="T23" fmla="*/ 203 h 285"/>
              <a:gd name="T24" fmla="*/ 141 w 489"/>
              <a:gd name="T25" fmla="*/ 257 h 285"/>
              <a:gd name="T26" fmla="*/ 178 w 489"/>
              <a:gd name="T27" fmla="*/ 244 h 285"/>
              <a:gd name="T28" fmla="*/ 241 w 489"/>
              <a:gd name="T29" fmla="*/ 285 h 285"/>
              <a:gd name="T30" fmla="*/ 297 w 489"/>
              <a:gd name="T31" fmla="*/ 255 h 285"/>
              <a:gd name="T32" fmla="*/ 332 w 489"/>
              <a:gd name="T33" fmla="*/ 267 h 285"/>
              <a:gd name="T34" fmla="*/ 390 w 489"/>
              <a:gd name="T35" fmla="*/ 217 h 285"/>
              <a:gd name="T36" fmla="*/ 415 w 489"/>
              <a:gd name="T37" fmla="*/ 222 h 2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89" h="285">
                <a:moveTo>
                  <a:pt x="415" y="222"/>
                </a:moveTo>
                <a:cubicBezTo>
                  <a:pt x="456" y="222"/>
                  <a:pt x="489" y="189"/>
                  <a:pt x="489" y="148"/>
                </a:cubicBezTo>
                <a:cubicBezTo>
                  <a:pt x="489" y="107"/>
                  <a:pt x="456" y="74"/>
                  <a:pt x="415" y="74"/>
                </a:cubicBezTo>
                <a:cubicBezTo>
                  <a:pt x="411" y="74"/>
                  <a:pt x="407" y="74"/>
                  <a:pt x="404" y="75"/>
                </a:cubicBezTo>
                <a:cubicBezTo>
                  <a:pt x="387" y="31"/>
                  <a:pt x="345" y="0"/>
                  <a:pt x="295" y="0"/>
                </a:cubicBezTo>
                <a:cubicBezTo>
                  <a:pt x="263" y="0"/>
                  <a:pt x="234" y="13"/>
                  <a:pt x="213" y="34"/>
                </a:cubicBezTo>
                <a:cubicBezTo>
                  <a:pt x="199" y="24"/>
                  <a:pt x="181" y="18"/>
                  <a:pt x="162" y="18"/>
                </a:cubicBezTo>
                <a:cubicBezTo>
                  <a:pt x="115" y="18"/>
                  <a:pt x="77" y="52"/>
                  <a:pt x="71" y="97"/>
                </a:cubicBezTo>
                <a:cubicBezTo>
                  <a:pt x="66" y="96"/>
                  <a:pt x="61" y="95"/>
                  <a:pt x="56" y="95"/>
                </a:cubicBezTo>
                <a:cubicBezTo>
                  <a:pt x="25" y="95"/>
                  <a:pt x="0" y="120"/>
                  <a:pt x="0" y="151"/>
                </a:cubicBezTo>
                <a:cubicBezTo>
                  <a:pt x="0" y="182"/>
                  <a:pt x="25" y="208"/>
                  <a:pt x="56" y="208"/>
                </a:cubicBezTo>
                <a:cubicBezTo>
                  <a:pt x="64" y="208"/>
                  <a:pt x="71" y="206"/>
                  <a:pt x="78" y="203"/>
                </a:cubicBezTo>
                <a:cubicBezTo>
                  <a:pt x="83" y="234"/>
                  <a:pt x="109" y="257"/>
                  <a:pt x="141" y="257"/>
                </a:cubicBezTo>
                <a:cubicBezTo>
                  <a:pt x="155" y="257"/>
                  <a:pt x="168" y="252"/>
                  <a:pt x="178" y="244"/>
                </a:cubicBezTo>
                <a:cubicBezTo>
                  <a:pt x="189" y="268"/>
                  <a:pt x="213" y="285"/>
                  <a:pt x="241" y="285"/>
                </a:cubicBezTo>
                <a:cubicBezTo>
                  <a:pt x="264" y="285"/>
                  <a:pt x="285" y="273"/>
                  <a:pt x="297" y="255"/>
                </a:cubicBezTo>
                <a:cubicBezTo>
                  <a:pt x="307" y="263"/>
                  <a:pt x="319" y="267"/>
                  <a:pt x="332" y="267"/>
                </a:cubicBezTo>
                <a:cubicBezTo>
                  <a:pt x="361" y="267"/>
                  <a:pt x="386" y="246"/>
                  <a:pt x="390" y="217"/>
                </a:cubicBezTo>
                <a:cubicBezTo>
                  <a:pt x="397" y="220"/>
                  <a:pt x="406" y="222"/>
                  <a:pt x="415" y="222"/>
                </a:cubicBezTo>
              </a:path>
            </a:pathLst>
          </a:custGeom>
          <a:solidFill>
            <a:srgbClr val="00B0F0">
              <a:alpha val="18000"/>
            </a:srgbClr>
          </a:solidFill>
          <a:ln>
            <a:noFill/>
          </a:ln>
          <a:extLst/>
        </p:spPr>
        <p:txBody>
          <a:bodyPr vert="horz" wrap="square" lIns="91427" tIns="45713" rIns="91427" bIns="45713"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914225"/>
            <a:endParaRPr lang="en-US" sz="1600">
              <a:solidFill>
                <a:prstClr val="black"/>
              </a:solidFill>
            </a:endParaRPr>
          </a:p>
        </p:txBody>
      </p:sp>
      <p:sp>
        <p:nvSpPr>
          <p:cNvPr id="2" name="Bent Arrow 1"/>
          <p:cNvSpPr/>
          <p:nvPr/>
        </p:nvSpPr>
        <p:spPr>
          <a:xfrm flipV="1">
            <a:off x="2192041" y="2607526"/>
            <a:ext cx="3220246" cy="1442340"/>
          </a:xfrm>
          <a:prstGeom prst="bentArrow">
            <a:avLst/>
          </a:prstGeom>
          <a:solidFill>
            <a:schemeClr val="tx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pic>
        <p:nvPicPr>
          <p:cNvPr id="4" name="Picture 20"/>
          <p:cNvPicPr>
            <a:picLocks noChangeAspect="1"/>
          </p:cNvPicPr>
          <p:nvPr/>
        </p:nvPicPr>
        <p:blipFill>
          <a:blip r:embed="rId3">
            <a:biLevel thresh="25000"/>
            <a:extLst>
              <a:ext uri="{28A0092B-C50C-407E-A947-70E740481C1C}">
                <a14:useLocalDpi xmlns:a14="http://schemas.microsoft.com/office/drawing/2010/main" val="0"/>
              </a:ext>
            </a:extLst>
          </a:blip>
          <a:srcRect/>
          <a:stretch>
            <a:fillRect/>
          </a:stretch>
        </p:blipFill>
        <p:spPr bwMode="auto">
          <a:xfrm>
            <a:off x="800917" y="743512"/>
            <a:ext cx="1591427" cy="16295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Picture 3"/>
          <p:cNvPicPr>
            <a:picLocks noChangeAspect="1"/>
          </p:cNvPicPr>
          <p:nvPr/>
        </p:nvPicPr>
        <p:blipFill>
          <a:blip r:embed="rId4">
            <a:biLevel thresh="25000"/>
            <a:extLst>
              <a:ext uri="{28A0092B-C50C-407E-A947-70E740481C1C}">
                <a14:useLocalDpi xmlns:a14="http://schemas.microsoft.com/office/drawing/2010/main" val="0"/>
              </a:ext>
            </a:extLst>
          </a:blip>
          <a:srcRect/>
          <a:stretch>
            <a:fillRect/>
          </a:stretch>
        </p:blipFill>
        <p:spPr bwMode="auto">
          <a:xfrm>
            <a:off x="5395035" y="2911086"/>
            <a:ext cx="2472131" cy="16068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31"/>
          <p:cNvPicPr>
            <a:picLocks noChangeAspect="1"/>
          </p:cNvPicPr>
          <p:nvPr/>
        </p:nvPicPr>
        <p:blipFill>
          <a:blip r:embed="rId5">
            <a:biLevel thresh="25000"/>
            <a:extLst>
              <a:ext uri="{28A0092B-C50C-407E-A947-70E740481C1C}">
                <a14:useLocalDpi xmlns:a14="http://schemas.microsoft.com/office/drawing/2010/main" val="0"/>
              </a:ext>
            </a:extLst>
          </a:blip>
          <a:srcRect/>
          <a:stretch>
            <a:fillRect/>
          </a:stretch>
        </p:blipFill>
        <p:spPr bwMode="auto">
          <a:xfrm rot="16200000">
            <a:off x="6782044" y="4713460"/>
            <a:ext cx="921040" cy="36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Picture 20"/>
          <p:cNvPicPr>
            <a:picLocks noChangeAspect="1"/>
          </p:cNvPicPr>
          <p:nvPr/>
        </p:nvPicPr>
        <p:blipFill>
          <a:blip r:embed="rId3">
            <a:biLevel thresh="25000"/>
            <a:extLst>
              <a:ext uri="{28A0092B-C50C-407E-A947-70E740481C1C}">
                <a14:useLocalDpi xmlns:a14="http://schemas.microsoft.com/office/drawing/2010/main" val="0"/>
              </a:ext>
            </a:extLst>
          </a:blip>
          <a:srcRect/>
          <a:stretch>
            <a:fillRect/>
          </a:stretch>
        </p:blipFill>
        <p:spPr bwMode="auto">
          <a:xfrm>
            <a:off x="2392344" y="771106"/>
            <a:ext cx="1591427" cy="16295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 name="Picture 15"/>
          <p:cNvPicPr>
            <a:picLocks noChangeAspect="1"/>
          </p:cNvPicPr>
          <p:nvPr/>
        </p:nvPicPr>
        <p:blipFill>
          <a:blip r:embed="rId6">
            <a:biLevel thresh="25000"/>
            <a:extLst>
              <a:ext uri="{28A0092B-C50C-407E-A947-70E740481C1C}">
                <a14:useLocalDpi xmlns:a14="http://schemas.microsoft.com/office/drawing/2010/main" val="0"/>
              </a:ext>
            </a:extLst>
          </a:blip>
          <a:srcRect/>
          <a:stretch>
            <a:fillRect/>
          </a:stretch>
        </p:blipFill>
        <p:spPr bwMode="auto">
          <a:xfrm>
            <a:off x="3435178" y="2911086"/>
            <a:ext cx="1327069" cy="11973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3" name="Group 2"/>
          <p:cNvGrpSpPr/>
          <p:nvPr/>
        </p:nvGrpSpPr>
        <p:grpSpPr>
          <a:xfrm>
            <a:off x="1871312" y="2068784"/>
            <a:ext cx="971982" cy="458242"/>
            <a:chOff x="969412" y="3819542"/>
            <a:chExt cx="3182854" cy="1657173"/>
          </a:xfrm>
        </p:grpSpPr>
        <p:pic>
          <p:nvPicPr>
            <p:cNvPr id="10" name="Picture 20"/>
            <p:cNvPicPr>
              <a:picLocks noChangeAspect="1"/>
            </p:cNvPicPr>
            <p:nvPr/>
          </p:nvPicPr>
          <p:blipFill>
            <a:blip r:embed="rId3">
              <a:biLevel thresh="25000"/>
              <a:extLst>
                <a:ext uri="{28A0092B-C50C-407E-A947-70E740481C1C}">
                  <a14:useLocalDpi xmlns:a14="http://schemas.microsoft.com/office/drawing/2010/main" val="0"/>
                </a:ext>
              </a:extLst>
            </a:blip>
            <a:srcRect/>
            <a:stretch>
              <a:fillRect/>
            </a:stretch>
          </p:blipFill>
          <p:spPr bwMode="auto">
            <a:xfrm>
              <a:off x="969412" y="3819542"/>
              <a:ext cx="1591427" cy="16295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 name="Picture 20"/>
            <p:cNvPicPr>
              <a:picLocks noChangeAspect="1"/>
            </p:cNvPicPr>
            <p:nvPr/>
          </p:nvPicPr>
          <p:blipFill>
            <a:blip r:embed="rId3">
              <a:biLevel thresh="25000"/>
              <a:extLst>
                <a:ext uri="{28A0092B-C50C-407E-A947-70E740481C1C}">
                  <a14:useLocalDpi xmlns:a14="http://schemas.microsoft.com/office/drawing/2010/main" val="0"/>
                </a:ext>
              </a:extLst>
            </a:blip>
            <a:srcRect/>
            <a:stretch>
              <a:fillRect/>
            </a:stretch>
          </p:blipFill>
          <p:spPr bwMode="auto">
            <a:xfrm>
              <a:off x="2560839" y="3847136"/>
              <a:ext cx="1591427" cy="16295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12" name="Picture 11"/>
          <p:cNvPicPr>
            <a:picLocks noChangeAspect="1"/>
          </p:cNvPicPr>
          <p:nvPr/>
        </p:nvPicPr>
        <p:blipFill>
          <a:blip r:embed="rId7">
            <a:biLevel thresh="50000"/>
            <a:extLst>
              <a:ext uri="{28A0092B-C50C-407E-A947-70E740481C1C}">
                <a14:useLocalDpi xmlns:a14="http://schemas.microsoft.com/office/drawing/2010/main" val="0"/>
              </a:ext>
            </a:extLst>
          </a:blip>
          <a:srcRect/>
          <a:stretch>
            <a:fillRect/>
          </a:stretch>
        </p:blipFill>
        <p:spPr bwMode="auto">
          <a:xfrm>
            <a:off x="4785500" y="597557"/>
            <a:ext cx="561975" cy="557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 name="Picture 21"/>
          <p:cNvPicPr>
            <a:picLocks noChangeAspect="1"/>
          </p:cNvPicPr>
          <p:nvPr/>
        </p:nvPicPr>
        <p:blipFill>
          <a:blip r:embed="rId8">
            <a:biLevel thresh="50000"/>
            <a:extLst>
              <a:ext uri="{28A0092B-C50C-407E-A947-70E740481C1C}">
                <a14:useLocalDpi xmlns:a14="http://schemas.microsoft.com/office/drawing/2010/main" val="0"/>
              </a:ext>
            </a:extLst>
          </a:blip>
          <a:srcRect/>
          <a:stretch>
            <a:fillRect/>
          </a:stretch>
        </p:blipFill>
        <p:spPr bwMode="auto">
          <a:xfrm>
            <a:off x="5507579" y="649752"/>
            <a:ext cx="571500" cy="468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 name="Picture 23"/>
          <p:cNvPicPr>
            <a:picLocks noChangeAspect="1"/>
          </p:cNvPicPr>
          <p:nvPr/>
        </p:nvPicPr>
        <p:blipFill>
          <a:blip r:embed="rId9">
            <a:biLevel thresh="50000"/>
            <a:extLst>
              <a:ext uri="{28A0092B-C50C-407E-A947-70E740481C1C}">
                <a14:useLocalDpi xmlns:a14="http://schemas.microsoft.com/office/drawing/2010/main" val="0"/>
              </a:ext>
            </a:extLst>
          </a:blip>
          <a:srcRect/>
          <a:stretch>
            <a:fillRect/>
          </a:stretch>
        </p:blipFill>
        <p:spPr bwMode="auto">
          <a:xfrm>
            <a:off x="6223916" y="650475"/>
            <a:ext cx="576263" cy="474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6" name="Picture 47"/>
          <p:cNvPicPr>
            <a:picLocks noChangeAspect="1"/>
          </p:cNvPicPr>
          <p:nvPr/>
        </p:nvPicPr>
        <p:blipFill>
          <a:blip r:embed="rId10">
            <a:biLevel thresh="50000"/>
            <a:extLst>
              <a:ext uri="{28A0092B-C50C-407E-A947-70E740481C1C}">
                <a14:useLocalDpi xmlns:a14="http://schemas.microsoft.com/office/drawing/2010/main" val="0"/>
              </a:ext>
            </a:extLst>
          </a:blip>
          <a:srcRect/>
          <a:stretch>
            <a:fillRect/>
          </a:stretch>
        </p:blipFill>
        <p:spPr bwMode="auto">
          <a:xfrm>
            <a:off x="7033589" y="654291"/>
            <a:ext cx="600075"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8" name="Picture 4"/>
          <p:cNvPicPr>
            <a:picLocks noChangeAspect="1"/>
          </p:cNvPicPr>
          <p:nvPr/>
        </p:nvPicPr>
        <p:blipFill>
          <a:blip r:embed="rId11">
            <a:biLevel thresh="50000"/>
            <a:extLst>
              <a:ext uri="{28A0092B-C50C-407E-A947-70E740481C1C}">
                <a14:useLocalDpi xmlns:a14="http://schemas.microsoft.com/office/drawing/2010/main" val="0"/>
              </a:ext>
            </a:extLst>
          </a:blip>
          <a:srcRect/>
          <a:stretch>
            <a:fillRect/>
          </a:stretch>
        </p:blipFill>
        <p:spPr bwMode="auto">
          <a:xfrm>
            <a:off x="6274229" y="1328197"/>
            <a:ext cx="549275" cy="547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9" name="Picture 6"/>
          <p:cNvPicPr>
            <a:picLocks noChangeAspect="1"/>
          </p:cNvPicPr>
          <p:nvPr/>
        </p:nvPicPr>
        <p:blipFill>
          <a:blip r:embed="rId12">
            <a:biLevel thresh="50000"/>
            <a:extLst>
              <a:ext uri="{28A0092B-C50C-407E-A947-70E740481C1C}">
                <a14:useLocalDpi xmlns:a14="http://schemas.microsoft.com/office/drawing/2010/main" val="0"/>
              </a:ext>
            </a:extLst>
          </a:blip>
          <a:srcRect/>
          <a:stretch>
            <a:fillRect/>
          </a:stretch>
        </p:blipFill>
        <p:spPr bwMode="auto">
          <a:xfrm>
            <a:off x="4816456" y="1366372"/>
            <a:ext cx="500062" cy="546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 name="Picture 8"/>
          <p:cNvPicPr>
            <a:picLocks noChangeAspect="1"/>
          </p:cNvPicPr>
          <p:nvPr/>
        </p:nvPicPr>
        <p:blipFill>
          <a:blip r:embed="rId13">
            <a:biLevel thresh="50000"/>
            <a:extLst>
              <a:ext uri="{28A0092B-C50C-407E-A947-70E740481C1C}">
                <a14:useLocalDpi xmlns:a14="http://schemas.microsoft.com/office/drawing/2010/main" val="0"/>
              </a:ext>
            </a:extLst>
          </a:blip>
          <a:srcRect/>
          <a:stretch>
            <a:fillRect/>
          </a:stretch>
        </p:blipFill>
        <p:spPr bwMode="auto">
          <a:xfrm>
            <a:off x="5555187" y="1343680"/>
            <a:ext cx="485775" cy="55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1" name="Picture 14"/>
          <p:cNvPicPr>
            <a:picLocks noChangeAspect="1"/>
          </p:cNvPicPr>
          <p:nvPr/>
        </p:nvPicPr>
        <p:blipFill>
          <a:blip r:embed="rId14">
            <a:biLevel thresh="50000"/>
            <a:extLst>
              <a:ext uri="{28A0092B-C50C-407E-A947-70E740481C1C}">
                <a14:useLocalDpi xmlns:a14="http://schemas.microsoft.com/office/drawing/2010/main" val="0"/>
              </a:ext>
            </a:extLst>
          </a:blip>
          <a:srcRect/>
          <a:stretch>
            <a:fillRect/>
          </a:stretch>
        </p:blipFill>
        <p:spPr bwMode="auto">
          <a:xfrm>
            <a:off x="7073276" y="1308402"/>
            <a:ext cx="487362" cy="534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2" name="Picture 26"/>
          <p:cNvPicPr>
            <a:picLocks noChangeAspect="1"/>
          </p:cNvPicPr>
          <p:nvPr/>
        </p:nvPicPr>
        <p:blipFill>
          <a:blip r:embed="rId15">
            <a:biLevel thresh="50000"/>
            <a:extLst>
              <a:ext uri="{28A0092B-C50C-407E-A947-70E740481C1C}">
                <a14:useLocalDpi xmlns:a14="http://schemas.microsoft.com/office/drawing/2010/main" val="0"/>
              </a:ext>
            </a:extLst>
          </a:blip>
          <a:srcRect/>
          <a:stretch>
            <a:fillRect/>
          </a:stretch>
        </p:blipFill>
        <p:spPr bwMode="auto">
          <a:xfrm>
            <a:off x="5501653" y="2069639"/>
            <a:ext cx="534987" cy="546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3" name="Picture 31"/>
          <p:cNvPicPr>
            <a:picLocks noChangeAspect="1"/>
          </p:cNvPicPr>
          <p:nvPr/>
        </p:nvPicPr>
        <p:blipFill>
          <a:blip r:embed="rId16">
            <a:biLevel thresh="50000"/>
            <a:extLst>
              <a:ext uri="{28A0092B-C50C-407E-A947-70E740481C1C}">
                <a14:useLocalDpi xmlns:a14="http://schemas.microsoft.com/office/drawing/2010/main" val="0"/>
              </a:ext>
            </a:extLst>
          </a:blip>
          <a:srcRect/>
          <a:stretch>
            <a:fillRect/>
          </a:stretch>
        </p:blipFill>
        <p:spPr bwMode="auto">
          <a:xfrm>
            <a:off x="6240279" y="2145839"/>
            <a:ext cx="608012" cy="39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5" name="Picture 10"/>
          <p:cNvPicPr>
            <a:picLocks noChangeAspect="1"/>
          </p:cNvPicPr>
          <p:nvPr/>
        </p:nvPicPr>
        <p:blipFill>
          <a:blip r:embed="rId17">
            <a:biLevel thresh="50000"/>
            <a:extLst>
              <a:ext uri="{28A0092B-C50C-407E-A947-70E740481C1C}">
                <a14:useLocalDpi xmlns:a14="http://schemas.microsoft.com/office/drawing/2010/main" val="0"/>
              </a:ext>
            </a:extLst>
          </a:blip>
          <a:srcRect/>
          <a:stretch>
            <a:fillRect/>
          </a:stretch>
        </p:blipFill>
        <p:spPr bwMode="auto">
          <a:xfrm>
            <a:off x="4757146" y="2159566"/>
            <a:ext cx="608627" cy="4061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6" name="Picture 11"/>
          <p:cNvPicPr>
            <a:picLocks noChangeAspect="1"/>
          </p:cNvPicPr>
          <p:nvPr/>
        </p:nvPicPr>
        <p:blipFill>
          <a:blip r:embed="rId18">
            <a:biLevel thresh="50000"/>
            <a:extLst>
              <a:ext uri="{28A0092B-C50C-407E-A947-70E740481C1C}">
                <a14:useLocalDpi xmlns:a14="http://schemas.microsoft.com/office/drawing/2010/main" val="0"/>
              </a:ext>
            </a:extLst>
          </a:blip>
          <a:srcRect/>
          <a:stretch>
            <a:fillRect/>
          </a:stretch>
        </p:blipFill>
        <p:spPr bwMode="auto">
          <a:xfrm>
            <a:off x="7000251" y="2116787"/>
            <a:ext cx="633413" cy="41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9" name="Double Brace 58"/>
          <p:cNvSpPr/>
          <p:nvPr/>
        </p:nvSpPr>
        <p:spPr>
          <a:xfrm>
            <a:off x="4306467" y="488355"/>
            <a:ext cx="3834897" cy="2235131"/>
          </a:xfrm>
          <a:prstGeom prst="bracePair">
            <a:avLst/>
          </a:prstGeom>
          <a:ln w="76200">
            <a:solidFill>
              <a:schemeClr val="tx2"/>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nvGrpSpPr>
          <p:cNvPr id="27" name="Group 26"/>
          <p:cNvGrpSpPr/>
          <p:nvPr/>
        </p:nvGrpSpPr>
        <p:grpSpPr>
          <a:xfrm>
            <a:off x="345678" y="5434312"/>
            <a:ext cx="10893482" cy="1226234"/>
            <a:chOff x="345678" y="5434312"/>
            <a:chExt cx="10893482" cy="1226234"/>
          </a:xfrm>
        </p:grpSpPr>
        <p:sp>
          <p:nvSpPr>
            <p:cNvPr id="28" name="TextBox 27"/>
            <p:cNvSpPr txBox="1"/>
            <p:nvPr/>
          </p:nvSpPr>
          <p:spPr>
            <a:xfrm>
              <a:off x="345678" y="5952660"/>
              <a:ext cx="10419018" cy="707886"/>
            </a:xfrm>
            <a:prstGeom prst="rect">
              <a:avLst/>
            </a:prstGeom>
            <a:noFill/>
          </p:spPr>
          <p:txBody>
            <a:bodyPr wrap="square" rtlCol="0">
              <a:spAutoFit/>
            </a:bodyPr>
            <a:lstStyle/>
            <a:p>
              <a:r>
                <a:rPr lang="en-US" sz="4000" b="1" dirty="0">
                  <a:solidFill>
                    <a:schemeClr val="bg1"/>
                  </a:solidFill>
                  <a:latin typeface="+mj-lt"/>
                </a:rPr>
                <a:t>Azure: </a:t>
              </a:r>
              <a:r>
                <a:rPr lang="en-US" sz="4000" dirty="0">
                  <a:solidFill>
                    <a:schemeClr val="bg1"/>
                  </a:solidFill>
                  <a:latin typeface="+mj-lt"/>
                </a:rPr>
                <a:t>Resources (</a:t>
              </a:r>
              <a:r>
                <a:rPr lang="en-US" sz="4000" dirty="0" err="1">
                  <a:solidFill>
                    <a:schemeClr val="bg1"/>
                  </a:solidFill>
                  <a:latin typeface="+mj-lt"/>
                </a:rPr>
                <a:t>IaaS</a:t>
              </a:r>
              <a:r>
                <a:rPr lang="en-US" sz="4000" dirty="0">
                  <a:solidFill>
                    <a:schemeClr val="bg1"/>
                  </a:solidFill>
                  <a:latin typeface="+mj-lt"/>
                </a:rPr>
                <a:t>, </a:t>
              </a:r>
              <a:r>
                <a:rPr lang="en-US" sz="4000" dirty="0" err="1">
                  <a:solidFill>
                    <a:schemeClr val="bg1"/>
                  </a:solidFill>
                  <a:latin typeface="+mj-lt"/>
                </a:rPr>
                <a:t>PaaS</a:t>
              </a:r>
              <a:r>
                <a:rPr lang="en-US" sz="4000" dirty="0">
                  <a:solidFill>
                    <a:schemeClr val="bg1"/>
                  </a:solidFill>
                  <a:latin typeface="+mj-lt"/>
                </a:rPr>
                <a:t>, SaaS)</a:t>
              </a:r>
            </a:p>
          </p:txBody>
        </p:sp>
        <p:sp>
          <p:nvSpPr>
            <p:cNvPr id="29" name="TextBox 28"/>
            <p:cNvSpPr txBox="1"/>
            <p:nvPr/>
          </p:nvSpPr>
          <p:spPr>
            <a:xfrm>
              <a:off x="820142" y="5434312"/>
              <a:ext cx="10419018" cy="707886"/>
            </a:xfrm>
            <a:prstGeom prst="rect">
              <a:avLst/>
            </a:prstGeom>
            <a:noFill/>
          </p:spPr>
          <p:txBody>
            <a:bodyPr wrap="square" rtlCol="0">
              <a:spAutoFit/>
            </a:bodyPr>
            <a:lstStyle/>
            <a:p>
              <a:r>
                <a:rPr lang="en-US" sz="4000" b="1" dirty="0">
                  <a:solidFill>
                    <a:schemeClr val="bg1"/>
                  </a:solidFill>
                  <a:latin typeface="+mj-lt"/>
                </a:rPr>
                <a:t>You: </a:t>
              </a:r>
              <a:r>
                <a:rPr lang="en-US" sz="4000" dirty="0">
                  <a:solidFill>
                    <a:schemeClr val="bg1"/>
                  </a:solidFill>
                  <a:latin typeface="+mj-lt"/>
                </a:rPr>
                <a:t>Code (application, infrastructure)</a:t>
              </a:r>
            </a:p>
          </p:txBody>
        </p:sp>
      </p:grpSp>
    </p:spTree>
    <p:extLst>
      <p:ext uri="{BB962C8B-B14F-4D97-AF65-F5344CB8AC3E}">
        <p14:creationId xmlns:p14="http://schemas.microsoft.com/office/powerpoint/2010/main" val="37125965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500"/>
                                        <p:tgtEl>
                                          <p:spTgt spid="6"/>
                                        </p:tgtEl>
                                      </p:cBhvr>
                                    </p:animEffect>
                                  </p:childTnLst>
                                </p:cTn>
                              </p:par>
                              <p:par>
                                <p:cTn id="12" presetID="10" presetClass="entr" presetSubtype="0" fill="hold" nodeType="withEffect">
                                  <p:stCondLst>
                                    <p:cond delay="0"/>
                                  </p:stCondLst>
                                  <p:childTnLst>
                                    <p:set>
                                      <p:cBhvr>
                                        <p:cTn id="13" dur="1" fill="hold">
                                          <p:stCondLst>
                                            <p:cond delay="0"/>
                                          </p:stCondLst>
                                        </p:cTn>
                                        <p:tgtEl>
                                          <p:spTgt spid="27"/>
                                        </p:tgtEl>
                                        <p:attrNameLst>
                                          <p:attrName>style.visibility</p:attrName>
                                        </p:attrNameLst>
                                      </p:cBhvr>
                                      <p:to>
                                        <p:strVal val="visible"/>
                                      </p:to>
                                    </p:set>
                                    <p:animEffect transition="in" filter="fade">
                                      <p:cBhvr>
                                        <p:cTn id="14" dur="500"/>
                                        <p:tgtEl>
                                          <p:spTgt spid="27"/>
                                        </p:tgtEl>
                                      </p:cBhvr>
                                    </p:animEffect>
                                  </p:childTnLst>
                                </p:cTn>
                              </p:par>
                            </p:childTnLst>
                          </p:cTn>
                        </p:par>
                      </p:childTnLst>
                    </p:cTn>
                  </p:par>
                  <p:par>
                    <p:cTn id="15" fill="hold">
                      <p:stCondLst>
                        <p:cond delay="indefinite"/>
                      </p:stCondLst>
                      <p:childTnLst>
                        <p:par>
                          <p:cTn id="16" fill="hold">
                            <p:stCondLst>
                              <p:cond delay="0"/>
                            </p:stCondLst>
                            <p:childTnLst>
                              <p:par>
                                <p:cTn id="17" presetID="10" presetClass="entr" presetSubtype="0" fill="hold" nodeType="click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500"/>
                                        <p:tgtEl>
                                          <p:spTgt spid="9"/>
                                        </p:tgtEl>
                                      </p:cBhvr>
                                    </p:animEffect>
                                  </p:childTnLst>
                                </p:cTn>
                              </p:par>
                              <p:par>
                                <p:cTn id="20" presetID="22" presetClass="entr" presetSubtype="8" fill="hold" grpId="0" nodeType="withEffect">
                                  <p:stCondLst>
                                    <p:cond delay="0"/>
                                  </p:stCondLst>
                                  <p:childTnLst>
                                    <p:set>
                                      <p:cBhvr>
                                        <p:cTn id="21" dur="1" fill="hold">
                                          <p:stCondLst>
                                            <p:cond delay="0"/>
                                          </p:stCondLst>
                                        </p:cTn>
                                        <p:tgtEl>
                                          <p:spTgt spid="2"/>
                                        </p:tgtEl>
                                        <p:attrNameLst>
                                          <p:attrName>style.visibility</p:attrName>
                                        </p:attrNameLst>
                                      </p:cBhvr>
                                      <p:to>
                                        <p:strVal val="visible"/>
                                      </p:to>
                                    </p:set>
                                    <p:animEffect transition="in" filter="wipe(left)">
                                      <p:cBhvr>
                                        <p:cTn id="22" dur="500"/>
                                        <p:tgtEl>
                                          <p:spTgt spid="2"/>
                                        </p:tgtEl>
                                      </p:cBhvr>
                                    </p:animEffect>
                                  </p:childTnLst>
                                </p:cTn>
                              </p:par>
                              <p:par>
                                <p:cTn id="23" presetID="10" presetClass="entr" presetSubtype="0" fill="hold" nodeType="withEffect">
                                  <p:stCondLst>
                                    <p:cond delay="0"/>
                                  </p:stCondLst>
                                  <p:childTnLst>
                                    <p:set>
                                      <p:cBhvr>
                                        <p:cTn id="24" dur="1" fill="hold">
                                          <p:stCondLst>
                                            <p:cond delay="0"/>
                                          </p:stCondLst>
                                        </p:cTn>
                                        <p:tgtEl>
                                          <p:spTgt spid="3"/>
                                        </p:tgtEl>
                                        <p:attrNameLst>
                                          <p:attrName>style.visibility</p:attrName>
                                        </p:attrNameLst>
                                      </p:cBhvr>
                                      <p:to>
                                        <p:strVal val="visible"/>
                                      </p:to>
                                    </p:set>
                                    <p:animEffect transition="in" filter="fade">
                                      <p:cBhvr>
                                        <p:cTn id="25" dur="500"/>
                                        <p:tgtEl>
                                          <p:spTgt spid="3"/>
                                        </p:tgtEl>
                                      </p:cBhvr>
                                    </p:animEffect>
                                  </p:childTnLst>
                                </p:cTn>
                              </p:par>
                            </p:childTnLst>
                          </p:cTn>
                        </p:par>
                        <p:par>
                          <p:cTn id="26" fill="hold">
                            <p:stCondLst>
                              <p:cond delay="500"/>
                            </p:stCondLst>
                            <p:childTnLst>
                              <p:par>
                                <p:cTn id="27" presetID="36" presetClass="path" presetSubtype="0" accel="50000" decel="50000" fill="hold" nodeType="afterEffect">
                                  <p:stCondLst>
                                    <p:cond delay="0"/>
                                  </p:stCondLst>
                                  <p:childTnLst>
                                    <p:animMotion origin="layout" path="M 6.25E-7 -3.7037E-6 L 6.25E-7 0.10301 C 6.25E-7 0.14908 0.09258 0.20602 0.16784 0.20602 L 0.33568 0.20602 " pathEditMode="relative" rAng="0" ptsTypes="AAAA">
                                      <p:cBhvr>
                                        <p:cTn id="28" dur="2000" fill="hold"/>
                                        <p:tgtEl>
                                          <p:spTgt spid="3"/>
                                        </p:tgtEl>
                                        <p:attrNameLst>
                                          <p:attrName>ppt_x</p:attrName>
                                          <p:attrName>ppt_y</p:attrName>
                                        </p:attrNameLst>
                                      </p:cBhvr>
                                      <p:rCtr x="16784" y="10301"/>
                                    </p:animMotion>
                                  </p:childTnLst>
                                </p:cTn>
                              </p:par>
                            </p:childTnLst>
                          </p:cTn>
                        </p:par>
                        <p:par>
                          <p:cTn id="29" fill="hold">
                            <p:stCondLst>
                              <p:cond delay="2500"/>
                            </p:stCondLst>
                            <p:childTnLst>
                              <p:par>
                                <p:cTn id="30" presetID="10" presetClass="entr" presetSubtype="0" fill="hold" nodeType="afterEffect">
                                  <p:stCondLst>
                                    <p:cond delay="0"/>
                                  </p:stCondLst>
                                  <p:childTnLst>
                                    <p:set>
                                      <p:cBhvr>
                                        <p:cTn id="31" dur="1" fill="hold">
                                          <p:stCondLst>
                                            <p:cond delay="0"/>
                                          </p:stCondLst>
                                        </p:cTn>
                                        <p:tgtEl>
                                          <p:spTgt spid="7"/>
                                        </p:tgtEl>
                                        <p:attrNameLst>
                                          <p:attrName>style.visibility</p:attrName>
                                        </p:attrNameLst>
                                      </p:cBhvr>
                                      <p:to>
                                        <p:strVal val="visible"/>
                                      </p:to>
                                    </p:set>
                                    <p:animEffect transition="in" filter="fade">
                                      <p:cBhvr>
                                        <p:cTn id="32" dur="500"/>
                                        <p:tgtEl>
                                          <p:spTgt spid="7"/>
                                        </p:tgtEl>
                                      </p:cBhvr>
                                    </p:animEffect>
                                  </p:childTnLst>
                                </p:cTn>
                              </p:par>
                            </p:childTnLst>
                          </p:cTn>
                        </p:par>
                        <p:par>
                          <p:cTn id="33" fill="hold">
                            <p:stCondLst>
                              <p:cond delay="3000"/>
                            </p:stCondLst>
                            <p:childTnLst>
                              <p:par>
                                <p:cTn id="34" presetID="10" presetClass="exit" presetSubtype="0" fill="hold" nodeType="afterEffect">
                                  <p:stCondLst>
                                    <p:cond delay="0"/>
                                  </p:stCondLst>
                                  <p:childTnLst>
                                    <p:animEffect transition="out" filter="fade">
                                      <p:cBhvr>
                                        <p:cTn id="35" dur="500"/>
                                        <p:tgtEl>
                                          <p:spTgt spid="3"/>
                                        </p:tgtEl>
                                      </p:cBhvr>
                                    </p:animEffect>
                                    <p:set>
                                      <p:cBhvr>
                                        <p:cTn id="36" dur="1" fill="hold">
                                          <p:stCondLst>
                                            <p:cond delay="499"/>
                                          </p:stCondLst>
                                        </p:cTn>
                                        <p:tgtEl>
                                          <p:spTgt spid="3"/>
                                        </p:tgtEl>
                                        <p:attrNameLst>
                                          <p:attrName>style.visibility</p:attrName>
                                        </p:attrNameLst>
                                      </p:cBhvr>
                                      <p:to>
                                        <p:strVal val="hidden"/>
                                      </p:to>
                                    </p:set>
                                  </p:childTnLst>
                                </p:cTn>
                              </p:par>
                            </p:childTnLst>
                          </p:cTn>
                        </p:par>
                        <p:par>
                          <p:cTn id="37" fill="hold">
                            <p:stCondLst>
                              <p:cond delay="3500"/>
                            </p:stCondLst>
                            <p:childTnLst>
                              <p:par>
                                <p:cTn id="38" presetID="22" presetClass="entr" presetSubtype="1" fill="hold" nodeType="afterEffect">
                                  <p:stCondLst>
                                    <p:cond delay="0"/>
                                  </p:stCondLst>
                                  <p:childTnLst>
                                    <p:set>
                                      <p:cBhvr>
                                        <p:cTn id="39" dur="1" fill="hold">
                                          <p:stCondLst>
                                            <p:cond delay="0"/>
                                          </p:stCondLst>
                                        </p:cTn>
                                        <p:tgtEl>
                                          <p:spTgt spid="8"/>
                                        </p:tgtEl>
                                        <p:attrNameLst>
                                          <p:attrName>style.visibility</p:attrName>
                                        </p:attrNameLst>
                                      </p:cBhvr>
                                      <p:to>
                                        <p:strVal val="visible"/>
                                      </p:to>
                                    </p:set>
                                    <p:animEffect transition="in" filter="wipe(up)">
                                      <p:cBhvr>
                                        <p:cTn id="40" dur="500"/>
                                        <p:tgtEl>
                                          <p:spTgt spid="8"/>
                                        </p:tgtEl>
                                      </p:cBhvr>
                                    </p:animEffect>
                                  </p:childTnLst>
                                </p:cTn>
                              </p:par>
                            </p:childTnLst>
                          </p:cTn>
                        </p:par>
                      </p:childTnLst>
                    </p:cTn>
                  </p:par>
                  <p:par>
                    <p:cTn id="41" fill="hold">
                      <p:stCondLst>
                        <p:cond delay="indefinite"/>
                      </p:stCondLst>
                      <p:childTnLst>
                        <p:par>
                          <p:cTn id="42" fill="hold">
                            <p:stCondLst>
                              <p:cond delay="0"/>
                            </p:stCondLst>
                            <p:childTnLst>
                              <p:par>
                                <p:cTn id="43" presetID="6" presetClass="emph" presetSubtype="0" fill="hold" nodeType="clickEffect">
                                  <p:stCondLst>
                                    <p:cond delay="0"/>
                                  </p:stCondLst>
                                  <p:childTnLst>
                                    <p:animScale>
                                      <p:cBhvr>
                                        <p:cTn id="44" dur="500" fill="hold"/>
                                        <p:tgtEl>
                                          <p:spTgt spid="6"/>
                                        </p:tgtEl>
                                      </p:cBhvr>
                                      <p:by x="150000" y="150000"/>
                                    </p:animScale>
                                  </p:childTnLst>
                                </p:cTn>
                              </p:par>
                              <p:par>
                                <p:cTn id="45" presetID="6" presetClass="emph" presetSubtype="0" fill="hold" nodeType="withEffect">
                                  <p:stCondLst>
                                    <p:cond delay="0"/>
                                  </p:stCondLst>
                                  <p:childTnLst>
                                    <p:animScale>
                                      <p:cBhvr>
                                        <p:cTn id="46" dur="500" fill="hold"/>
                                        <p:tgtEl>
                                          <p:spTgt spid="4"/>
                                        </p:tgtEl>
                                      </p:cBhvr>
                                      <p:by x="50000" y="50000"/>
                                    </p:animScale>
                                  </p:childTnLst>
                                </p:cTn>
                              </p:par>
                              <p:par>
                                <p:cTn id="47" presetID="9" presetClass="emph" presetSubtype="0" nodeType="withEffect">
                                  <p:stCondLst>
                                    <p:cond delay="0"/>
                                  </p:stCondLst>
                                  <p:childTnLst>
                                    <p:set>
                                      <p:cBhvr rctx="PPT">
                                        <p:cTn id="48" dur="indefinite"/>
                                        <p:tgtEl>
                                          <p:spTgt spid="9"/>
                                        </p:tgtEl>
                                        <p:attrNameLst>
                                          <p:attrName>style.opacity</p:attrName>
                                        </p:attrNameLst>
                                      </p:cBhvr>
                                      <p:to>
                                        <p:strVal val="0.5"/>
                                      </p:to>
                                    </p:set>
                                    <p:animEffect filter="image" prLst="opacity: 0.5">
                                      <p:cBhvr rctx="IE">
                                        <p:cTn id="49" dur="indefinite"/>
                                        <p:tgtEl>
                                          <p:spTgt spid="9"/>
                                        </p:tgtEl>
                                      </p:cBhvr>
                                    </p:animEffect>
                                  </p:childTnLst>
                                </p:cTn>
                              </p:par>
                              <p:par>
                                <p:cTn id="50" presetID="9" presetClass="emph" presetSubtype="0" grpId="1" nodeType="withEffect">
                                  <p:stCondLst>
                                    <p:cond delay="0"/>
                                  </p:stCondLst>
                                  <p:childTnLst>
                                    <p:set>
                                      <p:cBhvr rctx="PPT">
                                        <p:cTn id="51" dur="indefinite"/>
                                        <p:tgtEl>
                                          <p:spTgt spid="2"/>
                                        </p:tgtEl>
                                        <p:attrNameLst>
                                          <p:attrName>style.opacity</p:attrName>
                                        </p:attrNameLst>
                                      </p:cBhvr>
                                      <p:to>
                                        <p:strVal val="0.5"/>
                                      </p:to>
                                    </p:set>
                                    <p:animEffect filter="image" prLst="opacity: 0.5">
                                      <p:cBhvr rctx="IE">
                                        <p:cTn id="52" dur="indefinite"/>
                                        <p:tgtEl>
                                          <p:spTgt spid="2"/>
                                        </p:tgtEl>
                                      </p:cBhvr>
                                    </p:animEffect>
                                  </p:childTnLst>
                                </p:cTn>
                              </p:par>
                              <p:par>
                                <p:cTn id="53" presetID="9" presetClass="emph" presetSubtype="0" nodeType="withEffect">
                                  <p:stCondLst>
                                    <p:cond delay="0"/>
                                  </p:stCondLst>
                                  <p:childTnLst>
                                    <p:set>
                                      <p:cBhvr rctx="PPT">
                                        <p:cTn id="54" dur="indefinite"/>
                                        <p:tgtEl>
                                          <p:spTgt spid="7"/>
                                        </p:tgtEl>
                                        <p:attrNameLst>
                                          <p:attrName>style.opacity</p:attrName>
                                        </p:attrNameLst>
                                      </p:cBhvr>
                                      <p:to>
                                        <p:strVal val="0.5"/>
                                      </p:to>
                                    </p:set>
                                    <p:animEffect filter="image" prLst="opacity: 0.5">
                                      <p:cBhvr rctx="IE">
                                        <p:cTn id="55" dur="indefinite"/>
                                        <p:tgtEl>
                                          <p:spTgt spid="7"/>
                                        </p:tgtEl>
                                      </p:cBhvr>
                                    </p:animEffect>
                                  </p:childTnLst>
                                </p:cTn>
                              </p:par>
                              <p:par>
                                <p:cTn id="56" presetID="9" presetClass="emph" presetSubtype="0" nodeType="withEffect">
                                  <p:stCondLst>
                                    <p:cond delay="0"/>
                                  </p:stCondLst>
                                  <p:childTnLst>
                                    <p:set>
                                      <p:cBhvr rctx="PPT">
                                        <p:cTn id="57" dur="indefinite"/>
                                        <p:tgtEl>
                                          <p:spTgt spid="8"/>
                                        </p:tgtEl>
                                        <p:attrNameLst>
                                          <p:attrName>style.opacity</p:attrName>
                                        </p:attrNameLst>
                                      </p:cBhvr>
                                      <p:to>
                                        <p:strVal val="0.5"/>
                                      </p:to>
                                    </p:set>
                                    <p:animEffect filter="image" prLst="opacity: 0.5">
                                      <p:cBhvr rctx="IE">
                                        <p:cTn id="58" dur="indefinite"/>
                                        <p:tgtEl>
                                          <p:spTgt spid="8"/>
                                        </p:tgtEl>
                                      </p:cBhvr>
                                    </p:animEffect>
                                  </p:childTnLst>
                                </p:cTn>
                              </p:par>
                            </p:childTnLst>
                          </p:cTn>
                        </p:par>
                        <p:par>
                          <p:cTn id="59" fill="hold">
                            <p:stCondLst>
                              <p:cond delay="500"/>
                            </p:stCondLst>
                            <p:childTnLst>
                              <p:par>
                                <p:cTn id="60" presetID="10" presetClass="entr" presetSubtype="0" fill="hold" grpId="0" nodeType="afterEffect">
                                  <p:stCondLst>
                                    <p:cond delay="0"/>
                                  </p:stCondLst>
                                  <p:childTnLst>
                                    <p:set>
                                      <p:cBhvr>
                                        <p:cTn id="61" dur="1" fill="hold">
                                          <p:stCondLst>
                                            <p:cond delay="0"/>
                                          </p:stCondLst>
                                        </p:cTn>
                                        <p:tgtEl>
                                          <p:spTgt spid="59"/>
                                        </p:tgtEl>
                                        <p:attrNameLst>
                                          <p:attrName>style.visibility</p:attrName>
                                        </p:attrNameLst>
                                      </p:cBhvr>
                                      <p:to>
                                        <p:strVal val="visible"/>
                                      </p:to>
                                    </p:set>
                                    <p:animEffect transition="in" filter="fade">
                                      <p:cBhvr>
                                        <p:cTn id="62" dur="500"/>
                                        <p:tgtEl>
                                          <p:spTgt spid="59"/>
                                        </p:tgtEl>
                                      </p:cBhvr>
                                    </p:animEffect>
                                  </p:childTnLst>
                                </p:cTn>
                              </p:par>
                            </p:childTnLst>
                          </p:cTn>
                        </p:par>
                      </p:childTnLst>
                    </p:cTn>
                  </p:par>
                  <p:par>
                    <p:cTn id="63" fill="hold">
                      <p:stCondLst>
                        <p:cond delay="indefinite"/>
                      </p:stCondLst>
                      <p:childTnLst>
                        <p:par>
                          <p:cTn id="64" fill="hold">
                            <p:stCondLst>
                              <p:cond delay="0"/>
                            </p:stCondLst>
                            <p:childTnLst>
                              <p:par>
                                <p:cTn id="65" presetID="22" presetClass="entr" presetSubtype="8" fill="hold" nodeType="clickEffect">
                                  <p:stCondLst>
                                    <p:cond delay="0"/>
                                  </p:stCondLst>
                                  <p:childTnLst>
                                    <p:set>
                                      <p:cBhvr>
                                        <p:cTn id="66" dur="1" fill="hold">
                                          <p:stCondLst>
                                            <p:cond delay="0"/>
                                          </p:stCondLst>
                                        </p:cTn>
                                        <p:tgtEl>
                                          <p:spTgt spid="12"/>
                                        </p:tgtEl>
                                        <p:attrNameLst>
                                          <p:attrName>style.visibility</p:attrName>
                                        </p:attrNameLst>
                                      </p:cBhvr>
                                      <p:to>
                                        <p:strVal val="visible"/>
                                      </p:to>
                                    </p:set>
                                    <p:animEffect transition="in" filter="wipe(left)">
                                      <p:cBhvr>
                                        <p:cTn id="67" dur="500"/>
                                        <p:tgtEl>
                                          <p:spTgt spid="12"/>
                                        </p:tgtEl>
                                      </p:cBhvr>
                                    </p:animEffect>
                                  </p:childTnLst>
                                </p:cTn>
                              </p:par>
                            </p:childTnLst>
                          </p:cTn>
                        </p:par>
                        <p:par>
                          <p:cTn id="68" fill="hold">
                            <p:stCondLst>
                              <p:cond delay="500"/>
                            </p:stCondLst>
                            <p:childTnLst>
                              <p:par>
                                <p:cTn id="69" presetID="22" presetClass="entr" presetSubtype="8" fill="hold" nodeType="afterEffect">
                                  <p:stCondLst>
                                    <p:cond delay="0"/>
                                  </p:stCondLst>
                                  <p:childTnLst>
                                    <p:set>
                                      <p:cBhvr>
                                        <p:cTn id="70" dur="1" fill="hold">
                                          <p:stCondLst>
                                            <p:cond delay="0"/>
                                          </p:stCondLst>
                                        </p:cTn>
                                        <p:tgtEl>
                                          <p:spTgt spid="14"/>
                                        </p:tgtEl>
                                        <p:attrNameLst>
                                          <p:attrName>style.visibility</p:attrName>
                                        </p:attrNameLst>
                                      </p:cBhvr>
                                      <p:to>
                                        <p:strVal val="visible"/>
                                      </p:to>
                                    </p:set>
                                    <p:animEffect transition="in" filter="wipe(left)">
                                      <p:cBhvr>
                                        <p:cTn id="71" dur="500"/>
                                        <p:tgtEl>
                                          <p:spTgt spid="14"/>
                                        </p:tgtEl>
                                      </p:cBhvr>
                                    </p:animEffect>
                                  </p:childTnLst>
                                </p:cTn>
                              </p:par>
                            </p:childTnLst>
                          </p:cTn>
                        </p:par>
                        <p:par>
                          <p:cTn id="72" fill="hold">
                            <p:stCondLst>
                              <p:cond delay="1000"/>
                            </p:stCondLst>
                            <p:childTnLst>
                              <p:par>
                                <p:cTn id="73" presetID="22" presetClass="entr" presetSubtype="8" fill="hold" nodeType="afterEffect">
                                  <p:stCondLst>
                                    <p:cond delay="0"/>
                                  </p:stCondLst>
                                  <p:childTnLst>
                                    <p:set>
                                      <p:cBhvr>
                                        <p:cTn id="74" dur="1" fill="hold">
                                          <p:stCondLst>
                                            <p:cond delay="0"/>
                                          </p:stCondLst>
                                        </p:cTn>
                                        <p:tgtEl>
                                          <p:spTgt spid="15"/>
                                        </p:tgtEl>
                                        <p:attrNameLst>
                                          <p:attrName>style.visibility</p:attrName>
                                        </p:attrNameLst>
                                      </p:cBhvr>
                                      <p:to>
                                        <p:strVal val="visible"/>
                                      </p:to>
                                    </p:set>
                                    <p:animEffect transition="in" filter="wipe(left)">
                                      <p:cBhvr>
                                        <p:cTn id="75" dur="500"/>
                                        <p:tgtEl>
                                          <p:spTgt spid="15"/>
                                        </p:tgtEl>
                                      </p:cBhvr>
                                    </p:animEffect>
                                  </p:childTnLst>
                                </p:cTn>
                              </p:par>
                            </p:childTnLst>
                          </p:cTn>
                        </p:par>
                        <p:par>
                          <p:cTn id="76" fill="hold">
                            <p:stCondLst>
                              <p:cond delay="1500"/>
                            </p:stCondLst>
                            <p:childTnLst>
                              <p:par>
                                <p:cTn id="77" presetID="22" presetClass="entr" presetSubtype="8" fill="hold" nodeType="afterEffect">
                                  <p:stCondLst>
                                    <p:cond delay="0"/>
                                  </p:stCondLst>
                                  <p:childTnLst>
                                    <p:set>
                                      <p:cBhvr>
                                        <p:cTn id="78" dur="1" fill="hold">
                                          <p:stCondLst>
                                            <p:cond delay="0"/>
                                          </p:stCondLst>
                                        </p:cTn>
                                        <p:tgtEl>
                                          <p:spTgt spid="16"/>
                                        </p:tgtEl>
                                        <p:attrNameLst>
                                          <p:attrName>style.visibility</p:attrName>
                                        </p:attrNameLst>
                                      </p:cBhvr>
                                      <p:to>
                                        <p:strVal val="visible"/>
                                      </p:to>
                                    </p:set>
                                    <p:animEffect transition="in" filter="wipe(left)">
                                      <p:cBhvr>
                                        <p:cTn id="79" dur="500"/>
                                        <p:tgtEl>
                                          <p:spTgt spid="16"/>
                                        </p:tgtEl>
                                      </p:cBhvr>
                                    </p:animEffect>
                                  </p:childTnLst>
                                </p:cTn>
                              </p:par>
                            </p:childTnLst>
                          </p:cTn>
                        </p:par>
                      </p:childTnLst>
                    </p:cTn>
                  </p:par>
                  <p:par>
                    <p:cTn id="80" fill="hold">
                      <p:stCondLst>
                        <p:cond delay="indefinite"/>
                      </p:stCondLst>
                      <p:childTnLst>
                        <p:par>
                          <p:cTn id="81" fill="hold">
                            <p:stCondLst>
                              <p:cond delay="0"/>
                            </p:stCondLst>
                            <p:childTnLst>
                              <p:par>
                                <p:cTn id="82" presetID="22" presetClass="entr" presetSubtype="8" fill="hold" nodeType="clickEffect">
                                  <p:stCondLst>
                                    <p:cond delay="0"/>
                                  </p:stCondLst>
                                  <p:childTnLst>
                                    <p:set>
                                      <p:cBhvr>
                                        <p:cTn id="83" dur="1" fill="hold">
                                          <p:stCondLst>
                                            <p:cond delay="0"/>
                                          </p:stCondLst>
                                        </p:cTn>
                                        <p:tgtEl>
                                          <p:spTgt spid="19"/>
                                        </p:tgtEl>
                                        <p:attrNameLst>
                                          <p:attrName>style.visibility</p:attrName>
                                        </p:attrNameLst>
                                      </p:cBhvr>
                                      <p:to>
                                        <p:strVal val="visible"/>
                                      </p:to>
                                    </p:set>
                                    <p:animEffect transition="in" filter="wipe(left)">
                                      <p:cBhvr>
                                        <p:cTn id="84" dur="500"/>
                                        <p:tgtEl>
                                          <p:spTgt spid="19"/>
                                        </p:tgtEl>
                                      </p:cBhvr>
                                    </p:animEffect>
                                  </p:childTnLst>
                                </p:cTn>
                              </p:par>
                            </p:childTnLst>
                          </p:cTn>
                        </p:par>
                        <p:par>
                          <p:cTn id="85" fill="hold">
                            <p:stCondLst>
                              <p:cond delay="500"/>
                            </p:stCondLst>
                            <p:childTnLst>
                              <p:par>
                                <p:cTn id="86" presetID="22" presetClass="entr" presetSubtype="8" fill="hold" nodeType="afterEffect">
                                  <p:stCondLst>
                                    <p:cond delay="0"/>
                                  </p:stCondLst>
                                  <p:childTnLst>
                                    <p:set>
                                      <p:cBhvr>
                                        <p:cTn id="87" dur="1" fill="hold">
                                          <p:stCondLst>
                                            <p:cond delay="0"/>
                                          </p:stCondLst>
                                        </p:cTn>
                                        <p:tgtEl>
                                          <p:spTgt spid="20"/>
                                        </p:tgtEl>
                                        <p:attrNameLst>
                                          <p:attrName>style.visibility</p:attrName>
                                        </p:attrNameLst>
                                      </p:cBhvr>
                                      <p:to>
                                        <p:strVal val="visible"/>
                                      </p:to>
                                    </p:set>
                                    <p:animEffect transition="in" filter="wipe(left)">
                                      <p:cBhvr>
                                        <p:cTn id="88" dur="500"/>
                                        <p:tgtEl>
                                          <p:spTgt spid="20"/>
                                        </p:tgtEl>
                                      </p:cBhvr>
                                    </p:animEffect>
                                  </p:childTnLst>
                                </p:cTn>
                              </p:par>
                            </p:childTnLst>
                          </p:cTn>
                        </p:par>
                        <p:par>
                          <p:cTn id="89" fill="hold">
                            <p:stCondLst>
                              <p:cond delay="1000"/>
                            </p:stCondLst>
                            <p:childTnLst>
                              <p:par>
                                <p:cTn id="90" presetID="22" presetClass="entr" presetSubtype="8" fill="hold" nodeType="afterEffect">
                                  <p:stCondLst>
                                    <p:cond delay="0"/>
                                  </p:stCondLst>
                                  <p:childTnLst>
                                    <p:set>
                                      <p:cBhvr>
                                        <p:cTn id="91" dur="1" fill="hold">
                                          <p:stCondLst>
                                            <p:cond delay="0"/>
                                          </p:stCondLst>
                                        </p:cTn>
                                        <p:tgtEl>
                                          <p:spTgt spid="18"/>
                                        </p:tgtEl>
                                        <p:attrNameLst>
                                          <p:attrName>style.visibility</p:attrName>
                                        </p:attrNameLst>
                                      </p:cBhvr>
                                      <p:to>
                                        <p:strVal val="visible"/>
                                      </p:to>
                                    </p:set>
                                    <p:animEffect transition="in" filter="wipe(left)">
                                      <p:cBhvr>
                                        <p:cTn id="92" dur="500"/>
                                        <p:tgtEl>
                                          <p:spTgt spid="18"/>
                                        </p:tgtEl>
                                      </p:cBhvr>
                                    </p:animEffect>
                                  </p:childTnLst>
                                </p:cTn>
                              </p:par>
                            </p:childTnLst>
                          </p:cTn>
                        </p:par>
                        <p:par>
                          <p:cTn id="93" fill="hold">
                            <p:stCondLst>
                              <p:cond delay="1500"/>
                            </p:stCondLst>
                            <p:childTnLst>
                              <p:par>
                                <p:cTn id="94" presetID="22" presetClass="entr" presetSubtype="8" fill="hold" nodeType="afterEffect">
                                  <p:stCondLst>
                                    <p:cond delay="0"/>
                                  </p:stCondLst>
                                  <p:childTnLst>
                                    <p:set>
                                      <p:cBhvr>
                                        <p:cTn id="95" dur="1" fill="hold">
                                          <p:stCondLst>
                                            <p:cond delay="0"/>
                                          </p:stCondLst>
                                        </p:cTn>
                                        <p:tgtEl>
                                          <p:spTgt spid="21"/>
                                        </p:tgtEl>
                                        <p:attrNameLst>
                                          <p:attrName>style.visibility</p:attrName>
                                        </p:attrNameLst>
                                      </p:cBhvr>
                                      <p:to>
                                        <p:strVal val="visible"/>
                                      </p:to>
                                    </p:set>
                                    <p:animEffect transition="in" filter="wipe(left)">
                                      <p:cBhvr>
                                        <p:cTn id="96" dur="500"/>
                                        <p:tgtEl>
                                          <p:spTgt spid="21"/>
                                        </p:tgtEl>
                                      </p:cBhvr>
                                    </p:animEffect>
                                  </p:childTnLst>
                                </p:cTn>
                              </p:par>
                            </p:childTnLst>
                          </p:cTn>
                        </p:par>
                      </p:childTnLst>
                    </p:cTn>
                  </p:par>
                  <p:par>
                    <p:cTn id="97" fill="hold">
                      <p:stCondLst>
                        <p:cond delay="indefinite"/>
                      </p:stCondLst>
                      <p:childTnLst>
                        <p:par>
                          <p:cTn id="98" fill="hold">
                            <p:stCondLst>
                              <p:cond delay="0"/>
                            </p:stCondLst>
                            <p:childTnLst>
                              <p:par>
                                <p:cTn id="99" presetID="22" presetClass="entr" presetSubtype="8" fill="hold" nodeType="clickEffect">
                                  <p:stCondLst>
                                    <p:cond delay="0"/>
                                  </p:stCondLst>
                                  <p:childTnLst>
                                    <p:set>
                                      <p:cBhvr>
                                        <p:cTn id="100" dur="1" fill="hold">
                                          <p:stCondLst>
                                            <p:cond delay="0"/>
                                          </p:stCondLst>
                                        </p:cTn>
                                        <p:tgtEl>
                                          <p:spTgt spid="25"/>
                                        </p:tgtEl>
                                        <p:attrNameLst>
                                          <p:attrName>style.visibility</p:attrName>
                                        </p:attrNameLst>
                                      </p:cBhvr>
                                      <p:to>
                                        <p:strVal val="visible"/>
                                      </p:to>
                                    </p:set>
                                    <p:animEffect transition="in" filter="wipe(left)">
                                      <p:cBhvr>
                                        <p:cTn id="101" dur="500"/>
                                        <p:tgtEl>
                                          <p:spTgt spid="25"/>
                                        </p:tgtEl>
                                      </p:cBhvr>
                                    </p:animEffect>
                                  </p:childTnLst>
                                </p:cTn>
                              </p:par>
                            </p:childTnLst>
                          </p:cTn>
                        </p:par>
                        <p:par>
                          <p:cTn id="102" fill="hold">
                            <p:stCondLst>
                              <p:cond delay="1000"/>
                            </p:stCondLst>
                            <p:childTnLst>
                              <p:par>
                                <p:cTn id="103" presetID="22" presetClass="entr" presetSubtype="8" fill="hold" nodeType="afterEffect">
                                  <p:stCondLst>
                                    <p:cond delay="0"/>
                                  </p:stCondLst>
                                  <p:childTnLst>
                                    <p:set>
                                      <p:cBhvr>
                                        <p:cTn id="104" dur="1" fill="hold">
                                          <p:stCondLst>
                                            <p:cond delay="0"/>
                                          </p:stCondLst>
                                        </p:cTn>
                                        <p:tgtEl>
                                          <p:spTgt spid="22"/>
                                        </p:tgtEl>
                                        <p:attrNameLst>
                                          <p:attrName>style.visibility</p:attrName>
                                        </p:attrNameLst>
                                      </p:cBhvr>
                                      <p:to>
                                        <p:strVal val="visible"/>
                                      </p:to>
                                    </p:set>
                                    <p:animEffect transition="in" filter="wipe(left)">
                                      <p:cBhvr>
                                        <p:cTn id="105" dur="500"/>
                                        <p:tgtEl>
                                          <p:spTgt spid="22"/>
                                        </p:tgtEl>
                                      </p:cBhvr>
                                    </p:animEffect>
                                  </p:childTnLst>
                                </p:cTn>
                              </p:par>
                            </p:childTnLst>
                          </p:cTn>
                        </p:par>
                        <p:par>
                          <p:cTn id="106" fill="hold">
                            <p:stCondLst>
                              <p:cond delay="1500"/>
                            </p:stCondLst>
                            <p:childTnLst>
                              <p:par>
                                <p:cTn id="107" presetID="22" presetClass="entr" presetSubtype="8" fill="hold" nodeType="afterEffect">
                                  <p:stCondLst>
                                    <p:cond delay="0"/>
                                  </p:stCondLst>
                                  <p:childTnLst>
                                    <p:set>
                                      <p:cBhvr>
                                        <p:cTn id="108" dur="1" fill="hold">
                                          <p:stCondLst>
                                            <p:cond delay="0"/>
                                          </p:stCondLst>
                                        </p:cTn>
                                        <p:tgtEl>
                                          <p:spTgt spid="23"/>
                                        </p:tgtEl>
                                        <p:attrNameLst>
                                          <p:attrName>style.visibility</p:attrName>
                                        </p:attrNameLst>
                                      </p:cBhvr>
                                      <p:to>
                                        <p:strVal val="visible"/>
                                      </p:to>
                                    </p:set>
                                    <p:animEffect transition="in" filter="wipe(left)">
                                      <p:cBhvr>
                                        <p:cTn id="109" dur="500"/>
                                        <p:tgtEl>
                                          <p:spTgt spid="23"/>
                                        </p:tgtEl>
                                      </p:cBhvr>
                                    </p:animEffect>
                                  </p:childTnLst>
                                </p:cTn>
                              </p:par>
                            </p:childTnLst>
                          </p:cTn>
                        </p:par>
                        <p:par>
                          <p:cTn id="110" fill="hold">
                            <p:stCondLst>
                              <p:cond delay="2000"/>
                            </p:stCondLst>
                            <p:childTnLst>
                              <p:par>
                                <p:cTn id="111" presetID="22" presetClass="entr" presetSubtype="8" fill="hold" nodeType="afterEffect">
                                  <p:stCondLst>
                                    <p:cond delay="0"/>
                                  </p:stCondLst>
                                  <p:childTnLst>
                                    <p:set>
                                      <p:cBhvr>
                                        <p:cTn id="112" dur="1" fill="hold">
                                          <p:stCondLst>
                                            <p:cond delay="0"/>
                                          </p:stCondLst>
                                        </p:cTn>
                                        <p:tgtEl>
                                          <p:spTgt spid="26"/>
                                        </p:tgtEl>
                                        <p:attrNameLst>
                                          <p:attrName>style.visibility</p:attrName>
                                        </p:attrNameLst>
                                      </p:cBhvr>
                                      <p:to>
                                        <p:strVal val="visible"/>
                                      </p:to>
                                    </p:set>
                                    <p:animEffect transition="in" filter="wipe(left)">
                                      <p:cBhvr>
                                        <p:cTn id="113" dur="500"/>
                                        <p:tgtEl>
                                          <p:spTgt spid="26"/>
                                        </p:tgtEl>
                                      </p:cBhvr>
                                    </p:animEffect>
                                  </p:childTnLst>
                                </p:cTn>
                              </p:par>
                            </p:childTnLst>
                          </p:cTn>
                        </p:par>
                      </p:childTnLst>
                    </p:cTn>
                  </p:par>
                  <p:par>
                    <p:cTn id="114" fill="hold">
                      <p:stCondLst>
                        <p:cond delay="indefinite"/>
                      </p:stCondLst>
                      <p:childTnLst>
                        <p:par>
                          <p:cTn id="115" fill="hold">
                            <p:stCondLst>
                              <p:cond delay="0"/>
                            </p:stCondLst>
                            <p:childTnLst>
                              <p:par>
                                <p:cTn id="116" presetID="9" presetClass="emph" presetSubtype="0" nodeType="clickEffect">
                                  <p:stCondLst>
                                    <p:cond delay="0"/>
                                  </p:stCondLst>
                                  <p:childTnLst>
                                    <p:set>
                                      <p:cBhvr rctx="PPT">
                                        <p:cTn id="117" dur="indefinite"/>
                                        <p:tgtEl>
                                          <p:spTgt spid="12"/>
                                        </p:tgtEl>
                                        <p:attrNameLst>
                                          <p:attrName>style.opacity</p:attrName>
                                        </p:attrNameLst>
                                      </p:cBhvr>
                                      <p:to>
                                        <p:strVal val="0.5"/>
                                      </p:to>
                                    </p:set>
                                    <p:animEffect filter="image" prLst="opacity: 0.5">
                                      <p:cBhvr rctx="IE">
                                        <p:cTn id="118" dur="indefinite"/>
                                        <p:tgtEl>
                                          <p:spTgt spid="12"/>
                                        </p:tgtEl>
                                      </p:cBhvr>
                                    </p:animEffect>
                                  </p:childTnLst>
                                </p:cTn>
                              </p:par>
                              <p:par>
                                <p:cTn id="119" presetID="9" presetClass="emph" presetSubtype="0" nodeType="withEffect">
                                  <p:stCondLst>
                                    <p:cond delay="0"/>
                                  </p:stCondLst>
                                  <p:childTnLst>
                                    <p:set>
                                      <p:cBhvr rctx="PPT">
                                        <p:cTn id="120" dur="indefinite"/>
                                        <p:tgtEl>
                                          <p:spTgt spid="14"/>
                                        </p:tgtEl>
                                        <p:attrNameLst>
                                          <p:attrName>style.opacity</p:attrName>
                                        </p:attrNameLst>
                                      </p:cBhvr>
                                      <p:to>
                                        <p:strVal val="0.5"/>
                                      </p:to>
                                    </p:set>
                                    <p:animEffect filter="image" prLst="opacity: 0.5">
                                      <p:cBhvr rctx="IE">
                                        <p:cTn id="121" dur="indefinite"/>
                                        <p:tgtEl>
                                          <p:spTgt spid="14"/>
                                        </p:tgtEl>
                                      </p:cBhvr>
                                    </p:animEffect>
                                  </p:childTnLst>
                                </p:cTn>
                              </p:par>
                              <p:par>
                                <p:cTn id="122" presetID="9" presetClass="emph" presetSubtype="0" nodeType="withEffect">
                                  <p:stCondLst>
                                    <p:cond delay="0"/>
                                  </p:stCondLst>
                                  <p:childTnLst>
                                    <p:set>
                                      <p:cBhvr rctx="PPT">
                                        <p:cTn id="123" dur="indefinite"/>
                                        <p:tgtEl>
                                          <p:spTgt spid="15"/>
                                        </p:tgtEl>
                                        <p:attrNameLst>
                                          <p:attrName>style.opacity</p:attrName>
                                        </p:attrNameLst>
                                      </p:cBhvr>
                                      <p:to>
                                        <p:strVal val="0.5"/>
                                      </p:to>
                                    </p:set>
                                    <p:animEffect filter="image" prLst="opacity: 0.5">
                                      <p:cBhvr rctx="IE">
                                        <p:cTn id="124" dur="indefinite"/>
                                        <p:tgtEl>
                                          <p:spTgt spid="15"/>
                                        </p:tgtEl>
                                      </p:cBhvr>
                                    </p:animEffect>
                                  </p:childTnLst>
                                </p:cTn>
                              </p:par>
                              <p:par>
                                <p:cTn id="125" presetID="9" presetClass="emph" presetSubtype="0" nodeType="withEffect">
                                  <p:stCondLst>
                                    <p:cond delay="0"/>
                                  </p:stCondLst>
                                  <p:childTnLst>
                                    <p:set>
                                      <p:cBhvr rctx="PPT">
                                        <p:cTn id="126" dur="indefinite"/>
                                        <p:tgtEl>
                                          <p:spTgt spid="18"/>
                                        </p:tgtEl>
                                        <p:attrNameLst>
                                          <p:attrName>style.opacity</p:attrName>
                                        </p:attrNameLst>
                                      </p:cBhvr>
                                      <p:to>
                                        <p:strVal val="0.5"/>
                                      </p:to>
                                    </p:set>
                                    <p:animEffect filter="image" prLst="opacity: 0.5">
                                      <p:cBhvr rctx="IE">
                                        <p:cTn id="127" dur="indefinite"/>
                                        <p:tgtEl>
                                          <p:spTgt spid="18"/>
                                        </p:tgtEl>
                                      </p:cBhvr>
                                    </p:animEffect>
                                  </p:childTnLst>
                                </p:cTn>
                              </p:par>
                              <p:par>
                                <p:cTn id="128" presetID="9" presetClass="emph" presetSubtype="0" nodeType="withEffect">
                                  <p:stCondLst>
                                    <p:cond delay="0"/>
                                  </p:stCondLst>
                                  <p:childTnLst>
                                    <p:set>
                                      <p:cBhvr rctx="PPT">
                                        <p:cTn id="129" dur="indefinite"/>
                                        <p:tgtEl>
                                          <p:spTgt spid="19"/>
                                        </p:tgtEl>
                                        <p:attrNameLst>
                                          <p:attrName>style.opacity</p:attrName>
                                        </p:attrNameLst>
                                      </p:cBhvr>
                                      <p:to>
                                        <p:strVal val="0.5"/>
                                      </p:to>
                                    </p:set>
                                    <p:animEffect filter="image" prLst="opacity: 0.5">
                                      <p:cBhvr rctx="IE">
                                        <p:cTn id="130" dur="indefinite"/>
                                        <p:tgtEl>
                                          <p:spTgt spid="19"/>
                                        </p:tgtEl>
                                      </p:cBhvr>
                                    </p:animEffect>
                                  </p:childTnLst>
                                </p:cTn>
                              </p:par>
                              <p:par>
                                <p:cTn id="131" presetID="9" presetClass="emph" presetSubtype="0" nodeType="withEffect">
                                  <p:stCondLst>
                                    <p:cond delay="0"/>
                                  </p:stCondLst>
                                  <p:childTnLst>
                                    <p:set>
                                      <p:cBhvr rctx="PPT">
                                        <p:cTn id="132" dur="indefinite"/>
                                        <p:tgtEl>
                                          <p:spTgt spid="20"/>
                                        </p:tgtEl>
                                        <p:attrNameLst>
                                          <p:attrName>style.opacity</p:attrName>
                                        </p:attrNameLst>
                                      </p:cBhvr>
                                      <p:to>
                                        <p:strVal val="0.5"/>
                                      </p:to>
                                    </p:set>
                                    <p:animEffect filter="image" prLst="opacity: 0.5">
                                      <p:cBhvr rctx="IE">
                                        <p:cTn id="133" dur="indefinite"/>
                                        <p:tgtEl>
                                          <p:spTgt spid="20"/>
                                        </p:tgtEl>
                                      </p:cBhvr>
                                    </p:animEffect>
                                  </p:childTnLst>
                                </p:cTn>
                              </p:par>
                              <p:par>
                                <p:cTn id="134" presetID="9" presetClass="emph" presetSubtype="0" nodeType="withEffect">
                                  <p:stCondLst>
                                    <p:cond delay="0"/>
                                  </p:stCondLst>
                                  <p:childTnLst>
                                    <p:set>
                                      <p:cBhvr rctx="PPT">
                                        <p:cTn id="135" dur="indefinite"/>
                                        <p:tgtEl>
                                          <p:spTgt spid="21"/>
                                        </p:tgtEl>
                                        <p:attrNameLst>
                                          <p:attrName>style.opacity</p:attrName>
                                        </p:attrNameLst>
                                      </p:cBhvr>
                                      <p:to>
                                        <p:strVal val="0.5"/>
                                      </p:to>
                                    </p:set>
                                    <p:animEffect filter="image" prLst="opacity: 0.5">
                                      <p:cBhvr rctx="IE">
                                        <p:cTn id="136" dur="indefinite"/>
                                        <p:tgtEl>
                                          <p:spTgt spid="21"/>
                                        </p:tgtEl>
                                      </p:cBhvr>
                                    </p:animEffect>
                                  </p:childTnLst>
                                </p:cTn>
                              </p:par>
                              <p:par>
                                <p:cTn id="137" presetID="9" presetClass="emph" presetSubtype="0" nodeType="withEffect">
                                  <p:stCondLst>
                                    <p:cond delay="0"/>
                                  </p:stCondLst>
                                  <p:childTnLst>
                                    <p:set>
                                      <p:cBhvr rctx="PPT">
                                        <p:cTn id="138" dur="indefinite"/>
                                        <p:tgtEl>
                                          <p:spTgt spid="26"/>
                                        </p:tgtEl>
                                        <p:attrNameLst>
                                          <p:attrName>style.opacity</p:attrName>
                                        </p:attrNameLst>
                                      </p:cBhvr>
                                      <p:to>
                                        <p:strVal val="0.5"/>
                                      </p:to>
                                    </p:set>
                                    <p:animEffect filter="image" prLst="opacity: 0.5">
                                      <p:cBhvr rctx="IE">
                                        <p:cTn id="139" dur="indefinite"/>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2" grpId="1" animBg="1"/>
      <p:bldP spid="59"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prstGeom prst="rect">
            <a:avLst/>
          </a:prstGeom>
        </p:spPr>
        <p:txBody>
          <a:bodyPr/>
          <a:lstStyle/>
          <a:p>
            <a:r>
              <a:rPr lang="en-US" dirty="0"/>
              <a:t>Virtual Machines</a:t>
            </a:r>
          </a:p>
        </p:txBody>
      </p:sp>
    </p:spTree>
    <p:extLst>
      <p:ext uri="{BB962C8B-B14F-4D97-AF65-F5344CB8AC3E}">
        <p14:creationId xmlns:p14="http://schemas.microsoft.com/office/powerpoint/2010/main" val="33396109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4294967295"/>
          </p:nvPr>
        </p:nvSpPr>
        <p:spPr>
          <a:xfrm>
            <a:off x="2291880" y="3929380"/>
            <a:ext cx="8057369" cy="2424113"/>
          </a:xfrm>
          <a:prstGeom prst="rect">
            <a:avLst/>
          </a:prstGeom>
        </p:spPr>
        <p:txBody>
          <a:bodyPr/>
          <a:lstStyle/>
          <a:p>
            <a:pPr marL="571500" indent="-571500">
              <a:buClr>
                <a:srgbClr val="92D050"/>
              </a:buClr>
              <a:buFont typeface="Wingdings" panose="05000000000000000000" pitchFamily="2" charset="2"/>
              <a:buChar char="à"/>
            </a:pPr>
            <a:r>
              <a:rPr lang="en-US" sz="2800" dirty="0">
                <a:solidFill>
                  <a:schemeClr val="tx1"/>
                </a:solidFill>
              </a:rPr>
              <a:t>Launch Windows Server and Linux in minutes</a:t>
            </a:r>
          </a:p>
          <a:p>
            <a:pPr marL="571500" indent="-571500">
              <a:buClr>
                <a:srgbClr val="92D050"/>
              </a:buClr>
              <a:buFont typeface="Wingdings" panose="05000000000000000000" pitchFamily="2" charset="2"/>
              <a:buChar char="à"/>
            </a:pPr>
            <a:r>
              <a:rPr lang="en-US" sz="2800" dirty="0">
                <a:solidFill>
                  <a:schemeClr val="tx1"/>
                </a:solidFill>
              </a:rPr>
              <a:t>Scale from 1 to 1000s of VM Instances</a:t>
            </a:r>
          </a:p>
          <a:p>
            <a:pPr marL="571500" indent="-571500">
              <a:buClr>
                <a:srgbClr val="92D050"/>
              </a:buClr>
              <a:buFont typeface="Wingdings" panose="05000000000000000000" pitchFamily="2" charset="2"/>
              <a:buChar char="à"/>
            </a:pPr>
            <a:r>
              <a:rPr lang="en-US" sz="2800" dirty="0">
                <a:solidFill>
                  <a:schemeClr val="tx1"/>
                </a:solidFill>
                <a:sym typeface="Wingdings" panose="05000000000000000000" pitchFamily="2" charset="2"/>
              </a:rPr>
              <a:t>Save money with per-minute billing</a:t>
            </a:r>
          </a:p>
          <a:p>
            <a:pPr marL="571500" indent="-571500">
              <a:buClr>
                <a:srgbClr val="92D050"/>
              </a:buClr>
              <a:buFont typeface="Wingdings" panose="05000000000000000000" pitchFamily="2" charset="2"/>
              <a:buChar char="à"/>
            </a:pPr>
            <a:r>
              <a:rPr lang="en-US" sz="2800" dirty="0">
                <a:solidFill>
                  <a:schemeClr val="tx1"/>
                </a:solidFill>
                <a:sym typeface="Wingdings" panose="05000000000000000000" pitchFamily="2" charset="2"/>
              </a:rPr>
              <a:t>Open and extensible</a:t>
            </a:r>
            <a:endParaRPr lang="en-US" sz="3200" dirty="0">
              <a:solidFill>
                <a:schemeClr val="tx1"/>
              </a:solidFill>
            </a:endParaRPr>
          </a:p>
        </p:txBody>
      </p:sp>
      <p:sp>
        <p:nvSpPr>
          <p:cNvPr id="5" name="Title 4"/>
          <p:cNvSpPr>
            <a:spLocks noGrp="1"/>
          </p:cNvSpPr>
          <p:nvPr>
            <p:ph type="title" idx="4294967295"/>
          </p:nvPr>
        </p:nvSpPr>
        <p:spPr>
          <a:xfrm>
            <a:off x="574652" y="341501"/>
            <a:ext cx="9975850" cy="917575"/>
          </a:xfrm>
          <a:prstGeom prst="rect">
            <a:avLst/>
          </a:prstGeom>
        </p:spPr>
        <p:txBody>
          <a:bodyPr>
            <a:normAutofit fontScale="90000"/>
          </a:bodyPr>
          <a:lstStyle/>
          <a:p>
            <a:r>
              <a:rPr lang="en-US" sz="6600" dirty="0">
                <a:solidFill>
                  <a:schemeClr val="tx1"/>
                </a:solidFill>
              </a:rPr>
              <a:t>Azure </a:t>
            </a:r>
            <a:r>
              <a:rPr lang="en-US" altLang="zh-CN" sz="6600" dirty="0">
                <a:solidFill>
                  <a:schemeClr val="tx1"/>
                </a:solidFill>
              </a:rPr>
              <a:t>Virtual Machines</a:t>
            </a:r>
            <a:endParaRPr lang="en-US" sz="6600" dirty="0">
              <a:solidFill>
                <a:schemeClr val="tx1"/>
              </a:solidFill>
            </a:endParaRPr>
          </a:p>
        </p:txBody>
      </p:sp>
      <p:sp>
        <p:nvSpPr>
          <p:cNvPr id="4" name="Content Placeholder 4"/>
          <p:cNvSpPr txBox="1">
            <a:spLocks/>
          </p:cNvSpPr>
          <p:nvPr/>
        </p:nvSpPr>
        <p:spPr>
          <a:xfrm>
            <a:off x="6704013" y="1447800"/>
            <a:ext cx="5487987" cy="2406650"/>
          </a:xfrm>
          <a:prstGeom prst="rect">
            <a:avLst/>
          </a:prstGeom>
        </p:spPr>
        <p:txBody>
          <a:bodyPr/>
          <a:lstStyle>
            <a:lvl1pPr marL="336076" marR="0" indent="-336076" algn="l" defTabSz="914180" rtl="0" eaLnBrk="1" fontAlgn="auto" latinLnBrk="0" hangingPunct="1">
              <a:lnSpc>
                <a:spcPct val="90000"/>
              </a:lnSpc>
              <a:spcBef>
                <a:spcPct val="20000"/>
              </a:spcBef>
              <a:spcAft>
                <a:spcPts val="0"/>
              </a:spcAft>
              <a:buClr>
                <a:schemeClr val="bg1"/>
              </a:buClr>
              <a:buSzPct val="90000"/>
              <a:buFont typeface="Wingdings" panose="05000000000000000000" pitchFamily="2" charset="2"/>
              <a:buChar char="§"/>
              <a:tabLst/>
              <a:defRPr sz="3920" kern="1200" spc="0" baseline="0">
                <a:solidFill>
                  <a:schemeClr val="bg1"/>
                </a:solidFill>
                <a:latin typeface="+mj-lt"/>
                <a:ea typeface="+mn-ea"/>
                <a:cs typeface="+mn-cs"/>
              </a:defRPr>
            </a:lvl1pPr>
            <a:lvl2pPr marL="572574" marR="0" indent="-236498" algn="l" defTabSz="914180" rtl="0" eaLnBrk="1" fontAlgn="auto" latinLnBrk="0" hangingPunct="1">
              <a:lnSpc>
                <a:spcPct val="90000"/>
              </a:lnSpc>
              <a:spcBef>
                <a:spcPct val="20000"/>
              </a:spcBef>
              <a:spcAft>
                <a:spcPts val="0"/>
              </a:spcAft>
              <a:buClr>
                <a:schemeClr val="bg1"/>
              </a:buClr>
              <a:buSzPct val="90000"/>
              <a:buFont typeface="Wingdings" panose="05000000000000000000" pitchFamily="2" charset="2"/>
              <a:buChar char="§"/>
              <a:tabLst/>
              <a:defRPr sz="2352" kern="1200" spc="0" baseline="0">
                <a:solidFill>
                  <a:schemeClr val="bg1"/>
                </a:solidFill>
                <a:latin typeface="+mn-lt"/>
                <a:ea typeface="+mn-ea"/>
                <a:cs typeface="+mn-cs"/>
              </a:defRPr>
            </a:lvl2pPr>
            <a:lvl3pPr marL="784178" marR="0" indent="-224051" algn="l" defTabSz="914180" rtl="0" eaLnBrk="1" fontAlgn="auto" latinLnBrk="0" hangingPunct="1">
              <a:lnSpc>
                <a:spcPct val="90000"/>
              </a:lnSpc>
              <a:spcBef>
                <a:spcPct val="20000"/>
              </a:spcBef>
              <a:spcAft>
                <a:spcPts val="0"/>
              </a:spcAft>
              <a:buClr>
                <a:schemeClr val="bg1"/>
              </a:buClr>
              <a:buSzPct val="90000"/>
              <a:buFont typeface="Wingdings" panose="05000000000000000000" pitchFamily="2" charset="2"/>
              <a:buChar char="§"/>
              <a:tabLst/>
              <a:defRPr sz="2352" kern="1200" spc="0" baseline="0">
                <a:solidFill>
                  <a:schemeClr val="bg1"/>
                </a:solidFill>
                <a:latin typeface="+mn-lt"/>
                <a:ea typeface="+mn-ea"/>
                <a:cs typeface="+mn-cs"/>
              </a:defRPr>
            </a:lvl3pPr>
            <a:lvl4pPr marL="1008229" marR="0" indent="-224051" algn="l" defTabSz="914180" rtl="0" eaLnBrk="1" fontAlgn="auto" latinLnBrk="0" hangingPunct="1">
              <a:lnSpc>
                <a:spcPct val="90000"/>
              </a:lnSpc>
              <a:spcBef>
                <a:spcPct val="20000"/>
              </a:spcBef>
              <a:spcAft>
                <a:spcPts val="0"/>
              </a:spcAft>
              <a:buClr>
                <a:schemeClr val="bg1"/>
              </a:buClr>
              <a:buSzPct val="90000"/>
              <a:buFont typeface="Wingdings" panose="05000000000000000000" pitchFamily="2" charset="2"/>
              <a:buChar char="§"/>
              <a:tabLst/>
              <a:defRPr sz="1960" kern="1200" spc="0" baseline="0">
                <a:solidFill>
                  <a:schemeClr val="bg1"/>
                </a:solidFill>
                <a:latin typeface="+mn-lt"/>
                <a:ea typeface="+mn-ea"/>
                <a:cs typeface="+mn-cs"/>
              </a:defRPr>
            </a:lvl4pPr>
            <a:lvl5pPr marL="1232280" marR="0" indent="-224051" algn="l" defTabSz="914180" rtl="0" eaLnBrk="1" fontAlgn="auto" latinLnBrk="0" hangingPunct="1">
              <a:lnSpc>
                <a:spcPct val="90000"/>
              </a:lnSpc>
              <a:spcBef>
                <a:spcPct val="20000"/>
              </a:spcBef>
              <a:spcAft>
                <a:spcPts val="0"/>
              </a:spcAft>
              <a:buClr>
                <a:schemeClr val="bg1"/>
              </a:buClr>
              <a:buSzPct val="90000"/>
              <a:buFont typeface="Wingdings" panose="05000000000000000000" pitchFamily="2" charset="2"/>
              <a:buChar char="§"/>
              <a:tabLst/>
              <a:defRPr sz="1960" kern="1200" spc="0" baseline="0">
                <a:solidFill>
                  <a:schemeClr val="bg1"/>
                </a:solidFill>
                <a:latin typeface="+mn-lt"/>
                <a:ea typeface="+mn-ea"/>
                <a:cs typeface="+mn-cs"/>
              </a:defRPr>
            </a:lvl5pPr>
            <a:lvl6pPr marL="2513996" indent="-228546" algn="l" defTabSz="914180" rtl="0" eaLnBrk="1" latinLnBrk="0" hangingPunct="1">
              <a:spcBef>
                <a:spcPct val="20000"/>
              </a:spcBef>
              <a:buFont typeface="Arial" pitchFamily="34" charset="0"/>
              <a:buChar char="•"/>
              <a:defRPr sz="1960" kern="1200">
                <a:solidFill>
                  <a:schemeClr val="tx1"/>
                </a:solidFill>
                <a:latin typeface="+mn-lt"/>
                <a:ea typeface="+mn-ea"/>
                <a:cs typeface="+mn-cs"/>
              </a:defRPr>
            </a:lvl6pPr>
            <a:lvl7pPr marL="2971087" indent="-228546" algn="l" defTabSz="914180" rtl="0" eaLnBrk="1" latinLnBrk="0" hangingPunct="1">
              <a:spcBef>
                <a:spcPct val="20000"/>
              </a:spcBef>
              <a:buFont typeface="Arial" pitchFamily="34" charset="0"/>
              <a:buChar char="•"/>
              <a:defRPr sz="1960" kern="1200">
                <a:solidFill>
                  <a:schemeClr val="tx1"/>
                </a:solidFill>
                <a:latin typeface="+mn-lt"/>
                <a:ea typeface="+mn-ea"/>
                <a:cs typeface="+mn-cs"/>
              </a:defRPr>
            </a:lvl7pPr>
            <a:lvl8pPr marL="3428177" indent="-228546" algn="l" defTabSz="914180" rtl="0" eaLnBrk="1" latinLnBrk="0" hangingPunct="1">
              <a:spcBef>
                <a:spcPct val="20000"/>
              </a:spcBef>
              <a:buFont typeface="Arial" pitchFamily="34" charset="0"/>
              <a:buChar char="•"/>
              <a:defRPr sz="1960" kern="1200">
                <a:solidFill>
                  <a:schemeClr val="tx1"/>
                </a:solidFill>
                <a:latin typeface="+mn-lt"/>
                <a:ea typeface="+mn-ea"/>
                <a:cs typeface="+mn-cs"/>
              </a:defRPr>
            </a:lvl8pPr>
            <a:lvl9pPr marL="3885268" indent="-228546" algn="l" defTabSz="914180" rtl="0" eaLnBrk="1" latinLnBrk="0" hangingPunct="1">
              <a:spcBef>
                <a:spcPct val="20000"/>
              </a:spcBef>
              <a:buFont typeface="Arial" pitchFamily="34" charset="0"/>
              <a:buChar char="•"/>
              <a:defRPr sz="1960" kern="1200">
                <a:solidFill>
                  <a:schemeClr val="tx1"/>
                </a:solidFill>
                <a:latin typeface="+mn-lt"/>
                <a:ea typeface="+mn-ea"/>
                <a:cs typeface="+mn-cs"/>
              </a:defRPr>
            </a:lvl9pPr>
          </a:lstStyle>
          <a:p>
            <a:endParaRPr lang="en-US"/>
          </a:p>
          <a:p>
            <a:endParaRPr lang="en-US"/>
          </a:p>
          <a:p>
            <a:endParaRPr lang="en-US" sz="2800"/>
          </a:p>
          <a:p>
            <a:endParaRPr lang="en-US" sz="2800"/>
          </a:p>
          <a:p>
            <a:endParaRPr lang="en-US" sz="2800" dirty="0"/>
          </a:p>
        </p:txBody>
      </p:sp>
      <p:pic>
        <p:nvPicPr>
          <p:cNvPr id="6" name="Picture 5"/>
          <p:cNvPicPr>
            <a:picLocks noChangeAspect="1"/>
          </p:cNvPicPr>
          <p:nvPr/>
        </p:nvPicPr>
        <p:blipFill>
          <a:blip r:embed="rId3">
            <a:clrChange>
              <a:clrFrom>
                <a:srgbClr val="FFFFFF"/>
              </a:clrFrom>
              <a:clrTo>
                <a:srgbClr val="FFFFFF">
                  <a:alpha val="0"/>
                </a:srgbClr>
              </a:clrTo>
            </a:clrChange>
          </a:blip>
          <a:stretch>
            <a:fillRect/>
          </a:stretch>
        </p:blipFill>
        <p:spPr>
          <a:xfrm>
            <a:off x="750108" y="1707045"/>
            <a:ext cx="2397368" cy="906727"/>
          </a:xfrm>
          <a:prstGeom prst="rect">
            <a:avLst/>
          </a:prstGeom>
        </p:spPr>
      </p:pic>
      <p:pic>
        <p:nvPicPr>
          <p:cNvPr id="7" name="Picture 6"/>
          <p:cNvPicPr>
            <a:picLocks noChangeAspect="1"/>
          </p:cNvPicPr>
          <p:nvPr/>
        </p:nvPicPr>
        <p:blipFill>
          <a:blip r:embed="rId4">
            <a:clrChange>
              <a:clrFrom>
                <a:srgbClr val="FFFFFF"/>
              </a:clrFrom>
              <a:clrTo>
                <a:srgbClr val="FFFFFF">
                  <a:alpha val="0"/>
                </a:srgbClr>
              </a:clrTo>
            </a:clrChange>
          </a:blip>
          <a:stretch>
            <a:fillRect/>
          </a:stretch>
        </p:blipFill>
        <p:spPr>
          <a:xfrm>
            <a:off x="3494708" y="1707045"/>
            <a:ext cx="1943228" cy="746157"/>
          </a:xfrm>
          <a:prstGeom prst="rect">
            <a:avLst/>
          </a:prstGeom>
        </p:spPr>
      </p:pic>
      <p:pic>
        <p:nvPicPr>
          <p:cNvPr id="8" name="Picture 7"/>
          <p:cNvPicPr>
            <a:picLocks noChangeAspect="1"/>
          </p:cNvPicPr>
          <p:nvPr/>
        </p:nvPicPr>
        <p:blipFill>
          <a:blip r:embed="rId5">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9599554" y="1916880"/>
            <a:ext cx="1901897" cy="662596"/>
          </a:xfrm>
          <a:prstGeom prst="rect">
            <a:avLst/>
          </a:prstGeom>
        </p:spPr>
      </p:pic>
      <p:pic>
        <p:nvPicPr>
          <p:cNvPr id="9" name="Picture 8"/>
          <p:cNvPicPr>
            <a:picLocks noChangeAspect="1"/>
          </p:cNvPicPr>
          <p:nvPr/>
        </p:nvPicPr>
        <p:blipFill>
          <a:blip r:embed="rId6"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587303" y="2732405"/>
            <a:ext cx="2122504" cy="639309"/>
          </a:xfrm>
          <a:prstGeom prst="rect">
            <a:avLst/>
          </a:prstGeom>
        </p:spPr>
      </p:pic>
      <p:pic>
        <p:nvPicPr>
          <p:cNvPr id="10" name="Picture 9"/>
          <p:cNvPicPr>
            <a:picLocks noChangeAspect="1"/>
          </p:cNvPicPr>
          <p:nvPr/>
        </p:nvPicPr>
        <p:blipFill>
          <a:blip r:embed="rId7">
            <a:clrChange>
              <a:clrFrom>
                <a:srgbClr val="FFFFFF"/>
              </a:clrFrom>
              <a:clrTo>
                <a:srgbClr val="FFFFFF">
                  <a:alpha val="0"/>
                </a:srgbClr>
              </a:clrTo>
            </a:clrChange>
          </a:blip>
          <a:stretch>
            <a:fillRect/>
          </a:stretch>
        </p:blipFill>
        <p:spPr>
          <a:xfrm>
            <a:off x="6509364" y="2519365"/>
            <a:ext cx="1987063" cy="770606"/>
          </a:xfrm>
          <a:prstGeom prst="rect">
            <a:avLst/>
          </a:prstGeom>
        </p:spPr>
      </p:pic>
      <p:pic>
        <p:nvPicPr>
          <p:cNvPr id="11" name="Picture 10"/>
          <p:cNvPicPr>
            <a:picLocks noChangeAspect="1"/>
          </p:cNvPicPr>
          <p:nvPr/>
        </p:nvPicPr>
        <p:blipFill>
          <a:blip r:embed="rId8">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3610098" y="2657188"/>
            <a:ext cx="2213944" cy="997927"/>
          </a:xfrm>
          <a:prstGeom prst="rect">
            <a:avLst/>
          </a:prstGeom>
        </p:spPr>
      </p:pic>
      <p:pic>
        <p:nvPicPr>
          <p:cNvPr id="12" name="Picture 11"/>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6541063" y="1769782"/>
            <a:ext cx="1923666" cy="620682"/>
          </a:xfrm>
          <a:prstGeom prst="rect">
            <a:avLst/>
          </a:prstGeom>
        </p:spPr>
      </p:pic>
    </p:spTree>
    <p:extLst>
      <p:ext uri="{BB962C8B-B14F-4D97-AF65-F5344CB8AC3E}">
        <p14:creationId xmlns:p14="http://schemas.microsoft.com/office/powerpoint/2010/main" val="41316997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500"/>
                                        <p:tgtEl>
                                          <p:spTgt spid="2">
                                            <p:txEl>
                                              <p:pRg st="0" end="0"/>
                                            </p:txEl>
                                          </p:spTgt>
                                        </p:tgtEl>
                                      </p:cBhvr>
                                    </p:animEffect>
                                  </p:childTnLst>
                                </p:cTn>
                              </p:par>
                              <p:par>
                                <p:cTn id="8" presetID="10" presetClass="entr" presetSubtype="0" fill="hold" grpId="0" nodeType="withEffect">
                                  <p:stCondLst>
                                    <p:cond delay="500"/>
                                  </p:stCondLst>
                                  <p:childTnLst>
                                    <p:set>
                                      <p:cBhvr>
                                        <p:cTn id="9" dur="1" fill="hold">
                                          <p:stCondLst>
                                            <p:cond delay="0"/>
                                          </p:stCondLst>
                                        </p:cTn>
                                        <p:tgtEl>
                                          <p:spTgt spid="2">
                                            <p:txEl>
                                              <p:pRg st="1" end="1"/>
                                            </p:txEl>
                                          </p:spTgt>
                                        </p:tgtEl>
                                        <p:attrNameLst>
                                          <p:attrName>style.visibility</p:attrName>
                                        </p:attrNameLst>
                                      </p:cBhvr>
                                      <p:to>
                                        <p:strVal val="visible"/>
                                      </p:to>
                                    </p:set>
                                    <p:animEffect transition="in" filter="fade">
                                      <p:cBhvr>
                                        <p:cTn id="10" dur="500"/>
                                        <p:tgtEl>
                                          <p:spTgt spid="2">
                                            <p:txEl>
                                              <p:pRg st="1" end="1"/>
                                            </p:txEl>
                                          </p:spTgt>
                                        </p:tgtEl>
                                      </p:cBhvr>
                                    </p:animEffect>
                                  </p:childTnLst>
                                </p:cTn>
                              </p:par>
                              <p:par>
                                <p:cTn id="11" presetID="10" presetClass="entr" presetSubtype="0" fill="hold" grpId="0" nodeType="withEffect">
                                  <p:stCondLst>
                                    <p:cond delay="1000"/>
                                  </p:stCondLst>
                                  <p:childTnLst>
                                    <p:set>
                                      <p:cBhvr>
                                        <p:cTn id="12" dur="1" fill="hold">
                                          <p:stCondLst>
                                            <p:cond delay="0"/>
                                          </p:stCondLst>
                                        </p:cTn>
                                        <p:tgtEl>
                                          <p:spTgt spid="2">
                                            <p:txEl>
                                              <p:pRg st="2" end="2"/>
                                            </p:txEl>
                                          </p:spTgt>
                                        </p:tgtEl>
                                        <p:attrNameLst>
                                          <p:attrName>style.visibility</p:attrName>
                                        </p:attrNameLst>
                                      </p:cBhvr>
                                      <p:to>
                                        <p:strVal val="visible"/>
                                      </p:to>
                                    </p:set>
                                    <p:animEffect transition="in" filter="fade">
                                      <p:cBhvr>
                                        <p:cTn id="13" dur="500"/>
                                        <p:tgtEl>
                                          <p:spTgt spid="2">
                                            <p:txEl>
                                              <p:pRg st="2" end="2"/>
                                            </p:txEl>
                                          </p:spTgt>
                                        </p:tgtEl>
                                      </p:cBhvr>
                                    </p:animEffect>
                                  </p:childTnLst>
                                </p:cTn>
                              </p:par>
                              <p:par>
                                <p:cTn id="14" presetID="10" presetClass="entr" presetSubtype="0" fill="hold" grpId="0" nodeType="withEffect">
                                  <p:stCondLst>
                                    <p:cond delay="1500"/>
                                  </p:stCondLst>
                                  <p:childTnLst>
                                    <p:set>
                                      <p:cBhvr>
                                        <p:cTn id="15" dur="1" fill="hold">
                                          <p:stCondLst>
                                            <p:cond delay="0"/>
                                          </p:stCondLst>
                                        </p:cTn>
                                        <p:tgtEl>
                                          <p:spTgt spid="2">
                                            <p:txEl>
                                              <p:pRg st="3" end="3"/>
                                            </p:txEl>
                                          </p:spTgt>
                                        </p:tgtEl>
                                        <p:attrNameLst>
                                          <p:attrName>style.visibility</p:attrName>
                                        </p:attrNameLst>
                                      </p:cBhvr>
                                      <p:to>
                                        <p:strVal val="visible"/>
                                      </p:to>
                                    </p:set>
                                    <p:animEffect transition="in" filter="fade">
                                      <p:cBhvr>
                                        <p:cTn id="16" dur="500"/>
                                        <p:tgtEl>
                                          <p:spTgt spid="2">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idx="4294967295"/>
          </p:nvPr>
        </p:nvSpPr>
        <p:spPr>
          <a:xfrm>
            <a:off x="574652" y="341501"/>
            <a:ext cx="9975850" cy="917575"/>
          </a:xfrm>
          <a:prstGeom prst="rect">
            <a:avLst/>
          </a:prstGeom>
        </p:spPr>
        <p:txBody>
          <a:bodyPr>
            <a:normAutofit fontScale="90000"/>
          </a:bodyPr>
          <a:lstStyle/>
          <a:p>
            <a:r>
              <a:rPr lang="en-US" sz="5400" b="1" dirty="0">
                <a:solidFill>
                  <a:schemeClr val="accent6">
                    <a:lumMod val="60000"/>
                    <a:lumOff val="40000"/>
                  </a:schemeClr>
                </a:solidFill>
              </a:rPr>
              <a:t>Announcing </a:t>
            </a:r>
            <a:r>
              <a:rPr lang="en-US" sz="5400" dirty="0">
                <a:solidFill>
                  <a:schemeClr val="accent6">
                    <a:lumMod val="60000"/>
                    <a:lumOff val="40000"/>
                  </a:schemeClr>
                </a:solidFill>
              </a:rPr>
              <a:t>-</a:t>
            </a:r>
            <a:r>
              <a:rPr lang="en-US" sz="5400" dirty="0">
                <a:solidFill>
                  <a:schemeClr val="tx1"/>
                </a:solidFill>
              </a:rPr>
              <a:t>               now on Azure </a:t>
            </a:r>
          </a:p>
        </p:txBody>
      </p:sp>
      <p:pic>
        <p:nvPicPr>
          <p:cNvPr id="12" name="Picture 1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376032" y="402276"/>
            <a:ext cx="1923666" cy="620682"/>
          </a:xfrm>
          <a:prstGeom prst="rect">
            <a:avLst/>
          </a:prstGeom>
        </p:spPr>
      </p:pic>
      <p:pic>
        <p:nvPicPr>
          <p:cNvPr id="3" name="Picture 2"/>
          <p:cNvPicPr>
            <a:picLocks noChangeAspect="1"/>
          </p:cNvPicPr>
          <p:nvPr/>
        </p:nvPicPr>
        <p:blipFill>
          <a:blip r:embed="rId4"/>
          <a:stretch>
            <a:fillRect/>
          </a:stretch>
        </p:blipFill>
        <p:spPr>
          <a:xfrm>
            <a:off x="1404258" y="1407522"/>
            <a:ext cx="8239616" cy="5149760"/>
          </a:xfrm>
          <a:prstGeom prst="rect">
            <a:avLst/>
          </a:prstGeom>
        </p:spPr>
      </p:pic>
    </p:spTree>
    <p:extLst>
      <p:ext uri="{BB962C8B-B14F-4D97-AF65-F5344CB8AC3E}">
        <p14:creationId xmlns:p14="http://schemas.microsoft.com/office/powerpoint/2010/main" val="41379643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3" name="Group 52"/>
          <p:cNvGrpSpPr/>
          <p:nvPr/>
        </p:nvGrpSpPr>
        <p:grpSpPr>
          <a:xfrm>
            <a:off x="8099658" y="1302458"/>
            <a:ext cx="3582888" cy="5167553"/>
            <a:chOff x="6075135" y="828676"/>
            <a:chExt cx="2687866" cy="3876674"/>
          </a:xfrm>
        </p:grpSpPr>
        <p:sp>
          <p:nvSpPr>
            <p:cNvPr id="5" name="Rectangle 4"/>
            <p:cNvSpPr/>
            <p:nvPr/>
          </p:nvSpPr>
          <p:spPr bwMode="auto">
            <a:xfrm>
              <a:off x="6075135" y="828676"/>
              <a:ext cx="2687866" cy="752474"/>
            </a:xfrm>
            <a:prstGeom prst="rect">
              <a:avLst/>
            </a:prstGeom>
            <a:solidFill>
              <a:schemeClr val="tx2"/>
            </a:solidFill>
            <a:ln w="9525" cap="flat" cmpd="sng" algn="ctr">
              <a:noFill/>
              <a:prstDash val="solid"/>
              <a:headEnd type="none" w="med" len="med"/>
              <a:tailEnd type="none" w="med" len="med"/>
            </a:ln>
            <a:effectLst/>
          </p:spPr>
          <p:txBody>
            <a:bodyPr vert="horz" wrap="square" lIns="243777" tIns="60944" rIns="121888" bIns="60944" numCol="1" rtlCol="0" anchor="ctr" anchorCtr="0" compatLnSpc="1">
              <a:prstTxWarp prst="textNoShape">
                <a:avLst/>
              </a:prstTxWarp>
            </a:bodyPr>
            <a:lstStyle/>
            <a:p>
              <a:pPr algn="ctr">
                <a:lnSpc>
                  <a:spcPct val="90000"/>
                </a:lnSpc>
                <a:buSzPct val="90000"/>
                <a:defRPr/>
              </a:pPr>
              <a:r>
                <a:rPr lang="en-US" sz="2933" kern="0" dirty="0">
                  <a:gradFill>
                    <a:gsLst>
                      <a:gs pos="85000">
                        <a:srgbClr val="FFFFFF"/>
                      </a:gs>
                      <a:gs pos="0">
                        <a:srgbClr val="FFFFFF"/>
                      </a:gs>
                    </a:gsLst>
                    <a:lin ang="5400000" scaled="0"/>
                  </a:gradFill>
                  <a:latin typeface="Segoe UI Light" pitchFamily="34" charset="0"/>
                  <a:ea typeface="Segoe UI" pitchFamily="34" charset="0"/>
                  <a:cs typeface="Segoe UI" pitchFamily="34" charset="0"/>
                </a:rPr>
                <a:t>New Disk Persisted in Storage</a:t>
              </a:r>
            </a:p>
          </p:txBody>
        </p:sp>
        <p:sp>
          <p:nvSpPr>
            <p:cNvPr id="9" name="Rectangle 8"/>
            <p:cNvSpPr/>
            <p:nvPr/>
          </p:nvSpPr>
          <p:spPr bwMode="auto">
            <a:xfrm>
              <a:off x="6079210" y="1581150"/>
              <a:ext cx="2683791" cy="3124200"/>
            </a:xfrm>
            <a:prstGeom prst="rect">
              <a:avLst/>
            </a:prstGeom>
            <a:solidFill>
              <a:schemeClr val="accent6">
                <a:lumMod val="20000"/>
                <a:lumOff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121883" tIns="60941" rIns="121883" bIns="60941" numCol="1" rtlCol="0" anchor="ctr" anchorCtr="0" compatLnSpc="1">
              <a:prstTxWarp prst="textNoShape">
                <a:avLst/>
              </a:prstTxWarp>
            </a:bodyPr>
            <a:lstStyle/>
            <a:p>
              <a:pPr algn="ctr" defTabSz="1218291" fontAlgn="base">
                <a:spcBef>
                  <a:spcPct val="0"/>
                </a:spcBef>
                <a:spcAft>
                  <a:spcPct val="0"/>
                </a:spcAft>
              </a:pPr>
              <a:endParaRPr lang="en-US" sz="2933" dirty="0">
                <a:gradFill>
                  <a:gsLst>
                    <a:gs pos="0">
                      <a:srgbClr val="FFFFFF"/>
                    </a:gs>
                    <a:gs pos="100000">
                      <a:srgbClr val="FFFFFF"/>
                    </a:gs>
                  </a:gsLst>
                  <a:lin ang="5400000" scaled="0"/>
                </a:gradFill>
              </a:endParaRPr>
            </a:p>
          </p:txBody>
        </p:sp>
        <p:sp>
          <p:nvSpPr>
            <p:cNvPr id="46" name="Freeform 128"/>
            <p:cNvSpPr>
              <a:spLocks noChangeAspect="1"/>
            </p:cNvSpPr>
            <p:nvPr/>
          </p:nvSpPr>
          <p:spPr bwMode="black">
            <a:xfrm>
              <a:off x="6172200" y="2469747"/>
              <a:ext cx="2438400" cy="1347007"/>
            </a:xfrm>
            <a:custGeom>
              <a:avLst/>
              <a:gdLst>
                <a:gd name="T0" fmla="*/ 396 w 509"/>
                <a:gd name="T1" fmla="*/ 281 h 281"/>
                <a:gd name="T2" fmla="*/ 57 w 509"/>
                <a:gd name="T3" fmla="*/ 281 h 281"/>
                <a:gd name="T4" fmla="*/ 0 w 509"/>
                <a:gd name="T5" fmla="*/ 223 h 281"/>
                <a:gd name="T6" fmla="*/ 43 w 509"/>
                <a:gd name="T7" fmla="*/ 168 h 281"/>
                <a:gd name="T8" fmla="*/ 110 w 509"/>
                <a:gd name="T9" fmla="*/ 116 h 281"/>
                <a:gd name="T10" fmla="*/ 232 w 509"/>
                <a:gd name="T11" fmla="*/ 0 h 281"/>
                <a:gd name="T12" fmla="*/ 343 w 509"/>
                <a:gd name="T13" fmla="*/ 70 h 281"/>
                <a:gd name="T14" fmla="*/ 396 w 509"/>
                <a:gd name="T15" fmla="*/ 56 h 281"/>
                <a:gd name="T16" fmla="*/ 509 w 509"/>
                <a:gd name="T17" fmla="*/ 169 h 281"/>
                <a:gd name="T18" fmla="*/ 396 w 509"/>
                <a:gd name="T19" fmla="*/ 281 h 2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09" h="281">
                  <a:moveTo>
                    <a:pt x="396" y="281"/>
                  </a:moveTo>
                  <a:cubicBezTo>
                    <a:pt x="57" y="281"/>
                    <a:pt x="57" y="281"/>
                    <a:pt x="57" y="281"/>
                  </a:cubicBezTo>
                  <a:cubicBezTo>
                    <a:pt x="26" y="281"/>
                    <a:pt x="0" y="255"/>
                    <a:pt x="0" y="223"/>
                  </a:cubicBezTo>
                  <a:cubicBezTo>
                    <a:pt x="0" y="196"/>
                    <a:pt x="18" y="174"/>
                    <a:pt x="43" y="168"/>
                  </a:cubicBezTo>
                  <a:cubicBezTo>
                    <a:pt x="55" y="140"/>
                    <a:pt x="80" y="120"/>
                    <a:pt x="110" y="116"/>
                  </a:cubicBezTo>
                  <a:cubicBezTo>
                    <a:pt x="113" y="52"/>
                    <a:pt x="167" y="0"/>
                    <a:pt x="232" y="0"/>
                  </a:cubicBezTo>
                  <a:cubicBezTo>
                    <a:pt x="280" y="0"/>
                    <a:pt x="323" y="28"/>
                    <a:pt x="343" y="70"/>
                  </a:cubicBezTo>
                  <a:cubicBezTo>
                    <a:pt x="359" y="61"/>
                    <a:pt x="377" y="56"/>
                    <a:pt x="396" y="56"/>
                  </a:cubicBezTo>
                  <a:cubicBezTo>
                    <a:pt x="458" y="56"/>
                    <a:pt x="509" y="107"/>
                    <a:pt x="509" y="169"/>
                  </a:cubicBezTo>
                  <a:cubicBezTo>
                    <a:pt x="509" y="230"/>
                    <a:pt x="458" y="281"/>
                    <a:pt x="396" y="281"/>
                  </a:cubicBezTo>
                  <a:close/>
                </a:path>
              </a:pathLst>
            </a:custGeom>
            <a:solidFill>
              <a:srgbClr val="FFFFFF"/>
            </a:solidFill>
            <a:ln>
              <a:noFill/>
            </a:ln>
            <a:extLst/>
          </p:spPr>
          <p:txBody>
            <a:bodyPr vert="horz" wrap="square" lIns="121888" tIns="60944" rIns="121888" bIns="60944" numCol="1" anchor="t" anchorCtr="0" compatLnSpc="1">
              <a:prstTxWarp prst="textNoShape">
                <a:avLst/>
              </a:prstTxWarp>
            </a:bodyPr>
            <a:lstStyle/>
            <a:p>
              <a:endParaRPr lang="en-US" sz="3199" dirty="0"/>
            </a:p>
          </p:txBody>
        </p:sp>
        <p:sp>
          <p:nvSpPr>
            <p:cNvPr id="51" name="TextBox 50"/>
            <p:cNvSpPr txBox="1"/>
            <p:nvPr/>
          </p:nvSpPr>
          <p:spPr>
            <a:xfrm>
              <a:off x="6232386" y="3836252"/>
              <a:ext cx="2341770" cy="293168"/>
            </a:xfrm>
            <a:prstGeom prst="rect">
              <a:avLst/>
            </a:prstGeom>
            <a:noFill/>
            <a:ln w="9525" cap="flat" cmpd="sng" algn="ctr">
              <a:noFill/>
              <a:prstDash val="solid"/>
              <a:headEnd type="none" w="med" len="med"/>
              <a:tailEnd type="none" w="med" len="med"/>
            </a:ln>
            <a:effectLst/>
          </p:spPr>
          <p:txBody>
            <a:bodyPr vert="horz" wrap="square" lIns="0" tIns="0" rIns="0" bIns="0" numCol="1" rtlCol="0" anchor="ctr" anchorCtr="0" compatLnSpc="1">
              <a:prstTxWarp prst="textNoShape">
                <a:avLst/>
              </a:prstTxWarp>
              <a:noAutofit/>
            </a:bodyPr>
            <a:lstStyle>
              <a:defPPr>
                <a:defRPr lang="en-US"/>
              </a:defPPr>
              <a:lvl1pPr lvl="0">
                <a:lnSpc>
                  <a:spcPct val="90000"/>
                </a:lnSpc>
                <a:buSzPct val="90000"/>
                <a:defRPr sz="2200" kern="0">
                  <a:gradFill>
                    <a:gsLst>
                      <a:gs pos="85000">
                        <a:srgbClr val="FFFFFF"/>
                      </a:gs>
                      <a:gs pos="0">
                        <a:srgbClr val="FFFFFF"/>
                      </a:gs>
                    </a:gsLst>
                    <a:lin ang="5400000" scaled="0"/>
                  </a:gradFill>
                  <a:latin typeface="Segoe UI Light" pitchFamily="34" charset="0"/>
                  <a:ea typeface="Segoe UI" pitchFamily="34" charset="0"/>
                  <a:cs typeface="Segoe UI" pitchFamily="34" charset="0"/>
                </a:defRPr>
              </a:lvl1pPr>
            </a:lstStyle>
            <a:p>
              <a:r>
                <a:rPr lang="en-US" sz="2133" dirty="0">
                  <a:solidFill>
                    <a:schemeClr val="accent6">
                      <a:alpha val="99000"/>
                    </a:schemeClr>
                  </a:solidFill>
                  <a:latin typeface="+mn-lt"/>
                </a:rPr>
                <a:t>Cloud</a:t>
              </a:r>
            </a:p>
          </p:txBody>
        </p:sp>
      </p:grpSp>
      <p:sp>
        <p:nvSpPr>
          <p:cNvPr id="2" name="Title 1"/>
          <p:cNvSpPr>
            <a:spLocks noGrp="1"/>
          </p:cNvSpPr>
          <p:nvPr>
            <p:ph type="title" idx="4294967295"/>
          </p:nvPr>
        </p:nvSpPr>
        <p:spPr>
          <a:xfrm>
            <a:off x="509457" y="159194"/>
            <a:ext cx="11080750" cy="957263"/>
          </a:xfrm>
          <a:prstGeom prst="rect">
            <a:avLst/>
          </a:prstGeom>
        </p:spPr>
        <p:txBody>
          <a:bodyPr/>
          <a:lstStyle/>
          <a:p>
            <a:r>
              <a:rPr lang="en-US" dirty="0"/>
              <a:t>Provisioning VM</a:t>
            </a:r>
          </a:p>
        </p:txBody>
      </p:sp>
      <p:sp>
        <p:nvSpPr>
          <p:cNvPr id="4" name="Rectangle 3"/>
          <p:cNvSpPr/>
          <p:nvPr/>
        </p:nvSpPr>
        <p:spPr bwMode="auto">
          <a:xfrm>
            <a:off x="4310362" y="1302459"/>
            <a:ext cx="3582888" cy="1003037"/>
          </a:xfrm>
          <a:prstGeom prst="rect">
            <a:avLst/>
          </a:prstGeom>
          <a:solidFill>
            <a:schemeClr val="accent1"/>
          </a:solidFill>
          <a:ln w="9525" cap="flat" cmpd="sng" algn="ctr">
            <a:noFill/>
            <a:prstDash val="solid"/>
            <a:headEnd type="none" w="med" len="med"/>
            <a:tailEnd type="none" w="med" len="med"/>
          </a:ln>
          <a:effectLst/>
        </p:spPr>
        <p:txBody>
          <a:bodyPr vert="horz" wrap="square" lIns="243777" tIns="60944" rIns="121888" bIns="60944" numCol="1" rtlCol="0" anchor="ctr" anchorCtr="0" compatLnSpc="1">
            <a:prstTxWarp prst="textNoShape">
              <a:avLst/>
            </a:prstTxWarp>
          </a:bodyPr>
          <a:lstStyle/>
          <a:p>
            <a:pPr lvl="0" algn="ctr">
              <a:lnSpc>
                <a:spcPct val="90000"/>
              </a:lnSpc>
              <a:buSzPct val="90000"/>
              <a:defRPr/>
            </a:pPr>
            <a:r>
              <a:rPr lang="en-US" sz="2933" kern="0" dirty="0">
                <a:gradFill>
                  <a:gsLst>
                    <a:gs pos="85000">
                      <a:srgbClr val="FFFFFF"/>
                    </a:gs>
                    <a:gs pos="0">
                      <a:srgbClr val="FFFFFF"/>
                    </a:gs>
                  </a:gsLst>
                  <a:lin ang="5400000" scaled="0"/>
                </a:gradFill>
                <a:latin typeface="Segoe UI Light" pitchFamily="34" charset="0"/>
                <a:ea typeface="Segoe UI" pitchFamily="34" charset="0"/>
                <a:cs typeface="Segoe UI" pitchFamily="34" charset="0"/>
              </a:rPr>
              <a:t>Select Image </a:t>
            </a:r>
            <a:br>
              <a:rPr lang="en-US" sz="2933" kern="0" dirty="0">
                <a:gradFill>
                  <a:gsLst>
                    <a:gs pos="85000">
                      <a:srgbClr val="FFFFFF"/>
                    </a:gs>
                    <a:gs pos="0">
                      <a:srgbClr val="FFFFFF"/>
                    </a:gs>
                  </a:gsLst>
                  <a:lin ang="5400000" scaled="0"/>
                </a:gradFill>
                <a:latin typeface="Segoe UI Light" pitchFamily="34" charset="0"/>
                <a:ea typeface="Segoe UI" pitchFamily="34" charset="0"/>
                <a:cs typeface="Segoe UI" pitchFamily="34" charset="0"/>
              </a:rPr>
            </a:br>
            <a:r>
              <a:rPr lang="en-US" sz="2933" kern="0" dirty="0">
                <a:gradFill>
                  <a:gsLst>
                    <a:gs pos="85000">
                      <a:srgbClr val="FFFFFF"/>
                    </a:gs>
                    <a:gs pos="0">
                      <a:srgbClr val="FFFFFF"/>
                    </a:gs>
                  </a:gsLst>
                  <a:lin ang="5400000" scaled="0"/>
                </a:gradFill>
                <a:latin typeface="Segoe UI Light" pitchFamily="34" charset="0"/>
                <a:ea typeface="Segoe UI" pitchFamily="34" charset="0"/>
                <a:cs typeface="Segoe UI" pitchFamily="34" charset="0"/>
              </a:rPr>
              <a:t>and VM Size</a:t>
            </a:r>
          </a:p>
        </p:txBody>
      </p:sp>
      <p:sp>
        <p:nvSpPr>
          <p:cNvPr id="8" name="Rectangle 7"/>
          <p:cNvSpPr/>
          <p:nvPr/>
        </p:nvSpPr>
        <p:spPr bwMode="auto">
          <a:xfrm>
            <a:off x="4309990" y="2305496"/>
            <a:ext cx="3577456" cy="4164515"/>
          </a:xfrm>
          <a:prstGeom prst="rect">
            <a:avLst/>
          </a:prstGeom>
          <a:solidFill>
            <a:schemeClr val="tx2">
              <a:lumMod val="20000"/>
              <a:lumOff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121883" tIns="60941" rIns="121883" bIns="60941" numCol="1" rtlCol="0" anchor="ctr" anchorCtr="0" compatLnSpc="1">
            <a:prstTxWarp prst="textNoShape">
              <a:avLst/>
            </a:prstTxWarp>
          </a:bodyPr>
          <a:lstStyle/>
          <a:p>
            <a:pPr algn="ctr" defTabSz="1218291" fontAlgn="base">
              <a:spcBef>
                <a:spcPct val="0"/>
              </a:spcBef>
              <a:spcAft>
                <a:spcPct val="0"/>
              </a:spcAft>
            </a:pPr>
            <a:endParaRPr lang="en-US" sz="2933" dirty="0">
              <a:gradFill>
                <a:gsLst>
                  <a:gs pos="0">
                    <a:srgbClr val="FFFFFF"/>
                  </a:gs>
                  <a:gs pos="100000">
                    <a:srgbClr val="FFFFFF"/>
                  </a:gs>
                </a:gsLst>
                <a:lin ang="5400000" scaled="0"/>
              </a:gradFill>
            </a:endParaRPr>
          </a:p>
        </p:txBody>
      </p:sp>
      <p:grpSp>
        <p:nvGrpSpPr>
          <p:cNvPr id="44" name="Group 43"/>
          <p:cNvGrpSpPr/>
          <p:nvPr/>
        </p:nvGrpSpPr>
        <p:grpSpPr>
          <a:xfrm>
            <a:off x="509457" y="1302458"/>
            <a:ext cx="3582888" cy="5167553"/>
            <a:chOff x="381001" y="828676"/>
            <a:chExt cx="2687866" cy="3876674"/>
          </a:xfrm>
        </p:grpSpPr>
        <p:sp>
          <p:nvSpPr>
            <p:cNvPr id="3" name="Rectangle 2"/>
            <p:cNvSpPr/>
            <p:nvPr/>
          </p:nvSpPr>
          <p:spPr bwMode="auto">
            <a:xfrm>
              <a:off x="381001" y="828676"/>
              <a:ext cx="2687866" cy="752474"/>
            </a:xfrm>
            <a:prstGeom prst="rect">
              <a:avLst/>
            </a:prstGeom>
            <a:solidFill>
              <a:schemeClr val="accent3"/>
            </a:solidFill>
            <a:ln w="9525" cap="flat" cmpd="sng" algn="ctr">
              <a:noFill/>
              <a:prstDash val="solid"/>
              <a:headEnd type="none" w="med" len="med"/>
              <a:tailEnd type="none" w="med" len="med"/>
            </a:ln>
            <a:effectLst/>
          </p:spPr>
          <p:txBody>
            <a:bodyPr vert="horz" wrap="square" lIns="243777" tIns="60944" rIns="121888" bIns="60944" numCol="1" rtlCol="0" anchor="ctr" anchorCtr="0" compatLnSpc="1">
              <a:prstTxWarp prst="textNoShape">
                <a:avLst/>
              </a:prstTxWarp>
            </a:bodyPr>
            <a:lstStyle/>
            <a:p>
              <a:pPr lvl="0" algn="ctr">
                <a:lnSpc>
                  <a:spcPct val="90000"/>
                </a:lnSpc>
                <a:buSzPct val="90000"/>
                <a:defRPr/>
              </a:pPr>
              <a:r>
                <a:rPr lang="en-US" sz="2933" kern="0" dirty="0">
                  <a:gradFill>
                    <a:gsLst>
                      <a:gs pos="85000">
                        <a:srgbClr val="FFFFFF"/>
                      </a:gs>
                      <a:gs pos="0">
                        <a:srgbClr val="FFFFFF"/>
                      </a:gs>
                    </a:gsLst>
                    <a:lin ang="5400000" scaled="0"/>
                  </a:gradFill>
                  <a:latin typeface="Segoe UI Light" pitchFamily="34" charset="0"/>
                  <a:ea typeface="Segoe UI" pitchFamily="34" charset="0"/>
                  <a:cs typeface="Segoe UI" pitchFamily="34" charset="0"/>
                </a:rPr>
                <a:t>Getting Started</a:t>
              </a:r>
            </a:p>
          </p:txBody>
        </p:sp>
        <p:sp>
          <p:nvSpPr>
            <p:cNvPr id="7" name="Rectangle 6"/>
            <p:cNvSpPr/>
            <p:nvPr/>
          </p:nvSpPr>
          <p:spPr bwMode="auto">
            <a:xfrm>
              <a:off x="385076" y="1581150"/>
              <a:ext cx="2683791" cy="3124200"/>
            </a:xfrm>
            <a:prstGeom prst="rect">
              <a:avLst/>
            </a:prstGeom>
            <a:solidFill>
              <a:schemeClr val="accent4">
                <a:lumMod val="20000"/>
                <a:lumOff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121883" tIns="60941" rIns="121883" bIns="60941" numCol="1" rtlCol="0" anchor="ctr" anchorCtr="0" compatLnSpc="1">
              <a:prstTxWarp prst="textNoShape">
                <a:avLst/>
              </a:prstTxWarp>
            </a:bodyPr>
            <a:lstStyle/>
            <a:p>
              <a:pPr algn="ctr" defTabSz="1218291" fontAlgn="base">
                <a:spcBef>
                  <a:spcPct val="0"/>
                </a:spcBef>
                <a:spcAft>
                  <a:spcPct val="0"/>
                </a:spcAft>
              </a:pPr>
              <a:endParaRPr lang="en-US" sz="2933" dirty="0">
                <a:gradFill>
                  <a:gsLst>
                    <a:gs pos="0">
                      <a:srgbClr val="FFFFFF"/>
                    </a:gs>
                    <a:gs pos="100000">
                      <a:srgbClr val="FFFFFF"/>
                    </a:gs>
                  </a:gsLst>
                  <a:lin ang="5400000" scaled="0"/>
                </a:gradFill>
              </a:endParaRPr>
            </a:p>
          </p:txBody>
        </p:sp>
        <p:grpSp>
          <p:nvGrpSpPr>
            <p:cNvPr id="43" name="Group 42"/>
            <p:cNvGrpSpPr/>
            <p:nvPr/>
          </p:nvGrpSpPr>
          <p:grpSpPr>
            <a:xfrm>
              <a:off x="469671" y="1675058"/>
              <a:ext cx="2514600" cy="818903"/>
              <a:chOff x="469671" y="1675058"/>
              <a:chExt cx="2514600" cy="818903"/>
            </a:xfrm>
          </p:grpSpPr>
          <p:grpSp>
            <p:nvGrpSpPr>
              <p:cNvPr id="32" name="Group 31"/>
              <p:cNvGrpSpPr/>
              <p:nvPr/>
            </p:nvGrpSpPr>
            <p:grpSpPr>
              <a:xfrm>
                <a:off x="1420483" y="1675058"/>
                <a:ext cx="612976" cy="515692"/>
                <a:chOff x="1447800" y="1796832"/>
                <a:chExt cx="990599" cy="833383"/>
              </a:xfrm>
            </p:grpSpPr>
            <p:pic>
              <p:nvPicPr>
                <p:cNvPr id="6147" name="Picture 3"/>
                <p:cNvPicPr>
                  <a:picLocks noChangeAspect="1" noChangeArrowheads="1"/>
                </p:cNvPicPr>
                <p:nvPr/>
              </p:nvPicPr>
              <p:blipFill rotWithShape="1">
                <a:blip r:embed="rId3" cstate="print">
                  <a:duotone>
                    <a:schemeClr val="accent4">
                      <a:shade val="45000"/>
                      <a:satMod val="135000"/>
                    </a:schemeClr>
                    <a:prstClr val="white"/>
                  </a:duotone>
                  <a:extLst>
                    <a:ext uri="{28A0092B-C50C-407E-A947-70E740481C1C}">
                      <a14:useLocalDpi xmlns:a14="http://schemas.microsoft.com/office/drawing/2010/main" val="0"/>
                    </a:ext>
                  </a:extLst>
                </a:blip>
                <a:srcRect r="28326"/>
                <a:stretch/>
              </p:blipFill>
              <p:spPr bwMode="auto">
                <a:xfrm>
                  <a:off x="1447800" y="1796832"/>
                  <a:ext cx="990599" cy="8333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6" name="Freeform 10"/>
                <p:cNvSpPr>
                  <a:spLocks noEditPoints="1"/>
                </p:cNvSpPr>
                <p:nvPr/>
              </p:nvSpPr>
              <p:spPr bwMode="black">
                <a:xfrm>
                  <a:off x="1639899" y="1962150"/>
                  <a:ext cx="606400" cy="362999"/>
                </a:xfrm>
                <a:custGeom>
                  <a:avLst/>
                  <a:gdLst>
                    <a:gd name="T0" fmla="*/ 401 w 672"/>
                    <a:gd name="T1" fmla="*/ 114 h 402"/>
                    <a:gd name="T2" fmla="*/ 545 w 672"/>
                    <a:gd name="T3" fmla="*/ 258 h 402"/>
                    <a:gd name="T4" fmla="*/ 401 w 672"/>
                    <a:gd name="T5" fmla="*/ 402 h 402"/>
                    <a:gd name="T6" fmla="*/ 401 w 672"/>
                    <a:gd name="T7" fmla="*/ 402 h 402"/>
                    <a:gd name="T8" fmla="*/ 401 w 672"/>
                    <a:gd name="T9" fmla="*/ 402 h 402"/>
                    <a:gd name="T10" fmla="*/ 96 w 672"/>
                    <a:gd name="T11" fmla="*/ 402 h 402"/>
                    <a:gd name="T12" fmla="*/ 96 w 672"/>
                    <a:gd name="T13" fmla="*/ 402 h 402"/>
                    <a:gd name="T14" fmla="*/ 90 w 672"/>
                    <a:gd name="T15" fmla="*/ 402 h 402"/>
                    <a:gd name="T16" fmla="*/ 90 w 672"/>
                    <a:gd name="T17" fmla="*/ 402 h 402"/>
                    <a:gd name="T18" fmla="*/ 89 w 672"/>
                    <a:gd name="T19" fmla="*/ 402 h 402"/>
                    <a:gd name="T20" fmla="*/ 0 w 672"/>
                    <a:gd name="T21" fmla="*/ 314 h 402"/>
                    <a:gd name="T22" fmla="*/ 89 w 672"/>
                    <a:gd name="T23" fmla="*/ 225 h 402"/>
                    <a:gd name="T24" fmla="*/ 124 w 672"/>
                    <a:gd name="T25" fmla="*/ 233 h 402"/>
                    <a:gd name="T26" fmla="*/ 226 w 672"/>
                    <a:gd name="T27" fmla="*/ 171 h 402"/>
                    <a:gd name="T28" fmla="*/ 278 w 672"/>
                    <a:gd name="T29" fmla="*/ 184 h 402"/>
                    <a:gd name="T30" fmla="*/ 401 w 672"/>
                    <a:gd name="T31" fmla="*/ 114 h 402"/>
                    <a:gd name="T32" fmla="*/ 544 w 672"/>
                    <a:gd name="T33" fmla="*/ 0 h 402"/>
                    <a:gd name="T34" fmla="*/ 672 w 672"/>
                    <a:gd name="T35" fmla="*/ 128 h 402"/>
                    <a:gd name="T36" fmla="*/ 557 w 672"/>
                    <a:gd name="T37" fmla="*/ 255 h 402"/>
                    <a:gd name="T38" fmla="*/ 557 w 672"/>
                    <a:gd name="T39" fmla="*/ 253 h 402"/>
                    <a:gd name="T40" fmla="*/ 403 w 672"/>
                    <a:gd name="T41" fmla="*/ 100 h 402"/>
                    <a:gd name="T42" fmla="*/ 273 w 672"/>
                    <a:gd name="T43" fmla="*/ 171 h 402"/>
                    <a:gd name="T44" fmla="*/ 229 w 672"/>
                    <a:gd name="T45" fmla="*/ 159 h 402"/>
                    <a:gd name="T46" fmla="*/ 192 w 672"/>
                    <a:gd name="T47" fmla="*/ 168 h 402"/>
                    <a:gd name="T48" fmla="*/ 265 w 672"/>
                    <a:gd name="T49" fmla="*/ 104 h 402"/>
                    <a:gd name="T50" fmla="*/ 295 w 672"/>
                    <a:gd name="T51" fmla="*/ 111 h 402"/>
                    <a:gd name="T52" fmla="*/ 387 w 672"/>
                    <a:gd name="T53" fmla="*/ 53 h 402"/>
                    <a:gd name="T54" fmla="*/ 433 w 672"/>
                    <a:gd name="T55" fmla="*/ 65 h 402"/>
                    <a:gd name="T56" fmla="*/ 544 w 672"/>
                    <a:gd name="T57" fmla="*/ 0 h 4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672" h="402">
                      <a:moveTo>
                        <a:pt x="401" y="114"/>
                      </a:moveTo>
                      <a:cubicBezTo>
                        <a:pt x="481" y="114"/>
                        <a:pt x="545" y="178"/>
                        <a:pt x="545" y="258"/>
                      </a:cubicBezTo>
                      <a:cubicBezTo>
                        <a:pt x="545" y="338"/>
                        <a:pt x="481" y="402"/>
                        <a:pt x="401" y="402"/>
                      </a:cubicBezTo>
                      <a:cubicBezTo>
                        <a:pt x="401" y="402"/>
                        <a:pt x="401" y="402"/>
                        <a:pt x="401" y="402"/>
                      </a:cubicBezTo>
                      <a:cubicBezTo>
                        <a:pt x="401" y="402"/>
                        <a:pt x="401" y="402"/>
                        <a:pt x="401" y="402"/>
                      </a:cubicBezTo>
                      <a:cubicBezTo>
                        <a:pt x="96" y="402"/>
                        <a:pt x="96" y="402"/>
                        <a:pt x="96" y="402"/>
                      </a:cubicBezTo>
                      <a:cubicBezTo>
                        <a:pt x="96" y="402"/>
                        <a:pt x="96" y="402"/>
                        <a:pt x="96" y="402"/>
                      </a:cubicBezTo>
                      <a:cubicBezTo>
                        <a:pt x="90" y="402"/>
                        <a:pt x="90" y="402"/>
                        <a:pt x="90" y="402"/>
                      </a:cubicBezTo>
                      <a:cubicBezTo>
                        <a:pt x="90" y="402"/>
                        <a:pt x="90" y="402"/>
                        <a:pt x="90" y="402"/>
                      </a:cubicBezTo>
                      <a:cubicBezTo>
                        <a:pt x="90" y="402"/>
                        <a:pt x="89" y="402"/>
                        <a:pt x="89" y="402"/>
                      </a:cubicBezTo>
                      <a:cubicBezTo>
                        <a:pt x="40" y="402"/>
                        <a:pt x="0" y="363"/>
                        <a:pt x="0" y="314"/>
                      </a:cubicBezTo>
                      <a:cubicBezTo>
                        <a:pt x="0" y="265"/>
                        <a:pt x="40" y="225"/>
                        <a:pt x="89" y="225"/>
                      </a:cubicBezTo>
                      <a:cubicBezTo>
                        <a:pt x="102" y="225"/>
                        <a:pt x="114" y="228"/>
                        <a:pt x="124" y="233"/>
                      </a:cubicBezTo>
                      <a:cubicBezTo>
                        <a:pt x="143" y="196"/>
                        <a:pt x="181" y="171"/>
                        <a:pt x="226" y="171"/>
                      </a:cubicBezTo>
                      <a:cubicBezTo>
                        <a:pt x="244" y="171"/>
                        <a:pt x="262" y="176"/>
                        <a:pt x="278" y="184"/>
                      </a:cubicBezTo>
                      <a:cubicBezTo>
                        <a:pt x="303" y="142"/>
                        <a:pt x="349" y="114"/>
                        <a:pt x="401" y="114"/>
                      </a:cubicBezTo>
                      <a:close/>
                      <a:moveTo>
                        <a:pt x="544" y="0"/>
                      </a:moveTo>
                      <a:cubicBezTo>
                        <a:pt x="615" y="0"/>
                        <a:pt x="672" y="57"/>
                        <a:pt x="672" y="128"/>
                      </a:cubicBezTo>
                      <a:cubicBezTo>
                        <a:pt x="672" y="194"/>
                        <a:pt x="622" y="249"/>
                        <a:pt x="557" y="255"/>
                      </a:cubicBezTo>
                      <a:cubicBezTo>
                        <a:pt x="557" y="253"/>
                        <a:pt x="557" y="253"/>
                        <a:pt x="557" y="253"/>
                      </a:cubicBezTo>
                      <a:cubicBezTo>
                        <a:pt x="557" y="168"/>
                        <a:pt x="488" y="100"/>
                        <a:pt x="403" y="100"/>
                      </a:cubicBezTo>
                      <a:cubicBezTo>
                        <a:pt x="348" y="100"/>
                        <a:pt x="300" y="128"/>
                        <a:pt x="273" y="171"/>
                      </a:cubicBezTo>
                      <a:cubicBezTo>
                        <a:pt x="260" y="163"/>
                        <a:pt x="245" y="159"/>
                        <a:pt x="229" y="159"/>
                      </a:cubicBezTo>
                      <a:cubicBezTo>
                        <a:pt x="216" y="159"/>
                        <a:pt x="203" y="162"/>
                        <a:pt x="192" y="168"/>
                      </a:cubicBezTo>
                      <a:cubicBezTo>
                        <a:pt x="196" y="132"/>
                        <a:pt x="227" y="104"/>
                        <a:pt x="265" y="104"/>
                      </a:cubicBezTo>
                      <a:cubicBezTo>
                        <a:pt x="275" y="104"/>
                        <a:pt x="286" y="106"/>
                        <a:pt x="295" y="111"/>
                      </a:cubicBezTo>
                      <a:cubicBezTo>
                        <a:pt x="311" y="77"/>
                        <a:pt x="346" y="53"/>
                        <a:pt x="387" y="53"/>
                      </a:cubicBezTo>
                      <a:cubicBezTo>
                        <a:pt x="403" y="53"/>
                        <a:pt x="419" y="57"/>
                        <a:pt x="433" y="65"/>
                      </a:cubicBezTo>
                      <a:cubicBezTo>
                        <a:pt x="455" y="26"/>
                        <a:pt x="496" y="0"/>
                        <a:pt x="544" y="0"/>
                      </a:cubicBezTo>
                      <a:close/>
                    </a:path>
                  </a:pathLst>
                </a:custGeom>
                <a:solidFill>
                  <a:schemeClr val="accent4"/>
                </a:solidFill>
                <a:ln>
                  <a:noFill/>
                </a:ln>
                <a:extLst/>
              </p:spPr>
              <p:txBody>
                <a:bodyPr vert="horz" wrap="square" lIns="121888" tIns="60944" rIns="121888" bIns="60944" numCol="1" anchor="t" anchorCtr="0" compatLnSpc="1">
                  <a:prstTxWarp prst="textNoShape">
                    <a:avLst/>
                  </a:prstTxWarp>
                </a:bodyPr>
                <a:lstStyle/>
                <a:p>
                  <a:endParaRPr lang="en-US" sz="3199" dirty="0"/>
                </a:p>
              </p:txBody>
            </p:sp>
          </p:grpSp>
          <p:sp>
            <p:nvSpPr>
              <p:cNvPr id="38" name="TextBox 37"/>
              <p:cNvSpPr txBox="1"/>
              <p:nvPr/>
            </p:nvSpPr>
            <p:spPr>
              <a:xfrm>
                <a:off x="469671" y="2200793"/>
                <a:ext cx="2514600" cy="293168"/>
              </a:xfrm>
              <a:prstGeom prst="rect">
                <a:avLst/>
              </a:prstGeom>
              <a:noFill/>
              <a:ln w="9525" cap="flat" cmpd="sng" algn="ctr">
                <a:noFill/>
                <a:prstDash val="solid"/>
                <a:headEnd type="none" w="med" len="med"/>
                <a:tailEnd type="none" w="med" len="med"/>
              </a:ln>
              <a:effectLst/>
            </p:spPr>
            <p:txBody>
              <a:bodyPr vert="horz" wrap="square" lIns="0" tIns="0" rIns="0" bIns="0" numCol="1" rtlCol="0" anchor="ctr" anchorCtr="0" compatLnSpc="1">
                <a:prstTxWarp prst="textNoShape">
                  <a:avLst/>
                </a:prstTxWarp>
                <a:noAutofit/>
              </a:bodyPr>
              <a:lstStyle>
                <a:defPPr>
                  <a:defRPr lang="en-US"/>
                </a:defPPr>
                <a:lvl1pPr lvl="0">
                  <a:lnSpc>
                    <a:spcPct val="90000"/>
                  </a:lnSpc>
                  <a:buSzPct val="90000"/>
                  <a:defRPr sz="2200" kern="0">
                    <a:gradFill>
                      <a:gsLst>
                        <a:gs pos="85000">
                          <a:srgbClr val="FFFFFF"/>
                        </a:gs>
                        <a:gs pos="0">
                          <a:srgbClr val="FFFFFF"/>
                        </a:gs>
                      </a:gsLst>
                      <a:lin ang="5400000" scaled="0"/>
                    </a:gradFill>
                    <a:latin typeface="Segoe UI Light" pitchFamily="34" charset="0"/>
                    <a:ea typeface="Segoe UI" pitchFamily="34" charset="0"/>
                    <a:cs typeface="Segoe UI" pitchFamily="34" charset="0"/>
                  </a:defRPr>
                </a:lvl1pPr>
              </a:lstStyle>
              <a:p>
                <a:pPr algn="ctr"/>
                <a:r>
                  <a:rPr lang="en-US" sz="2133" dirty="0">
                    <a:solidFill>
                      <a:schemeClr val="tx2">
                        <a:alpha val="99000"/>
                      </a:schemeClr>
                    </a:solidFill>
                    <a:latin typeface="+mn-lt"/>
                  </a:rPr>
                  <a:t>Management Portal</a:t>
                </a:r>
              </a:p>
            </p:txBody>
          </p:sp>
        </p:grpSp>
        <p:grpSp>
          <p:nvGrpSpPr>
            <p:cNvPr id="37" name="Group 36"/>
            <p:cNvGrpSpPr/>
            <p:nvPr/>
          </p:nvGrpSpPr>
          <p:grpSpPr>
            <a:xfrm>
              <a:off x="486561" y="2802831"/>
              <a:ext cx="2514600" cy="822285"/>
              <a:chOff x="486561" y="2842012"/>
              <a:chExt cx="2514600" cy="822285"/>
            </a:xfrm>
          </p:grpSpPr>
          <p:sp>
            <p:nvSpPr>
              <p:cNvPr id="35" name="Rectangle 34"/>
              <p:cNvSpPr/>
              <p:nvPr/>
            </p:nvSpPr>
            <p:spPr bwMode="auto">
              <a:xfrm>
                <a:off x="1503570" y="2842012"/>
                <a:ext cx="446804" cy="446804"/>
              </a:xfrm>
              <a:prstGeom prst="rect">
                <a:avLst/>
              </a:prstGeom>
              <a:solidFill>
                <a:schemeClr val="accent4"/>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0" tIns="0" rIns="0" bIns="0" numCol="1" rtlCol="0" anchor="ctr" anchorCtr="0" compatLnSpc="1">
                <a:prstTxWarp prst="textNoShape">
                  <a:avLst/>
                </a:prstTxWarp>
              </a:bodyPr>
              <a:lstStyle/>
              <a:p>
                <a:pPr algn="ctr" defTabSz="1218291" fontAlgn="base">
                  <a:spcBef>
                    <a:spcPct val="0"/>
                  </a:spcBef>
                  <a:spcAft>
                    <a:spcPct val="0"/>
                  </a:spcAft>
                </a:pPr>
                <a:r>
                  <a:rPr lang="en-US" sz="3732" dirty="0">
                    <a:solidFill>
                      <a:schemeClr val="accent4">
                        <a:lumMod val="20000"/>
                        <a:lumOff val="80000"/>
                      </a:schemeClr>
                    </a:solidFill>
                  </a:rPr>
                  <a:t>&gt;_</a:t>
                </a:r>
              </a:p>
            </p:txBody>
          </p:sp>
          <p:sp>
            <p:nvSpPr>
              <p:cNvPr id="40" name="TextBox 39"/>
              <p:cNvSpPr txBox="1"/>
              <p:nvPr/>
            </p:nvSpPr>
            <p:spPr>
              <a:xfrm>
                <a:off x="486561" y="3371129"/>
                <a:ext cx="2514600" cy="293168"/>
              </a:xfrm>
              <a:prstGeom prst="rect">
                <a:avLst/>
              </a:prstGeom>
              <a:noFill/>
              <a:ln w="9525" cap="flat" cmpd="sng" algn="ctr">
                <a:noFill/>
                <a:prstDash val="solid"/>
                <a:headEnd type="none" w="med" len="med"/>
                <a:tailEnd type="none" w="med" len="med"/>
              </a:ln>
              <a:effectLst/>
            </p:spPr>
            <p:txBody>
              <a:bodyPr vert="horz" wrap="square" lIns="0" tIns="0" rIns="0" bIns="0" numCol="1" rtlCol="0" anchor="ctr" anchorCtr="0" compatLnSpc="1">
                <a:prstTxWarp prst="textNoShape">
                  <a:avLst/>
                </a:prstTxWarp>
                <a:noAutofit/>
              </a:bodyPr>
              <a:lstStyle>
                <a:defPPr>
                  <a:defRPr lang="en-US"/>
                </a:defPPr>
                <a:lvl1pPr lvl="0">
                  <a:lnSpc>
                    <a:spcPct val="90000"/>
                  </a:lnSpc>
                  <a:buSzPct val="90000"/>
                  <a:defRPr sz="2200" kern="0">
                    <a:gradFill>
                      <a:gsLst>
                        <a:gs pos="85000">
                          <a:srgbClr val="FFFFFF"/>
                        </a:gs>
                        <a:gs pos="0">
                          <a:srgbClr val="FFFFFF"/>
                        </a:gs>
                      </a:gsLst>
                      <a:lin ang="5400000" scaled="0"/>
                    </a:gradFill>
                    <a:latin typeface="Segoe UI Light" pitchFamily="34" charset="0"/>
                    <a:ea typeface="Segoe UI" pitchFamily="34" charset="0"/>
                    <a:cs typeface="Segoe UI" pitchFamily="34" charset="0"/>
                  </a:defRPr>
                </a:lvl1pPr>
              </a:lstStyle>
              <a:p>
                <a:pPr algn="ctr"/>
                <a:r>
                  <a:rPr lang="en-US" sz="2133" dirty="0">
                    <a:solidFill>
                      <a:schemeClr val="tx2">
                        <a:alpha val="99000"/>
                      </a:schemeClr>
                    </a:solidFill>
                    <a:latin typeface="+mn-lt"/>
                  </a:rPr>
                  <a:t>Scripting </a:t>
                </a:r>
              </a:p>
              <a:p>
                <a:pPr algn="ctr"/>
                <a:r>
                  <a:rPr lang="en-US" sz="1600" dirty="0">
                    <a:solidFill>
                      <a:schemeClr val="tx2">
                        <a:alpha val="99000"/>
                      </a:schemeClr>
                    </a:solidFill>
                    <a:latin typeface="+mn-lt"/>
                  </a:rPr>
                  <a:t>(Windows, Linux and Mac) </a:t>
                </a:r>
              </a:p>
            </p:txBody>
          </p:sp>
        </p:grpSp>
        <p:grpSp>
          <p:nvGrpSpPr>
            <p:cNvPr id="39" name="Group 38"/>
            <p:cNvGrpSpPr/>
            <p:nvPr/>
          </p:nvGrpSpPr>
          <p:grpSpPr>
            <a:xfrm>
              <a:off x="490300" y="3933987"/>
              <a:ext cx="2514600" cy="723863"/>
              <a:chOff x="490300" y="3933987"/>
              <a:chExt cx="2514600" cy="723863"/>
            </a:xfrm>
          </p:grpSpPr>
          <p:sp>
            <p:nvSpPr>
              <p:cNvPr id="41" name="Freeform 87"/>
              <p:cNvSpPr>
                <a:spLocks noEditPoints="1"/>
              </p:cNvSpPr>
              <p:nvPr/>
            </p:nvSpPr>
            <p:spPr bwMode="black">
              <a:xfrm>
                <a:off x="1507374" y="3933987"/>
                <a:ext cx="480452" cy="390866"/>
              </a:xfrm>
              <a:custGeom>
                <a:avLst/>
                <a:gdLst>
                  <a:gd name="T0" fmla="*/ 478 w 667"/>
                  <a:gd name="T1" fmla="*/ 242 h 543"/>
                  <a:gd name="T2" fmla="*/ 398 w 667"/>
                  <a:gd name="T3" fmla="*/ 228 h 543"/>
                  <a:gd name="T4" fmla="*/ 420 w 667"/>
                  <a:gd name="T5" fmla="*/ 150 h 543"/>
                  <a:gd name="T6" fmla="*/ 382 w 667"/>
                  <a:gd name="T7" fmla="*/ 107 h 543"/>
                  <a:gd name="T8" fmla="*/ 312 w 667"/>
                  <a:gd name="T9" fmla="*/ 149 h 543"/>
                  <a:gd name="T10" fmla="*/ 278 w 667"/>
                  <a:gd name="T11" fmla="*/ 64 h 543"/>
                  <a:gd name="T12" fmla="*/ 220 w 667"/>
                  <a:gd name="T13" fmla="*/ 54 h 543"/>
                  <a:gd name="T14" fmla="*/ 192 w 667"/>
                  <a:gd name="T15" fmla="*/ 142 h 543"/>
                  <a:gd name="T16" fmla="*/ 120 w 667"/>
                  <a:gd name="T17" fmla="*/ 105 h 543"/>
                  <a:gd name="T18" fmla="*/ 70 w 667"/>
                  <a:gd name="T19" fmla="*/ 135 h 543"/>
                  <a:gd name="T20" fmla="*/ 98 w 667"/>
                  <a:gd name="T21" fmla="*/ 212 h 543"/>
                  <a:gd name="T22" fmla="*/ 20 w 667"/>
                  <a:gd name="T23" fmla="*/ 232 h 543"/>
                  <a:gd name="T24" fmla="*/ 0 w 667"/>
                  <a:gd name="T25" fmla="*/ 287 h 543"/>
                  <a:gd name="T26" fmla="*/ 72 w 667"/>
                  <a:gd name="T27" fmla="*/ 327 h 543"/>
                  <a:gd name="T28" fmla="*/ 23 w 667"/>
                  <a:gd name="T29" fmla="*/ 393 h 543"/>
                  <a:gd name="T30" fmla="*/ 45 w 667"/>
                  <a:gd name="T31" fmla="*/ 448 h 543"/>
                  <a:gd name="T32" fmla="*/ 125 w 667"/>
                  <a:gd name="T33" fmla="*/ 431 h 543"/>
                  <a:gd name="T34" fmla="*/ 132 w 667"/>
                  <a:gd name="T35" fmla="*/ 513 h 543"/>
                  <a:gd name="T36" fmla="*/ 182 w 667"/>
                  <a:gd name="T37" fmla="*/ 541 h 543"/>
                  <a:gd name="T38" fmla="*/ 233 w 667"/>
                  <a:gd name="T39" fmla="*/ 478 h 543"/>
                  <a:gd name="T40" fmla="*/ 253 w 667"/>
                  <a:gd name="T41" fmla="*/ 478 h 543"/>
                  <a:gd name="T42" fmla="*/ 305 w 667"/>
                  <a:gd name="T43" fmla="*/ 541 h 543"/>
                  <a:gd name="T44" fmla="*/ 355 w 667"/>
                  <a:gd name="T45" fmla="*/ 513 h 543"/>
                  <a:gd name="T46" fmla="*/ 362 w 667"/>
                  <a:gd name="T47" fmla="*/ 431 h 543"/>
                  <a:gd name="T48" fmla="*/ 442 w 667"/>
                  <a:gd name="T49" fmla="*/ 448 h 543"/>
                  <a:gd name="T50" fmla="*/ 463 w 667"/>
                  <a:gd name="T51" fmla="*/ 393 h 543"/>
                  <a:gd name="T52" fmla="*/ 415 w 667"/>
                  <a:gd name="T53" fmla="*/ 327 h 543"/>
                  <a:gd name="T54" fmla="*/ 487 w 667"/>
                  <a:gd name="T55" fmla="*/ 287 h 543"/>
                  <a:gd name="T56" fmla="*/ 312 w 667"/>
                  <a:gd name="T57" fmla="*/ 375 h 543"/>
                  <a:gd name="T58" fmla="*/ 175 w 667"/>
                  <a:gd name="T59" fmla="*/ 375 h 543"/>
                  <a:gd name="T60" fmla="*/ 175 w 667"/>
                  <a:gd name="T61" fmla="*/ 238 h 543"/>
                  <a:gd name="T62" fmla="*/ 312 w 667"/>
                  <a:gd name="T63" fmla="*/ 238 h 543"/>
                  <a:gd name="T64" fmla="*/ 198 w 667"/>
                  <a:gd name="T65" fmla="*/ 306 h 543"/>
                  <a:gd name="T66" fmla="*/ 288 w 667"/>
                  <a:gd name="T67" fmla="*/ 306 h 543"/>
                  <a:gd name="T68" fmla="*/ 198 w 667"/>
                  <a:gd name="T69" fmla="*/ 306 h 543"/>
                  <a:gd name="T70" fmla="*/ 638 w 667"/>
                  <a:gd name="T71" fmla="*/ 133 h 543"/>
                  <a:gd name="T72" fmla="*/ 662 w 667"/>
                  <a:gd name="T73" fmla="*/ 92 h 543"/>
                  <a:gd name="T74" fmla="*/ 665 w 667"/>
                  <a:gd name="T75" fmla="*/ 77 h 543"/>
                  <a:gd name="T76" fmla="*/ 642 w 667"/>
                  <a:gd name="T77" fmla="*/ 52 h 543"/>
                  <a:gd name="T78" fmla="*/ 605 w 667"/>
                  <a:gd name="T79" fmla="*/ 62 h 543"/>
                  <a:gd name="T80" fmla="*/ 566 w 667"/>
                  <a:gd name="T81" fmla="*/ 10 h 543"/>
                  <a:gd name="T82" fmla="*/ 531 w 667"/>
                  <a:gd name="T83" fmla="*/ 0 h 543"/>
                  <a:gd name="T84" fmla="*/ 511 w 667"/>
                  <a:gd name="T85" fmla="*/ 45 h 543"/>
                  <a:gd name="T86" fmla="*/ 446 w 667"/>
                  <a:gd name="T87" fmla="*/ 52 h 543"/>
                  <a:gd name="T88" fmla="*/ 432 w 667"/>
                  <a:gd name="T89" fmla="*/ 57 h 543"/>
                  <a:gd name="T90" fmla="*/ 419 w 667"/>
                  <a:gd name="T91" fmla="*/ 83 h 543"/>
                  <a:gd name="T92" fmla="*/ 451 w 667"/>
                  <a:gd name="T93" fmla="*/ 117 h 543"/>
                  <a:gd name="T94" fmla="*/ 451 w 667"/>
                  <a:gd name="T95" fmla="*/ 152 h 543"/>
                  <a:gd name="T96" fmla="*/ 419 w 667"/>
                  <a:gd name="T97" fmla="*/ 185 h 543"/>
                  <a:gd name="T98" fmla="*/ 432 w 667"/>
                  <a:gd name="T99" fmla="*/ 210 h 543"/>
                  <a:gd name="T100" fmla="*/ 446 w 667"/>
                  <a:gd name="T101" fmla="*/ 217 h 543"/>
                  <a:gd name="T102" fmla="*/ 511 w 667"/>
                  <a:gd name="T103" fmla="*/ 222 h 543"/>
                  <a:gd name="T104" fmla="*/ 531 w 667"/>
                  <a:gd name="T105" fmla="*/ 267 h 543"/>
                  <a:gd name="T106" fmla="*/ 566 w 667"/>
                  <a:gd name="T107" fmla="*/ 258 h 543"/>
                  <a:gd name="T108" fmla="*/ 605 w 667"/>
                  <a:gd name="T109" fmla="*/ 205 h 543"/>
                  <a:gd name="T110" fmla="*/ 642 w 667"/>
                  <a:gd name="T111" fmla="*/ 217 h 543"/>
                  <a:gd name="T112" fmla="*/ 665 w 667"/>
                  <a:gd name="T113" fmla="*/ 190 h 543"/>
                  <a:gd name="T114" fmla="*/ 662 w 667"/>
                  <a:gd name="T115" fmla="*/ 177 h 543"/>
                  <a:gd name="T116" fmla="*/ 635 w 667"/>
                  <a:gd name="T117" fmla="*/ 152 h 543"/>
                  <a:gd name="T118" fmla="*/ 543 w 667"/>
                  <a:gd name="T119" fmla="*/ 170 h 543"/>
                  <a:gd name="T120" fmla="*/ 543 w 667"/>
                  <a:gd name="T121" fmla="*/ 97 h 5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667" h="543">
                    <a:moveTo>
                      <a:pt x="487" y="287"/>
                    </a:moveTo>
                    <a:cubicBezTo>
                      <a:pt x="478" y="242"/>
                      <a:pt x="478" y="242"/>
                      <a:pt x="478" y="242"/>
                    </a:cubicBezTo>
                    <a:cubicBezTo>
                      <a:pt x="477" y="237"/>
                      <a:pt x="473" y="233"/>
                      <a:pt x="467" y="232"/>
                    </a:cubicBezTo>
                    <a:cubicBezTo>
                      <a:pt x="398" y="228"/>
                      <a:pt x="398" y="228"/>
                      <a:pt x="398" y="228"/>
                    </a:cubicBezTo>
                    <a:cubicBezTo>
                      <a:pt x="395" y="223"/>
                      <a:pt x="392" y="217"/>
                      <a:pt x="388" y="212"/>
                    </a:cubicBezTo>
                    <a:cubicBezTo>
                      <a:pt x="420" y="150"/>
                      <a:pt x="420" y="150"/>
                      <a:pt x="420" y="150"/>
                    </a:cubicBezTo>
                    <a:cubicBezTo>
                      <a:pt x="423" y="145"/>
                      <a:pt x="422" y="139"/>
                      <a:pt x="417" y="135"/>
                    </a:cubicBezTo>
                    <a:cubicBezTo>
                      <a:pt x="382" y="107"/>
                      <a:pt x="382" y="107"/>
                      <a:pt x="382" y="107"/>
                    </a:cubicBezTo>
                    <a:cubicBezTo>
                      <a:pt x="378" y="102"/>
                      <a:pt x="372" y="102"/>
                      <a:pt x="367" y="105"/>
                    </a:cubicBezTo>
                    <a:cubicBezTo>
                      <a:pt x="312" y="149"/>
                      <a:pt x="312" y="149"/>
                      <a:pt x="312" y="149"/>
                    </a:cubicBezTo>
                    <a:cubicBezTo>
                      <a:pt x="307" y="145"/>
                      <a:pt x="302" y="144"/>
                      <a:pt x="295" y="142"/>
                    </a:cubicBezTo>
                    <a:cubicBezTo>
                      <a:pt x="278" y="64"/>
                      <a:pt x="278" y="64"/>
                      <a:pt x="278" y="64"/>
                    </a:cubicBezTo>
                    <a:cubicBezTo>
                      <a:pt x="277" y="59"/>
                      <a:pt x="272" y="54"/>
                      <a:pt x="267" y="54"/>
                    </a:cubicBezTo>
                    <a:cubicBezTo>
                      <a:pt x="220" y="54"/>
                      <a:pt x="220" y="54"/>
                      <a:pt x="220" y="54"/>
                    </a:cubicBezTo>
                    <a:cubicBezTo>
                      <a:pt x="215" y="54"/>
                      <a:pt x="210" y="59"/>
                      <a:pt x="208" y="64"/>
                    </a:cubicBezTo>
                    <a:cubicBezTo>
                      <a:pt x="192" y="142"/>
                      <a:pt x="192" y="142"/>
                      <a:pt x="192" y="142"/>
                    </a:cubicBezTo>
                    <a:cubicBezTo>
                      <a:pt x="185" y="144"/>
                      <a:pt x="180" y="145"/>
                      <a:pt x="175" y="149"/>
                    </a:cubicBezTo>
                    <a:cubicBezTo>
                      <a:pt x="120" y="105"/>
                      <a:pt x="120" y="105"/>
                      <a:pt x="120" y="105"/>
                    </a:cubicBezTo>
                    <a:cubicBezTo>
                      <a:pt x="115" y="102"/>
                      <a:pt x="108" y="102"/>
                      <a:pt x="105" y="105"/>
                    </a:cubicBezTo>
                    <a:cubicBezTo>
                      <a:pt x="70" y="135"/>
                      <a:pt x="70" y="135"/>
                      <a:pt x="70" y="135"/>
                    </a:cubicBezTo>
                    <a:cubicBezTo>
                      <a:pt x="65" y="139"/>
                      <a:pt x="65" y="145"/>
                      <a:pt x="67" y="150"/>
                    </a:cubicBezTo>
                    <a:cubicBezTo>
                      <a:pt x="98" y="212"/>
                      <a:pt x="98" y="212"/>
                      <a:pt x="98" y="212"/>
                    </a:cubicBezTo>
                    <a:cubicBezTo>
                      <a:pt x="95" y="217"/>
                      <a:pt x="92" y="223"/>
                      <a:pt x="88" y="228"/>
                    </a:cubicBezTo>
                    <a:cubicBezTo>
                      <a:pt x="20" y="232"/>
                      <a:pt x="20" y="232"/>
                      <a:pt x="20" y="232"/>
                    </a:cubicBezTo>
                    <a:cubicBezTo>
                      <a:pt x="13" y="232"/>
                      <a:pt x="10" y="237"/>
                      <a:pt x="8" y="242"/>
                    </a:cubicBezTo>
                    <a:cubicBezTo>
                      <a:pt x="0" y="287"/>
                      <a:pt x="0" y="287"/>
                      <a:pt x="0" y="287"/>
                    </a:cubicBezTo>
                    <a:cubicBezTo>
                      <a:pt x="0" y="292"/>
                      <a:pt x="2" y="298"/>
                      <a:pt x="7" y="300"/>
                    </a:cubicBezTo>
                    <a:cubicBezTo>
                      <a:pt x="72" y="327"/>
                      <a:pt x="72" y="327"/>
                      <a:pt x="72" y="327"/>
                    </a:cubicBezTo>
                    <a:cubicBezTo>
                      <a:pt x="73" y="333"/>
                      <a:pt x="73" y="340"/>
                      <a:pt x="75" y="347"/>
                    </a:cubicBezTo>
                    <a:cubicBezTo>
                      <a:pt x="23" y="393"/>
                      <a:pt x="23" y="393"/>
                      <a:pt x="23" y="393"/>
                    </a:cubicBezTo>
                    <a:cubicBezTo>
                      <a:pt x="20" y="397"/>
                      <a:pt x="18" y="403"/>
                      <a:pt x="22" y="408"/>
                    </a:cubicBezTo>
                    <a:cubicBezTo>
                      <a:pt x="45" y="448"/>
                      <a:pt x="45" y="448"/>
                      <a:pt x="45" y="448"/>
                    </a:cubicBezTo>
                    <a:cubicBezTo>
                      <a:pt x="47" y="451"/>
                      <a:pt x="53" y="455"/>
                      <a:pt x="58" y="453"/>
                    </a:cubicBezTo>
                    <a:cubicBezTo>
                      <a:pt x="125" y="431"/>
                      <a:pt x="125" y="431"/>
                      <a:pt x="125" y="431"/>
                    </a:cubicBezTo>
                    <a:cubicBezTo>
                      <a:pt x="130" y="436"/>
                      <a:pt x="135" y="441"/>
                      <a:pt x="140" y="445"/>
                    </a:cubicBezTo>
                    <a:cubicBezTo>
                      <a:pt x="132" y="513"/>
                      <a:pt x="132" y="513"/>
                      <a:pt x="132" y="513"/>
                    </a:cubicBezTo>
                    <a:cubicBezTo>
                      <a:pt x="130" y="520"/>
                      <a:pt x="133" y="525"/>
                      <a:pt x="138" y="526"/>
                    </a:cubicBezTo>
                    <a:cubicBezTo>
                      <a:pt x="182" y="541"/>
                      <a:pt x="182" y="541"/>
                      <a:pt x="182" y="541"/>
                    </a:cubicBezTo>
                    <a:cubicBezTo>
                      <a:pt x="187" y="543"/>
                      <a:pt x="193" y="541"/>
                      <a:pt x="197" y="538"/>
                    </a:cubicBezTo>
                    <a:cubicBezTo>
                      <a:pt x="233" y="478"/>
                      <a:pt x="233" y="478"/>
                      <a:pt x="233" y="478"/>
                    </a:cubicBezTo>
                    <a:cubicBezTo>
                      <a:pt x="237" y="478"/>
                      <a:pt x="240" y="480"/>
                      <a:pt x="243" y="480"/>
                    </a:cubicBezTo>
                    <a:cubicBezTo>
                      <a:pt x="247" y="480"/>
                      <a:pt x="250" y="478"/>
                      <a:pt x="253" y="478"/>
                    </a:cubicBezTo>
                    <a:cubicBezTo>
                      <a:pt x="290" y="538"/>
                      <a:pt x="290" y="538"/>
                      <a:pt x="290" y="538"/>
                    </a:cubicBezTo>
                    <a:cubicBezTo>
                      <a:pt x="293" y="541"/>
                      <a:pt x="300" y="543"/>
                      <a:pt x="305" y="541"/>
                    </a:cubicBezTo>
                    <a:cubicBezTo>
                      <a:pt x="348" y="526"/>
                      <a:pt x="348" y="526"/>
                      <a:pt x="348" y="526"/>
                    </a:cubicBezTo>
                    <a:cubicBezTo>
                      <a:pt x="353" y="525"/>
                      <a:pt x="357" y="520"/>
                      <a:pt x="355" y="513"/>
                    </a:cubicBezTo>
                    <a:cubicBezTo>
                      <a:pt x="347" y="445"/>
                      <a:pt x="347" y="445"/>
                      <a:pt x="347" y="445"/>
                    </a:cubicBezTo>
                    <a:cubicBezTo>
                      <a:pt x="352" y="440"/>
                      <a:pt x="357" y="436"/>
                      <a:pt x="362" y="431"/>
                    </a:cubicBezTo>
                    <a:cubicBezTo>
                      <a:pt x="428" y="453"/>
                      <a:pt x="428" y="453"/>
                      <a:pt x="428" y="453"/>
                    </a:cubicBezTo>
                    <a:cubicBezTo>
                      <a:pt x="433" y="455"/>
                      <a:pt x="440" y="451"/>
                      <a:pt x="442" y="448"/>
                    </a:cubicBezTo>
                    <a:cubicBezTo>
                      <a:pt x="465" y="408"/>
                      <a:pt x="465" y="408"/>
                      <a:pt x="465" y="408"/>
                    </a:cubicBezTo>
                    <a:cubicBezTo>
                      <a:pt x="468" y="403"/>
                      <a:pt x="467" y="397"/>
                      <a:pt x="463" y="393"/>
                    </a:cubicBezTo>
                    <a:cubicBezTo>
                      <a:pt x="412" y="347"/>
                      <a:pt x="412" y="347"/>
                      <a:pt x="412" y="347"/>
                    </a:cubicBezTo>
                    <a:cubicBezTo>
                      <a:pt x="413" y="340"/>
                      <a:pt x="413" y="333"/>
                      <a:pt x="415" y="327"/>
                    </a:cubicBezTo>
                    <a:cubicBezTo>
                      <a:pt x="480" y="300"/>
                      <a:pt x="480" y="300"/>
                      <a:pt x="480" y="300"/>
                    </a:cubicBezTo>
                    <a:cubicBezTo>
                      <a:pt x="485" y="298"/>
                      <a:pt x="487" y="293"/>
                      <a:pt x="487" y="287"/>
                    </a:cubicBezTo>
                    <a:close/>
                    <a:moveTo>
                      <a:pt x="340" y="307"/>
                    </a:moveTo>
                    <a:cubicBezTo>
                      <a:pt x="340" y="333"/>
                      <a:pt x="328" y="357"/>
                      <a:pt x="312" y="375"/>
                    </a:cubicBezTo>
                    <a:cubicBezTo>
                      <a:pt x="293" y="392"/>
                      <a:pt x="270" y="403"/>
                      <a:pt x="243" y="403"/>
                    </a:cubicBezTo>
                    <a:cubicBezTo>
                      <a:pt x="217" y="403"/>
                      <a:pt x="193" y="392"/>
                      <a:pt x="175" y="375"/>
                    </a:cubicBezTo>
                    <a:cubicBezTo>
                      <a:pt x="158" y="357"/>
                      <a:pt x="147" y="333"/>
                      <a:pt x="147" y="307"/>
                    </a:cubicBezTo>
                    <a:cubicBezTo>
                      <a:pt x="147" y="280"/>
                      <a:pt x="158" y="255"/>
                      <a:pt x="175" y="238"/>
                    </a:cubicBezTo>
                    <a:cubicBezTo>
                      <a:pt x="193" y="220"/>
                      <a:pt x="217" y="210"/>
                      <a:pt x="243" y="210"/>
                    </a:cubicBezTo>
                    <a:cubicBezTo>
                      <a:pt x="270" y="210"/>
                      <a:pt x="293" y="220"/>
                      <a:pt x="312" y="238"/>
                    </a:cubicBezTo>
                    <a:cubicBezTo>
                      <a:pt x="328" y="255"/>
                      <a:pt x="340" y="280"/>
                      <a:pt x="340" y="307"/>
                    </a:cubicBezTo>
                    <a:close/>
                    <a:moveTo>
                      <a:pt x="198" y="306"/>
                    </a:moveTo>
                    <a:cubicBezTo>
                      <a:pt x="198" y="281"/>
                      <a:pt x="218" y="261"/>
                      <a:pt x="243" y="261"/>
                    </a:cubicBezTo>
                    <a:cubicBezTo>
                      <a:pt x="268" y="261"/>
                      <a:pt x="288" y="281"/>
                      <a:pt x="288" y="306"/>
                    </a:cubicBezTo>
                    <a:cubicBezTo>
                      <a:pt x="288" y="331"/>
                      <a:pt x="268" y="351"/>
                      <a:pt x="243" y="351"/>
                    </a:cubicBezTo>
                    <a:cubicBezTo>
                      <a:pt x="218" y="351"/>
                      <a:pt x="198" y="331"/>
                      <a:pt x="198" y="306"/>
                    </a:cubicBezTo>
                    <a:close/>
                    <a:moveTo>
                      <a:pt x="635" y="152"/>
                    </a:moveTo>
                    <a:cubicBezTo>
                      <a:pt x="637" y="147"/>
                      <a:pt x="638" y="140"/>
                      <a:pt x="638" y="133"/>
                    </a:cubicBezTo>
                    <a:cubicBezTo>
                      <a:pt x="638" y="128"/>
                      <a:pt x="637" y="122"/>
                      <a:pt x="635" y="117"/>
                    </a:cubicBezTo>
                    <a:cubicBezTo>
                      <a:pt x="662" y="92"/>
                      <a:pt x="662" y="92"/>
                      <a:pt x="662" y="92"/>
                    </a:cubicBezTo>
                    <a:cubicBezTo>
                      <a:pt x="665" y="90"/>
                      <a:pt x="665" y="87"/>
                      <a:pt x="665" y="83"/>
                    </a:cubicBezTo>
                    <a:cubicBezTo>
                      <a:pt x="665" y="82"/>
                      <a:pt x="665" y="78"/>
                      <a:pt x="665" y="77"/>
                    </a:cubicBezTo>
                    <a:cubicBezTo>
                      <a:pt x="654" y="57"/>
                      <a:pt x="654" y="57"/>
                      <a:pt x="654" y="57"/>
                    </a:cubicBezTo>
                    <a:cubicBezTo>
                      <a:pt x="650" y="53"/>
                      <a:pt x="647" y="52"/>
                      <a:pt x="642" y="52"/>
                    </a:cubicBezTo>
                    <a:cubicBezTo>
                      <a:pt x="642" y="52"/>
                      <a:pt x="640" y="52"/>
                      <a:pt x="638" y="52"/>
                    </a:cubicBezTo>
                    <a:cubicBezTo>
                      <a:pt x="605" y="62"/>
                      <a:pt x="605" y="62"/>
                      <a:pt x="605" y="62"/>
                    </a:cubicBezTo>
                    <a:cubicBezTo>
                      <a:pt x="595" y="55"/>
                      <a:pt x="585" y="49"/>
                      <a:pt x="573" y="45"/>
                    </a:cubicBezTo>
                    <a:cubicBezTo>
                      <a:pt x="566" y="10"/>
                      <a:pt x="566" y="10"/>
                      <a:pt x="566" y="10"/>
                    </a:cubicBezTo>
                    <a:cubicBezTo>
                      <a:pt x="565" y="5"/>
                      <a:pt x="560" y="0"/>
                      <a:pt x="555" y="0"/>
                    </a:cubicBezTo>
                    <a:cubicBezTo>
                      <a:pt x="531" y="0"/>
                      <a:pt x="531" y="0"/>
                      <a:pt x="531" y="0"/>
                    </a:cubicBezTo>
                    <a:cubicBezTo>
                      <a:pt x="524" y="0"/>
                      <a:pt x="521" y="5"/>
                      <a:pt x="519" y="10"/>
                    </a:cubicBezTo>
                    <a:cubicBezTo>
                      <a:pt x="511" y="45"/>
                      <a:pt x="511" y="45"/>
                      <a:pt x="511" y="45"/>
                    </a:cubicBezTo>
                    <a:cubicBezTo>
                      <a:pt x="499" y="49"/>
                      <a:pt x="489" y="55"/>
                      <a:pt x="481" y="63"/>
                    </a:cubicBezTo>
                    <a:cubicBezTo>
                      <a:pt x="446" y="52"/>
                      <a:pt x="446" y="52"/>
                      <a:pt x="446" y="52"/>
                    </a:cubicBezTo>
                    <a:cubicBezTo>
                      <a:pt x="444" y="52"/>
                      <a:pt x="444" y="52"/>
                      <a:pt x="442" y="52"/>
                    </a:cubicBezTo>
                    <a:cubicBezTo>
                      <a:pt x="439" y="52"/>
                      <a:pt x="434" y="53"/>
                      <a:pt x="432" y="57"/>
                    </a:cubicBezTo>
                    <a:cubicBezTo>
                      <a:pt x="421" y="77"/>
                      <a:pt x="421" y="77"/>
                      <a:pt x="421" y="77"/>
                    </a:cubicBezTo>
                    <a:cubicBezTo>
                      <a:pt x="419" y="78"/>
                      <a:pt x="419" y="82"/>
                      <a:pt x="419" y="83"/>
                    </a:cubicBezTo>
                    <a:cubicBezTo>
                      <a:pt x="419" y="87"/>
                      <a:pt x="421" y="90"/>
                      <a:pt x="422" y="92"/>
                    </a:cubicBezTo>
                    <a:cubicBezTo>
                      <a:pt x="451" y="117"/>
                      <a:pt x="451" y="117"/>
                      <a:pt x="451" y="117"/>
                    </a:cubicBezTo>
                    <a:cubicBezTo>
                      <a:pt x="449" y="122"/>
                      <a:pt x="447" y="128"/>
                      <a:pt x="447" y="133"/>
                    </a:cubicBezTo>
                    <a:cubicBezTo>
                      <a:pt x="447" y="140"/>
                      <a:pt x="449" y="145"/>
                      <a:pt x="451" y="152"/>
                    </a:cubicBezTo>
                    <a:cubicBezTo>
                      <a:pt x="422" y="177"/>
                      <a:pt x="422" y="177"/>
                      <a:pt x="422" y="177"/>
                    </a:cubicBezTo>
                    <a:cubicBezTo>
                      <a:pt x="421" y="178"/>
                      <a:pt x="419" y="182"/>
                      <a:pt x="419" y="185"/>
                    </a:cubicBezTo>
                    <a:cubicBezTo>
                      <a:pt x="419" y="187"/>
                      <a:pt x="419" y="188"/>
                      <a:pt x="421" y="190"/>
                    </a:cubicBezTo>
                    <a:cubicBezTo>
                      <a:pt x="432" y="210"/>
                      <a:pt x="432" y="210"/>
                      <a:pt x="432" y="210"/>
                    </a:cubicBezTo>
                    <a:cubicBezTo>
                      <a:pt x="434" y="215"/>
                      <a:pt x="439" y="217"/>
                      <a:pt x="442" y="217"/>
                    </a:cubicBezTo>
                    <a:cubicBezTo>
                      <a:pt x="444" y="217"/>
                      <a:pt x="444" y="217"/>
                      <a:pt x="446" y="217"/>
                    </a:cubicBezTo>
                    <a:cubicBezTo>
                      <a:pt x="481" y="205"/>
                      <a:pt x="481" y="205"/>
                      <a:pt x="481" y="205"/>
                    </a:cubicBezTo>
                    <a:cubicBezTo>
                      <a:pt x="489" y="212"/>
                      <a:pt x="499" y="218"/>
                      <a:pt x="511" y="222"/>
                    </a:cubicBezTo>
                    <a:cubicBezTo>
                      <a:pt x="519" y="258"/>
                      <a:pt x="519" y="258"/>
                      <a:pt x="519" y="258"/>
                    </a:cubicBezTo>
                    <a:cubicBezTo>
                      <a:pt x="521" y="263"/>
                      <a:pt x="524" y="267"/>
                      <a:pt x="531" y="267"/>
                    </a:cubicBezTo>
                    <a:cubicBezTo>
                      <a:pt x="555" y="267"/>
                      <a:pt x="555" y="267"/>
                      <a:pt x="555" y="267"/>
                    </a:cubicBezTo>
                    <a:cubicBezTo>
                      <a:pt x="560" y="267"/>
                      <a:pt x="565" y="263"/>
                      <a:pt x="566" y="258"/>
                    </a:cubicBezTo>
                    <a:cubicBezTo>
                      <a:pt x="573" y="223"/>
                      <a:pt x="573" y="223"/>
                      <a:pt x="573" y="223"/>
                    </a:cubicBezTo>
                    <a:cubicBezTo>
                      <a:pt x="585" y="218"/>
                      <a:pt x="595" y="213"/>
                      <a:pt x="605" y="205"/>
                    </a:cubicBezTo>
                    <a:cubicBezTo>
                      <a:pt x="638" y="217"/>
                      <a:pt x="638" y="217"/>
                      <a:pt x="638" y="217"/>
                    </a:cubicBezTo>
                    <a:cubicBezTo>
                      <a:pt x="640" y="217"/>
                      <a:pt x="642" y="217"/>
                      <a:pt x="642" y="217"/>
                    </a:cubicBezTo>
                    <a:cubicBezTo>
                      <a:pt x="647" y="217"/>
                      <a:pt x="650" y="215"/>
                      <a:pt x="654" y="210"/>
                    </a:cubicBezTo>
                    <a:cubicBezTo>
                      <a:pt x="665" y="190"/>
                      <a:pt x="665" y="190"/>
                      <a:pt x="665" y="190"/>
                    </a:cubicBezTo>
                    <a:cubicBezTo>
                      <a:pt x="665" y="188"/>
                      <a:pt x="667" y="187"/>
                      <a:pt x="665" y="185"/>
                    </a:cubicBezTo>
                    <a:cubicBezTo>
                      <a:pt x="667" y="182"/>
                      <a:pt x="665" y="178"/>
                      <a:pt x="662" y="177"/>
                    </a:cubicBezTo>
                    <a:cubicBezTo>
                      <a:pt x="635" y="152"/>
                      <a:pt x="635" y="152"/>
                      <a:pt x="635" y="152"/>
                    </a:cubicBezTo>
                    <a:cubicBezTo>
                      <a:pt x="635" y="152"/>
                      <a:pt x="635" y="152"/>
                      <a:pt x="635" y="152"/>
                    </a:cubicBezTo>
                    <a:close/>
                    <a:moveTo>
                      <a:pt x="580" y="133"/>
                    </a:moveTo>
                    <a:cubicBezTo>
                      <a:pt x="580" y="153"/>
                      <a:pt x="563" y="170"/>
                      <a:pt x="543" y="170"/>
                    </a:cubicBezTo>
                    <a:cubicBezTo>
                      <a:pt x="523" y="170"/>
                      <a:pt x="506" y="153"/>
                      <a:pt x="506" y="133"/>
                    </a:cubicBezTo>
                    <a:cubicBezTo>
                      <a:pt x="506" y="113"/>
                      <a:pt x="523" y="97"/>
                      <a:pt x="543" y="97"/>
                    </a:cubicBezTo>
                    <a:cubicBezTo>
                      <a:pt x="563" y="97"/>
                      <a:pt x="580" y="113"/>
                      <a:pt x="580" y="133"/>
                    </a:cubicBezTo>
                    <a:close/>
                  </a:path>
                </a:pathLst>
              </a:custGeom>
              <a:solidFill>
                <a:schemeClr val="accent4"/>
              </a:solidFill>
              <a:ln>
                <a:noFill/>
              </a:ln>
              <a:extLst/>
            </p:spPr>
            <p:txBody>
              <a:bodyPr vert="horz" wrap="square" lIns="121888" tIns="60944" rIns="121888" bIns="60944" numCol="1" anchor="t" anchorCtr="0" compatLnSpc="1">
                <a:prstTxWarp prst="textNoShape">
                  <a:avLst/>
                </a:prstTxWarp>
              </a:bodyPr>
              <a:lstStyle/>
              <a:p>
                <a:endParaRPr lang="en-US" sz="3199" dirty="0"/>
              </a:p>
            </p:txBody>
          </p:sp>
          <p:sp>
            <p:nvSpPr>
              <p:cNvPr id="42" name="TextBox 41"/>
              <p:cNvSpPr txBox="1"/>
              <p:nvPr/>
            </p:nvSpPr>
            <p:spPr>
              <a:xfrm>
                <a:off x="490300" y="4364682"/>
                <a:ext cx="2514600" cy="293168"/>
              </a:xfrm>
              <a:prstGeom prst="rect">
                <a:avLst/>
              </a:prstGeom>
              <a:noFill/>
              <a:ln w="9525" cap="flat" cmpd="sng" algn="ctr">
                <a:noFill/>
                <a:prstDash val="solid"/>
                <a:headEnd type="none" w="med" len="med"/>
                <a:tailEnd type="none" w="med" len="med"/>
              </a:ln>
              <a:effectLst/>
            </p:spPr>
            <p:txBody>
              <a:bodyPr vert="horz" wrap="square" lIns="0" tIns="0" rIns="0" bIns="0" numCol="1" rtlCol="0" anchor="ctr" anchorCtr="0" compatLnSpc="1">
                <a:prstTxWarp prst="textNoShape">
                  <a:avLst/>
                </a:prstTxWarp>
                <a:noAutofit/>
              </a:bodyPr>
              <a:lstStyle>
                <a:defPPr>
                  <a:defRPr lang="en-US"/>
                </a:defPPr>
                <a:lvl1pPr lvl="0">
                  <a:lnSpc>
                    <a:spcPct val="90000"/>
                  </a:lnSpc>
                  <a:buSzPct val="90000"/>
                  <a:defRPr sz="2200" kern="0">
                    <a:gradFill>
                      <a:gsLst>
                        <a:gs pos="85000">
                          <a:srgbClr val="FFFFFF"/>
                        </a:gs>
                        <a:gs pos="0">
                          <a:srgbClr val="FFFFFF"/>
                        </a:gs>
                      </a:gsLst>
                      <a:lin ang="5400000" scaled="0"/>
                    </a:gradFill>
                    <a:latin typeface="Segoe UI Light" pitchFamily="34" charset="0"/>
                    <a:ea typeface="Segoe UI" pitchFamily="34" charset="0"/>
                    <a:cs typeface="Segoe UI" pitchFamily="34" charset="0"/>
                  </a:defRPr>
                </a:lvl1pPr>
              </a:lstStyle>
              <a:p>
                <a:pPr algn="ctr"/>
                <a:r>
                  <a:rPr lang="en-US" sz="2133" dirty="0">
                    <a:solidFill>
                      <a:schemeClr val="tx2">
                        <a:alpha val="99000"/>
                      </a:schemeClr>
                    </a:solidFill>
                    <a:latin typeface="+mn-lt"/>
                  </a:rPr>
                  <a:t>REST API</a:t>
                </a:r>
              </a:p>
            </p:txBody>
          </p:sp>
        </p:grpSp>
      </p:grpSp>
      <p:grpSp>
        <p:nvGrpSpPr>
          <p:cNvPr id="52" name="Group 51"/>
          <p:cNvGrpSpPr/>
          <p:nvPr/>
        </p:nvGrpSpPr>
        <p:grpSpPr>
          <a:xfrm>
            <a:off x="8229051" y="3016514"/>
            <a:ext cx="3373275" cy="1876617"/>
            <a:chOff x="6172200" y="2114550"/>
            <a:chExt cx="2530615" cy="1407829"/>
          </a:xfrm>
        </p:grpSpPr>
        <p:sp>
          <p:nvSpPr>
            <p:cNvPr id="47" name="TextBox 46"/>
            <p:cNvSpPr txBox="1"/>
            <p:nvPr/>
          </p:nvSpPr>
          <p:spPr>
            <a:xfrm>
              <a:off x="6172200" y="2114550"/>
              <a:ext cx="2530615" cy="293168"/>
            </a:xfrm>
            <a:prstGeom prst="rect">
              <a:avLst/>
            </a:prstGeom>
            <a:noFill/>
            <a:ln w="9525" cap="flat" cmpd="sng" algn="ctr">
              <a:noFill/>
              <a:prstDash val="solid"/>
              <a:headEnd type="none" w="med" len="med"/>
              <a:tailEnd type="none" w="med" len="med"/>
            </a:ln>
            <a:effectLst/>
          </p:spPr>
          <p:txBody>
            <a:bodyPr vert="horz" wrap="square" lIns="0" tIns="0" rIns="0" bIns="0" numCol="1" rtlCol="0" anchor="ctr" anchorCtr="0" compatLnSpc="1">
              <a:prstTxWarp prst="textNoShape">
                <a:avLst/>
              </a:prstTxWarp>
              <a:noAutofit/>
            </a:bodyPr>
            <a:lstStyle>
              <a:defPPr>
                <a:defRPr lang="en-US"/>
              </a:defPPr>
              <a:lvl1pPr lvl="0">
                <a:lnSpc>
                  <a:spcPct val="90000"/>
                </a:lnSpc>
                <a:buSzPct val="90000"/>
                <a:defRPr sz="2200" kern="0">
                  <a:gradFill>
                    <a:gsLst>
                      <a:gs pos="85000">
                        <a:srgbClr val="FFFFFF"/>
                      </a:gs>
                      <a:gs pos="0">
                        <a:srgbClr val="FFFFFF"/>
                      </a:gs>
                    </a:gsLst>
                    <a:lin ang="5400000" scaled="0"/>
                  </a:gradFill>
                  <a:latin typeface="Segoe UI Light" pitchFamily="34" charset="0"/>
                  <a:ea typeface="Segoe UI" pitchFamily="34" charset="0"/>
                  <a:cs typeface="Segoe UI" pitchFamily="34" charset="0"/>
                </a:defRPr>
              </a:lvl1pPr>
            </a:lstStyle>
            <a:p>
              <a:pPr algn="ctr"/>
              <a:r>
                <a:rPr lang="en-US" sz="2133" dirty="0">
                  <a:solidFill>
                    <a:schemeClr val="tx2">
                      <a:alpha val="99000"/>
                    </a:schemeClr>
                  </a:solidFill>
                  <a:latin typeface="+mn-lt"/>
                </a:rPr>
                <a:t>Boot VM from New Disk</a:t>
              </a:r>
            </a:p>
          </p:txBody>
        </p:sp>
        <p:sp>
          <p:nvSpPr>
            <p:cNvPr id="50" name="Right Arrow 49"/>
            <p:cNvSpPr/>
            <p:nvPr/>
          </p:nvSpPr>
          <p:spPr bwMode="auto">
            <a:xfrm>
              <a:off x="7259543" y="3093089"/>
              <a:ext cx="445847" cy="429290"/>
            </a:xfrm>
            <a:prstGeom prst="rightArrow">
              <a:avLst/>
            </a:prstGeom>
            <a:solidFill>
              <a:schemeClr val="tx1">
                <a:lumMod val="50000"/>
                <a:lumOff val="5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91424" tIns="45712" rIns="91424" bIns="45712" numCol="1" rtlCol="0" anchor="ctr" anchorCtr="0" compatLnSpc="1">
              <a:prstTxWarp prst="textNoShape">
                <a:avLst/>
              </a:prstTxWarp>
            </a:bodyPr>
            <a:lstStyle/>
            <a:p>
              <a:pPr algn="ctr" defTabSz="913841" fontAlgn="base">
                <a:spcBef>
                  <a:spcPts val="200"/>
                </a:spcBef>
                <a:spcAft>
                  <a:spcPct val="0"/>
                </a:spcAft>
              </a:pPr>
              <a:endParaRPr lang="en-US" sz="2799" dirty="0">
                <a:ln>
                  <a:solidFill>
                    <a:schemeClr val="bg1">
                      <a:alpha val="0"/>
                    </a:schemeClr>
                  </a:solidFill>
                </a:ln>
                <a:solidFill>
                  <a:schemeClr val="bg1"/>
                </a:solidFill>
              </a:endParaRPr>
            </a:p>
          </p:txBody>
        </p:sp>
      </p:grpSp>
      <p:sp>
        <p:nvSpPr>
          <p:cNvPr id="30" name="TextBox 29"/>
          <p:cNvSpPr txBox="1"/>
          <p:nvPr/>
        </p:nvSpPr>
        <p:spPr>
          <a:xfrm>
            <a:off x="5107660" y="2626684"/>
            <a:ext cx="2515270" cy="369204"/>
          </a:xfrm>
          <a:prstGeom prst="rect">
            <a:avLst/>
          </a:prstGeom>
          <a:noFill/>
        </p:spPr>
        <p:txBody>
          <a:bodyPr wrap="square" lIns="0" tIns="0" rIns="0" bIns="0" rtlCol="0">
            <a:spAutoFit/>
          </a:bodyPr>
          <a:lstStyle/>
          <a:p>
            <a:pPr>
              <a:lnSpc>
                <a:spcPct val="90000"/>
              </a:lnSpc>
              <a:spcBef>
                <a:spcPct val="20000"/>
              </a:spcBef>
              <a:buSzPct val="80000"/>
            </a:pPr>
            <a:r>
              <a:rPr lang="en-US" sz="2666" dirty="0">
                <a:gradFill>
                  <a:gsLst>
                    <a:gs pos="0">
                      <a:srgbClr val="292929">
                        <a:lumMod val="90000"/>
                        <a:lumOff val="10000"/>
                      </a:srgbClr>
                    </a:gs>
                    <a:gs pos="86000">
                      <a:srgbClr val="292929">
                        <a:lumMod val="90000"/>
                        <a:lumOff val="10000"/>
                      </a:srgbClr>
                    </a:gs>
                  </a:gsLst>
                  <a:lin ang="5400000" scaled="0"/>
                </a:gradFill>
              </a:rPr>
              <a:t>Windows Server</a:t>
            </a:r>
          </a:p>
        </p:txBody>
      </p:sp>
      <p:pic>
        <p:nvPicPr>
          <p:cNvPr id="6148" name="Picture 4" descr="https://windows.azure-test.net/Content/VirtualMachines/Images/Linux_120.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365202" y="3249422"/>
            <a:ext cx="729158" cy="729159"/>
          </a:xfrm>
          <a:prstGeom prst="rect">
            <a:avLst/>
          </a:prstGeom>
          <a:noFill/>
          <a:extLst>
            <a:ext uri="{909E8E84-426E-40DD-AFC4-6F175D3DCCD1}">
              <a14:hiddenFill xmlns:a14="http://schemas.microsoft.com/office/drawing/2010/main">
                <a:solidFill>
                  <a:srgbClr val="FFFFFF"/>
                </a:solidFill>
              </a14:hiddenFill>
            </a:ext>
          </a:extLst>
        </p:spPr>
      </p:pic>
      <p:sp>
        <p:nvSpPr>
          <p:cNvPr id="54" name="TextBox 53"/>
          <p:cNvSpPr txBox="1"/>
          <p:nvPr/>
        </p:nvSpPr>
        <p:spPr>
          <a:xfrm>
            <a:off x="5136341" y="3522259"/>
            <a:ext cx="2515270" cy="369204"/>
          </a:xfrm>
          <a:prstGeom prst="rect">
            <a:avLst/>
          </a:prstGeom>
          <a:noFill/>
        </p:spPr>
        <p:txBody>
          <a:bodyPr wrap="square" lIns="0" tIns="0" rIns="0" bIns="0" rtlCol="0">
            <a:spAutoFit/>
          </a:bodyPr>
          <a:lstStyle/>
          <a:p>
            <a:pPr>
              <a:lnSpc>
                <a:spcPct val="90000"/>
              </a:lnSpc>
              <a:spcBef>
                <a:spcPct val="20000"/>
              </a:spcBef>
              <a:buSzPct val="80000"/>
            </a:pPr>
            <a:r>
              <a:rPr lang="en-US" sz="2666" dirty="0">
                <a:gradFill>
                  <a:gsLst>
                    <a:gs pos="0">
                      <a:srgbClr val="292929">
                        <a:lumMod val="90000"/>
                        <a:lumOff val="10000"/>
                      </a:srgbClr>
                    </a:gs>
                    <a:gs pos="86000">
                      <a:srgbClr val="292929">
                        <a:lumMod val="90000"/>
                        <a:lumOff val="10000"/>
                      </a:srgbClr>
                    </a:gs>
                  </a:gsLst>
                  <a:lin ang="5400000" scaled="0"/>
                </a:gradFill>
              </a:rPr>
              <a:t>Linux</a:t>
            </a:r>
          </a:p>
        </p:txBody>
      </p:sp>
      <p:sp>
        <p:nvSpPr>
          <p:cNvPr id="33" name="TextBox 32"/>
          <p:cNvSpPr txBox="1"/>
          <p:nvPr/>
        </p:nvSpPr>
        <p:spPr>
          <a:xfrm>
            <a:off x="4528755" y="4417834"/>
            <a:ext cx="2794641" cy="1969770"/>
          </a:xfrm>
          <a:prstGeom prst="rect">
            <a:avLst/>
          </a:prstGeom>
          <a:noFill/>
        </p:spPr>
        <p:txBody>
          <a:bodyPr wrap="square" lIns="0" tIns="0" rIns="0" bIns="0" rtlCol="0">
            <a:spAutoFit/>
          </a:bodyPr>
          <a:lstStyle/>
          <a:p>
            <a:pPr>
              <a:lnSpc>
                <a:spcPct val="90000"/>
              </a:lnSpc>
              <a:spcBef>
                <a:spcPct val="20000"/>
              </a:spcBef>
              <a:buSzPct val="80000"/>
            </a:pPr>
            <a:r>
              <a:rPr lang="en-US" sz="2000" dirty="0">
                <a:gradFill>
                  <a:gsLst>
                    <a:gs pos="0">
                      <a:srgbClr val="292929">
                        <a:lumMod val="90000"/>
                        <a:lumOff val="10000"/>
                      </a:srgbClr>
                    </a:gs>
                    <a:gs pos="86000">
                      <a:srgbClr val="292929">
                        <a:lumMod val="90000"/>
                        <a:lumOff val="10000"/>
                      </a:srgbClr>
                    </a:gs>
                  </a:gsLst>
                  <a:lin ang="5400000" scaled="0"/>
                </a:gradFill>
              </a:rPr>
              <a:t>General Purpose</a:t>
            </a:r>
          </a:p>
          <a:p>
            <a:pPr>
              <a:lnSpc>
                <a:spcPct val="90000"/>
              </a:lnSpc>
              <a:spcBef>
                <a:spcPct val="20000"/>
              </a:spcBef>
              <a:buSzPct val="80000"/>
            </a:pPr>
            <a:r>
              <a:rPr lang="en-US" sz="2000" dirty="0">
                <a:gradFill>
                  <a:gsLst>
                    <a:gs pos="0">
                      <a:srgbClr val="292929">
                        <a:lumMod val="90000"/>
                        <a:lumOff val="10000"/>
                      </a:srgbClr>
                    </a:gs>
                    <a:gs pos="86000">
                      <a:srgbClr val="292929">
                        <a:lumMod val="90000"/>
                        <a:lumOff val="10000"/>
                      </a:srgbClr>
                    </a:gs>
                  </a:gsLst>
                  <a:lin ang="5400000" scaled="0"/>
                </a:gradFill>
              </a:rPr>
              <a:t>	Basic</a:t>
            </a:r>
          </a:p>
          <a:p>
            <a:pPr>
              <a:lnSpc>
                <a:spcPct val="90000"/>
              </a:lnSpc>
              <a:spcBef>
                <a:spcPct val="20000"/>
              </a:spcBef>
              <a:buSzPct val="80000"/>
            </a:pPr>
            <a:r>
              <a:rPr lang="en-US" sz="2000" dirty="0">
                <a:gradFill>
                  <a:gsLst>
                    <a:gs pos="0">
                      <a:srgbClr val="292929">
                        <a:lumMod val="90000"/>
                        <a:lumOff val="10000"/>
                      </a:srgbClr>
                    </a:gs>
                    <a:gs pos="86000">
                      <a:srgbClr val="292929">
                        <a:lumMod val="90000"/>
                        <a:lumOff val="10000"/>
                      </a:srgbClr>
                    </a:gs>
                  </a:gsLst>
                  <a:lin ang="5400000" scaled="0"/>
                </a:gradFill>
              </a:rPr>
              <a:t>	Standard</a:t>
            </a:r>
          </a:p>
          <a:p>
            <a:pPr>
              <a:lnSpc>
                <a:spcPct val="90000"/>
              </a:lnSpc>
              <a:spcBef>
                <a:spcPct val="20000"/>
              </a:spcBef>
              <a:buSzPct val="80000"/>
            </a:pPr>
            <a:r>
              <a:rPr lang="en-US" sz="2000" dirty="0">
                <a:gradFill>
                  <a:gsLst>
                    <a:gs pos="0">
                      <a:srgbClr val="292929">
                        <a:lumMod val="90000"/>
                        <a:lumOff val="10000"/>
                      </a:srgbClr>
                    </a:gs>
                    <a:gs pos="86000">
                      <a:srgbClr val="292929">
                        <a:lumMod val="90000"/>
                        <a:lumOff val="10000"/>
                      </a:srgbClr>
                    </a:gs>
                  </a:gsLst>
                  <a:lin ang="5400000" scaled="0"/>
                </a:gradFill>
              </a:rPr>
              <a:t>Optimized Compute</a:t>
            </a:r>
          </a:p>
          <a:p>
            <a:pPr>
              <a:lnSpc>
                <a:spcPct val="90000"/>
              </a:lnSpc>
              <a:spcBef>
                <a:spcPct val="20000"/>
              </a:spcBef>
              <a:buSzPct val="80000"/>
            </a:pPr>
            <a:r>
              <a:rPr lang="en-US" sz="2000" dirty="0">
                <a:gradFill>
                  <a:gsLst>
                    <a:gs pos="0">
                      <a:srgbClr val="292929">
                        <a:lumMod val="90000"/>
                        <a:lumOff val="10000"/>
                      </a:srgbClr>
                    </a:gs>
                    <a:gs pos="86000">
                      <a:srgbClr val="292929">
                        <a:lumMod val="90000"/>
                        <a:lumOff val="10000"/>
                      </a:srgbClr>
                    </a:gs>
                  </a:gsLst>
                  <a:lin ang="5400000" scaled="0"/>
                </a:gradFill>
              </a:rPr>
              <a:t>Performance Optimized</a:t>
            </a:r>
          </a:p>
          <a:p>
            <a:pPr>
              <a:lnSpc>
                <a:spcPct val="90000"/>
              </a:lnSpc>
              <a:spcBef>
                <a:spcPct val="20000"/>
              </a:spcBef>
              <a:buSzPct val="80000"/>
            </a:pPr>
            <a:r>
              <a:rPr lang="en-US" sz="2000" dirty="0">
                <a:gradFill>
                  <a:gsLst>
                    <a:gs pos="0">
                      <a:srgbClr val="292929">
                        <a:lumMod val="90000"/>
                        <a:lumOff val="10000"/>
                      </a:srgbClr>
                    </a:gs>
                    <a:gs pos="86000">
                      <a:srgbClr val="292929">
                        <a:lumMod val="90000"/>
                        <a:lumOff val="10000"/>
                      </a:srgbClr>
                    </a:gs>
                  </a:gsLst>
                  <a:lin ang="5400000" scaled="0"/>
                </a:gradFill>
              </a:rPr>
              <a:t>Network Optimized</a:t>
            </a:r>
          </a:p>
        </p:txBody>
      </p:sp>
      <p:pic>
        <p:nvPicPr>
          <p:cNvPr id="10" name="Picture 9"/>
          <p:cNvPicPr>
            <a:picLocks noChangeAspect="1"/>
          </p:cNvPicPr>
          <p:nvPr/>
        </p:nvPicPr>
        <p:blipFill>
          <a:blip r:embed="rId5">
            <a:lum bright="-40000" contrast="-40000"/>
          </a:blip>
          <a:stretch>
            <a:fillRect/>
          </a:stretch>
        </p:blipFill>
        <p:spPr>
          <a:xfrm>
            <a:off x="8694615" y="4135417"/>
            <a:ext cx="828179" cy="1008218"/>
          </a:xfrm>
          <a:prstGeom prst="rect">
            <a:avLst/>
          </a:prstGeom>
        </p:spPr>
      </p:pic>
      <p:pic>
        <p:nvPicPr>
          <p:cNvPr id="11" name="Picture 10"/>
          <p:cNvPicPr>
            <a:picLocks noChangeAspect="1"/>
          </p:cNvPicPr>
          <p:nvPr/>
        </p:nvPicPr>
        <p:blipFill>
          <a:blip r:embed="rId6">
            <a:lum bright="-40000" contrast="-40000"/>
          </a:blip>
          <a:stretch>
            <a:fillRect/>
          </a:stretch>
        </p:blipFill>
        <p:spPr>
          <a:xfrm>
            <a:off x="10428442" y="4257180"/>
            <a:ext cx="918253" cy="839093"/>
          </a:xfrm>
          <a:prstGeom prst="rect">
            <a:avLst/>
          </a:prstGeom>
        </p:spPr>
      </p:pic>
      <p:pic>
        <p:nvPicPr>
          <p:cNvPr id="14" name="Picture 13"/>
          <p:cNvPicPr>
            <a:picLocks noChangeAspect="1"/>
          </p:cNvPicPr>
          <p:nvPr/>
        </p:nvPicPr>
        <p:blipFill rotWithShape="1">
          <a:blip r:embed="rId7">
            <a:duotone>
              <a:prstClr val="black"/>
              <a:schemeClr val="accent1">
                <a:lumMod val="75000"/>
                <a:tint val="45000"/>
                <a:satMod val="400000"/>
              </a:schemeClr>
            </a:duotone>
            <a:lum bright="-40000" contrast="-20000"/>
          </a:blip>
          <a:srcRect r="82617"/>
          <a:stretch/>
        </p:blipFill>
        <p:spPr>
          <a:xfrm>
            <a:off x="4365203" y="2458690"/>
            <a:ext cx="785908" cy="672780"/>
          </a:xfrm>
          <a:prstGeom prst="rect">
            <a:avLst/>
          </a:prstGeom>
        </p:spPr>
      </p:pic>
    </p:spTree>
    <p:extLst>
      <p:ext uri="{BB962C8B-B14F-4D97-AF65-F5344CB8AC3E}">
        <p14:creationId xmlns:p14="http://schemas.microsoft.com/office/powerpoint/2010/main" val="285855969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4"/>
                                        </p:tgtEl>
                                        <p:attrNameLst>
                                          <p:attrName>style.visibility</p:attrName>
                                        </p:attrNameLst>
                                      </p:cBhvr>
                                      <p:to>
                                        <p:strVal val="visible"/>
                                      </p:to>
                                    </p:set>
                                    <p:animEffect transition="in" filter="fade">
                                      <p:cBhvr>
                                        <p:cTn id="7" dur="500"/>
                                        <p:tgtEl>
                                          <p:spTgt spid="4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fade">
                                      <p:cBhvr>
                                        <p:cTn id="15" dur="500"/>
                                        <p:tgtEl>
                                          <p:spTgt spid="8"/>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30"/>
                                        </p:tgtEl>
                                        <p:attrNameLst>
                                          <p:attrName>style.visibility</p:attrName>
                                        </p:attrNameLst>
                                      </p:cBhvr>
                                      <p:to>
                                        <p:strVal val="visible"/>
                                      </p:to>
                                    </p:set>
                                    <p:animEffect transition="in" filter="fade">
                                      <p:cBhvr>
                                        <p:cTn id="18" dur="500"/>
                                        <p:tgtEl>
                                          <p:spTgt spid="30"/>
                                        </p:tgtEl>
                                      </p:cBhvr>
                                    </p:animEffect>
                                  </p:childTnLst>
                                </p:cTn>
                              </p:par>
                              <p:par>
                                <p:cTn id="19" presetID="10" presetClass="entr" presetSubtype="0" fill="hold" nodeType="withEffect">
                                  <p:stCondLst>
                                    <p:cond delay="0"/>
                                  </p:stCondLst>
                                  <p:childTnLst>
                                    <p:set>
                                      <p:cBhvr>
                                        <p:cTn id="20" dur="1" fill="hold">
                                          <p:stCondLst>
                                            <p:cond delay="0"/>
                                          </p:stCondLst>
                                        </p:cTn>
                                        <p:tgtEl>
                                          <p:spTgt spid="6148"/>
                                        </p:tgtEl>
                                        <p:attrNameLst>
                                          <p:attrName>style.visibility</p:attrName>
                                        </p:attrNameLst>
                                      </p:cBhvr>
                                      <p:to>
                                        <p:strVal val="visible"/>
                                      </p:to>
                                    </p:set>
                                    <p:animEffect transition="in" filter="fade">
                                      <p:cBhvr>
                                        <p:cTn id="21" dur="500"/>
                                        <p:tgtEl>
                                          <p:spTgt spid="6148"/>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54"/>
                                        </p:tgtEl>
                                        <p:attrNameLst>
                                          <p:attrName>style.visibility</p:attrName>
                                        </p:attrNameLst>
                                      </p:cBhvr>
                                      <p:to>
                                        <p:strVal val="visible"/>
                                      </p:to>
                                    </p:set>
                                    <p:animEffect transition="in" filter="fade">
                                      <p:cBhvr>
                                        <p:cTn id="24" dur="500"/>
                                        <p:tgtEl>
                                          <p:spTgt spid="54"/>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33"/>
                                        </p:tgtEl>
                                        <p:attrNameLst>
                                          <p:attrName>style.visibility</p:attrName>
                                        </p:attrNameLst>
                                      </p:cBhvr>
                                      <p:to>
                                        <p:strVal val="visible"/>
                                      </p:to>
                                    </p:set>
                                    <p:animEffect transition="in" filter="fade">
                                      <p:cBhvr>
                                        <p:cTn id="27" dur="500"/>
                                        <p:tgtEl>
                                          <p:spTgt spid="33"/>
                                        </p:tgtEl>
                                      </p:cBhvr>
                                    </p:animEffect>
                                  </p:childTnLst>
                                </p:cTn>
                              </p:par>
                              <p:par>
                                <p:cTn id="28" presetID="10" presetClass="entr" presetSubtype="0" fill="hold" nodeType="withEffect">
                                  <p:stCondLst>
                                    <p:cond delay="0"/>
                                  </p:stCondLst>
                                  <p:childTnLst>
                                    <p:set>
                                      <p:cBhvr>
                                        <p:cTn id="29" dur="1" fill="hold">
                                          <p:stCondLst>
                                            <p:cond delay="0"/>
                                          </p:stCondLst>
                                        </p:cTn>
                                        <p:tgtEl>
                                          <p:spTgt spid="14"/>
                                        </p:tgtEl>
                                        <p:attrNameLst>
                                          <p:attrName>style.visibility</p:attrName>
                                        </p:attrNameLst>
                                      </p:cBhvr>
                                      <p:to>
                                        <p:strVal val="visible"/>
                                      </p:to>
                                    </p:set>
                                    <p:animEffect transition="in" filter="fade">
                                      <p:cBhvr>
                                        <p:cTn id="30" dur="500"/>
                                        <p:tgtEl>
                                          <p:spTgt spid="14"/>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nodeType="clickEffect">
                                  <p:stCondLst>
                                    <p:cond delay="0"/>
                                  </p:stCondLst>
                                  <p:childTnLst>
                                    <p:set>
                                      <p:cBhvr>
                                        <p:cTn id="34" dur="1" fill="hold">
                                          <p:stCondLst>
                                            <p:cond delay="0"/>
                                          </p:stCondLst>
                                        </p:cTn>
                                        <p:tgtEl>
                                          <p:spTgt spid="53"/>
                                        </p:tgtEl>
                                        <p:attrNameLst>
                                          <p:attrName>style.visibility</p:attrName>
                                        </p:attrNameLst>
                                      </p:cBhvr>
                                      <p:to>
                                        <p:strVal val="visible"/>
                                      </p:to>
                                    </p:set>
                                    <p:animEffect transition="in" filter="fade">
                                      <p:cBhvr>
                                        <p:cTn id="35" dur="500"/>
                                        <p:tgtEl>
                                          <p:spTgt spid="53"/>
                                        </p:tgtEl>
                                      </p:cBhvr>
                                    </p:animEffect>
                                  </p:childTnLst>
                                </p:cTn>
                              </p:par>
                              <p:par>
                                <p:cTn id="36" presetID="10" presetClass="entr" presetSubtype="0" fill="hold" nodeType="withEffect">
                                  <p:stCondLst>
                                    <p:cond delay="0"/>
                                  </p:stCondLst>
                                  <p:childTnLst>
                                    <p:set>
                                      <p:cBhvr>
                                        <p:cTn id="37" dur="1" fill="hold">
                                          <p:stCondLst>
                                            <p:cond delay="0"/>
                                          </p:stCondLst>
                                        </p:cTn>
                                        <p:tgtEl>
                                          <p:spTgt spid="52"/>
                                        </p:tgtEl>
                                        <p:attrNameLst>
                                          <p:attrName>style.visibility</p:attrName>
                                        </p:attrNameLst>
                                      </p:cBhvr>
                                      <p:to>
                                        <p:strVal val="visible"/>
                                      </p:to>
                                    </p:set>
                                    <p:animEffect transition="in" filter="fade">
                                      <p:cBhvr>
                                        <p:cTn id="38" dur="500"/>
                                        <p:tgtEl>
                                          <p:spTgt spid="52"/>
                                        </p:tgtEl>
                                      </p:cBhvr>
                                    </p:animEffect>
                                  </p:childTnLst>
                                </p:cTn>
                              </p:par>
                              <p:par>
                                <p:cTn id="39" presetID="10" presetClass="entr" presetSubtype="0" fill="hold" nodeType="withEffect">
                                  <p:stCondLst>
                                    <p:cond delay="0"/>
                                  </p:stCondLst>
                                  <p:childTnLst>
                                    <p:set>
                                      <p:cBhvr>
                                        <p:cTn id="40" dur="1" fill="hold">
                                          <p:stCondLst>
                                            <p:cond delay="0"/>
                                          </p:stCondLst>
                                        </p:cTn>
                                        <p:tgtEl>
                                          <p:spTgt spid="10"/>
                                        </p:tgtEl>
                                        <p:attrNameLst>
                                          <p:attrName>style.visibility</p:attrName>
                                        </p:attrNameLst>
                                      </p:cBhvr>
                                      <p:to>
                                        <p:strVal val="visible"/>
                                      </p:to>
                                    </p:set>
                                    <p:animEffect transition="in" filter="fade">
                                      <p:cBhvr>
                                        <p:cTn id="41" dur="500"/>
                                        <p:tgtEl>
                                          <p:spTgt spid="10"/>
                                        </p:tgtEl>
                                      </p:cBhvr>
                                    </p:animEffect>
                                  </p:childTnLst>
                                </p:cTn>
                              </p:par>
                              <p:par>
                                <p:cTn id="42" presetID="10" presetClass="entr" presetSubtype="0" fill="hold" nodeType="withEffect">
                                  <p:stCondLst>
                                    <p:cond delay="0"/>
                                  </p:stCondLst>
                                  <p:childTnLst>
                                    <p:set>
                                      <p:cBhvr>
                                        <p:cTn id="43" dur="1" fill="hold">
                                          <p:stCondLst>
                                            <p:cond delay="0"/>
                                          </p:stCondLst>
                                        </p:cTn>
                                        <p:tgtEl>
                                          <p:spTgt spid="11"/>
                                        </p:tgtEl>
                                        <p:attrNameLst>
                                          <p:attrName>style.visibility</p:attrName>
                                        </p:attrNameLst>
                                      </p:cBhvr>
                                      <p:to>
                                        <p:strVal val="visible"/>
                                      </p:to>
                                    </p:set>
                                    <p:animEffect transition="in" filter="fade">
                                      <p:cBhvr>
                                        <p:cTn id="44"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8" grpId="0" animBg="1"/>
      <p:bldP spid="30" grpId="0"/>
      <p:bldP spid="54" grpId="0"/>
      <p:bldP spid="33"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598120" y="228934"/>
            <a:ext cx="11080750" cy="957263"/>
          </a:xfrm>
          <a:prstGeom prst="rect">
            <a:avLst/>
          </a:prstGeom>
        </p:spPr>
        <p:txBody>
          <a:bodyPr/>
          <a:lstStyle/>
          <a:p>
            <a:r>
              <a:rPr lang="en-US" dirty="0"/>
              <a:t>VM Gallery</a:t>
            </a:r>
          </a:p>
        </p:txBody>
      </p:sp>
      <p:sp>
        <p:nvSpPr>
          <p:cNvPr id="5" name="Text Placeholder 5"/>
          <p:cNvSpPr txBox="1">
            <a:spLocks/>
          </p:cNvSpPr>
          <p:nvPr/>
        </p:nvSpPr>
        <p:spPr>
          <a:xfrm>
            <a:off x="560388" y="1178710"/>
            <a:ext cx="11080750" cy="437594"/>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3600" kern="120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3200" kern="1200">
                <a:solidFill>
                  <a:schemeClr val="bg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800" kern="1200">
                <a:solidFill>
                  <a:schemeClr val="bg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400" b="1" cap="all" dirty="0"/>
              <a:t>A collection of prebuilt images for various workloads</a:t>
            </a:r>
          </a:p>
        </p:txBody>
      </p:sp>
      <p:grpSp>
        <p:nvGrpSpPr>
          <p:cNvPr id="44" name="Group 43"/>
          <p:cNvGrpSpPr/>
          <p:nvPr/>
        </p:nvGrpSpPr>
        <p:grpSpPr>
          <a:xfrm>
            <a:off x="1689897" y="1786284"/>
            <a:ext cx="1600956" cy="1318108"/>
            <a:chOff x="1689897" y="1786284"/>
            <a:chExt cx="1600956" cy="1318108"/>
          </a:xfrm>
        </p:grpSpPr>
        <p:pic>
          <p:nvPicPr>
            <p:cNvPr id="8" name="Picture 7"/>
            <p:cNvPicPr>
              <a:picLocks noChangeAspect="1"/>
            </p:cNvPicPr>
            <p:nvPr/>
          </p:nvPicPr>
          <p:blipFill>
            <a:blip r:embed="rId3"/>
            <a:stretch>
              <a:fillRect/>
            </a:stretch>
          </p:blipFill>
          <p:spPr>
            <a:xfrm>
              <a:off x="1831321" y="1786284"/>
              <a:ext cx="1318108" cy="1318108"/>
            </a:xfrm>
            <a:prstGeom prst="rect">
              <a:avLst/>
            </a:prstGeom>
          </p:spPr>
        </p:pic>
        <p:sp>
          <p:nvSpPr>
            <p:cNvPr id="14" name="Rectangle 13"/>
            <p:cNvSpPr/>
            <p:nvPr/>
          </p:nvSpPr>
          <p:spPr>
            <a:xfrm>
              <a:off x="1689897" y="2852091"/>
              <a:ext cx="1600956" cy="230832"/>
            </a:xfrm>
            <a:prstGeom prst="rect">
              <a:avLst/>
            </a:prstGeom>
          </p:spPr>
          <p:txBody>
            <a:bodyPr wrap="square">
              <a:spAutoFit/>
            </a:bodyPr>
            <a:lstStyle/>
            <a:p>
              <a:pPr algn="ctr"/>
              <a:r>
                <a:rPr lang="pt-BR" sz="900" dirty="0">
                  <a:solidFill>
                    <a:schemeClr val="bg1"/>
                  </a:solidFill>
                  <a:latin typeface="+mj-lt"/>
                </a:rPr>
                <a:t>Windows Server 2016</a:t>
              </a:r>
              <a:endParaRPr lang="en-US" sz="900" dirty="0">
                <a:solidFill>
                  <a:schemeClr val="bg1"/>
                </a:solidFill>
                <a:latin typeface="+mj-lt"/>
              </a:endParaRPr>
            </a:p>
          </p:txBody>
        </p:sp>
      </p:grpSp>
      <p:grpSp>
        <p:nvGrpSpPr>
          <p:cNvPr id="45" name="Group 44"/>
          <p:cNvGrpSpPr/>
          <p:nvPr/>
        </p:nvGrpSpPr>
        <p:grpSpPr>
          <a:xfrm>
            <a:off x="3220141" y="1786284"/>
            <a:ext cx="1459532" cy="1318108"/>
            <a:chOff x="3220141" y="1786284"/>
            <a:chExt cx="1459532" cy="1318108"/>
          </a:xfrm>
        </p:grpSpPr>
        <p:pic>
          <p:nvPicPr>
            <p:cNvPr id="15" name="Picture 14"/>
            <p:cNvPicPr>
              <a:picLocks noChangeAspect="1"/>
            </p:cNvPicPr>
            <p:nvPr/>
          </p:nvPicPr>
          <p:blipFill>
            <a:blip r:embed="rId4"/>
            <a:stretch>
              <a:fillRect/>
            </a:stretch>
          </p:blipFill>
          <p:spPr>
            <a:xfrm>
              <a:off x="3282866" y="1786284"/>
              <a:ext cx="1318108" cy="1318108"/>
            </a:xfrm>
            <a:prstGeom prst="rect">
              <a:avLst/>
            </a:prstGeom>
          </p:spPr>
        </p:pic>
        <p:sp>
          <p:nvSpPr>
            <p:cNvPr id="16" name="Rectangle 15"/>
            <p:cNvSpPr/>
            <p:nvPr/>
          </p:nvSpPr>
          <p:spPr>
            <a:xfrm>
              <a:off x="3220141" y="2840892"/>
              <a:ext cx="1459532" cy="230832"/>
            </a:xfrm>
            <a:prstGeom prst="rect">
              <a:avLst/>
            </a:prstGeom>
          </p:spPr>
          <p:txBody>
            <a:bodyPr wrap="square">
              <a:spAutoFit/>
            </a:bodyPr>
            <a:lstStyle/>
            <a:p>
              <a:pPr algn="ctr"/>
              <a:r>
                <a:rPr lang="en-US" sz="900" dirty="0">
                  <a:solidFill>
                    <a:schemeClr val="bg1"/>
                  </a:solidFill>
                  <a:latin typeface="+mj-lt"/>
                </a:rPr>
                <a:t>Ubuntu Server 14.04 LTS</a:t>
              </a:r>
            </a:p>
          </p:txBody>
        </p:sp>
      </p:grpSp>
      <p:grpSp>
        <p:nvGrpSpPr>
          <p:cNvPr id="46" name="Group 45"/>
          <p:cNvGrpSpPr/>
          <p:nvPr/>
        </p:nvGrpSpPr>
        <p:grpSpPr>
          <a:xfrm>
            <a:off x="4708625" y="1786284"/>
            <a:ext cx="1459532" cy="1318109"/>
            <a:chOff x="4708625" y="1786284"/>
            <a:chExt cx="1459532" cy="1318109"/>
          </a:xfrm>
        </p:grpSpPr>
        <p:pic>
          <p:nvPicPr>
            <p:cNvPr id="17" name="Picture 16"/>
            <p:cNvPicPr>
              <a:picLocks noChangeAspect="1"/>
            </p:cNvPicPr>
            <p:nvPr/>
          </p:nvPicPr>
          <p:blipFill>
            <a:blip r:embed="rId5"/>
            <a:stretch>
              <a:fillRect/>
            </a:stretch>
          </p:blipFill>
          <p:spPr>
            <a:xfrm>
              <a:off x="4734411" y="1786284"/>
              <a:ext cx="1318109" cy="1318109"/>
            </a:xfrm>
            <a:prstGeom prst="rect">
              <a:avLst/>
            </a:prstGeom>
          </p:spPr>
        </p:pic>
        <p:sp>
          <p:nvSpPr>
            <p:cNvPr id="18" name="Rectangle 17"/>
            <p:cNvSpPr/>
            <p:nvPr/>
          </p:nvSpPr>
          <p:spPr>
            <a:xfrm>
              <a:off x="4708625" y="2852657"/>
              <a:ext cx="1459532" cy="230832"/>
            </a:xfrm>
            <a:prstGeom prst="rect">
              <a:avLst/>
            </a:prstGeom>
          </p:spPr>
          <p:txBody>
            <a:bodyPr wrap="square">
              <a:spAutoFit/>
            </a:bodyPr>
            <a:lstStyle/>
            <a:p>
              <a:pPr algn="ctr"/>
              <a:r>
                <a:rPr lang="en-US" sz="900" dirty="0" err="1">
                  <a:solidFill>
                    <a:schemeClr val="bg1"/>
                  </a:solidFill>
                  <a:latin typeface="+mj-lt"/>
                </a:rPr>
                <a:t>CentOS</a:t>
              </a:r>
              <a:r>
                <a:rPr lang="en-US" sz="900" dirty="0">
                  <a:solidFill>
                    <a:schemeClr val="bg1"/>
                  </a:solidFill>
                  <a:latin typeface="+mj-lt"/>
                </a:rPr>
                <a:t> 6.5</a:t>
              </a:r>
            </a:p>
          </p:txBody>
        </p:sp>
      </p:grpSp>
      <p:grpSp>
        <p:nvGrpSpPr>
          <p:cNvPr id="47" name="Group 46"/>
          <p:cNvGrpSpPr/>
          <p:nvPr/>
        </p:nvGrpSpPr>
        <p:grpSpPr>
          <a:xfrm>
            <a:off x="6110254" y="1786284"/>
            <a:ext cx="1559195" cy="1325430"/>
            <a:chOff x="6110254" y="1786284"/>
            <a:chExt cx="1559195" cy="1325430"/>
          </a:xfrm>
        </p:grpSpPr>
        <p:pic>
          <p:nvPicPr>
            <p:cNvPr id="19" name="Picture 18"/>
            <p:cNvPicPr>
              <a:picLocks noChangeAspect="1"/>
            </p:cNvPicPr>
            <p:nvPr/>
          </p:nvPicPr>
          <p:blipFill>
            <a:blip r:embed="rId6"/>
            <a:stretch>
              <a:fillRect/>
            </a:stretch>
          </p:blipFill>
          <p:spPr>
            <a:xfrm>
              <a:off x="6185957" y="1786284"/>
              <a:ext cx="1318109" cy="1318109"/>
            </a:xfrm>
            <a:prstGeom prst="rect">
              <a:avLst/>
            </a:prstGeom>
          </p:spPr>
        </p:pic>
        <p:sp>
          <p:nvSpPr>
            <p:cNvPr id="20" name="Rectangle 19"/>
            <p:cNvSpPr/>
            <p:nvPr/>
          </p:nvSpPr>
          <p:spPr>
            <a:xfrm>
              <a:off x="6110254" y="2742382"/>
              <a:ext cx="1559195" cy="369332"/>
            </a:xfrm>
            <a:prstGeom prst="rect">
              <a:avLst/>
            </a:prstGeom>
          </p:spPr>
          <p:txBody>
            <a:bodyPr wrap="square">
              <a:spAutoFit/>
            </a:bodyPr>
            <a:lstStyle/>
            <a:p>
              <a:pPr algn="ctr"/>
              <a:r>
                <a:rPr lang="en-US" sz="900" dirty="0">
                  <a:solidFill>
                    <a:schemeClr val="bg1"/>
                  </a:solidFill>
                  <a:latin typeface="+mj-lt"/>
                </a:rPr>
                <a:t>SUSE Linux </a:t>
              </a:r>
            </a:p>
            <a:p>
              <a:pPr algn="ctr"/>
              <a:r>
                <a:rPr lang="en-US" altLang="zh-CN" sz="900" dirty="0">
                  <a:solidFill>
                    <a:schemeClr val="bg1"/>
                  </a:solidFill>
                  <a:latin typeface="+mj-lt"/>
                </a:rPr>
                <a:t>Enterprise Server</a:t>
              </a:r>
              <a:endParaRPr lang="en-US" sz="900" dirty="0">
                <a:solidFill>
                  <a:schemeClr val="bg1"/>
                </a:solidFill>
                <a:latin typeface="+mj-lt"/>
              </a:endParaRPr>
            </a:p>
          </p:txBody>
        </p:sp>
      </p:grpSp>
      <p:grpSp>
        <p:nvGrpSpPr>
          <p:cNvPr id="48" name="Group 47"/>
          <p:cNvGrpSpPr/>
          <p:nvPr/>
        </p:nvGrpSpPr>
        <p:grpSpPr>
          <a:xfrm>
            <a:off x="8958953" y="1807643"/>
            <a:ext cx="1559195" cy="1318109"/>
            <a:chOff x="7518855" y="1786284"/>
            <a:chExt cx="1559195" cy="1318109"/>
          </a:xfrm>
        </p:grpSpPr>
        <p:pic>
          <p:nvPicPr>
            <p:cNvPr id="21" name="Picture 20"/>
            <p:cNvPicPr>
              <a:picLocks noChangeAspect="1"/>
            </p:cNvPicPr>
            <p:nvPr/>
          </p:nvPicPr>
          <p:blipFill>
            <a:blip r:embed="rId7"/>
            <a:stretch>
              <a:fillRect/>
            </a:stretch>
          </p:blipFill>
          <p:spPr>
            <a:xfrm>
              <a:off x="7637503" y="1786284"/>
              <a:ext cx="1318109" cy="1318109"/>
            </a:xfrm>
            <a:prstGeom prst="rect">
              <a:avLst/>
            </a:prstGeom>
          </p:spPr>
        </p:pic>
        <p:sp>
          <p:nvSpPr>
            <p:cNvPr id="22" name="Rectangle 21"/>
            <p:cNvSpPr/>
            <p:nvPr/>
          </p:nvSpPr>
          <p:spPr>
            <a:xfrm>
              <a:off x="7518855" y="2843662"/>
              <a:ext cx="1559195" cy="230832"/>
            </a:xfrm>
            <a:prstGeom prst="rect">
              <a:avLst/>
            </a:prstGeom>
          </p:spPr>
          <p:txBody>
            <a:bodyPr wrap="square">
              <a:spAutoFit/>
            </a:bodyPr>
            <a:lstStyle/>
            <a:p>
              <a:pPr algn="ctr"/>
              <a:r>
                <a:rPr lang="en-US" sz="900" dirty="0">
                  <a:solidFill>
                    <a:schemeClr val="bg1"/>
                  </a:solidFill>
                  <a:latin typeface="+mj-lt"/>
                </a:rPr>
                <a:t>Oracle Linux 6.4.0.0.0</a:t>
              </a:r>
            </a:p>
          </p:txBody>
        </p:sp>
      </p:grpSp>
      <p:grpSp>
        <p:nvGrpSpPr>
          <p:cNvPr id="60" name="Group 59"/>
          <p:cNvGrpSpPr/>
          <p:nvPr/>
        </p:nvGrpSpPr>
        <p:grpSpPr>
          <a:xfrm>
            <a:off x="8958953" y="4660076"/>
            <a:ext cx="1559195" cy="1321875"/>
            <a:chOff x="8958953" y="4660076"/>
            <a:chExt cx="1559195" cy="1321875"/>
          </a:xfrm>
        </p:grpSpPr>
        <p:pic>
          <p:nvPicPr>
            <p:cNvPr id="23" name="Picture 22"/>
            <p:cNvPicPr>
              <a:picLocks noChangeAspect="1"/>
            </p:cNvPicPr>
            <p:nvPr/>
          </p:nvPicPr>
          <p:blipFill>
            <a:blip r:embed="rId3">
              <a:duotone>
                <a:schemeClr val="accent6">
                  <a:shade val="45000"/>
                  <a:satMod val="135000"/>
                </a:schemeClr>
                <a:prstClr val="white"/>
              </a:duotone>
            </a:blip>
            <a:stretch>
              <a:fillRect/>
            </a:stretch>
          </p:blipFill>
          <p:spPr>
            <a:xfrm>
              <a:off x="9078050" y="4660076"/>
              <a:ext cx="1318108" cy="1318108"/>
            </a:xfrm>
            <a:prstGeom prst="rect">
              <a:avLst/>
            </a:prstGeom>
          </p:spPr>
        </p:pic>
        <p:sp>
          <p:nvSpPr>
            <p:cNvPr id="24" name="Rectangle 23"/>
            <p:cNvSpPr/>
            <p:nvPr/>
          </p:nvSpPr>
          <p:spPr>
            <a:xfrm>
              <a:off x="8958953" y="5751119"/>
              <a:ext cx="1559195" cy="230832"/>
            </a:xfrm>
            <a:prstGeom prst="rect">
              <a:avLst/>
            </a:prstGeom>
          </p:spPr>
          <p:txBody>
            <a:bodyPr wrap="square">
              <a:spAutoFit/>
            </a:bodyPr>
            <a:lstStyle/>
            <a:p>
              <a:pPr algn="ctr"/>
              <a:r>
                <a:rPr lang="en-US" altLang="zh-CN" sz="900" dirty="0">
                  <a:solidFill>
                    <a:schemeClr val="bg1"/>
                  </a:solidFill>
                  <a:latin typeface="+mj-lt"/>
                </a:rPr>
                <a:t>Windows 8.1 Enterprise</a:t>
              </a:r>
              <a:endParaRPr lang="en-US" sz="900" dirty="0">
                <a:solidFill>
                  <a:schemeClr val="bg1"/>
                </a:solidFill>
                <a:latin typeface="+mj-lt"/>
              </a:endParaRPr>
            </a:p>
          </p:txBody>
        </p:sp>
      </p:grpSp>
      <p:grpSp>
        <p:nvGrpSpPr>
          <p:cNvPr id="49" name="Group 48"/>
          <p:cNvGrpSpPr/>
          <p:nvPr/>
        </p:nvGrpSpPr>
        <p:grpSpPr>
          <a:xfrm>
            <a:off x="1674726" y="3224402"/>
            <a:ext cx="1600956" cy="1318109"/>
            <a:chOff x="1674726" y="3224402"/>
            <a:chExt cx="1600956" cy="1318109"/>
          </a:xfrm>
        </p:grpSpPr>
        <p:pic>
          <p:nvPicPr>
            <p:cNvPr id="9" name="Picture 8"/>
            <p:cNvPicPr>
              <a:picLocks noChangeAspect="1"/>
            </p:cNvPicPr>
            <p:nvPr/>
          </p:nvPicPr>
          <p:blipFill>
            <a:blip r:embed="rId8"/>
            <a:stretch>
              <a:fillRect/>
            </a:stretch>
          </p:blipFill>
          <p:spPr>
            <a:xfrm>
              <a:off x="1831321" y="3224402"/>
              <a:ext cx="1318109" cy="1318109"/>
            </a:xfrm>
            <a:prstGeom prst="rect">
              <a:avLst/>
            </a:prstGeom>
          </p:spPr>
        </p:pic>
        <p:sp>
          <p:nvSpPr>
            <p:cNvPr id="25" name="Rectangle 24"/>
            <p:cNvSpPr/>
            <p:nvPr/>
          </p:nvSpPr>
          <p:spPr>
            <a:xfrm>
              <a:off x="1674726" y="4308137"/>
              <a:ext cx="1600956" cy="230832"/>
            </a:xfrm>
            <a:prstGeom prst="rect">
              <a:avLst/>
            </a:prstGeom>
          </p:spPr>
          <p:txBody>
            <a:bodyPr wrap="square">
              <a:spAutoFit/>
            </a:bodyPr>
            <a:lstStyle/>
            <a:p>
              <a:pPr algn="ctr"/>
              <a:r>
                <a:rPr lang="pt-BR" sz="900" dirty="0">
                  <a:solidFill>
                    <a:schemeClr val="bg1"/>
                  </a:solidFill>
                  <a:latin typeface="+mj-lt"/>
                </a:rPr>
                <a:t>SQL </a:t>
              </a:r>
              <a:r>
                <a:rPr lang="en-US" altLang="zh-CN" sz="900" dirty="0">
                  <a:solidFill>
                    <a:schemeClr val="bg1"/>
                  </a:solidFill>
                  <a:latin typeface="+mj-lt"/>
                </a:rPr>
                <a:t>Server 2014 Standard</a:t>
              </a:r>
              <a:endParaRPr lang="en-US" sz="900" dirty="0">
                <a:solidFill>
                  <a:schemeClr val="bg1"/>
                </a:solidFill>
                <a:latin typeface="+mj-lt"/>
              </a:endParaRPr>
            </a:p>
          </p:txBody>
        </p:sp>
      </p:grpSp>
      <p:grpSp>
        <p:nvGrpSpPr>
          <p:cNvPr id="50" name="Group 49"/>
          <p:cNvGrpSpPr/>
          <p:nvPr/>
        </p:nvGrpSpPr>
        <p:grpSpPr>
          <a:xfrm>
            <a:off x="3149429" y="3224402"/>
            <a:ext cx="1600956" cy="1320942"/>
            <a:chOff x="3149429" y="3224402"/>
            <a:chExt cx="1600956" cy="1320942"/>
          </a:xfrm>
        </p:grpSpPr>
        <p:pic>
          <p:nvPicPr>
            <p:cNvPr id="13" name="Picture 12"/>
            <p:cNvPicPr>
              <a:picLocks noChangeAspect="1"/>
            </p:cNvPicPr>
            <p:nvPr/>
          </p:nvPicPr>
          <p:blipFill>
            <a:blip r:embed="rId9"/>
            <a:stretch>
              <a:fillRect/>
            </a:stretch>
          </p:blipFill>
          <p:spPr>
            <a:xfrm>
              <a:off x="3282866" y="3224402"/>
              <a:ext cx="1320942" cy="1320942"/>
            </a:xfrm>
            <a:prstGeom prst="rect">
              <a:avLst/>
            </a:prstGeom>
          </p:spPr>
        </p:pic>
        <p:sp>
          <p:nvSpPr>
            <p:cNvPr id="26" name="Rectangle 25"/>
            <p:cNvSpPr/>
            <p:nvPr/>
          </p:nvSpPr>
          <p:spPr>
            <a:xfrm>
              <a:off x="3149429" y="4298873"/>
              <a:ext cx="1600956" cy="230832"/>
            </a:xfrm>
            <a:prstGeom prst="rect">
              <a:avLst/>
            </a:prstGeom>
          </p:spPr>
          <p:txBody>
            <a:bodyPr wrap="square">
              <a:spAutoFit/>
            </a:bodyPr>
            <a:lstStyle/>
            <a:p>
              <a:pPr algn="ctr"/>
              <a:r>
                <a:rPr lang="en-US" altLang="zh-CN" sz="900" dirty="0">
                  <a:solidFill>
                    <a:schemeClr val="bg1"/>
                  </a:solidFill>
                  <a:latin typeface="+mj-lt"/>
                </a:rPr>
                <a:t>Oracle Database 11g R2</a:t>
              </a:r>
              <a:endParaRPr lang="en-US" sz="900" dirty="0">
                <a:solidFill>
                  <a:schemeClr val="bg1"/>
                </a:solidFill>
                <a:latin typeface="+mj-lt"/>
              </a:endParaRPr>
            </a:p>
          </p:txBody>
        </p:sp>
      </p:grpSp>
      <p:grpSp>
        <p:nvGrpSpPr>
          <p:cNvPr id="51" name="Group 50"/>
          <p:cNvGrpSpPr/>
          <p:nvPr/>
        </p:nvGrpSpPr>
        <p:grpSpPr>
          <a:xfrm>
            <a:off x="4584482" y="3224402"/>
            <a:ext cx="1600956" cy="1321217"/>
            <a:chOff x="4584482" y="3224402"/>
            <a:chExt cx="1600956" cy="1321217"/>
          </a:xfrm>
        </p:grpSpPr>
        <p:pic>
          <p:nvPicPr>
            <p:cNvPr id="12" name="Picture 11"/>
            <p:cNvPicPr>
              <a:picLocks noChangeAspect="1"/>
            </p:cNvPicPr>
            <p:nvPr/>
          </p:nvPicPr>
          <p:blipFill>
            <a:blip r:embed="rId10"/>
            <a:stretch>
              <a:fillRect/>
            </a:stretch>
          </p:blipFill>
          <p:spPr>
            <a:xfrm>
              <a:off x="4734411" y="3224402"/>
              <a:ext cx="1318109" cy="1318109"/>
            </a:xfrm>
            <a:prstGeom prst="rect">
              <a:avLst/>
            </a:prstGeom>
          </p:spPr>
        </p:pic>
        <p:sp>
          <p:nvSpPr>
            <p:cNvPr id="27" name="Rectangle 26"/>
            <p:cNvSpPr/>
            <p:nvPr/>
          </p:nvSpPr>
          <p:spPr>
            <a:xfrm>
              <a:off x="4584482" y="4314787"/>
              <a:ext cx="1600956" cy="230832"/>
            </a:xfrm>
            <a:prstGeom prst="rect">
              <a:avLst/>
            </a:prstGeom>
          </p:spPr>
          <p:txBody>
            <a:bodyPr wrap="square">
              <a:spAutoFit/>
            </a:bodyPr>
            <a:lstStyle/>
            <a:p>
              <a:pPr algn="ctr"/>
              <a:r>
                <a:rPr lang="en-US" altLang="zh-CN" sz="900" dirty="0">
                  <a:solidFill>
                    <a:schemeClr val="bg1"/>
                  </a:solidFill>
                  <a:latin typeface="+mj-lt"/>
                </a:rPr>
                <a:t>BizTalk Server 2016</a:t>
              </a:r>
              <a:endParaRPr lang="en-US" sz="900" dirty="0">
                <a:solidFill>
                  <a:schemeClr val="bg1"/>
                </a:solidFill>
                <a:latin typeface="+mj-lt"/>
              </a:endParaRPr>
            </a:p>
          </p:txBody>
        </p:sp>
      </p:grpSp>
      <p:grpSp>
        <p:nvGrpSpPr>
          <p:cNvPr id="52" name="Group 51"/>
          <p:cNvGrpSpPr/>
          <p:nvPr/>
        </p:nvGrpSpPr>
        <p:grpSpPr>
          <a:xfrm>
            <a:off x="6061936" y="3226447"/>
            <a:ext cx="1600956" cy="1318897"/>
            <a:chOff x="6061936" y="3226447"/>
            <a:chExt cx="1600956" cy="1318897"/>
          </a:xfrm>
        </p:grpSpPr>
        <p:pic>
          <p:nvPicPr>
            <p:cNvPr id="10" name="Picture 9"/>
            <p:cNvPicPr>
              <a:picLocks noChangeAspect="1"/>
            </p:cNvPicPr>
            <p:nvPr/>
          </p:nvPicPr>
          <p:blipFill>
            <a:blip r:embed="rId11"/>
            <a:stretch>
              <a:fillRect/>
            </a:stretch>
          </p:blipFill>
          <p:spPr>
            <a:xfrm>
              <a:off x="6183123" y="3226447"/>
              <a:ext cx="1318897" cy="1318897"/>
            </a:xfrm>
            <a:prstGeom prst="rect">
              <a:avLst/>
            </a:prstGeom>
          </p:spPr>
        </p:pic>
        <p:sp>
          <p:nvSpPr>
            <p:cNvPr id="28" name="Rectangle 27"/>
            <p:cNvSpPr/>
            <p:nvPr/>
          </p:nvSpPr>
          <p:spPr>
            <a:xfrm>
              <a:off x="6061936" y="4308137"/>
              <a:ext cx="1600956" cy="230832"/>
            </a:xfrm>
            <a:prstGeom prst="rect">
              <a:avLst/>
            </a:prstGeom>
          </p:spPr>
          <p:txBody>
            <a:bodyPr wrap="square">
              <a:spAutoFit/>
            </a:bodyPr>
            <a:lstStyle/>
            <a:p>
              <a:pPr algn="ctr"/>
              <a:r>
                <a:rPr lang="en-US" altLang="zh-CN" sz="900" dirty="0">
                  <a:solidFill>
                    <a:schemeClr val="bg1"/>
                  </a:solidFill>
                  <a:latin typeface="+mj-lt"/>
                </a:rPr>
                <a:t>SharePoint Server Farm</a:t>
              </a:r>
              <a:endParaRPr lang="en-US" sz="900" dirty="0">
                <a:solidFill>
                  <a:schemeClr val="bg1"/>
                </a:solidFill>
                <a:latin typeface="+mj-lt"/>
              </a:endParaRPr>
            </a:p>
          </p:txBody>
        </p:sp>
      </p:grpSp>
      <p:grpSp>
        <p:nvGrpSpPr>
          <p:cNvPr id="53" name="Group 52"/>
          <p:cNvGrpSpPr/>
          <p:nvPr/>
        </p:nvGrpSpPr>
        <p:grpSpPr>
          <a:xfrm>
            <a:off x="7509168" y="3226447"/>
            <a:ext cx="1600956" cy="1320101"/>
            <a:chOff x="7509168" y="3226447"/>
            <a:chExt cx="1600956" cy="1320101"/>
          </a:xfrm>
        </p:grpSpPr>
        <p:pic>
          <p:nvPicPr>
            <p:cNvPr id="29" name="Picture 28"/>
            <p:cNvPicPr>
              <a:picLocks noChangeAspect="1"/>
            </p:cNvPicPr>
            <p:nvPr/>
          </p:nvPicPr>
          <p:blipFill>
            <a:blip r:embed="rId12"/>
            <a:stretch>
              <a:fillRect/>
            </a:stretch>
          </p:blipFill>
          <p:spPr>
            <a:xfrm>
              <a:off x="7637503" y="3226447"/>
              <a:ext cx="1318897" cy="1318897"/>
            </a:xfrm>
            <a:prstGeom prst="rect">
              <a:avLst/>
            </a:prstGeom>
          </p:spPr>
        </p:pic>
        <p:sp>
          <p:nvSpPr>
            <p:cNvPr id="30" name="Rectangle 29"/>
            <p:cNvSpPr/>
            <p:nvPr/>
          </p:nvSpPr>
          <p:spPr>
            <a:xfrm>
              <a:off x="7509168" y="4177216"/>
              <a:ext cx="1600956" cy="369332"/>
            </a:xfrm>
            <a:prstGeom prst="rect">
              <a:avLst/>
            </a:prstGeom>
          </p:spPr>
          <p:txBody>
            <a:bodyPr wrap="square">
              <a:spAutoFit/>
            </a:bodyPr>
            <a:lstStyle/>
            <a:p>
              <a:pPr algn="ctr"/>
              <a:r>
                <a:rPr lang="en-US" altLang="zh-CN" sz="900" dirty="0">
                  <a:solidFill>
                    <a:schemeClr val="bg1"/>
                  </a:solidFill>
                  <a:latin typeface="+mj-lt"/>
                </a:rPr>
                <a:t>Microsoft Dynamics </a:t>
              </a:r>
            </a:p>
            <a:p>
              <a:pPr algn="ctr"/>
              <a:r>
                <a:rPr lang="en-US" altLang="zh-CN" sz="900" dirty="0">
                  <a:solidFill>
                    <a:schemeClr val="bg1"/>
                  </a:solidFill>
                  <a:latin typeface="+mj-lt"/>
                </a:rPr>
                <a:t>GP 2016</a:t>
              </a:r>
              <a:endParaRPr lang="en-US" sz="900" dirty="0">
                <a:solidFill>
                  <a:schemeClr val="bg1"/>
                </a:solidFill>
                <a:latin typeface="+mj-lt"/>
              </a:endParaRPr>
            </a:p>
          </p:txBody>
        </p:sp>
      </p:grpSp>
      <p:grpSp>
        <p:nvGrpSpPr>
          <p:cNvPr id="54" name="Group 53"/>
          <p:cNvGrpSpPr/>
          <p:nvPr/>
        </p:nvGrpSpPr>
        <p:grpSpPr>
          <a:xfrm>
            <a:off x="9078050" y="3228608"/>
            <a:ext cx="1316736" cy="1316736"/>
            <a:chOff x="9078050" y="3228608"/>
            <a:chExt cx="1316736" cy="1316736"/>
          </a:xfrm>
        </p:grpSpPr>
        <p:pic>
          <p:nvPicPr>
            <p:cNvPr id="31" name="Picture 30"/>
            <p:cNvPicPr>
              <a:picLocks noChangeAspect="1"/>
            </p:cNvPicPr>
            <p:nvPr/>
          </p:nvPicPr>
          <p:blipFill>
            <a:blip r:embed="rId13"/>
            <a:stretch>
              <a:fillRect/>
            </a:stretch>
          </p:blipFill>
          <p:spPr>
            <a:xfrm>
              <a:off x="9078050" y="3228608"/>
              <a:ext cx="1316736" cy="1316736"/>
            </a:xfrm>
            <a:prstGeom prst="rect">
              <a:avLst/>
            </a:prstGeom>
          </p:spPr>
        </p:pic>
        <p:sp>
          <p:nvSpPr>
            <p:cNvPr id="32" name="Rectangle 31"/>
            <p:cNvSpPr/>
            <p:nvPr/>
          </p:nvSpPr>
          <p:spPr>
            <a:xfrm>
              <a:off x="9110123" y="4255933"/>
              <a:ext cx="1231732" cy="230832"/>
            </a:xfrm>
            <a:prstGeom prst="rect">
              <a:avLst/>
            </a:prstGeom>
          </p:spPr>
          <p:txBody>
            <a:bodyPr wrap="square">
              <a:spAutoFit/>
            </a:bodyPr>
            <a:lstStyle/>
            <a:p>
              <a:pPr algn="ctr"/>
              <a:r>
                <a:rPr lang="en-US" altLang="zh-CN" sz="900" dirty="0">
                  <a:solidFill>
                    <a:schemeClr val="bg1"/>
                  </a:solidFill>
                  <a:latin typeface="+mj-lt"/>
                </a:rPr>
                <a:t>Zulu 8</a:t>
              </a:r>
              <a:endParaRPr lang="en-US" sz="900" dirty="0">
                <a:solidFill>
                  <a:schemeClr val="bg1"/>
                </a:solidFill>
                <a:latin typeface="+mj-lt"/>
              </a:endParaRPr>
            </a:p>
          </p:txBody>
        </p:sp>
      </p:grpSp>
      <p:grpSp>
        <p:nvGrpSpPr>
          <p:cNvPr id="55" name="Group 54"/>
          <p:cNvGrpSpPr/>
          <p:nvPr/>
        </p:nvGrpSpPr>
        <p:grpSpPr>
          <a:xfrm>
            <a:off x="1689897" y="4662521"/>
            <a:ext cx="1600956" cy="1334769"/>
            <a:chOff x="1689897" y="4662521"/>
            <a:chExt cx="1600956" cy="1334769"/>
          </a:xfrm>
        </p:grpSpPr>
        <p:pic>
          <p:nvPicPr>
            <p:cNvPr id="34" name="Picture 33"/>
            <p:cNvPicPr>
              <a:picLocks noChangeAspect="1"/>
            </p:cNvPicPr>
            <p:nvPr/>
          </p:nvPicPr>
          <p:blipFill>
            <a:blip r:embed="rId14"/>
            <a:stretch>
              <a:fillRect/>
            </a:stretch>
          </p:blipFill>
          <p:spPr>
            <a:xfrm>
              <a:off x="1831321" y="4662521"/>
              <a:ext cx="1316736" cy="1316736"/>
            </a:xfrm>
            <a:prstGeom prst="rect">
              <a:avLst/>
            </a:prstGeom>
          </p:spPr>
        </p:pic>
        <p:sp>
          <p:nvSpPr>
            <p:cNvPr id="35" name="Rectangle 34"/>
            <p:cNvSpPr/>
            <p:nvPr/>
          </p:nvSpPr>
          <p:spPr>
            <a:xfrm>
              <a:off x="1689897" y="5627958"/>
              <a:ext cx="1600956" cy="369332"/>
            </a:xfrm>
            <a:prstGeom prst="rect">
              <a:avLst/>
            </a:prstGeom>
          </p:spPr>
          <p:txBody>
            <a:bodyPr wrap="square">
              <a:spAutoFit/>
            </a:bodyPr>
            <a:lstStyle/>
            <a:p>
              <a:pPr algn="ctr"/>
              <a:r>
                <a:rPr lang="en-US" sz="900" dirty="0">
                  <a:solidFill>
                    <a:schemeClr val="bg1"/>
                  </a:solidFill>
                  <a:latin typeface="+mj-lt"/>
                </a:rPr>
                <a:t>SAP HA</a:t>
              </a:r>
              <a:r>
                <a:rPr lang="en-US" altLang="zh-CN" sz="900" dirty="0">
                  <a:solidFill>
                    <a:schemeClr val="bg1"/>
                  </a:solidFill>
                  <a:latin typeface="+mj-lt"/>
                </a:rPr>
                <a:t>NA </a:t>
              </a:r>
            </a:p>
            <a:p>
              <a:pPr algn="ctr"/>
              <a:r>
                <a:rPr lang="en-US" altLang="zh-CN" sz="900" dirty="0">
                  <a:solidFill>
                    <a:schemeClr val="bg1"/>
                  </a:solidFill>
                  <a:latin typeface="+mj-lt"/>
                </a:rPr>
                <a:t>Developer Edition</a:t>
              </a:r>
              <a:endParaRPr lang="en-US" sz="900" dirty="0">
                <a:solidFill>
                  <a:schemeClr val="bg1"/>
                </a:solidFill>
                <a:latin typeface="+mj-lt"/>
              </a:endParaRPr>
            </a:p>
          </p:txBody>
        </p:sp>
      </p:grpSp>
      <p:grpSp>
        <p:nvGrpSpPr>
          <p:cNvPr id="56" name="Group 55"/>
          <p:cNvGrpSpPr/>
          <p:nvPr/>
        </p:nvGrpSpPr>
        <p:grpSpPr>
          <a:xfrm>
            <a:off x="3167323" y="4662519"/>
            <a:ext cx="1600956" cy="1316736"/>
            <a:chOff x="3167323" y="4662519"/>
            <a:chExt cx="1600956" cy="1316736"/>
          </a:xfrm>
        </p:grpSpPr>
        <p:pic>
          <p:nvPicPr>
            <p:cNvPr id="36" name="Picture 35"/>
            <p:cNvPicPr>
              <a:picLocks noChangeAspect="1"/>
            </p:cNvPicPr>
            <p:nvPr/>
          </p:nvPicPr>
          <p:blipFill>
            <a:blip r:embed="rId15"/>
            <a:stretch>
              <a:fillRect/>
            </a:stretch>
          </p:blipFill>
          <p:spPr>
            <a:xfrm>
              <a:off x="3281577" y="4662519"/>
              <a:ext cx="1316736" cy="1316736"/>
            </a:xfrm>
            <a:prstGeom prst="rect">
              <a:avLst/>
            </a:prstGeom>
          </p:spPr>
        </p:pic>
        <p:sp>
          <p:nvSpPr>
            <p:cNvPr id="37" name="Rectangle 36"/>
            <p:cNvSpPr/>
            <p:nvPr/>
          </p:nvSpPr>
          <p:spPr>
            <a:xfrm>
              <a:off x="3167323" y="5724185"/>
              <a:ext cx="1600956" cy="230832"/>
            </a:xfrm>
            <a:prstGeom prst="rect">
              <a:avLst/>
            </a:prstGeom>
          </p:spPr>
          <p:txBody>
            <a:bodyPr wrap="square">
              <a:spAutoFit/>
            </a:bodyPr>
            <a:lstStyle/>
            <a:p>
              <a:pPr algn="ctr"/>
              <a:r>
                <a:rPr lang="en-US" altLang="zh-CN" sz="900" dirty="0">
                  <a:solidFill>
                    <a:schemeClr val="bg1"/>
                  </a:solidFill>
                  <a:latin typeface="+mj-lt"/>
                </a:rPr>
                <a:t>Puppet Enterprise 3.2.3</a:t>
              </a:r>
              <a:endParaRPr lang="en-US" sz="900" dirty="0">
                <a:solidFill>
                  <a:schemeClr val="bg1"/>
                </a:solidFill>
                <a:latin typeface="+mj-lt"/>
              </a:endParaRPr>
            </a:p>
          </p:txBody>
        </p:sp>
      </p:grpSp>
      <p:grpSp>
        <p:nvGrpSpPr>
          <p:cNvPr id="57" name="Group 56"/>
          <p:cNvGrpSpPr/>
          <p:nvPr/>
        </p:nvGrpSpPr>
        <p:grpSpPr>
          <a:xfrm>
            <a:off x="4598313" y="4662519"/>
            <a:ext cx="1600956" cy="1316736"/>
            <a:chOff x="4598313" y="4662519"/>
            <a:chExt cx="1600956" cy="1316736"/>
          </a:xfrm>
        </p:grpSpPr>
        <p:pic>
          <p:nvPicPr>
            <p:cNvPr id="38" name="Picture 37"/>
            <p:cNvPicPr>
              <a:picLocks noChangeAspect="1"/>
            </p:cNvPicPr>
            <p:nvPr/>
          </p:nvPicPr>
          <p:blipFill>
            <a:blip r:embed="rId16"/>
            <a:stretch>
              <a:fillRect/>
            </a:stretch>
          </p:blipFill>
          <p:spPr>
            <a:xfrm>
              <a:off x="4731832" y="4662519"/>
              <a:ext cx="1316736" cy="1316736"/>
            </a:xfrm>
            <a:prstGeom prst="rect">
              <a:avLst/>
            </a:prstGeom>
          </p:spPr>
        </p:pic>
        <p:sp>
          <p:nvSpPr>
            <p:cNvPr id="39" name="Rectangle 38"/>
            <p:cNvSpPr/>
            <p:nvPr/>
          </p:nvSpPr>
          <p:spPr>
            <a:xfrm>
              <a:off x="4598313" y="5748423"/>
              <a:ext cx="1600956" cy="230832"/>
            </a:xfrm>
            <a:prstGeom prst="rect">
              <a:avLst/>
            </a:prstGeom>
          </p:spPr>
          <p:txBody>
            <a:bodyPr wrap="square">
              <a:spAutoFit/>
            </a:bodyPr>
            <a:lstStyle/>
            <a:p>
              <a:pPr algn="ctr"/>
              <a:r>
                <a:rPr lang="en-US" altLang="zh-CN" sz="900" dirty="0">
                  <a:solidFill>
                    <a:schemeClr val="bg1"/>
                  </a:solidFill>
                  <a:latin typeface="+mj-lt"/>
                </a:rPr>
                <a:t>Barracuda Web Application</a:t>
              </a:r>
              <a:endParaRPr lang="en-US" sz="900" dirty="0">
                <a:solidFill>
                  <a:schemeClr val="bg1"/>
                </a:solidFill>
                <a:latin typeface="+mj-lt"/>
              </a:endParaRPr>
            </a:p>
          </p:txBody>
        </p:sp>
      </p:grpSp>
      <p:grpSp>
        <p:nvGrpSpPr>
          <p:cNvPr id="58" name="Group 57"/>
          <p:cNvGrpSpPr/>
          <p:nvPr/>
        </p:nvGrpSpPr>
        <p:grpSpPr>
          <a:xfrm>
            <a:off x="6041013" y="4660076"/>
            <a:ext cx="1600956" cy="1350790"/>
            <a:chOff x="6041013" y="4660076"/>
            <a:chExt cx="1600956" cy="1350790"/>
          </a:xfrm>
        </p:grpSpPr>
        <p:pic>
          <p:nvPicPr>
            <p:cNvPr id="40" name="Picture 39"/>
            <p:cNvPicPr>
              <a:picLocks noChangeAspect="1"/>
            </p:cNvPicPr>
            <p:nvPr/>
          </p:nvPicPr>
          <p:blipFill>
            <a:blip r:embed="rId17"/>
            <a:stretch>
              <a:fillRect/>
            </a:stretch>
          </p:blipFill>
          <p:spPr>
            <a:xfrm>
              <a:off x="6183123" y="4660076"/>
              <a:ext cx="1316736" cy="1316736"/>
            </a:xfrm>
            <a:prstGeom prst="rect">
              <a:avLst/>
            </a:prstGeom>
          </p:spPr>
        </p:pic>
        <p:sp>
          <p:nvSpPr>
            <p:cNvPr id="41" name="Rectangle 40"/>
            <p:cNvSpPr/>
            <p:nvPr/>
          </p:nvSpPr>
          <p:spPr>
            <a:xfrm>
              <a:off x="6041013" y="5641534"/>
              <a:ext cx="1600956" cy="369332"/>
            </a:xfrm>
            <a:prstGeom prst="rect">
              <a:avLst/>
            </a:prstGeom>
          </p:spPr>
          <p:txBody>
            <a:bodyPr wrap="square">
              <a:spAutoFit/>
            </a:bodyPr>
            <a:lstStyle/>
            <a:p>
              <a:pPr algn="ctr"/>
              <a:r>
                <a:rPr lang="en-US" altLang="zh-CN" sz="900" dirty="0">
                  <a:solidFill>
                    <a:schemeClr val="bg1"/>
                  </a:solidFill>
                  <a:latin typeface="+mj-lt"/>
                </a:rPr>
                <a:t>Oracle WebLogic</a:t>
              </a:r>
            </a:p>
            <a:p>
              <a:pPr algn="ctr"/>
              <a:r>
                <a:rPr lang="en-US" altLang="zh-CN" sz="900" dirty="0">
                  <a:solidFill>
                    <a:schemeClr val="bg1"/>
                  </a:solidFill>
                  <a:latin typeface="+mj-lt"/>
                </a:rPr>
                <a:t>Server 12.1.2</a:t>
              </a:r>
              <a:endParaRPr lang="en-US" sz="900" dirty="0">
                <a:solidFill>
                  <a:schemeClr val="bg1"/>
                </a:solidFill>
                <a:latin typeface="+mj-lt"/>
              </a:endParaRPr>
            </a:p>
          </p:txBody>
        </p:sp>
      </p:grpSp>
      <p:grpSp>
        <p:nvGrpSpPr>
          <p:cNvPr id="59" name="Group 58"/>
          <p:cNvGrpSpPr/>
          <p:nvPr/>
        </p:nvGrpSpPr>
        <p:grpSpPr>
          <a:xfrm>
            <a:off x="7495480" y="4660076"/>
            <a:ext cx="1600956" cy="1316736"/>
            <a:chOff x="7495480" y="4660076"/>
            <a:chExt cx="1600956" cy="1316736"/>
          </a:xfrm>
        </p:grpSpPr>
        <p:pic>
          <p:nvPicPr>
            <p:cNvPr id="42" name="Picture 41"/>
            <p:cNvPicPr>
              <a:picLocks noChangeAspect="1"/>
            </p:cNvPicPr>
            <p:nvPr/>
          </p:nvPicPr>
          <p:blipFill>
            <a:blip r:embed="rId18"/>
            <a:stretch>
              <a:fillRect/>
            </a:stretch>
          </p:blipFill>
          <p:spPr>
            <a:xfrm>
              <a:off x="7637503" y="4660076"/>
              <a:ext cx="1316736" cy="1316736"/>
            </a:xfrm>
            <a:prstGeom prst="rect">
              <a:avLst/>
            </a:prstGeom>
          </p:spPr>
        </p:pic>
        <p:sp>
          <p:nvSpPr>
            <p:cNvPr id="43" name="Rectangle 42"/>
            <p:cNvSpPr/>
            <p:nvPr/>
          </p:nvSpPr>
          <p:spPr>
            <a:xfrm>
              <a:off x="7495480" y="5681645"/>
              <a:ext cx="1600956" cy="230832"/>
            </a:xfrm>
            <a:prstGeom prst="rect">
              <a:avLst/>
            </a:prstGeom>
          </p:spPr>
          <p:txBody>
            <a:bodyPr wrap="square">
              <a:spAutoFit/>
            </a:bodyPr>
            <a:lstStyle/>
            <a:p>
              <a:pPr algn="ctr"/>
              <a:r>
                <a:rPr lang="en-US" altLang="zh-CN" sz="900" dirty="0">
                  <a:solidFill>
                    <a:schemeClr val="bg1"/>
                  </a:solidFill>
                  <a:latin typeface="+mj-lt"/>
                </a:rPr>
                <a:t>Visual Studio Ultimate 2017</a:t>
              </a:r>
              <a:endParaRPr lang="en-US" sz="900" dirty="0">
                <a:solidFill>
                  <a:schemeClr val="bg1"/>
                </a:solidFill>
                <a:latin typeface="+mj-lt"/>
              </a:endParaRPr>
            </a:p>
          </p:txBody>
        </p:sp>
      </p:grpSp>
      <p:grpSp>
        <p:nvGrpSpPr>
          <p:cNvPr id="63" name="Group 62"/>
          <p:cNvGrpSpPr/>
          <p:nvPr/>
        </p:nvGrpSpPr>
        <p:grpSpPr>
          <a:xfrm>
            <a:off x="7520557" y="1794291"/>
            <a:ext cx="1559195" cy="1316736"/>
            <a:chOff x="7520557" y="1794291"/>
            <a:chExt cx="1559195" cy="1316736"/>
          </a:xfrm>
        </p:grpSpPr>
        <p:pic>
          <p:nvPicPr>
            <p:cNvPr id="61" name="Picture 60"/>
            <p:cNvPicPr>
              <a:picLocks noChangeAspect="1"/>
            </p:cNvPicPr>
            <p:nvPr/>
          </p:nvPicPr>
          <p:blipFill>
            <a:blip r:embed="rId19"/>
            <a:stretch>
              <a:fillRect/>
            </a:stretch>
          </p:blipFill>
          <p:spPr>
            <a:xfrm>
              <a:off x="7637503" y="1794291"/>
              <a:ext cx="1316736" cy="1316736"/>
            </a:xfrm>
            <a:prstGeom prst="rect">
              <a:avLst/>
            </a:prstGeom>
          </p:spPr>
        </p:pic>
        <p:sp>
          <p:nvSpPr>
            <p:cNvPr id="62" name="Rectangle 61"/>
            <p:cNvSpPr/>
            <p:nvPr/>
          </p:nvSpPr>
          <p:spPr>
            <a:xfrm>
              <a:off x="7520557" y="2851398"/>
              <a:ext cx="1559195" cy="230832"/>
            </a:xfrm>
            <a:prstGeom prst="rect">
              <a:avLst/>
            </a:prstGeom>
          </p:spPr>
          <p:txBody>
            <a:bodyPr wrap="square">
              <a:spAutoFit/>
            </a:bodyPr>
            <a:lstStyle/>
            <a:p>
              <a:pPr algn="ctr"/>
              <a:r>
                <a:rPr lang="en-US" altLang="zh-CN" sz="900" dirty="0" err="1">
                  <a:solidFill>
                    <a:schemeClr val="bg1"/>
                  </a:solidFill>
                  <a:latin typeface="+mj-lt"/>
                </a:rPr>
                <a:t>openSUSE</a:t>
              </a:r>
              <a:r>
                <a:rPr lang="en-US" altLang="zh-CN" sz="900" dirty="0">
                  <a:solidFill>
                    <a:schemeClr val="bg1"/>
                  </a:solidFill>
                  <a:latin typeface="+mj-lt"/>
                </a:rPr>
                <a:t> 13.1</a:t>
              </a:r>
              <a:endParaRPr lang="en-US" sz="900" dirty="0">
                <a:solidFill>
                  <a:schemeClr val="bg1"/>
                </a:solidFill>
                <a:latin typeface="+mj-lt"/>
              </a:endParaRPr>
            </a:p>
          </p:txBody>
        </p:sp>
      </p:grpSp>
    </p:spTree>
    <p:extLst>
      <p:ext uri="{BB962C8B-B14F-4D97-AF65-F5344CB8AC3E}">
        <p14:creationId xmlns:p14="http://schemas.microsoft.com/office/powerpoint/2010/main" val="5289170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0" presetClass="entr" presetSubtype="0" fill="hold" nodeType="clickEffect">
                                  <p:stCondLst>
                                    <p:cond delay="0"/>
                                  </p:stCondLst>
                                  <p:childTnLst>
                                    <p:set>
                                      <p:cBhvr>
                                        <p:cTn id="6" dur="1" fill="hold">
                                          <p:stCondLst>
                                            <p:cond delay="0"/>
                                          </p:stCondLst>
                                        </p:cTn>
                                        <p:tgtEl>
                                          <p:spTgt spid="44"/>
                                        </p:tgtEl>
                                        <p:attrNameLst>
                                          <p:attrName>style.visibility</p:attrName>
                                        </p:attrNameLst>
                                      </p:cBhvr>
                                      <p:to>
                                        <p:strVal val="visible"/>
                                      </p:to>
                                    </p:set>
                                    <p:animEffect transition="in" filter="fade">
                                      <p:cBhvr>
                                        <p:cTn id="7" dur="200" decel="100000"/>
                                        <p:tgtEl>
                                          <p:spTgt spid="44"/>
                                        </p:tgtEl>
                                      </p:cBhvr>
                                    </p:animEffect>
                                    <p:anim calcmode="lin" valueType="num">
                                      <p:cBhvr>
                                        <p:cTn id="8" dur="200" decel="100000" fill="hold"/>
                                        <p:tgtEl>
                                          <p:spTgt spid="44"/>
                                        </p:tgtEl>
                                        <p:attrNameLst>
                                          <p:attrName>style.rotation</p:attrName>
                                        </p:attrNameLst>
                                      </p:cBhvr>
                                      <p:tavLst>
                                        <p:tav tm="0">
                                          <p:val>
                                            <p:fltVal val="-90"/>
                                          </p:val>
                                        </p:tav>
                                        <p:tav tm="100000">
                                          <p:val>
                                            <p:fltVal val="0"/>
                                          </p:val>
                                        </p:tav>
                                      </p:tavLst>
                                    </p:anim>
                                    <p:anim calcmode="lin" valueType="num">
                                      <p:cBhvr>
                                        <p:cTn id="9" dur="200" decel="100000" fill="hold"/>
                                        <p:tgtEl>
                                          <p:spTgt spid="44"/>
                                        </p:tgtEl>
                                        <p:attrNameLst>
                                          <p:attrName>ppt_x</p:attrName>
                                        </p:attrNameLst>
                                      </p:cBhvr>
                                      <p:tavLst>
                                        <p:tav tm="0">
                                          <p:val>
                                            <p:strVal val="#ppt_x+0.4"/>
                                          </p:val>
                                        </p:tav>
                                        <p:tav tm="100000">
                                          <p:val>
                                            <p:strVal val="#ppt_x-0.05"/>
                                          </p:val>
                                        </p:tav>
                                      </p:tavLst>
                                    </p:anim>
                                    <p:anim calcmode="lin" valueType="num">
                                      <p:cBhvr>
                                        <p:cTn id="10" dur="200" decel="100000" fill="hold"/>
                                        <p:tgtEl>
                                          <p:spTgt spid="44"/>
                                        </p:tgtEl>
                                        <p:attrNameLst>
                                          <p:attrName>ppt_y</p:attrName>
                                        </p:attrNameLst>
                                      </p:cBhvr>
                                      <p:tavLst>
                                        <p:tav tm="0">
                                          <p:val>
                                            <p:strVal val="#ppt_y-0.4"/>
                                          </p:val>
                                        </p:tav>
                                        <p:tav tm="100000">
                                          <p:val>
                                            <p:strVal val="#ppt_y+0.1"/>
                                          </p:val>
                                        </p:tav>
                                      </p:tavLst>
                                    </p:anim>
                                    <p:anim calcmode="lin" valueType="num">
                                      <p:cBhvr>
                                        <p:cTn id="11" dur="50" accel="100000" fill="hold">
                                          <p:stCondLst>
                                            <p:cond delay="200"/>
                                          </p:stCondLst>
                                        </p:cTn>
                                        <p:tgtEl>
                                          <p:spTgt spid="44"/>
                                        </p:tgtEl>
                                        <p:attrNameLst>
                                          <p:attrName>ppt_x</p:attrName>
                                        </p:attrNameLst>
                                      </p:cBhvr>
                                      <p:tavLst>
                                        <p:tav tm="0">
                                          <p:val>
                                            <p:strVal val="#ppt_x-0.05"/>
                                          </p:val>
                                        </p:tav>
                                        <p:tav tm="100000">
                                          <p:val>
                                            <p:strVal val="#ppt_x"/>
                                          </p:val>
                                        </p:tav>
                                      </p:tavLst>
                                    </p:anim>
                                    <p:anim calcmode="lin" valueType="num">
                                      <p:cBhvr>
                                        <p:cTn id="12" dur="50" accel="100000" fill="hold">
                                          <p:stCondLst>
                                            <p:cond delay="200"/>
                                          </p:stCondLst>
                                        </p:cTn>
                                        <p:tgtEl>
                                          <p:spTgt spid="44"/>
                                        </p:tgtEl>
                                        <p:attrNameLst>
                                          <p:attrName>ppt_y</p:attrName>
                                        </p:attrNameLst>
                                      </p:cBhvr>
                                      <p:tavLst>
                                        <p:tav tm="0">
                                          <p:val>
                                            <p:strVal val="#ppt_y+0.1"/>
                                          </p:val>
                                        </p:tav>
                                        <p:tav tm="100000">
                                          <p:val>
                                            <p:strVal val="#ppt_y"/>
                                          </p:val>
                                        </p:tav>
                                      </p:tavLst>
                                    </p:anim>
                                  </p:childTnLst>
                                </p:cTn>
                              </p:par>
                            </p:childTnLst>
                          </p:cTn>
                        </p:par>
                        <p:par>
                          <p:cTn id="13" fill="hold">
                            <p:stCondLst>
                              <p:cond delay="250"/>
                            </p:stCondLst>
                            <p:childTnLst>
                              <p:par>
                                <p:cTn id="14" presetID="30" presetClass="entr" presetSubtype="0" fill="hold" nodeType="afterEffect">
                                  <p:stCondLst>
                                    <p:cond delay="0"/>
                                  </p:stCondLst>
                                  <p:childTnLst>
                                    <p:set>
                                      <p:cBhvr>
                                        <p:cTn id="15" dur="1" fill="hold">
                                          <p:stCondLst>
                                            <p:cond delay="0"/>
                                          </p:stCondLst>
                                        </p:cTn>
                                        <p:tgtEl>
                                          <p:spTgt spid="45"/>
                                        </p:tgtEl>
                                        <p:attrNameLst>
                                          <p:attrName>style.visibility</p:attrName>
                                        </p:attrNameLst>
                                      </p:cBhvr>
                                      <p:to>
                                        <p:strVal val="visible"/>
                                      </p:to>
                                    </p:set>
                                    <p:animEffect transition="in" filter="fade">
                                      <p:cBhvr>
                                        <p:cTn id="16" dur="200" decel="100000"/>
                                        <p:tgtEl>
                                          <p:spTgt spid="45"/>
                                        </p:tgtEl>
                                      </p:cBhvr>
                                    </p:animEffect>
                                    <p:anim calcmode="lin" valueType="num">
                                      <p:cBhvr>
                                        <p:cTn id="17" dur="200" decel="100000" fill="hold"/>
                                        <p:tgtEl>
                                          <p:spTgt spid="45"/>
                                        </p:tgtEl>
                                        <p:attrNameLst>
                                          <p:attrName>style.rotation</p:attrName>
                                        </p:attrNameLst>
                                      </p:cBhvr>
                                      <p:tavLst>
                                        <p:tav tm="0">
                                          <p:val>
                                            <p:fltVal val="-90"/>
                                          </p:val>
                                        </p:tav>
                                        <p:tav tm="100000">
                                          <p:val>
                                            <p:fltVal val="0"/>
                                          </p:val>
                                        </p:tav>
                                      </p:tavLst>
                                    </p:anim>
                                    <p:anim calcmode="lin" valueType="num">
                                      <p:cBhvr>
                                        <p:cTn id="18" dur="200" decel="100000" fill="hold"/>
                                        <p:tgtEl>
                                          <p:spTgt spid="45"/>
                                        </p:tgtEl>
                                        <p:attrNameLst>
                                          <p:attrName>ppt_x</p:attrName>
                                        </p:attrNameLst>
                                      </p:cBhvr>
                                      <p:tavLst>
                                        <p:tav tm="0">
                                          <p:val>
                                            <p:strVal val="#ppt_x+0.4"/>
                                          </p:val>
                                        </p:tav>
                                        <p:tav tm="100000">
                                          <p:val>
                                            <p:strVal val="#ppt_x-0.05"/>
                                          </p:val>
                                        </p:tav>
                                      </p:tavLst>
                                    </p:anim>
                                    <p:anim calcmode="lin" valueType="num">
                                      <p:cBhvr>
                                        <p:cTn id="19" dur="200" decel="100000" fill="hold"/>
                                        <p:tgtEl>
                                          <p:spTgt spid="45"/>
                                        </p:tgtEl>
                                        <p:attrNameLst>
                                          <p:attrName>ppt_y</p:attrName>
                                        </p:attrNameLst>
                                      </p:cBhvr>
                                      <p:tavLst>
                                        <p:tav tm="0">
                                          <p:val>
                                            <p:strVal val="#ppt_y-0.4"/>
                                          </p:val>
                                        </p:tav>
                                        <p:tav tm="100000">
                                          <p:val>
                                            <p:strVal val="#ppt_y+0.1"/>
                                          </p:val>
                                        </p:tav>
                                      </p:tavLst>
                                    </p:anim>
                                    <p:anim calcmode="lin" valueType="num">
                                      <p:cBhvr>
                                        <p:cTn id="20" dur="50" accel="100000" fill="hold">
                                          <p:stCondLst>
                                            <p:cond delay="200"/>
                                          </p:stCondLst>
                                        </p:cTn>
                                        <p:tgtEl>
                                          <p:spTgt spid="45"/>
                                        </p:tgtEl>
                                        <p:attrNameLst>
                                          <p:attrName>ppt_x</p:attrName>
                                        </p:attrNameLst>
                                      </p:cBhvr>
                                      <p:tavLst>
                                        <p:tav tm="0">
                                          <p:val>
                                            <p:strVal val="#ppt_x-0.05"/>
                                          </p:val>
                                        </p:tav>
                                        <p:tav tm="100000">
                                          <p:val>
                                            <p:strVal val="#ppt_x"/>
                                          </p:val>
                                        </p:tav>
                                      </p:tavLst>
                                    </p:anim>
                                    <p:anim calcmode="lin" valueType="num">
                                      <p:cBhvr>
                                        <p:cTn id="21" dur="50" accel="100000" fill="hold">
                                          <p:stCondLst>
                                            <p:cond delay="200"/>
                                          </p:stCondLst>
                                        </p:cTn>
                                        <p:tgtEl>
                                          <p:spTgt spid="45"/>
                                        </p:tgtEl>
                                        <p:attrNameLst>
                                          <p:attrName>ppt_y</p:attrName>
                                        </p:attrNameLst>
                                      </p:cBhvr>
                                      <p:tavLst>
                                        <p:tav tm="0">
                                          <p:val>
                                            <p:strVal val="#ppt_y+0.1"/>
                                          </p:val>
                                        </p:tav>
                                        <p:tav tm="100000">
                                          <p:val>
                                            <p:strVal val="#ppt_y"/>
                                          </p:val>
                                        </p:tav>
                                      </p:tavLst>
                                    </p:anim>
                                  </p:childTnLst>
                                </p:cTn>
                              </p:par>
                            </p:childTnLst>
                          </p:cTn>
                        </p:par>
                        <p:par>
                          <p:cTn id="22" fill="hold">
                            <p:stCondLst>
                              <p:cond delay="500"/>
                            </p:stCondLst>
                            <p:childTnLst>
                              <p:par>
                                <p:cTn id="23" presetID="30" presetClass="entr" presetSubtype="0" fill="hold" nodeType="afterEffect">
                                  <p:stCondLst>
                                    <p:cond delay="0"/>
                                  </p:stCondLst>
                                  <p:childTnLst>
                                    <p:set>
                                      <p:cBhvr>
                                        <p:cTn id="24" dur="1" fill="hold">
                                          <p:stCondLst>
                                            <p:cond delay="0"/>
                                          </p:stCondLst>
                                        </p:cTn>
                                        <p:tgtEl>
                                          <p:spTgt spid="46"/>
                                        </p:tgtEl>
                                        <p:attrNameLst>
                                          <p:attrName>style.visibility</p:attrName>
                                        </p:attrNameLst>
                                      </p:cBhvr>
                                      <p:to>
                                        <p:strVal val="visible"/>
                                      </p:to>
                                    </p:set>
                                    <p:animEffect transition="in" filter="fade">
                                      <p:cBhvr>
                                        <p:cTn id="25" dur="200" decel="100000"/>
                                        <p:tgtEl>
                                          <p:spTgt spid="46"/>
                                        </p:tgtEl>
                                      </p:cBhvr>
                                    </p:animEffect>
                                    <p:anim calcmode="lin" valueType="num">
                                      <p:cBhvr>
                                        <p:cTn id="26" dur="200" decel="100000" fill="hold"/>
                                        <p:tgtEl>
                                          <p:spTgt spid="46"/>
                                        </p:tgtEl>
                                        <p:attrNameLst>
                                          <p:attrName>style.rotation</p:attrName>
                                        </p:attrNameLst>
                                      </p:cBhvr>
                                      <p:tavLst>
                                        <p:tav tm="0">
                                          <p:val>
                                            <p:fltVal val="-90"/>
                                          </p:val>
                                        </p:tav>
                                        <p:tav tm="100000">
                                          <p:val>
                                            <p:fltVal val="0"/>
                                          </p:val>
                                        </p:tav>
                                      </p:tavLst>
                                    </p:anim>
                                    <p:anim calcmode="lin" valueType="num">
                                      <p:cBhvr>
                                        <p:cTn id="27" dur="200" decel="100000" fill="hold"/>
                                        <p:tgtEl>
                                          <p:spTgt spid="46"/>
                                        </p:tgtEl>
                                        <p:attrNameLst>
                                          <p:attrName>ppt_x</p:attrName>
                                        </p:attrNameLst>
                                      </p:cBhvr>
                                      <p:tavLst>
                                        <p:tav tm="0">
                                          <p:val>
                                            <p:strVal val="#ppt_x+0.4"/>
                                          </p:val>
                                        </p:tav>
                                        <p:tav tm="100000">
                                          <p:val>
                                            <p:strVal val="#ppt_x-0.05"/>
                                          </p:val>
                                        </p:tav>
                                      </p:tavLst>
                                    </p:anim>
                                    <p:anim calcmode="lin" valueType="num">
                                      <p:cBhvr>
                                        <p:cTn id="28" dur="200" decel="100000" fill="hold"/>
                                        <p:tgtEl>
                                          <p:spTgt spid="46"/>
                                        </p:tgtEl>
                                        <p:attrNameLst>
                                          <p:attrName>ppt_y</p:attrName>
                                        </p:attrNameLst>
                                      </p:cBhvr>
                                      <p:tavLst>
                                        <p:tav tm="0">
                                          <p:val>
                                            <p:strVal val="#ppt_y-0.4"/>
                                          </p:val>
                                        </p:tav>
                                        <p:tav tm="100000">
                                          <p:val>
                                            <p:strVal val="#ppt_y+0.1"/>
                                          </p:val>
                                        </p:tav>
                                      </p:tavLst>
                                    </p:anim>
                                    <p:anim calcmode="lin" valueType="num">
                                      <p:cBhvr>
                                        <p:cTn id="29" dur="50" accel="100000" fill="hold">
                                          <p:stCondLst>
                                            <p:cond delay="200"/>
                                          </p:stCondLst>
                                        </p:cTn>
                                        <p:tgtEl>
                                          <p:spTgt spid="46"/>
                                        </p:tgtEl>
                                        <p:attrNameLst>
                                          <p:attrName>ppt_x</p:attrName>
                                        </p:attrNameLst>
                                      </p:cBhvr>
                                      <p:tavLst>
                                        <p:tav tm="0">
                                          <p:val>
                                            <p:strVal val="#ppt_x-0.05"/>
                                          </p:val>
                                        </p:tav>
                                        <p:tav tm="100000">
                                          <p:val>
                                            <p:strVal val="#ppt_x"/>
                                          </p:val>
                                        </p:tav>
                                      </p:tavLst>
                                    </p:anim>
                                    <p:anim calcmode="lin" valueType="num">
                                      <p:cBhvr>
                                        <p:cTn id="30" dur="50" accel="100000" fill="hold">
                                          <p:stCondLst>
                                            <p:cond delay="200"/>
                                          </p:stCondLst>
                                        </p:cTn>
                                        <p:tgtEl>
                                          <p:spTgt spid="46"/>
                                        </p:tgtEl>
                                        <p:attrNameLst>
                                          <p:attrName>ppt_y</p:attrName>
                                        </p:attrNameLst>
                                      </p:cBhvr>
                                      <p:tavLst>
                                        <p:tav tm="0">
                                          <p:val>
                                            <p:strVal val="#ppt_y+0.1"/>
                                          </p:val>
                                        </p:tav>
                                        <p:tav tm="100000">
                                          <p:val>
                                            <p:strVal val="#ppt_y"/>
                                          </p:val>
                                        </p:tav>
                                      </p:tavLst>
                                    </p:anim>
                                  </p:childTnLst>
                                </p:cTn>
                              </p:par>
                            </p:childTnLst>
                          </p:cTn>
                        </p:par>
                        <p:par>
                          <p:cTn id="31" fill="hold">
                            <p:stCondLst>
                              <p:cond delay="750"/>
                            </p:stCondLst>
                            <p:childTnLst>
                              <p:par>
                                <p:cTn id="32" presetID="30" presetClass="entr" presetSubtype="0" fill="hold" nodeType="afterEffect">
                                  <p:stCondLst>
                                    <p:cond delay="0"/>
                                  </p:stCondLst>
                                  <p:childTnLst>
                                    <p:set>
                                      <p:cBhvr>
                                        <p:cTn id="33" dur="1" fill="hold">
                                          <p:stCondLst>
                                            <p:cond delay="0"/>
                                          </p:stCondLst>
                                        </p:cTn>
                                        <p:tgtEl>
                                          <p:spTgt spid="47"/>
                                        </p:tgtEl>
                                        <p:attrNameLst>
                                          <p:attrName>style.visibility</p:attrName>
                                        </p:attrNameLst>
                                      </p:cBhvr>
                                      <p:to>
                                        <p:strVal val="visible"/>
                                      </p:to>
                                    </p:set>
                                    <p:animEffect transition="in" filter="fade">
                                      <p:cBhvr>
                                        <p:cTn id="34" dur="200" decel="100000"/>
                                        <p:tgtEl>
                                          <p:spTgt spid="47"/>
                                        </p:tgtEl>
                                      </p:cBhvr>
                                    </p:animEffect>
                                    <p:anim calcmode="lin" valueType="num">
                                      <p:cBhvr>
                                        <p:cTn id="35" dur="200" decel="100000" fill="hold"/>
                                        <p:tgtEl>
                                          <p:spTgt spid="47"/>
                                        </p:tgtEl>
                                        <p:attrNameLst>
                                          <p:attrName>style.rotation</p:attrName>
                                        </p:attrNameLst>
                                      </p:cBhvr>
                                      <p:tavLst>
                                        <p:tav tm="0">
                                          <p:val>
                                            <p:fltVal val="-90"/>
                                          </p:val>
                                        </p:tav>
                                        <p:tav tm="100000">
                                          <p:val>
                                            <p:fltVal val="0"/>
                                          </p:val>
                                        </p:tav>
                                      </p:tavLst>
                                    </p:anim>
                                    <p:anim calcmode="lin" valueType="num">
                                      <p:cBhvr>
                                        <p:cTn id="36" dur="200" decel="100000" fill="hold"/>
                                        <p:tgtEl>
                                          <p:spTgt spid="47"/>
                                        </p:tgtEl>
                                        <p:attrNameLst>
                                          <p:attrName>ppt_x</p:attrName>
                                        </p:attrNameLst>
                                      </p:cBhvr>
                                      <p:tavLst>
                                        <p:tav tm="0">
                                          <p:val>
                                            <p:strVal val="#ppt_x+0.4"/>
                                          </p:val>
                                        </p:tav>
                                        <p:tav tm="100000">
                                          <p:val>
                                            <p:strVal val="#ppt_x-0.05"/>
                                          </p:val>
                                        </p:tav>
                                      </p:tavLst>
                                    </p:anim>
                                    <p:anim calcmode="lin" valueType="num">
                                      <p:cBhvr>
                                        <p:cTn id="37" dur="200" decel="100000" fill="hold"/>
                                        <p:tgtEl>
                                          <p:spTgt spid="47"/>
                                        </p:tgtEl>
                                        <p:attrNameLst>
                                          <p:attrName>ppt_y</p:attrName>
                                        </p:attrNameLst>
                                      </p:cBhvr>
                                      <p:tavLst>
                                        <p:tav tm="0">
                                          <p:val>
                                            <p:strVal val="#ppt_y-0.4"/>
                                          </p:val>
                                        </p:tav>
                                        <p:tav tm="100000">
                                          <p:val>
                                            <p:strVal val="#ppt_y+0.1"/>
                                          </p:val>
                                        </p:tav>
                                      </p:tavLst>
                                    </p:anim>
                                    <p:anim calcmode="lin" valueType="num">
                                      <p:cBhvr>
                                        <p:cTn id="38" dur="50" accel="100000" fill="hold">
                                          <p:stCondLst>
                                            <p:cond delay="200"/>
                                          </p:stCondLst>
                                        </p:cTn>
                                        <p:tgtEl>
                                          <p:spTgt spid="47"/>
                                        </p:tgtEl>
                                        <p:attrNameLst>
                                          <p:attrName>ppt_x</p:attrName>
                                        </p:attrNameLst>
                                      </p:cBhvr>
                                      <p:tavLst>
                                        <p:tav tm="0">
                                          <p:val>
                                            <p:strVal val="#ppt_x-0.05"/>
                                          </p:val>
                                        </p:tav>
                                        <p:tav tm="100000">
                                          <p:val>
                                            <p:strVal val="#ppt_x"/>
                                          </p:val>
                                        </p:tav>
                                      </p:tavLst>
                                    </p:anim>
                                    <p:anim calcmode="lin" valueType="num">
                                      <p:cBhvr>
                                        <p:cTn id="39" dur="50" accel="100000" fill="hold">
                                          <p:stCondLst>
                                            <p:cond delay="200"/>
                                          </p:stCondLst>
                                        </p:cTn>
                                        <p:tgtEl>
                                          <p:spTgt spid="47"/>
                                        </p:tgtEl>
                                        <p:attrNameLst>
                                          <p:attrName>ppt_y</p:attrName>
                                        </p:attrNameLst>
                                      </p:cBhvr>
                                      <p:tavLst>
                                        <p:tav tm="0">
                                          <p:val>
                                            <p:strVal val="#ppt_y+0.1"/>
                                          </p:val>
                                        </p:tav>
                                        <p:tav tm="100000">
                                          <p:val>
                                            <p:strVal val="#ppt_y"/>
                                          </p:val>
                                        </p:tav>
                                      </p:tavLst>
                                    </p:anim>
                                  </p:childTnLst>
                                </p:cTn>
                              </p:par>
                            </p:childTnLst>
                          </p:cTn>
                        </p:par>
                        <p:par>
                          <p:cTn id="40" fill="hold">
                            <p:stCondLst>
                              <p:cond delay="1000"/>
                            </p:stCondLst>
                            <p:childTnLst>
                              <p:par>
                                <p:cTn id="41" presetID="30" presetClass="entr" presetSubtype="0" fill="hold" nodeType="afterEffect">
                                  <p:stCondLst>
                                    <p:cond delay="0"/>
                                  </p:stCondLst>
                                  <p:childTnLst>
                                    <p:set>
                                      <p:cBhvr>
                                        <p:cTn id="42" dur="1" fill="hold">
                                          <p:stCondLst>
                                            <p:cond delay="0"/>
                                          </p:stCondLst>
                                        </p:cTn>
                                        <p:tgtEl>
                                          <p:spTgt spid="63"/>
                                        </p:tgtEl>
                                        <p:attrNameLst>
                                          <p:attrName>style.visibility</p:attrName>
                                        </p:attrNameLst>
                                      </p:cBhvr>
                                      <p:to>
                                        <p:strVal val="visible"/>
                                      </p:to>
                                    </p:set>
                                    <p:animEffect transition="in" filter="fade">
                                      <p:cBhvr>
                                        <p:cTn id="43" dur="200" decel="100000"/>
                                        <p:tgtEl>
                                          <p:spTgt spid="63"/>
                                        </p:tgtEl>
                                      </p:cBhvr>
                                    </p:animEffect>
                                    <p:anim calcmode="lin" valueType="num">
                                      <p:cBhvr>
                                        <p:cTn id="44" dur="200" decel="100000" fill="hold"/>
                                        <p:tgtEl>
                                          <p:spTgt spid="63"/>
                                        </p:tgtEl>
                                        <p:attrNameLst>
                                          <p:attrName>style.rotation</p:attrName>
                                        </p:attrNameLst>
                                      </p:cBhvr>
                                      <p:tavLst>
                                        <p:tav tm="0">
                                          <p:val>
                                            <p:fltVal val="-90"/>
                                          </p:val>
                                        </p:tav>
                                        <p:tav tm="100000">
                                          <p:val>
                                            <p:fltVal val="0"/>
                                          </p:val>
                                        </p:tav>
                                      </p:tavLst>
                                    </p:anim>
                                    <p:anim calcmode="lin" valueType="num">
                                      <p:cBhvr>
                                        <p:cTn id="45" dur="200" decel="100000" fill="hold"/>
                                        <p:tgtEl>
                                          <p:spTgt spid="63"/>
                                        </p:tgtEl>
                                        <p:attrNameLst>
                                          <p:attrName>ppt_x</p:attrName>
                                        </p:attrNameLst>
                                      </p:cBhvr>
                                      <p:tavLst>
                                        <p:tav tm="0">
                                          <p:val>
                                            <p:strVal val="#ppt_x+0.4"/>
                                          </p:val>
                                        </p:tav>
                                        <p:tav tm="100000">
                                          <p:val>
                                            <p:strVal val="#ppt_x-0.05"/>
                                          </p:val>
                                        </p:tav>
                                      </p:tavLst>
                                    </p:anim>
                                    <p:anim calcmode="lin" valueType="num">
                                      <p:cBhvr>
                                        <p:cTn id="46" dur="200" decel="100000" fill="hold"/>
                                        <p:tgtEl>
                                          <p:spTgt spid="63"/>
                                        </p:tgtEl>
                                        <p:attrNameLst>
                                          <p:attrName>ppt_y</p:attrName>
                                        </p:attrNameLst>
                                      </p:cBhvr>
                                      <p:tavLst>
                                        <p:tav tm="0">
                                          <p:val>
                                            <p:strVal val="#ppt_y-0.4"/>
                                          </p:val>
                                        </p:tav>
                                        <p:tav tm="100000">
                                          <p:val>
                                            <p:strVal val="#ppt_y+0.1"/>
                                          </p:val>
                                        </p:tav>
                                      </p:tavLst>
                                    </p:anim>
                                    <p:anim calcmode="lin" valueType="num">
                                      <p:cBhvr>
                                        <p:cTn id="47" dur="50" accel="100000" fill="hold">
                                          <p:stCondLst>
                                            <p:cond delay="200"/>
                                          </p:stCondLst>
                                        </p:cTn>
                                        <p:tgtEl>
                                          <p:spTgt spid="63"/>
                                        </p:tgtEl>
                                        <p:attrNameLst>
                                          <p:attrName>ppt_x</p:attrName>
                                        </p:attrNameLst>
                                      </p:cBhvr>
                                      <p:tavLst>
                                        <p:tav tm="0">
                                          <p:val>
                                            <p:strVal val="#ppt_x-0.05"/>
                                          </p:val>
                                        </p:tav>
                                        <p:tav tm="100000">
                                          <p:val>
                                            <p:strVal val="#ppt_x"/>
                                          </p:val>
                                        </p:tav>
                                      </p:tavLst>
                                    </p:anim>
                                    <p:anim calcmode="lin" valueType="num">
                                      <p:cBhvr>
                                        <p:cTn id="48" dur="50" accel="100000" fill="hold">
                                          <p:stCondLst>
                                            <p:cond delay="200"/>
                                          </p:stCondLst>
                                        </p:cTn>
                                        <p:tgtEl>
                                          <p:spTgt spid="63"/>
                                        </p:tgtEl>
                                        <p:attrNameLst>
                                          <p:attrName>ppt_y</p:attrName>
                                        </p:attrNameLst>
                                      </p:cBhvr>
                                      <p:tavLst>
                                        <p:tav tm="0">
                                          <p:val>
                                            <p:strVal val="#ppt_y+0.1"/>
                                          </p:val>
                                        </p:tav>
                                        <p:tav tm="100000">
                                          <p:val>
                                            <p:strVal val="#ppt_y"/>
                                          </p:val>
                                        </p:tav>
                                      </p:tavLst>
                                    </p:anim>
                                  </p:childTnLst>
                                </p:cTn>
                              </p:par>
                            </p:childTnLst>
                          </p:cTn>
                        </p:par>
                        <p:par>
                          <p:cTn id="49" fill="hold">
                            <p:stCondLst>
                              <p:cond delay="1250"/>
                            </p:stCondLst>
                            <p:childTnLst>
                              <p:par>
                                <p:cTn id="50" presetID="30" presetClass="entr" presetSubtype="0" fill="hold" nodeType="afterEffect">
                                  <p:stCondLst>
                                    <p:cond delay="0"/>
                                  </p:stCondLst>
                                  <p:childTnLst>
                                    <p:set>
                                      <p:cBhvr>
                                        <p:cTn id="51" dur="1" fill="hold">
                                          <p:stCondLst>
                                            <p:cond delay="0"/>
                                          </p:stCondLst>
                                        </p:cTn>
                                        <p:tgtEl>
                                          <p:spTgt spid="48"/>
                                        </p:tgtEl>
                                        <p:attrNameLst>
                                          <p:attrName>style.visibility</p:attrName>
                                        </p:attrNameLst>
                                      </p:cBhvr>
                                      <p:to>
                                        <p:strVal val="visible"/>
                                      </p:to>
                                    </p:set>
                                    <p:animEffect transition="in" filter="fade">
                                      <p:cBhvr>
                                        <p:cTn id="52" dur="200" decel="100000"/>
                                        <p:tgtEl>
                                          <p:spTgt spid="48"/>
                                        </p:tgtEl>
                                      </p:cBhvr>
                                    </p:animEffect>
                                    <p:anim calcmode="lin" valueType="num">
                                      <p:cBhvr>
                                        <p:cTn id="53" dur="200" decel="100000" fill="hold"/>
                                        <p:tgtEl>
                                          <p:spTgt spid="48"/>
                                        </p:tgtEl>
                                        <p:attrNameLst>
                                          <p:attrName>style.rotation</p:attrName>
                                        </p:attrNameLst>
                                      </p:cBhvr>
                                      <p:tavLst>
                                        <p:tav tm="0">
                                          <p:val>
                                            <p:fltVal val="-90"/>
                                          </p:val>
                                        </p:tav>
                                        <p:tav tm="100000">
                                          <p:val>
                                            <p:fltVal val="0"/>
                                          </p:val>
                                        </p:tav>
                                      </p:tavLst>
                                    </p:anim>
                                    <p:anim calcmode="lin" valueType="num">
                                      <p:cBhvr>
                                        <p:cTn id="54" dur="200" decel="100000" fill="hold"/>
                                        <p:tgtEl>
                                          <p:spTgt spid="48"/>
                                        </p:tgtEl>
                                        <p:attrNameLst>
                                          <p:attrName>ppt_x</p:attrName>
                                        </p:attrNameLst>
                                      </p:cBhvr>
                                      <p:tavLst>
                                        <p:tav tm="0">
                                          <p:val>
                                            <p:strVal val="#ppt_x+0.4"/>
                                          </p:val>
                                        </p:tav>
                                        <p:tav tm="100000">
                                          <p:val>
                                            <p:strVal val="#ppt_x-0.05"/>
                                          </p:val>
                                        </p:tav>
                                      </p:tavLst>
                                    </p:anim>
                                    <p:anim calcmode="lin" valueType="num">
                                      <p:cBhvr>
                                        <p:cTn id="55" dur="200" decel="100000" fill="hold"/>
                                        <p:tgtEl>
                                          <p:spTgt spid="48"/>
                                        </p:tgtEl>
                                        <p:attrNameLst>
                                          <p:attrName>ppt_y</p:attrName>
                                        </p:attrNameLst>
                                      </p:cBhvr>
                                      <p:tavLst>
                                        <p:tav tm="0">
                                          <p:val>
                                            <p:strVal val="#ppt_y-0.4"/>
                                          </p:val>
                                        </p:tav>
                                        <p:tav tm="100000">
                                          <p:val>
                                            <p:strVal val="#ppt_y+0.1"/>
                                          </p:val>
                                        </p:tav>
                                      </p:tavLst>
                                    </p:anim>
                                    <p:anim calcmode="lin" valueType="num">
                                      <p:cBhvr>
                                        <p:cTn id="56" dur="50" accel="100000" fill="hold">
                                          <p:stCondLst>
                                            <p:cond delay="200"/>
                                          </p:stCondLst>
                                        </p:cTn>
                                        <p:tgtEl>
                                          <p:spTgt spid="48"/>
                                        </p:tgtEl>
                                        <p:attrNameLst>
                                          <p:attrName>ppt_x</p:attrName>
                                        </p:attrNameLst>
                                      </p:cBhvr>
                                      <p:tavLst>
                                        <p:tav tm="0">
                                          <p:val>
                                            <p:strVal val="#ppt_x-0.05"/>
                                          </p:val>
                                        </p:tav>
                                        <p:tav tm="100000">
                                          <p:val>
                                            <p:strVal val="#ppt_x"/>
                                          </p:val>
                                        </p:tav>
                                      </p:tavLst>
                                    </p:anim>
                                    <p:anim calcmode="lin" valueType="num">
                                      <p:cBhvr>
                                        <p:cTn id="57" dur="50" accel="100000" fill="hold">
                                          <p:stCondLst>
                                            <p:cond delay="200"/>
                                          </p:stCondLst>
                                        </p:cTn>
                                        <p:tgtEl>
                                          <p:spTgt spid="48"/>
                                        </p:tgtEl>
                                        <p:attrNameLst>
                                          <p:attrName>ppt_y</p:attrName>
                                        </p:attrNameLst>
                                      </p:cBhvr>
                                      <p:tavLst>
                                        <p:tav tm="0">
                                          <p:val>
                                            <p:strVal val="#ppt_y+0.1"/>
                                          </p:val>
                                        </p:tav>
                                        <p:tav tm="100000">
                                          <p:val>
                                            <p:strVal val="#ppt_y"/>
                                          </p:val>
                                        </p:tav>
                                      </p:tavLst>
                                    </p:anim>
                                  </p:childTnLst>
                                </p:cTn>
                              </p:par>
                            </p:childTnLst>
                          </p:cTn>
                        </p:par>
                      </p:childTnLst>
                    </p:cTn>
                  </p:par>
                  <p:par>
                    <p:cTn id="58" fill="hold">
                      <p:stCondLst>
                        <p:cond delay="indefinite"/>
                      </p:stCondLst>
                      <p:childTnLst>
                        <p:par>
                          <p:cTn id="59" fill="hold">
                            <p:stCondLst>
                              <p:cond delay="0"/>
                            </p:stCondLst>
                            <p:childTnLst>
                              <p:par>
                                <p:cTn id="60" presetID="30" presetClass="entr" presetSubtype="0" fill="hold" nodeType="clickEffect">
                                  <p:stCondLst>
                                    <p:cond delay="0"/>
                                  </p:stCondLst>
                                  <p:childTnLst>
                                    <p:set>
                                      <p:cBhvr>
                                        <p:cTn id="61" dur="1" fill="hold">
                                          <p:stCondLst>
                                            <p:cond delay="0"/>
                                          </p:stCondLst>
                                        </p:cTn>
                                        <p:tgtEl>
                                          <p:spTgt spid="49"/>
                                        </p:tgtEl>
                                        <p:attrNameLst>
                                          <p:attrName>style.visibility</p:attrName>
                                        </p:attrNameLst>
                                      </p:cBhvr>
                                      <p:to>
                                        <p:strVal val="visible"/>
                                      </p:to>
                                    </p:set>
                                    <p:animEffect transition="in" filter="fade">
                                      <p:cBhvr>
                                        <p:cTn id="62" dur="200" decel="100000"/>
                                        <p:tgtEl>
                                          <p:spTgt spid="49"/>
                                        </p:tgtEl>
                                      </p:cBhvr>
                                    </p:animEffect>
                                    <p:anim calcmode="lin" valueType="num">
                                      <p:cBhvr>
                                        <p:cTn id="63" dur="200" decel="100000" fill="hold"/>
                                        <p:tgtEl>
                                          <p:spTgt spid="49"/>
                                        </p:tgtEl>
                                        <p:attrNameLst>
                                          <p:attrName>style.rotation</p:attrName>
                                        </p:attrNameLst>
                                      </p:cBhvr>
                                      <p:tavLst>
                                        <p:tav tm="0">
                                          <p:val>
                                            <p:fltVal val="-90"/>
                                          </p:val>
                                        </p:tav>
                                        <p:tav tm="100000">
                                          <p:val>
                                            <p:fltVal val="0"/>
                                          </p:val>
                                        </p:tav>
                                      </p:tavLst>
                                    </p:anim>
                                    <p:anim calcmode="lin" valueType="num">
                                      <p:cBhvr>
                                        <p:cTn id="64" dur="200" decel="100000" fill="hold"/>
                                        <p:tgtEl>
                                          <p:spTgt spid="49"/>
                                        </p:tgtEl>
                                        <p:attrNameLst>
                                          <p:attrName>ppt_x</p:attrName>
                                        </p:attrNameLst>
                                      </p:cBhvr>
                                      <p:tavLst>
                                        <p:tav tm="0">
                                          <p:val>
                                            <p:strVal val="#ppt_x+0.4"/>
                                          </p:val>
                                        </p:tav>
                                        <p:tav tm="100000">
                                          <p:val>
                                            <p:strVal val="#ppt_x-0.05"/>
                                          </p:val>
                                        </p:tav>
                                      </p:tavLst>
                                    </p:anim>
                                    <p:anim calcmode="lin" valueType="num">
                                      <p:cBhvr>
                                        <p:cTn id="65" dur="200" decel="100000" fill="hold"/>
                                        <p:tgtEl>
                                          <p:spTgt spid="49"/>
                                        </p:tgtEl>
                                        <p:attrNameLst>
                                          <p:attrName>ppt_y</p:attrName>
                                        </p:attrNameLst>
                                      </p:cBhvr>
                                      <p:tavLst>
                                        <p:tav tm="0">
                                          <p:val>
                                            <p:strVal val="#ppt_y-0.4"/>
                                          </p:val>
                                        </p:tav>
                                        <p:tav tm="100000">
                                          <p:val>
                                            <p:strVal val="#ppt_y+0.1"/>
                                          </p:val>
                                        </p:tav>
                                      </p:tavLst>
                                    </p:anim>
                                    <p:anim calcmode="lin" valueType="num">
                                      <p:cBhvr>
                                        <p:cTn id="66" dur="50" accel="100000" fill="hold">
                                          <p:stCondLst>
                                            <p:cond delay="200"/>
                                          </p:stCondLst>
                                        </p:cTn>
                                        <p:tgtEl>
                                          <p:spTgt spid="49"/>
                                        </p:tgtEl>
                                        <p:attrNameLst>
                                          <p:attrName>ppt_x</p:attrName>
                                        </p:attrNameLst>
                                      </p:cBhvr>
                                      <p:tavLst>
                                        <p:tav tm="0">
                                          <p:val>
                                            <p:strVal val="#ppt_x-0.05"/>
                                          </p:val>
                                        </p:tav>
                                        <p:tav tm="100000">
                                          <p:val>
                                            <p:strVal val="#ppt_x"/>
                                          </p:val>
                                        </p:tav>
                                      </p:tavLst>
                                    </p:anim>
                                    <p:anim calcmode="lin" valueType="num">
                                      <p:cBhvr>
                                        <p:cTn id="67" dur="50" accel="100000" fill="hold">
                                          <p:stCondLst>
                                            <p:cond delay="200"/>
                                          </p:stCondLst>
                                        </p:cTn>
                                        <p:tgtEl>
                                          <p:spTgt spid="49"/>
                                        </p:tgtEl>
                                        <p:attrNameLst>
                                          <p:attrName>ppt_y</p:attrName>
                                        </p:attrNameLst>
                                      </p:cBhvr>
                                      <p:tavLst>
                                        <p:tav tm="0">
                                          <p:val>
                                            <p:strVal val="#ppt_y+0.1"/>
                                          </p:val>
                                        </p:tav>
                                        <p:tav tm="100000">
                                          <p:val>
                                            <p:strVal val="#ppt_y"/>
                                          </p:val>
                                        </p:tav>
                                      </p:tavLst>
                                    </p:anim>
                                  </p:childTnLst>
                                </p:cTn>
                              </p:par>
                            </p:childTnLst>
                          </p:cTn>
                        </p:par>
                        <p:par>
                          <p:cTn id="68" fill="hold">
                            <p:stCondLst>
                              <p:cond delay="250"/>
                            </p:stCondLst>
                            <p:childTnLst>
                              <p:par>
                                <p:cTn id="69" presetID="30" presetClass="entr" presetSubtype="0" fill="hold" nodeType="afterEffect">
                                  <p:stCondLst>
                                    <p:cond delay="0"/>
                                  </p:stCondLst>
                                  <p:childTnLst>
                                    <p:set>
                                      <p:cBhvr>
                                        <p:cTn id="70" dur="1" fill="hold">
                                          <p:stCondLst>
                                            <p:cond delay="0"/>
                                          </p:stCondLst>
                                        </p:cTn>
                                        <p:tgtEl>
                                          <p:spTgt spid="50"/>
                                        </p:tgtEl>
                                        <p:attrNameLst>
                                          <p:attrName>style.visibility</p:attrName>
                                        </p:attrNameLst>
                                      </p:cBhvr>
                                      <p:to>
                                        <p:strVal val="visible"/>
                                      </p:to>
                                    </p:set>
                                    <p:animEffect transition="in" filter="fade">
                                      <p:cBhvr>
                                        <p:cTn id="71" dur="200" decel="100000"/>
                                        <p:tgtEl>
                                          <p:spTgt spid="50"/>
                                        </p:tgtEl>
                                      </p:cBhvr>
                                    </p:animEffect>
                                    <p:anim calcmode="lin" valueType="num">
                                      <p:cBhvr>
                                        <p:cTn id="72" dur="200" decel="100000" fill="hold"/>
                                        <p:tgtEl>
                                          <p:spTgt spid="50"/>
                                        </p:tgtEl>
                                        <p:attrNameLst>
                                          <p:attrName>style.rotation</p:attrName>
                                        </p:attrNameLst>
                                      </p:cBhvr>
                                      <p:tavLst>
                                        <p:tav tm="0">
                                          <p:val>
                                            <p:fltVal val="-90"/>
                                          </p:val>
                                        </p:tav>
                                        <p:tav tm="100000">
                                          <p:val>
                                            <p:fltVal val="0"/>
                                          </p:val>
                                        </p:tav>
                                      </p:tavLst>
                                    </p:anim>
                                    <p:anim calcmode="lin" valueType="num">
                                      <p:cBhvr>
                                        <p:cTn id="73" dur="200" decel="100000" fill="hold"/>
                                        <p:tgtEl>
                                          <p:spTgt spid="50"/>
                                        </p:tgtEl>
                                        <p:attrNameLst>
                                          <p:attrName>ppt_x</p:attrName>
                                        </p:attrNameLst>
                                      </p:cBhvr>
                                      <p:tavLst>
                                        <p:tav tm="0">
                                          <p:val>
                                            <p:strVal val="#ppt_x+0.4"/>
                                          </p:val>
                                        </p:tav>
                                        <p:tav tm="100000">
                                          <p:val>
                                            <p:strVal val="#ppt_x-0.05"/>
                                          </p:val>
                                        </p:tav>
                                      </p:tavLst>
                                    </p:anim>
                                    <p:anim calcmode="lin" valueType="num">
                                      <p:cBhvr>
                                        <p:cTn id="74" dur="200" decel="100000" fill="hold"/>
                                        <p:tgtEl>
                                          <p:spTgt spid="50"/>
                                        </p:tgtEl>
                                        <p:attrNameLst>
                                          <p:attrName>ppt_y</p:attrName>
                                        </p:attrNameLst>
                                      </p:cBhvr>
                                      <p:tavLst>
                                        <p:tav tm="0">
                                          <p:val>
                                            <p:strVal val="#ppt_y-0.4"/>
                                          </p:val>
                                        </p:tav>
                                        <p:tav tm="100000">
                                          <p:val>
                                            <p:strVal val="#ppt_y+0.1"/>
                                          </p:val>
                                        </p:tav>
                                      </p:tavLst>
                                    </p:anim>
                                    <p:anim calcmode="lin" valueType="num">
                                      <p:cBhvr>
                                        <p:cTn id="75" dur="50" accel="100000" fill="hold">
                                          <p:stCondLst>
                                            <p:cond delay="200"/>
                                          </p:stCondLst>
                                        </p:cTn>
                                        <p:tgtEl>
                                          <p:spTgt spid="50"/>
                                        </p:tgtEl>
                                        <p:attrNameLst>
                                          <p:attrName>ppt_x</p:attrName>
                                        </p:attrNameLst>
                                      </p:cBhvr>
                                      <p:tavLst>
                                        <p:tav tm="0">
                                          <p:val>
                                            <p:strVal val="#ppt_x-0.05"/>
                                          </p:val>
                                        </p:tav>
                                        <p:tav tm="100000">
                                          <p:val>
                                            <p:strVal val="#ppt_x"/>
                                          </p:val>
                                        </p:tav>
                                      </p:tavLst>
                                    </p:anim>
                                    <p:anim calcmode="lin" valueType="num">
                                      <p:cBhvr>
                                        <p:cTn id="76" dur="50" accel="100000" fill="hold">
                                          <p:stCondLst>
                                            <p:cond delay="200"/>
                                          </p:stCondLst>
                                        </p:cTn>
                                        <p:tgtEl>
                                          <p:spTgt spid="50"/>
                                        </p:tgtEl>
                                        <p:attrNameLst>
                                          <p:attrName>ppt_y</p:attrName>
                                        </p:attrNameLst>
                                      </p:cBhvr>
                                      <p:tavLst>
                                        <p:tav tm="0">
                                          <p:val>
                                            <p:strVal val="#ppt_y+0.1"/>
                                          </p:val>
                                        </p:tav>
                                        <p:tav tm="100000">
                                          <p:val>
                                            <p:strVal val="#ppt_y"/>
                                          </p:val>
                                        </p:tav>
                                      </p:tavLst>
                                    </p:anim>
                                  </p:childTnLst>
                                </p:cTn>
                              </p:par>
                            </p:childTnLst>
                          </p:cTn>
                        </p:par>
                      </p:childTnLst>
                    </p:cTn>
                  </p:par>
                  <p:par>
                    <p:cTn id="77" fill="hold">
                      <p:stCondLst>
                        <p:cond delay="indefinite"/>
                      </p:stCondLst>
                      <p:childTnLst>
                        <p:par>
                          <p:cTn id="78" fill="hold">
                            <p:stCondLst>
                              <p:cond delay="0"/>
                            </p:stCondLst>
                            <p:childTnLst>
                              <p:par>
                                <p:cTn id="79" presetID="30" presetClass="entr" presetSubtype="0" fill="hold" nodeType="clickEffect">
                                  <p:stCondLst>
                                    <p:cond delay="0"/>
                                  </p:stCondLst>
                                  <p:childTnLst>
                                    <p:set>
                                      <p:cBhvr>
                                        <p:cTn id="80" dur="1" fill="hold">
                                          <p:stCondLst>
                                            <p:cond delay="0"/>
                                          </p:stCondLst>
                                        </p:cTn>
                                        <p:tgtEl>
                                          <p:spTgt spid="51"/>
                                        </p:tgtEl>
                                        <p:attrNameLst>
                                          <p:attrName>style.visibility</p:attrName>
                                        </p:attrNameLst>
                                      </p:cBhvr>
                                      <p:to>
                                        <p:strVal val="visible"/>
                                      </p:to>
                                    </p:set>
                                    <p:animEffect transition="in" filter="fade">
                                      <p:cBhvr>
                                        <p:cTn id="81" dur="200" decel="100000"/>
                                        <p:tgtEl>
                                          <p:spTgt spid="51"/>
                                        </p:tgtEl>
                                      </p:cBhvr>
                                    </p:animEffect>
                                    <p:anim calcmode="lin" valueType="num">
                                      <p:cBhvr>
                                        <p:cTn id="82" dur="200" decel="100000" fill="hold"/>
                                        <p:tgtEl>
                                          <p:spTgt spid="51"/>
                                        </p:tgtEl>
                                        <p:attrNameLst>
                                          <p:attrName>style.rotation</p:attrName>
                                        </p:attrNameLst>
                                      </p:cBhvr>
                                      <p:tavLst>
                                        <p:tav tm="0">
                                          <p:val>
                                            <p:fltVal val="-90"/>
                                          </p:val>
                                        </p:tav>
                                        <p:tav tm="100000">
                                          <p:val>
                                            <p:fltVal val="0"/>
                                          </p:val>
                                        </p:tav>
                                      </p:tavLst>
                                    </p:anim>
                                    <p:anim calcmode="lin" valueType="num">
                                      <p:cBhvr>
                                        <p:cTn id="83" dur="200" decel="100000" fill="hold"/>
                                        <p:tgtEl>
                                          <p:spTgt spid="51"/>
                                        </p:tgtEl>
                                        <p:attrNameLst>
                                          <p:attrName>ppt_x</p:attrName>
                                        </p:attrNameLst>
                                      </p:cBhvr>
                                      <p:tavLst>
                                        <p:tav tm="0">
                                          <p:val>
                                            <p:strVal val="#ppt_x+0.4"/>
                                          </p:val>
                                        </p:tav>
                                        <p:tav tm="100000">
                                          <p:val>
                                            <p:strVal val="#ppt_x-0.05"/>
                                          </p:val>
                                        </p:tav>
                                      </p:tavLst>
                                    </p:anim>
                                    <p:anim calcmode="lin" valueType="num">
                                      <p:cBhvr>
                                        <p:cTn id="84" dur="200" decel="100000" fill="hold"/>
                                        <p:tgtEl>
                                          <p:spTgt spid="51"/>
                                        </p:tgtEl>
                                        <p:attrNameLst>
                                          <p:attrName>ppt_y</p:attrName>
                                        </p:attrNameLst>
                                      </p:cBhvr>
                                      <p:tavLst>
                                        <p:tav tm="0">
                                          <p:val>
                                            <p:strVal val="#ppt_y-0.4"/>
                                          </p:val>
                                        </p:tav>
                                        <p:tav tm="100000">
                                          <p:val>
                                            <p:strVal val="#ppt_y+0.1"/>
                                          </p:val>
                                        </p:tav>
                                      </p:tavLst>
                                    </p:anim>
                                    <p:anim calcmode="lin" valueType="num">
                                      <p:cBhvr>
                                        <p:cTn id="85" dur="50" accel="100000" fill="hold">
                                          <p:stCondLst>
                                            <p:cond delay="200"/>
                                          </p:stCondLst>
                                        </p:cTn>
                                        <p:tgtEl>
                                          <p:spTgt spid="51"/>
                                        </p:tgtEl>
                                        <p:attrNameLst>
                                          <p:attrName>ppt_x</p:attrName>
                                        </p:attrNameLst>
                                      </p:cBhvr>
                                      <p:tavLst>
                                        <p:tav tm="0">
                                          <p:val>
                                            <p:strVal val="#ppt_x-0.05"/>
                                          </p:val>
                                        </p:tav>
                                        <p:tav tm="100000">
                                          <p:val>
                                            <p:strVal val="#ppt_x"/>
                                          </p:val>
                                        </p:tav>
                                      </p:tavLst>
                                    </p:anim>
                                    <p:anim calcmode="lin" valueType="num">
                                      <p:cBhvr>
                                        <p:cTn id="86" dur="50" accel="100000" fill="hold">
                                          <p:stCondLst>
                                            <p:cond delay="200"/>
                                          </p:stCondLst>
                                        </p:cTn>
                                        <p:tgtEl>
                                          <p:spTgt spid="51"/>
                                        </p:tgtEl>
                                        <p:attrNameLst>
                                          <p:attrName>ppt_y</p:attrName>
                                        </p:attrNameLst>
                                      </p:cBhvr>
                                      <p:tavLst>
                                        <p:tav tm="0">
                                          <p:val>
                                            <p:strVal val="#ppt_y+0.1"/>
                                          </p:val>
                                        </p:tav>
                                        <p:tav tm="100000">
                                          <p:val>
                                            <p:strVal val="#ppt_y"/>
                                          </p:val>
                                        </p:tav>
                                      </p:tavLst>
                                    </p:anim>
                                  </p:childTnLst>
                                </p:cTn>
                              </p:par>
                            </p:childTnLst>
                          </p:cTn>
                        </p:par>
                        <p:par>
                          <p:cTn id="87" fill="hold">
                            <p:stCondLst>
                              <p:cond delay="250"/>
                            </p:stCondLst>
                            <p:childTnLst>
                              <p:par>
                                <p:cTn id="88" presetID="30" presetClass="entr" presetSubtype="0" fill="hold" nodeType="afterEffect">
                                  <p:stCondLst>
                                    <p:cond delay="0"/>
                                  </p:stCondLst>
                                  <p:childTnLst>
                                    <p:set>
                                      <p:cBhvr>
                                        <p:cTn id="89" dur="1" fill="hold">
                                          <p:stCondLst>
                                            <p:cond delay="0"/>
                                          </p:stCondLst>
                                        </p:cTn>
                                        <p:tgtEl>
                                          <p:spTgt spid="52"/>
                                        </p:tgtEl>
                                        <p:attrNameLst>
                                          <p:attrName>style.visibility</p:attrName>
                                        </p:attrNameLst>
                                      </p:cBhvr>
                                      <p:to>
                                        <p:strVal val="visible"/>
                                      </p:to>
                                    </p:set>
                                    <p:animEffect transition="in" filter="fade">
                                      <p:cBhvr>
                                        <p:cTn id="90" dur="200" decel="100000"/>
                                        <p:tgtEl>
                                          <p:spTgt spid="52"/>
                                        </p:tgtEl>
                                      </p:cBhvr>
                                    </p:animEffect>
                                    <p:anim calcmode="lin" valueType="num">
                                      <p:cBhvr>
                                        <p:cTn id="91" dur="200" decel="100000" fill="hold"/>
                                        <p:tgtEl>
                                          <p:spTgt spid="52"/>
                                        </p:tgtEl>
                                        <p:attrNameLst>
                                          <p:attrName>style.rotation</p:attrName>
                                        </p:attrNameLst>
                                      </p:cBhvr>
                                      <p:tavLst>
                                        <p:tav tm="0">
                                          <p:val>
                                            <p:fltVal val="-90"/>
                                          </p:val>
                                        </p:tav>
                                        <p:tav tm="100000">
                                          <p:val>
                                            <p:fltVal val="0"/>
                                          </p:val>
                                        </p:tav>
                                      </p:tavLst>
                                    </p:anim>
                                    <p:anim calcmode="lin" valueType="num">
                                      <p:cBhvr>
                                        <p:cTn id="92" dur="200" decel="100000" fill="hold"/>
                                        <p:tgtEl>
                                          <p:spTgt spid="52"/>
                                        </p:tgtEl>
                                        <p:attrNameLst>
                                          <p:attrName>ppt_x</p:attrName>
                                        </p:attrNameLst>
                                      </p:cBhvr>
                                      <p:tavLst>
                                        <p:tav tm="0">
                                          <p:val>
                                            <p:strVal val="#ppt_x+0.4"/>
                                          </p:val>
                                        </p:tav>
                                        <p:tav tm="100000">
                                          <p:val>
                                            <p:strVal val="#ppt_x-0.05"/>
                                          </p:val>
                                        </p:tav>
                                      </p:tavLst>
                                    </p:anim>
                                    <p:anim calcmode="lin" valueType="num">
                                      <p:cBhvr>
                                        <p:cTn id="93" dur="200" decel="100000" fill="hold"/>
                                        <p:tgtEl>
                                          <p:spTgt spid="52"/>
                                        </p:tgtEl>
                                        <p:attrNameLst>
                                          <p:attrName>ppt_y</p:attrName>
                                        </p:attrNameLst>
                                      </p:cBhvr>
                                      <p:tavLst>
                                        <p:tav tm="0">
                                          <p:val>
                                            <p:strVal val="#ppt_y-0.4"/>
                                          </p:val>
                                        </p:tav>
                                        <p:tav tm="100000">
                                          <p:val>
                                            <p:strVal val="#ppt_y+0.1"/>
                                          </p:val>
                                        </p:tav>
                                      </p:tavLst>
                                    </p:anim>
                                    <p:anim calcmode="lin" valueType="num">
                                      <p:cBhvr>
                                        <p:cTn id="94" dur="50" accel="100000" fill="hold">
                                          <p:stCondLst>
                                            <p:cond delay="200"/>
                                          </p:stCondLst>
                                        </p:cTn>
                                        <p:tgtEl>
                                          <p:spTgt spid="52"/>
                                        </p:tgtEl>
                                        <p:attrNameLst>
                                          <p:attrName>ppt_x</p:attrName>
                                        </p:attrNameLst>
                                      </p:cBhvr>
                                      <p:tavLst>
                                        <p:tav tm="0">
                                          <p:val>
                                            <p:strVal val="#ppt_x-0.05"/>
                                          </p:val>
                                        </p:tav>
                                        <p:tav tm="100000">
                                          <p:val>
                                            <p:strVal val="#ppt_x"/>
                                          </p:val>
                                        </p:tav>
                                      </p:tavLst>
                                    </p:anim>
                                    <p:anim calcmode="lin" valueType="num">
                                      <p:cBhvr>
                                        <p:cTn id="95" dur="50" accel="100000" fill="hold">
                                          <p:stCondLst>
                                            <p:cond delay="200"/>
                                          </p:stCondLst>
                                        </p:cTn>
                                        <p:tgtEl>
                                          <p:spTgt spid="52"/>
                                        </p:tgtEl>
                                        <p:attrNameLst>
                                          <p:attrName>ppt_y</p:attrName>
                                        </p:attrNameLst>
                                      </p:cBhvr>
                                      <p:tavLst>
                                        <p:tav tm="0">
                                          <p:val>
                                            <p:strVal val="#ppt_y+0.1"/>
                                          </p:val>
                                        </p:tav>
                                        <p:tav tm="100000">
                                          <p:val>
                                            <p:strVal val="#ppt_y"/>
                                          </p:val>
                                        </p:tav>
                                      </p:tavLst>
                                    </p:anim>
                                  </p:childTnLst>
                                </p:cTn>
                              </p:par>
                            </p:childTnLst>
                          </p:cTn>
                        </p:par>
                        <p:par>
                          <p:cTn id="96" fill="hold">
                            <p:stCondLst>
                              <p:cond delay="500"/>
                            </p:stCondLst>
                            <p:childTnLst>
                              <p:par>
                                <p:cTn id="97" presetID="30" presetClass="entr" presetSubtype="0" fill="hold" nodeType="afterEffect">
                                  <p:stCondLst>
                                    <p:cond delay="0"/>
                                  </p:stCondLst>
                                  <p:childTnLst>
                                    <p:set>
                                      <p:cBhvr>
                                        <p:cTn id="98" dur="1" fill="hold">
                                          <p:stCondLst>
                                            <p:cond delay="0"/>
                                          </p:stCondLst>
                                        </p:cTn>
                                        <p:tgtEl>
                                          <p:spTgt spid="53"/>
                                        </p:tgtEl>
                                        <p:attrNameLst>
                                          <p:attrName>style.visibility</p:attrName>
                                        </p:attrNameLst>
                                      </p:cBhvr>
                                      <p:to>
                                        <p:strVal val="visible"/>
                                      </p:to>
                                    </p:set>
                                    <p:animEffect transition="in" filter="fade">
                                      <p:cBhvr>
                                        <p:cTn id="99" dur="200" decel="100000"/>
                                        <p:tgtEl>
                                          <p:spTgt spid="53"/>
                                        </p:tgtEl>
                                      </p:cBhvr>
                                    </p:animEffect>
                                    <p:anim calcmode="lin" valueType="num">
                                      <p:cBhvr>
                                        <p:cTn id="100" dur="200" decel="100000" fill="hold"/>
                                        <p:tgtEl>
                                          <p:spTgt spid="53"/>
                                        </p:tgtEl>
                                        <p:attrNameLst>
                                          <p:attrName>style.rotation</p:attrName>
                                        </p:attrNameLst>
                                      </p:cBhvr>
                                      <p:tavLst>
                                        <p:tav tm="0">
                                          <p:val>
                                            <p:fltVal val="-90"/>
                                          </p:val>
                                        </p:tav>
                                        <p:tav tm="100000">
                                          <p:val>
                                            <p:fltVal val="0"/>
                                          </p:val>
                                        </p:tav>
                                      </p:tavLst>
                                    </p:anim>
                                    <p:anim calcmode="lin" valueType="num">
                                      <p:cBhvr>
                                        <p:cTn id="101" dur="200" decel="100000" fill="hold"/>
                                        <p:tgtEl>
                                          <p:spTgt spid="53"/>
                                        </p:tgtEl>
                                        <p:attrNameLst>
                                          <p:attrName>ppt_x</p:attrName>
                                        </p:attrNameLst>
                                      </p:cBhvr>
                                      <p:tavLst>
                                        <p:tav tm="0">
                                          <p:val>
                                            <p:strVal val="#ppt_x+0.4"/>
                                          </p:val>
                                        </p:tav>
                                        <p:tav tm="100000">
                                          <p:val>
                                            <p:strVal val="#ppt_x-0.05"/>
                                          </p:val>
                                        </p:tav>
                                      </p:tavLst>
                                    </p:anim>
                                    <p:anim calcmode="lin" valueType="num">
                                      <p:cBhvr>
                                        <p:cTn id="102" dur="200" decel="100000" fill="hold"/>
                                        <p:tgtEl>
                                          <p:spTgt spid="53"/>
                                        </p:tgtEl>
                                        <p:attrNameLst>
                                          <p:attrName>ppt_y</p:attrName>
                                        </p:attrNameLst>
                                      </p:cBhvr>
                                      <p:tavLst>
                                        <p:tav tm="0">
                                          <p:val>
                                            <p:strVal val="#ppt_y-0.4"/>
                                          </p:val>
                                        </p:tav>
                                        <p:tav tm="100000">
                                          <p:val>
                                            <p:strVal val="#ppt_y+0.1"/>
                                          </p:val>
                                        </p:tav>
                                      </p:tavLst>
                                    </p:anim>
                                    <p:anim calcmode="lin" valueType="num">
                                      <p:cBhvr>
                                        <p:cTn id="103" dur="50" accel="100000" fill="hold">
                                          <p:stCondLst>
                                            <p:cond delay="200"/>
                                          </p:stCondLst>
                                        </p:cTn>
                                        <p:tgtEl>
                                          <p:spTgt spid="53"/>
                                        </p:tgtEl>
                                        <p:attrNameLst>
                                          <p:attrName>ppt_x</p:attrName>
                                        </p:attrNameLst>
                                      </p:cBhvr>
                                      <p:tavLst>
                                        <p:tav tm="0">
                                          <p:val>
                                            <p:strVal val="#ppt_x-0.05"/>
                                          </p:val>
                                        </p:tav>
                                        <p:tav tm="100000">
                                          <p:val>
                                            <p:strVal val="#ppt_x"/>
                                          </p:val>
                                        </p:tav>
                                      </p:tavLst>
                                    </p:anim>
                                    <p:anim calcmode="lin" valueType="num">
                                      <p:cBhvr>
                                        <p:cTn id="104" dur="50" accel="100000" fill="hold">
                                          <p:stCondLst>
                                            <p:cond delay="200"/>
                                          </p:stCondLst>
                                        </p:cTn>
                                        <p:tgtEl>
                                          <p:spTgt spid="53"/>
                                        </p:tgtEl>
                                        <p:attrNameLst>
                                          <p:attrName>ppt_y</p:attrName>
                                        </p:attrNameLst>
                                      </p:cBhvr>
                                      <p:tavLst>
                                        <p:tav tm="0">
                                          <p:val>
                                            <p:strVal val="#ppt_y+0.1"/>
                                          </p:val>
                                        </p:tav>
                                        <p:tav tm="100000">
                                          <p:val>
                                            <p:strVal val="#ppt_y"/>
                                          </p:val>
                                        </p:tav>
                                      </p:tavLst>
                                    </p:anim>
                                  </p:childTnLst>
                                </p:cTn>
                              </p:par>
                            </p:childTnLst>
                          </p:cTn>
                        </p:par>
                        <p:par>
                          <p:cTn id="105" fill="hold">
                            <p:stCondLst>
                              <p:cond delay="750"/>
                            </p:stCondLst>
                            <p:childTnLst>
                              <p:par>
                                <p:cTn id="106" presetID="30" presetClass="entr" presetSubtype="0" fill="hold" nodeType="afterEffect">
                                  <p:stCondLst>
                                    <p:cond delay="0"/>
                                  </p:stCondLst>
                                  <p:childTnLst>
                                    <p:set>
                                      <p:cBhvr>
                                        <p:cTn id="107" dur="1" fill="hold">
                                          <p:stCondLst>
                                            <p:cond delay="0"/>
                                          </p:stCondLst>
                                        </p:cTn>
                                        <p:tgtEl>
                                          <p:spTgt spid="54"/>
                                        </p:tgtEl>
                                        <p:attrNameLst>
                                          <p:attrName>style.visibility</p:attrName>
                                        </p:attrNameLst>
                                      </p:cBhvr>
                                      <p:to>
                                        <p:strVal val="visible"/>
                                      </p:to>
                                    </p:set>
                                    <p:animEffect transition="in" filter="fade">
                                      <p:cBhvr>
                                        <p:cTn id="108" dur="200" decel="100000"/>
                                        <p:tgtEl>
                                          <p:spTgt spid="54"/>
                                        </p:tgtEl>
                                      </p:cBhvr>
                                    </p:animEffect>
                                    <p:anim calcmode="lin" valueType="num">
                                      <p:cBhvr>
                                        <p:cTn id="109" dur="200" decel="100000" fill="hold"/>
                                        <p:tgtEl>
                                          <p:spTgt spid="54"/>
                                        </p:tgtEl>
                                        <p:attrNameLst>
                                          <p:attrName>style.rotation</p:attrName>
                                        </p:attrNameLst>
                                      </p:cBhvr>
                                      <p:tavLst>
                                        <p:tav tm="0">
                                          <p:val>
                                            <p:fltVal val="-90"/>
                                          </p:val>
                                        </p:tav>
                                        <p:tav tm="100000">
                                          <p:val>
                                            <p:fltVal val="0"/>
                                          </p:val>
                                        </p:tav>
                                      </p:tavLst>
                                    </p:anim>
                                    <p:anim calcmode="lin" valueType="num">
                                      <p:cBhvr>
                                        <p:cTn id="110" dur="200" decel="100000" fill="hold"/>
                                        <p:tgtEl>
                                          <p:spTgt spid="54"/>
                                        </p:tgtEl>
                                        <p:attrNameLst>
                                          <p:attrName>ppt_x</p:attrName>
                                        </p:attrNameLst>
                                      </p:cBhvr>
                                      <p:tavLst>
                                        <p:tav tm="0">
                                          <p:val>
                                            <p:strVal val="#ppt_x+0.4"/>
                                          </p:val>
                                        </p:tav>
                                        <p:tav tm="100000">
                                          <p:val>
                                            <p:strVal val="#ppt_x-0.05"/>
                                          </p:val>
                                        </p:tav>
                                      </p:tavLst>
                                    </p:anim>
                                    <p:anim calcmode="lin" valueType="num">
                                      <p:cBhvr>
                                        <p:cTn id="111" dur="200" decel="100000" fill="hold"/>
                                        <p:tgtEl>
                                          <p:spTgt spid="54"/>
                                        </p:tgtEl>
                                        <p:attrNameLst>
                                          <p:attrName>ppt_y</p:attrName>
                                        </p:attrNameLst>
                                      </p:cBhvr>
                                      <p:tavLst>
                                        <p:tav tm="0">
                                          <p:val>
                                            <p:strVal val="#ppt_y-0.4"/>
                                          </p:val>
                                        </p:tav>
                                        <p:tav tm="100000">
                                          <p:val>
                                            <p:strVal val="#ppt_y+0.1"/>
                                          </p:val>
                                        </p:tav>
                                      </p:tavLst>
                                    </p:anim>
                                    <p:anim calcmode="lin" valueType="num">
                                      <p:cBhvr>
                                        <p:cTn id="112" dur="50" accel="100000" fill="hold">
                                          <p:stCondLst>
                                            <p:cond delay="200"/>
                                          </p:stCondLst>
                                        </p:cTn>
                                        <p:tgtEl>
                                          <p:spTgt spid="54"/>
                                        </p:tgtEl>
                                        <p:attrNameLst>
                                          <p:attrName>ppt_x</p:attrName>
                                        </p:attrNameLst>
                                      </p:cBhvr>
                                      <p:tavLst>
                                        <p:tav tm="0">
                                          <p:val>
                                            <p:strVal val="#ppt_x-0.05"/>
                                          </p:val>
                                        </p:tav>
                                        <p:tav tm="100000">
                                          <p:val>
                                            <p:strVal val="#ppt_x"/>
                                          </p:val>
                                        </p:tav>
                                      </p:tavLst>
                                    </p:anim>
                                    <p:anim calcmode="lin" valueType="num">
                                      <p:cBhvr>
                                        <p:cTn id="113" dur="50" accel="100000" fill="hold">
                                          <p:stCondLst>
                                            <p:cond delay="200"/>
                                          </p:stCondLst>
                                        </p:cTn>
                                        <p:tgtEl>
                                          <p:spTgt spid="54"/>
                                        </p:tgtEl>
                                        <p:attrNameLst>
                                          <p:attrName>ppt_y</p:attrName>
                                        </p:attrNameLst>
                                      </p:cBhvr>
                                      <p:tavLst>
                                        <p:tav tm="0">
                                          <p:val>
                                            <p:strVal val="#ppt_y+0.1"/>
                                          </p:val>
                                        </p:tav>
                                        <p:tav tm="100000">
                                          <p:val>
                                            <p:strVal val="#ppt_y"/>
                                          </p:val>
                                        </p:tav>
                                      </p:tavLst>
                                    </p:anim>
                                  </p:childTnLst>
                                </p:cTn>
                              </p:par>
                            </p:childTnLst>
                          </p:cTn>
                        </p:par>
                        <p:par>
                          <p:cTn id="114" fill="hold">
                            <p:stCondLst>
                              <p:cond delay="1000"/>
                            </p:stCondLst>
                            <p:childTnLst>
                              <p:par>
                                <p:cTn id="115" presetID="30" presetClass="entr" presetSubtype="0" fill="hold" nodeType="afterEffect">
                                  <p:stCondLst>
                                    <p:cond delay="0"/>
                                  </p:stCondLst>
                                  <p:childTnLst>
                                    <p:set>
                                      <p:cBhvr>
                                        <p:cTn id="116" dur="1" fill="hold">
                                          <p:stCondLst>
                                            <p:cond delay="0"/>
                                          </p:stCondLst>
                                        </p:cTn>
                                        <p:tgtEl>
                                          <p:spTgt spid="55"/>
                                        </p:tgtEl>
                                        <p:attrNameLst>
                                          <p:attrName>style.visibility</p:attrName>
                                        </p:attrNameLst>
                                      </p:cBhvr>
                                      <p:to>
                                        <p:strVal val="visible"/>
                                      </p:to>
                                    </p:set>
                                    <p:animEffect transition="in" filter="fade">
                                      <p:cBhvr>
                                        <p:cTn id="117" dur="200" decel="100000"/>
                                        <p:tgtEl>
                                          <p:spTgt spid="55"/>
                                        </p:tgtEl>
                                      </p:cBhvr>
                                    </p:animEffect>
                                    <p:anim calcmode="lin" valueType="num">
                                      <p:cBhvr>
                                        <p:cTn id="118" dur="200" decel="100000" fill="hold"/>
                                        <p:tgtEl>
                                          <p:spTgt spid="55"/>
                                        </p:tgtEl>
                                        <p:attrNameLst>
                                          <p:attrName>style.rotation</p:attrName>
                                        </p:attrNameLst>
                                      </p:cBhvr>
                                      <p:tavLst>
                                        <p:tav tm="0">
                                          <p:val>
                                            <p:fltVal val="-90"/>
                                          </p:val>
                                        </p:tav>
                                        <p:tav tm="100000">
                                          <p:val>
                                            <p:fltVal val="0"/>
                                          </p:val>
                                        </p:tav>
                                      </p:tavLst>
                                    </p:anim>
                                    <p:anim calcmode="lin" valueType="num">
                                      <p:cBhvr>
                                        <p:cTn id="119" dur="200" decel="100000" fill="hold"/>
                                        <p:tgtEl>
                                          <p:spTgt spid="55"/>
                                        </p:tgtEl>
                                        <p:attrNameLst>
                                          <p:attrName>ppt_x</p:attrName>
                                        </p:attrNameLst>
                                      </p:cBhvr>
                                      <p:tavLst>
                                        <p:tav tm="0">
                                          <p:val>
                                            <p:strVal val="#ppt_x+0.4"/>
                                          </p:val>
                                        </p:tav>
                                        <p:tav tm="100000">
                                          <p:val>
                                            <p:strVal val="#ppt_x-0.05"/>
                                          </p:val>
                                        </p:tav>
                                      </p:tavLst>
                                    </p:anim>
                                    <p:anim calcmode="lin" valueType="num">
                                      <p:cBhvr>
                                        <p:cTn id="120" dur="200" decel="100000" fill="hold"/>
                                        <p:tgtEl>
                                          <p:spTgt spid="55"/>
                                        </p:tgtEl>
                                        <p:attrNameLst>
                                          <p:attrName>ppt_y</p:attrName>
                                        </p:attrNameLst>
                                      </p:cBhvr>
                                      <p:tavLst>
                                        <p:tav tm="0">
                                          <p:val>
                                            <p:strVal val="#ppt_y-0.4"/>
                                          </p:val>
                                        </p:tav>
                                        <p:tav tm="100000">
                                          <p:val>
                                            <p:strVal val="#ppt_y+0.1"/>
                                          </p:val>
                                        </p:tav>
                                      </p:tavLst>
                                    </p:anim>
                                    <p:anim calcmode="lin" valueType="num">
                                      <p:cBhvr>
                                        <p:cTn id="121" dur="50" accel="100000" fill="hold">
                                          <p:stCondLst>
                                            <p:cond delay="200"/>
                                          </p:stCondLst>
                                        </p:cTn>
                                        <p:tgtEl>
                                          <p:spTgt spid="55"/>
                                        </p:tgtEl>
                                        <p:attrNameLst>
                                          <p:attrName>ppt_x</p:attrName>
                                        </p:attrNameLst>
                                      </p:cBhvr>
                                      <p:tavLst>
                                        <p:tav tm="0">
                                          <p:val>
                                            <p:strVal val="#ppt_x-0.05"/>
                                          </p:val>
                                        </p:tav>
                                        <p:tav tm="100000">
                                          <p:val>
                                            <p:strVal val="#ppt_x"/>
                                          </p:val>
                                        </p:tav>
                                      </p:tavLst>
                                    </p:anim>
                                    <p:anim calcmode="lin" valueType="num">
                                      <p:cBhvr>
                                        <p:cTn id="122" dur="50" accel="100000" fill="hold">
                                          <p:stCondLst>
                                            <p:cond delay="200"/>
                                          </p:stCondLst>
                                        </p:cTn>
                                        <p:tgtEl>
                                          <p:spTgt spid="55"/>
                                        </p:tgtEl>
                                        <p:attrNameLst>
                                          <p:attrName>ppt_y</p:attrName>
                                        </p:attrNameLst>
                                      </p:cBhvr>
                                      <p:tavLst>
                                        <p:tav tm="0">
                                          <p:val>
                                            <p:strVal val="#ppt_y+0.1"/>
                                          </p:val>
                                        </p:tav>
                                        <p:tav tm="100000">
                                          <p:val>
                                            <p:strVal val="#ppt_y"/>
                                          </p:val>
                                        </p:tav>
                                      </p:tavLst>
                                    </p:anim>
                                  </p:childTnLst>
                                </p:cTn>
                              </p:par>
                            </p:childTnLst>
                          </p:cTn>
                        </p:par>
                        <p:par>
                          <p:cTn id="123" fill="hold">
                            <p:stCondLst>
                              <p:cond delay="1250"/>
                            </p:stCondLst>
                            <p:childTnLst>
                              <p:par>
                                <p:cTn id="124" presetID="30" presetClass="entr" presetSubtype="0" fill="hold" nodeType="afterEffect">
                                  <p:stCondLst>
                                    <p:cond delay="0"/>
                                  </p:stCondLst>
                                  <p:childTnLst>
                                    <p:set>
                                      <p:cBhvr>
                                        <p:cTn id="125" dur="1" fill="hold">
                                          <p:stCondLst>
                                            <p:cond delay="0"/>
                                          </p:stCondLst>
                                        </p:cTn>
                                        <p:tgtEl>
                                          <p:spTgt spid="56"/>
                                        </p:tgtEl>
                                        <p:attrNameLst>
                                          <p:attrName>style.visibility</p:attrName>
                                        </p:attrNameLst>
                                      </p:cBhvr>
                                      <p:to>
                                        <p:strVal val="visible"/>
                                      </p:to>
                                    </p:set>
                                    <p:animEffect transition="in" filter="fade">
                                      <p:cBhvr>
                                        <p:cTn id="126" dur="200" decel="100000"/>
                                        <p:tgtEl>
                                          <p:spTgt spid="56"/>
                                        </p:tgtEl>
                                      </p:cBhvr>
                                    </p:animEffect>
                                    <p:anim calcmode="lin" valueType="num">
                                      <p:cBhvr>
                                        <p:cTn id="127" dur="200" decel="100000" fill="hold"/>
                                        <p:tgtEl>
                                          <p:spTgt spid="56"/>
                                        </p:tgtEl>
                                        <p:attrNameLst>
                                          <p:attrName>style.rotation</p:attrName>
                                        </p:attrNameLst>
                                      </p:cBhvr>
                                      <p:tavLst>
                                        <p:tav tm="0">
                                          <p:val>
                                            <p:fltVal val="-90"/>
                                          </p:val>
                                        </p:tav>
                                        <p:tav tm="100000">
                                          <p:val>
                                            <p:fltVal val="0"/>
                                          </p:val>
                                        </p:tav>
                                      </p:tavLst>
                                    </p:anim>
                                    <p:anim calcmode="lin" valueType="num">
                                      <p:cBhvr>
                                        <p:cTn id="128" dur="200" decel="100000" fill="hold"/>
                                        <p:tgtEl>
                                          <p:spTgt spid="56"/>
                                        </p:tgtEl>
                                        <p:attrNameLst>
                                          <p:attrName>ppt_x</p:attrName>
                                        </p:attrNameLst>
                                      </p:cBhvr>
                                      <p:tavLst>
                                        <p:tav tm="0">
                                          <p:val>
                                            <p:strVal val="#ppt_x+0.4"/>
                                          </p:val>
                                        </p:tav>
                                        <p:tav tm="100000">
                                          <p:val>
                                            <p:strVal val="#ppt_x-0.05"/>
                                          </p:val>
                                        </p:tav>
                                      </p:tavLst>
                                    </p:anim>
                                    <p:anim calcmode="lin" valueType="num">
                                      <p:cBhvr>
                                        <p:cTn id="129" dur="200" decel="100000" fill="hold"/>
                                        <p:tgtEl>
                                          <p:spTgt spid="56"/>
                                        </p:tgtEl>
                                        <p:attrNameLst>
                                          <p:attrName>ppt_y</p:attrName>
                                        </p:attrNameLst>
                                      </p:cBhvr>
                                      <p:tavLst>
                                        <p:tav tm="0">
                                          <p:val>
                                            <p:strVal val="#ppt_y-0.4"/>
                                          </p:val>
                                        </p:tav>
                                        <p:tav tm="100000">
                                          <p:val>
                                            <p:strVal val="#ppt_y+0.1"/>
                                          </p:val>
                                        </p:tav>
                                      </p:tavLst>
                                    </p:anim>
                                    <p:anim calcmode="lin" valueType="num">
                                      <p:cBhvr>
                                        <p:cTn id="130" dur="50" accel="100000" fill="hold">
                                          <p:stCondLst>
                                            <p:cond delay="200"/>
                                          </p:stCondLst>
                                        </p:cTn>
                                        <p:tgtEl>
                                          <p:spTgt spid="56"/>
                                        </p:tgtEl>
                                        <p:attrNameLst>
                                          <p:attrName>ppt_x</p:attrName>
                                        </p:attrNameLst>
                                      </p:cBhvr>
                                      <p:tavLst>
                                        <p:tav tm="0">
                                          <p:val>
                                            <p:strVal val="#ppt_x-0.05"/>
                                          </p:val>
                                        </p:tav>
                                        <p:tav tm="100000">
                                          <p:val>
                                            <p:strVal val="#ppt_x"/>
                                          </p:val>
                                        </p:tav>
                                      </p:tavLst>
                                    </p:anim>
                                    <p:anim calcmode="lin" valueType="num">
                                      <p:cBhvr>
                                        <p:cTn id="131" dur="50" accel="100000" fill="hold">
                                          <p:stCondLst>
                                            <p:cond delay="200"/>
                                          </p:stCondLst>
                                        </p:cTn>
                                        <p:tgtEl>
                                          <p:spTgt spid="56"/>
                                        </p:tgtEl>
                                        <p:attrNameLst>
                                          <p:attrName>ppt_y</p:attrName>
                                        </p:attrNameLst>
                                      </p:cBhvr>
                                      <p:tavLst>
                                        <p:tav tm="0">
                                          <p:val>
                                            <p:strVal val="#ppt_y+0.1"/>
                                          </p:val>
                                        </p:tav>
                                        <p:tav tm="100000">
                                          <p:val>
                                            <p:strVal val="#ppt_y"/>
                                          </p:val>
                                        </p:tav>
                                      </p:tavLst>
                                    </p:anim>
                                  </p:childTnLst>
                                </p:cTn>
                              </p:par>
                            </p:childTnLst>
                          </p:cTn>
                        </p:par>
                        <p:par>
                          <p:cTn id="132" fill="hold">
                            <p:stCondLst>
                              <p:cond delay="1500"/>
                            </p:stCondLst>
                            <p:childTnLst>
                              <p:par>
                                <p:cTn id="133" presetID="30" presetClass="entr" presetSubtype="0" fill="hold" nodeType="afterEffect">
                                  <p:stCondLst>
                                    <p:cond delay="0"/>
                                  </p:stCondLst>
                                  <p:childTnLst>
                                    <p:set>
                                      <p:cBhvr>
                                        <p:cTn id="134" dur="1" fill="hold">
                                          <p:stCondLst>
                                            <p:cond delay="0"/>
                                          </p:stCondLst>
                                        </p:cTn>
                                        <p:tgtEl>
                                          <p:spTgt spid="57"/>
                                        </p:tgtEl>
                                        <p:attrNameLst>
                                          <p:attrName>style.visibility</p:attrName>
                                        </p:attrNameLst>
                                      </p:cBhvr>
                                      <p:to>
                                        <p:strVal val="visible"/>
                                      </p:to>
                                    </p:set>
                                    <p:animEffect transition="in" filter="fade">
                                      <p:cBhvr>
                                        <p:cTn id="135" dur="200" decel="100000"/>
                                        <p:tgtEl>
                                          <p:spTgt spid="57"/>
                                        </p:tgtEl>
                                      </p:cBhvr>
                                    </p:animEffect>
                                    <p:anim calcmode="lin" valueType="num">
                                      <p:cBhvr>
                                        <p:cTn id="136" dur="200" decel="100000" fill="hold"/>
                                        <p:tgtEl>
                                          <p:spTgt spid="57"/>
                                        </p:tgtEl>
                                        <p:attrNameLst>
                                          <p:attrName>style.rotation</p:attrName>
                                        </p:attrNameLst>
                                      </p:cBhvr>
                                      <p:tavLst>
                                        <p:tav tm="0">
                                          <p:val>
                                            <p:fltVal val="-90"/>
                                          </p:val>
                                        </p:tav>
                                        <p:tav tm="100000">
                                          <p:val>
                                            <p:fltVal val="0"/>
                                          </p:val>
                                        </p:tav>
                                      </p:tavLst>
                                    </p:anim>
                                    <p:anim calcmode="lin" valueType="num">
                                      <p:cBhvr>
                                        <p:cTn id="137" dur="200" decel="100000" fill="hold"/>
                                        <p:tgtEl>
                                          <p:spTgt spid="57"/>
                                        </p:tgtEl>
                                        <p:attrNameLst>
                                          <p:attrName>ppt_x</p:attrName>
                                        </p:attrNameLst>
                                      </p:cBhvr>
                                      <p:tavLst>
                                        <p:tav tm="0">
                                          <p:val>
                                            <p:strVal val="#ppt_x+0.4"/>
                                          </p:val>
                                        </p:tav>
                                        <p:tav tm="100000">
                                          <p:val>
                                            <p:strVal val="#ppt_x-0.05"/>
                                          </p:val>
                                        </p:tav>
                                      </p:tavLst>
                                    </p:anim>
                                    <p:anim calcmode="lin" valueType="num">
                                      <p:cBhvr>
                                        <p:cTn id="138" dur="200" decel="100000" fill="hold"/>
                                        <p:tgtEl>
                                          <p:spTgt spid="57"/>
                                        </p:tgtEl>
                                        <p:attrNameLst>
                                          <p:attrName>ppt_y</p:attrName>
                                        </p:attrNameLst>
                                      </p:cBhvr>
                                      <p:tavLst>
                                        <p:tav tm="0">
                                          <p:val>
                                            <p:strVal val="#ppt_y-0.4"/>
                                          </p:val>
                                        </p:tav>
                                        <p:tav tm="100000">
                                          <p:val>
                                            <p:strVal val="#ppt_y+0.1"/>
                                          </p:val>
                                        </p:tav>
                                      </p:tavLst>
                                    </p:anim>
                                    <p:anim calcmode="lin" valueType="num">
                                      <p:cBhvr>
                                        <p:cTn id="139" dur="50" accel="100000" fill="hold">
                                          <p:stCondLst>
                                            <p:cond delay="200"/>
                                          </p:stCondLst>
                                        </p:cTn>
                                        <p:tgtEl>
                                          <p:spTgt spid="57"/>
                                        </p:tgtEl>
                                        <p:attrNameLst>
                                          <p:attrName>ppt_x</p:attrName>
                                        </p:attrNameLst>
                                      </p:cBhvr>
                                      <p:tavLst>
                                        <p:tav tm="0">
                                          <p:val>
                                            <p:strVal val="#ppt_x-0.05"/>
                                          </p:val>
                                        </p:tav>
                                        <p:tav tm="100000">
                                          <p:val>
                                            <p:strVal val="#ppt_x"/>
                                          </p:val>
                                        </p:tav>
                                      </p:tavLst>
                                    </p:anim>
                                    <p:anim calcmode="lin" valueType="num">
                                      <p:cBhvr>
                                        <p:cTn id="140" dur="50" accel="100000" fill="hold">
                                          <p:stCondLst>
                                            <p:cond delay="200"/>
                                          </p:stCondLst>
                                        </p:cTn>
                                        <p:tgtEl>
                                          <p:spTgt spid="57"/>
                                        </p:tgtEl>
                                        <p:attrNameLst>
                                          <p:attrName>ppt_y</p:attrName>
                                        </p:attrNameLst>
                                      </p:cBhvr>
                                      <p:tavLst>
                                        <p:tav tm="0">
                                          <p:val>
                                            <p:strVal val="#ppt_y+0.1"/>
                                          </p:val>
                                        </p:tav>
                                        <p:tav tm="100000">
                                          <p:val>
                                            <p:strVal val="#ppt_y"/>
                                          </p:val>
                                        </p:tav>
                                      </p:tavLst>
                                    </p:anim>
                                  </p:childTnLst>
                                </p:cTn>
                              </p:par>
                            </p:childTnLst>
                          </p:cTn>
                        </p:par>
                        <p:par>
                          <p:cTn id="141" fill="hold">
                            <p:stCondLst>
                              <p:cond delay="1750"/>
                            </p:stCondLst>
                            <p:childTnLst>
                              <p:par>
                                <p:cTn id="142" presetID="30" presetClass="entr" presetSubtype="0" fill="hold" nodeType="afterEffect">
                                  <p:stCondLst>
                                    <p:cond delay="0"/>
                                  </p:stCondLst>
                                  <p:childTnLst>
                                    <p:set>
                                      <p:cBhvr>
                                        <p:cTn id="143" dur="1" fill="hold">
                                          <p:stCondLst>
                                            <p:cond delay="0"/>
                                          </p:stCondLst>
                                        </p:cTn>
                                        <p:tgtEl>
                                          <p:spTgt spid="58"/>
                                        </p:tgtEl>
                                        <p:attrNameLst>
                                          <p:attrName>style.visibility</p:attrName>
                                        </p:attrNameLst>
                                      </p:cBhvr>
                                      <p:to>
                                        <p:strVal val="visible"/>
                                      </p:to>
                                    </p:set>
                                    <p:animEffect transition="in" filter="fade">
                                      <p:cBhvr>
                                        <p:cTn id="144" dur="200" decel="100000"/>
                                        <p:tgtEl>
                                          <p:spTgt spid="58"/>
                                        </p:tgtEl>
                                      </p:cBhvr>
                                    </p:animEffect>
                                    <p:anim calcmode="lin" valueType="num">
                                      <p:cBhvr>
                                        <p:cTn id="145" dur="200" decel="100000" fill="hold"/>
                                        <p:tgtEl>
                                          <p:spTgt spid="58"/>
                                        </p:tgtEl>
                                        <p:attrNameLst>
                                          <p:attrName>style.rotation</p:attrName>
                                        </p:attrNameLst>
                                      </p:cBhvr>
                                      <p:tavLst>
                                        <p:tav tm="0">
                                          <p:val>
                                            <p:fltVal val="-90"/>
                                          </p:val>
                                        </p:tav>
                                        <p:tav tm="100000">
                                          <p:val>
                                            <p:fltVal val="0"/>
                                          </p:val>
                                        </p:tav>
                                      </p:tavLst>
                                    </p:anim>
                                    <p:anim calcmode="lin" valueType="num">
                                      <p:cBhvr>
                                        <p:cTn id="146" dur="200" decel="100000" fill="hold"/>
                                        <p:tgtEl>
                                          <p:spTgt spid="58"/>
                                        </p:tgtEl>
                                        <p:attrNameLst>
                                          <p:attrName>ppt_x</p:attrName>
                                        </p:attrNameLst>
                                      </p:cBhvr>
                                      <p:tavLst>
                                        <p:tav tm="0">
                                          <p:val>
                                            <p:strVal val="#ppt_x+0.4"/>
                                          </p:val>
                                        </p:tav>
                                        <p:tav tm="100000">
                                          <p:val>
                                            <p:strVal val="#ppt_x-0.05"/>
                                          </p:val>
                                        </p:tav>
                                      </p:tavLst>
                                    </p:anim>
                                    <p:anim calcmode="lin" valueType="num">
                                      <p:cBhvr>
                                        <p:cTn id="147" dur="200" decel="100000" fill="hold"/>
                                        <p:tgtEl>
                                          <p:spTgt spid="58"/>
                                        </p:tgtEl>
                                        <p:attrNameLst>
                                          <p:attrName>ppt_y</p:attrName>
                                        </p:attrNameLst>
                                      </p:cBhvr>
                                      <p:tavLst>
                                        <p:tav tm="0">
                                          <p:val>
                                            <p:strVal val="#ppt_y-0.4"/>
                                          </p:val>
                                        </p:tav>
                                        <p:tav tm="100000">
                                          <p:val>
                                            <p:strVal val="#ppt_y+0.1"/>
                                          </p:val>
                                        </p:tav>
                                      </p:tavLst>
                                    </p:anim>
                                    <p:anim calcmode="lin" valueType="num">
                                      <p:cBhvr>
                                        <p:cTn id="148" dur="50" accel="100000" fill="hold">
                                          <p:stCondLst>
                                            <p:cond delay="200"/>
                                          </p:stCondLst>
                                        </p:cTn>
                                        <p:tgtEl>
                                          <p:spTgt spid="58"/>
                                        </p:tgtEl>
                                        <p:attrNameLst>
                                          <p:attrName>ppt_x</p:attrName>
                                        </p:attrNameLst>
                                      </p:cBhvr>
                                      <p:tavLst>
                                        <p:tav tm="0">
                                          <p:val>
                                            <p:strVal val="#ppt_x-0.05"/>
                                          </p:val>
                                        </p:tav>
                                        <p:tav tm="100000">
                                          <p:val>
                                            <p:strVal val="#ppt_x"/>
                                          </p:val>
                                        </p:tav>
                                      </p:tavLst>
                                    </p:anim>
                                    <p:anim calcmode="lin" valueType="num">
                                      <p:cBhvr>
                                        <p:cTn id="149" dur="50" accel="100000" fill="hold">
                                          <p:stCondLst>
                                            <p:cond delay="200"/>
                                          </p:stCondLst>
                                        </p:cTn>
                                        <p:tgtEl>
                                          <p:spTgt spid="58"/>
                                        </p:tgtEl>
                                        <p:attrNameLst>
                                          <p:attrName>ppt_y</p:attrName>
                                        </p:attrNameLst>
                                      </p:cBhvr>
                                      <p:tavLst>
                                        <p:tav tm="0">
                                          <p:val>
                                            <p:strVal val="#ppt_y+0.1"/>
                                          </p:val>
                                        </p:tav>
                                        <p:tav tm="100000">
                                          <p:val>
                                            <p:strVal val="#ppt_y"/>
                                          </p:val>
                                        </p:tav>
                                      </p:tavLst>
                                    </p:anim>
                                  </p:childTnLst>
                                </p:cTn>
                              </p:par>
                            </p:childTnLst>
                          </p:cTn>
                        </p:par>
                      </p:childTnLst>
                    </p:cTn>
                  </p:par>
                  <p:par>
                    <p:cTn id="150" fill="hold">
                      <p:stCondLst>
                        <p:cond delay="indefinite"/>
                      </p:stCondLst>
                      <p:childTnLst>
                        <p:par>
                          <p:cTn id="151" fill="hold">
                            <p:stCondLst>
                              <p:cond delay="0"/>
                            </p:stCondLst>
                            <p:childTnLst>
                              <p:par>
                                <p:cTn id="152" presetID="30" presetClass="entr" presetSubtype="0" fill="hold" nodeType="clickEffect">
                                  <p:stCondLst>
                                    <p:cond delay="0"/>
                                  </p:stCondLst>
                                  <p:childTnLst>
                                    <p:set>
                                      <p:cBhvr>
                                        <p:cTn id="153" dur="1" fill="hold">
                                          <p:stCondLst>
                                            <p:cond delay="0"/>
                                          </p:stCondLst>
                                        </p:cTn>
                                        <p:tgtEl>
                                          <p:spTgt spid="59"/>
                                        </p:tgtEl>
                                        <p:attrNameLst>
                                          <p:attrName>style.visibility</p:attrName>
                                        </p:attrNameLst>
                                      </p:cBhvr>
                                      <p:to>
                                        <p:strVal val="visible"/>
                                      </p:to>
                                    </p:set>
                                    <p:animEffect transition="in" filter="fade">
                                      <p:cBhvr>
                                        <p:cTn id="154" dur="200" decel="100000"/>
                                        <p:tgtEl>
                                          <p:spTgt spid="59"/>
                                        </p:tgtEl>
                                      </p:cBhvr>
                                    </p:animEffect>
                                    <p:anim calcmode="lin" valueType="num">
                                      <p:cBhvr>
                                        <p:cTn id="155" dur="200" decel="100000" fill="hold"/>
                                        <p:tgtEl>
                                          <p:spTgt spid="59"/>
                                        </p:tgtEl>
                                        <p:attrNameLst>
                                          <p:attrName>style.rotation</p:attrName>
                                        </p:attrNameLst>
                                      </p:cBhvr>
                                      <p:tavLst>
                                        <p:tav tm="0">
                                          <p:val>
                                            <p:fltVal val="-90"/>
                                          </p:val>
                                        </p:tav>
                                        <p:tav tm="100000">
                                          <p:val>
                                            <p:fltVal val="0"/>
                                          </p:val>
                                        </p:tav>
                                      </p:tavLst>
                                    </p:anim>
                                    <p:anim calcmode="lin" valueType="num">
                                      <p:cBhvr>
                                        <p:cTn id="156" dur="200" decel="100000" fill="hold"/>
                                        <p:tgtEl>
                                          <p:spTgt spid="59"/>
                                        </p:tgtEl>
                                        <p:attrNameLst>
                                          <p:attrName>ppt_x</p:attrName>
                                        </p:attrNameLst>
                                      </p:cBhvr>
                                      <p:tavLst>
                                        <p:tav tm="0">
                                          <p:val>
                                            <p:strVal val="#ppt_x+0.4"/>
                                          </p:val>
                                        </p:tav>
                                        <p:tav tm="100000">
                                          <p:val>
                                            <p:strVal val="#ppt_x-0.05"/>
                                          </p:val>
                                        </p:tav>
                                      </p:tavLst>
                                    </p:anim>
                                    <p:anim calcmode="lin" valueType="num">
                                      <p:cBhvr>
                                        <p:cTn id="157" dur="200" decel="100000" fill="hold"/>
                                        <p:tgtEl>
                                          <p:spTgt spid="59"/>
                                        </p:tgtEl>
                                        <p:attrNameLst>
                                          <p:attrName>ppt_y</p:attrName>
                                        </p:attrNameLst>
                                      </p:cBhvr>
                                      <p:tavLst>
                                        <p:tav tm="0">
                                          <p:val>
                                            <p:strVal val="#ppt_y-0.4"/>
                                          </p:val>
                                        </p:tav>
                                        <p:tav tm="100000">
                                          <p:val>
                                            <p:strVal val="#ppt_y+0.1"/>
                                          </p:val>
                                        </p:tav>
                                      </p:tavLst>
                                    </p:anim>
                                    <p:anim calcmode="lin" valueType="num">
                                      <p:cBhvr>
                                        <p:cTn id="158" dur="50" accel="100000" fill="hold">
                                          <p:stCondLst>
                                            <p:cond delay="200"/>
                                          </p:stCondLst>
                                        </p:cTn>
                                        <p:tgtEl>
                                          <p:spTgt spid="59"/>
                                        </p:tgtEl>
                                        <p:attrNameLst>
                                          <p:attrName>ppt_x</p:attrName>
                                        </p:attrNameLst>
                                      </p:cBhvr>
                                      <p:tavLst>
                                        <p:tav tm="0">
                                          <p:val>
                                            <p:strVal val="#ppt_x-0.05"/>
                                          </p:val>
                                        </p:tav>
                                        <p:tav tm="100000">
                                          <p:val>
                                            <p:strVal val="#ppt_x"/>
                                          </p:val>
                                        </p:tav>
                                      </p:tavLst>
                                    </p:anim>
                                    <p:anim calcmode="lin" valueType="num">
                                      <p:cBhvr>
                                        <p:cTn id="159" dur="50" accel="100000" fill="hold">
                                          <p:stCondLst>
                                            <p:cond delay="200"/>
                                          </p:stCondLst>
                                        </p:cTn>
                                        <p:tgtEl>
                                          <p:spTgt spid="59"/>
                                        </p:tgtEl>
                                        <p:attrNameLst>
                                          <p:attrName>ppt_y</p:attrName>
                                        </p:attrNameLst>
                                      </p:cBhvr>
                                      <p:tavLst>
                                        <p:tav tm="0">
                                          <p:val>
                                            <p:strVal val="#ppt_y+0.1"/>
                                          </p:val>
                                        </p:tav>
                                        <p:tav tm="100000">
                                          <p:val>
                                            <p:strVal val="#ppt_y"/>
                                          </p:val>
                                        </p:tav>
                                      </p:tavLst>
                                    </p:anim>
                                  </p:childTnLst>
                                </p:cTn>
                              </p:par>
                            </p:childTnLst>
                          </p:cTn>
                        </p:par>
                        <p:par>
                          <p:cTn id="160" fill="hold">
                            <p:stCondLst>
                              <p:cond delay="250"/>
                            </p:stCondLst>
                            <p:childTnLst>
                              <p:par>
                                <p:cTn id="161" presetID="30" presetClass="entr" presetSubtype="0" fill="hold" nodeType="afterEffect">
                                  <p:stCondLst>
                                    <p:cond delay="0"/>
                                  </p:stCondLst>
                                  <p:childTnLst>
                                    <p:set>
                                      <p:cBhvr>
                                        <p:cTn id="162" dur="1" fill="hold">
                                          <p:stCondLst>
                                            <p:cond delay="0"/>
                                          </p:stCondLst>
                                        </p:cTn>
                                        <p:tgtEl>
                                          <p:spTgt spid="60"/>
                                        </p:tgtEl>
                                        <p:attrNameLst>
                                          <p:attrName>style.visibility</p:attrName>
                                        </p:attrNameLst>
                                      </p:cBhvr>
                                      <p:to>
                                        <p:strVal val="visible"/>
                                      </p:to>
                                    </p:set>
                                    <p:animEffect transition="in" filter="fade">
                                      <p:cBhvr>
                                        <p:cTn id="163" dur="200" decel="100000"/>
                                        <p:tgtEl>
                                          <p:spTgt spid="60"/>
                                        </p:tgtEl>
                                      </p:cBhvr>
                                    </p:animEffect>
                                    <p:anim calcmode="lin" valueType="num">
                                      <p:cBhvr>
                                        <p:cTn id="164" dur="200" decel="100000" fill="hold"/>
                                        <p:tgtEl>
                                          <p:spTgt spid="60"/>
                                        </p:tgtEl>
                                        <p:attrNameLst>
                                          <p:attrName>style.rotation</p:attrName>
                                        </p:attrNameLst>
                                      </p:cBhvr>
                                      <p:tavLst>
                                        <p:tav tm="0">
                                          <p:val>
                                            <p:fltVal val="-90"/>
                                          </p:val>
                                        </p:tav>
                                        <p:tav tm="100000">
                                          <p:val>
                                            <p:fltVal val="0"/>
                                          </p:val>
                                        </p:tav>
                                      </p:tavLst>
                                    </p:anim>
                                    <p:anim calcmode="lin" valueType="num">
                                      <p:cBhvr>
                                        <p:cTn id="165" dur="200" decel="100000" fill="hold"/>
                                        <p:tgtEl>
                                          <p:spTgt spid="60"/>
                                        </p:tgtEl>
                                        <p:attrNameLst>
                                          <p:attrName>ppt_x</p:attrName>
                                        </p:attrNameLst>
                                      </p:cBhvr>
                                      <p:tavLst>
                                        <p:tav tm="0">
                                          <p:val>
                                            <p:strVal val="#ppt_x+0.4"/>
                                          </p:val>
                                        </p:tav>
                                        <p:tav tm="100000">
                                          <p:val>
                                            <p:strVal val="#ppt_x-0.05"/>
                                          </p:val>
                                        </p:tav>
                                      </p:tavLst>
                                    </p:anim>
                                    <p:anim calcmode="lin" valueType="num">
                                      <p:cBhvr>
                                        <p:cTn id="166" dur="200" decel="100000" fill="hold"/>
                                        <p:tgtEl>
                                          <p:spTgt spid="60"/>
                                        </p:tgtEl>
                                        <p:attrNameLst>
                                          <p:attrName>ppt_y</p:attrName>
                                        </p:attrNameLst>
                                      </p:cBhvr>
                                      <p:tavLst>
                                        <p:tav tm="0">
                                          <p:val>
                                            <p:strVal val="#ppt_y-0.4"/>
                                          </p:val>
                                        </p:tav>
                                        <p:tav tm="100000">
                                          <p:val>
                                            <p:strVal val="#ppt_y+0.1"/>
                                          </p:val>
                                        </p:tav>
                                      </p:tavLst>
                                    </p:anim>
                                    <p:anim calcmode="lin" valueType="num">
                                      <p:cBhvr>
                                        <p:cTn id="167" dur="50" accel="100000" fill="hold">
                                          <p:stCondLst>
                                            <p:cond delay="200"/>
                                          </p:stCondLst>
                                        </p:cTn>
                                        <p:tgtEl>
                                          <p:spTgt spid="60"/>
                                        </p:tgtEl>
                                        <p:attrNameLst>
                                          <p:attrName>ppt_x</p:attrName>
                                        </p:attrNameLst>
                                      </p:cBhvr>
                                      <p:tavLst>
                                        <p:tav tm="0">
                                          <p:val>
                                            <p:strVal val="#ppt_x-0.05"/>
                                          </p:val>
                                        </p:tav>
                                        <p:tav tm="100000">
                                          <p:val>
                                            <p:strVal val="#ppt_x"/>
                                          </p:val>
                                        </p:tav>
                                      </p:tavLst>
                                    </p:anim>
                                    <p:anim calcmode="lin" valueType="num">
                                      <p:cBhvr>
                                        <p:cTn id="168" dur="50" accel="100000" fill="hold">
                                          <p:stCondLst>
                                            <p:cond delay="200"/>
                                          </p:stCondLst>
                                        </p:cTn>
                                        <p:tgtEl>
                                          <p:spTgt spid="60"/>
                                        </p:tgtEl>
                                        <p:attrNameLst>
                                          <p:attrName>ppt_y</p:attrName>
                                        </p:attrNameLst>
                                      </p:cBhvr>
                                      <p:tavLst>
                                        <p:tav tm="0">
                                          <p:val>
                                            <p:strVal val="#ppt_y+0.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74712" y="549351"/>
            <a:ext cx="9976363" cy="917575"/>
          </a:xfrm>
          <a:prstGeom prst="rect">
            <a:avLst/>
          </a:prstGeom>
        </p:spPr>
        <p:txBody>
          <a:bodyPr/>
          <a:lstStyle/>
          <a:p>
            <a:r>
              <a:rPr lang="en-US" dirty="0"/>
              <a:t>Virtual Machine Sizes</a:t>
            </a:r>
          </a:p>
        </p:txBody>
      </p:sp>
      <p:sp>
        <p:nvSpPr>
          <p:cNvPr id="4" name="Content Placeholder 3"/>
          <p:cNvSpPr>
            <a:spLocks noGrp="1"/>
          </p:cNvSpPr>
          <p:nvPr>
            <p:ph sz="quarter" idx="10"/>
          </p:nvPr>
        </p:nvSpPr>
        <p:spPr/>
        <p:txBody>
          <a:bodyPr anchor="ctr"/>
          <a:lstStyle/>
          <a:p>
            <a:pPr marL="571500" indent="-571500">
              <a:lnSpc>
                <a:spcPct val="100000"/>
              </a:lnSpc>
              <a:buSzPct val="80000"/>
              <a:buFont typeface="Arial" panose="020B0604020202020204" pitchFamily="34" charset="0"/>
              <a:buChar char="•"/>
            </a:pPr>
            <a:r>
              <a:rPr lang="en-US" sz="3200" dirty="0"/>
              <a:t>General Purpose compute: </a:t>
            </a:r>
            <a:r>
              <a:rPr lang="en-US" sz="3200" b="1" dirty="0"/>
              <a:t>Basic</a:t>
            </a:r>
          </a:p>
          <a:p>
            <a:pPr marL="571500" indent="-571500">
              <a:lnSpc>
                <a:spcPct val="100000"/>
              </a:lnSpc>
              <a:buSzPct val="80000"/>
              <a:buFont typeface="Arial" panose="020B0604020202020204" pitchFamily="34" charset="0"/>
              <a:buChar char="•"/>
            </a:pPr>
            <a:r>
              <a:rPr lang="en-US" sz="3200" dirty="0"/>
              <a:t>General Purpose compute: </a:t>
            </a:r>
            <a:r>
              <a:rPr lang="en-US" sz="3200" b="1" dirty="0"/>
              <a:t>Standard</a:t>
            </a:r>
          </a:p>
          <a:p>
            <a:pPr marL="571500" indent="-571500">
              <a:lnSpc>
                <a:spcPct val="100000"/>
              </a:lnSpc>
              <a:buSzPct val="80000"/>
              <a:buFont typeface="Arial" panose="020B0604020202020204" pitchFamily="34" charset="0"/>
              <a:buChar char="•"/>
            </a:pPr>
            <a:r>
              <a:rPr lang="en-US" sz="3200" dirty="0"/>
              <a:t>Optimized Compute</a:t>
            </a:r>
          </a:p>
          <a:p>
            <a:pPr marL="571500" indent="-571500">
              <a:lnSpc>
                <a:spcPct val="100000"/>
              </a:lnSpc>
              <a:buSzPct val="80000"/>
              <a:buFont typeface="Arial" panose="020B0604020202020204" pitchFamily="34" charset="0"/>
              <a:buChar char="•"/>
            </a:pPr>
            <a:r>
              <a:rPr lang="en-US" sz="3200" dirty="0"/>
              <a:t>Performance Optimized</a:t>
            </a:r>
          </a:p>
          <a:p>
            <a:pPr marL="571500" indent="-571500">
              <a:lnSpc>
                <a:spcPct val="100000"/>
              </a:lnSpc>
              <a:buSzPct val="80000"/>
              <a:buFont typeface="Arial" panose="020B0604020202020204" pitchFamily="34" charset="0"/>
              <a:buChar char="•"/>
            </a:pPr>
            <a:r>
              <a:rPr lang="en-US" sz="3200" dirty="0"/>
              <a:t>Network Optimized</a:t>
            </a:r>
          </a:p>
        </p:txBody>
      </p:sp>
    </p:spTree>
    <p:extLst>
      <p:ext uri="{BB962C8B-B14F-4D97-AF65-F5344CB8AC3E}">
        <p14:creationId xmlns:p14="http://schemas.microsoft.com/office/powerpoint/2010/main" val="3935166736"/>
      </p:ext>
    </p:extLst>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0" name="storage group"/>
          <p:cNvGrpSpPr/>
          <p:nvPr/>
        </p:nvGrpSpPr>
        <p:grpSpPr>
          <a:xfrm>
            <a:off x="8271780" y="1816293"/>
            <a:ext cx="2182318" cy="2323245"/>
            <a:chOff x="9894768" y="1761094"/>
            <a:chExt cx="2182814" cy="2323772"/>
          </a:xfrm>
        </p:grpSpPr>
        <p:sp>
          <p:nvSpPr>
            <p:cNvPr id="41" name="Rectangle 40"/>
            <p:cNvSpPr/>
            <p:nvPr/>
          </p:nvSpPr>
          <p:spPr bwMode="auto">
            <a:xfrm>
              <a:off x="9894768" y="3418116"/>
              <a:ext cx="2182814" cy="666750"/>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pPr algn="ctr" defTabSz="932192">
                <a:lnSpc>
                  <a:spcPct val="90000"/>
                </a:lnSpc>
                <a:defRPr/>
              </a:pPr>
              <a:r>
                <a:rPr lang="en-US" sz="1600" dirty="0">
                  <a:solidFill>
                    <a:srgbClr val="000000"/>
                  </a:solidFill>
                  <a:latin typeface="Segoe UI Light" panose="020B0502040204020203" pitchFamily="34" charset="0"/>
                  <a:ea typeface="Segoe UI" pitchFamily="34" charset="0"/>
                  <a:cs typeface="Segoe UI Light" panose="020B0502040204020203" pitchFamily="34" charset="0"/>
                </a:rPr>
                <a:t>&gt;80,000 IOPs</a:t>
              </a:r>
            </a:p>
            <a:p>
              <a:pPr algn="ctr" defTabSz="932192">
                <a:lnSpc>
                  <a:spcPct val="90000"/>
                </a:lnSpc>
                <a:defRPr/>
              </a:pPr>
              <a:r>
                <a:rPr lang="en-US" sz="1600" dirty="0">
                  <a:solidFill>
                    <a:srgbClr val="000000"/>
                  </a:solidFill>
                  <a:latin typeface="Segoe UI Light" panose="020B0502040204020203" pitchFamily="34" charset="0"/>
                  <a:ea typeface="Segoe UI" pitchFamily="34" charset="0"/>
                  <a:cs typeface="Segoe UI Light" panose="020B0502040204020203" pitchFamily="34" charset="0"/>
                </a:rPr>
                <a:t>Premium Storage</a:t>
              </a:r>
            </a:p>
          </p:txBody>
        </p:sp>
        <p:grpSp>
          <p:nvGrpSpPr>
            <p:cNvPr id="42" name="Group 41"/>
            <p:cNvGrpSpPr/>
            <p:nvPr/>
          </p:nvGrpSpPr>
          <p:grpSpPr>
            <a:xfrm>
              <a:off x="10264877" y="1761094"/>
              <a:ext cx="1442596" cy="1494996"/>
              <a:chOff x="-477782" y="450675"/>
              <a:chExt cx="5901463" cy="6115812"/>
            </a:xfrm>
          </p:grpSpPr>
          <p:sp>
            <p:nvSpPr>
              <p:cNvPr id="43" name="16-Point Star 42"/>
              <p:cNvSpPr/>
              <p:nvPr/>
            </p:nvSpPr>
            <p:spPr bwMode="auto">
              <a:xfrm>
                <a:off x="-477782" y="665024"/>
                <a:ext cx="5901463" cy="5901463"/>
              </a:xfrm>
              <a:prstGeom prst="star16">
                <a:avLst>
                  <a:gd name="adj" fmla="val 35361"/>
                </a:avLst>
              </a:prstGeom>
              <a:solidFill>
                <a:srgbClr val="FDFDFD">
                  <a:alpha val="5098"/>
                </a:srgb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13" tIns="146250" rIns="182813" bIns="146250" numCol="1" spcCol="0" rtlCol="0" fromWordArt="0" anchor="t" anchorCtr="0" forceAA="0" compatLnSpc="1">
                <a:prstTxWarp prst="textNoShape">
                  <a:avLst/>
                </a:prstTxWarp>
                <a:noAutofit/>
              </a:bodyPr>
              <a:lstStyle/>
              <a:p>
                <a:pPr algn="ctr" defTabSz="932013">
                  <a:lnSpc>
                    <a:spcPct val="90000"/>
                  </a:lnSpc>
                </a:pPr>
                <a:endParaRPr lang="en-US" sz="2400" dirty="0" err="1">
                  <a:solidFill>
                    <a:srgbClr val="000000"/>
                  </a:solidFill>
                  <a:latin typeface="Segoe UI Light" panose="020B0502040204020203" pitchFamily="34" charset="0"/>
                  <a:ea typeface="Segoe UI" pitchFamily="34" charset="0"/>
                  <a:cs typeface="Segoe UI Light" panose="020B0502040204020203" pitchFamily="34" charset="0"/>
                </a:endParaRPr>
              </a:p>
            </p:txBody>
          </p:sp>
          <p:pic>
            <p:nvPicPr>
              <p:cNvPr id="44" name="Picture 43"/>
              <p:cNvPicPr>
                <a:picLocks noChangeAspect="1"/>
              </p:cNvPicPr>
              <p:nvPr/>
            </p:nvPicPr>
            <p:blipFill>
              <a:blip r:embed="rId3"/>
              <a:stretch>
                <a:fillRect/>
              </a:stretch>
            </p:blipFill>
            <p:spPr>
              <a:xfrm>
                <a:off x="2990885" y="4844838"/>
                <a:ext cx="1486280" cy="1490576"/>
              </a:xfrm>
              <a:prstGeom prst="rect">
                <a:avLst/>
              </a:prstGeom>
            </p:spPr>
          </p:pic>
          <p:pic>
            <p:nvPicPr>
              <p:cNvPr id="45" name="Picture 44"/>
              <p:cNvPicPr>
                <a:picLocks noChangeAspect="1"/>
              </p:cNvPicPr>
              <p:nvPr/>
            </p:nvPicPr>
            <p:blipFill>
              <a:blip r:embed="rId3"/>
              <a:stretch>
                <a:fillRect/>
              </a:stretch>
            </p:blipFill>
            <p:spPr>
              <a:xfrm>
                <a:off x="624820" y="1700441"/>
                <a:ext cx="3815982" cy="3827010"/>
              </a:xfrm>
              <a:prstGeom prst="rect">
                <a:avLst/>
              </a:prstGeom>
            </p:spPr>
          </p:pic>
          <p:pic>
            <p:nvPicPr>
              <p:cNvPr id="46" name="Picture 45"/>
              <p:cNvPicPr>
                <a:picLocks noChangeAspect="1"/>
              </p:cNvPicPr>
              <p:nvPr/>
            </p:nvPicPr>
            <p:blipFill>
              <a:blip r:embed="rId3"/>
              <a:stretch>
                <a:fillRect/>
              </a:stretch>
            </p:blipFill>
            <p:spPr>
              <a:xfrm>
                <a:off x="2211493" y="450675"/>
                <a:ext cx="1974734" cy="1980442"/>
              </a:xfrm>
              <a:prstGeom prst="rect">
                <a:avLst/>
              </a:prstGeom>
            </p:spPr>
          </p:pic>
        </p:grpSp>
      </p:grpSp>
      <p:grpSp>
        <p:nvGrpSpPr>
          <p:cNvPr id="47" name="N group 1"/>
          <p:cNvGrpSpPr/>
          <p:nvPr/>
        </p:nvGrpSpPr>
        <p:grpSpPr>
          <a:xfrm>
            <a:off x="8249470" y="1834655"/>
            <a:ext cx="2182318" cy="2304882"/>
            <a:chOff x="8250476" y="1779460"/>
            <a:chExt cx="2182814" cy="2305406"/>
          </a:xfrm>
        </p:grpSpPr>
        <p:sp>
          <p:nvSpPr>
            <p:cNvPr id="48" name="Rectangle 47"/>
            <p:cNvSpPr/>
            <p:nvPr/>
          </p:nvSpPr>
          <p:spPr bwMode="auto">
            <a:xfrm>
              <a:off x="8250476" y="3418116"/>
              <a:ext cx="2182814" cy="666750"/>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pPr algn="ctr" defTabSz="932192">
                <a:lnSpc>
                  <a:spcPct val="90000"/>
                </a:lnSpc>
                <a:defRPr/>
              </a:pPr>
              <a:r>
                <a:rPr lang="en-US" sz="1600" dirty="0">
                  <a:solidFill>
                    <a:srgbClr val="000000"/>
                  </a:solidFill>
                  <a:latin typeface="Segoe UI Light" panose="020B0502040204020203" pitchFamily="34" charset="0"/>
                  <a:ea typeface="Segoe UI" pitchFamily="34" charset="0"/>
                  <a:cs typeface="Segoe UI Light" panose="020B0502040204020203" pitchFamily="34" charset="0"/>
                </a:rPr>
                <a:t>GPU-enabled </a:t>
              </a:r>
              <a:br>
                <a:rPr lang="en-US" sz="1600" dirty="0">
                  <a:solidFill>
                    <a:srgbClr val="000000"/>
                  </a:solidFill>
                  <a:latin typeface="Segoe UI Light" panose="020B0502040204020203" pitchFamily="34" charset="0"/>
                  <a:ea typeface="Segoe UI" pitchFamily="34" charset="0"/>
                  <a:cs typeface="Segoe UI Light" panose="020B0502040204020203" pitchFamily="34" charset="0"/>
                </a:rPr>
              </a:br>
              <a:r>
                <a:rPr lang="en-US" sz="1600" dirty="0">
                  <a:solidFill>
                    <a:srgbClr val="000000"/>
                  </a:solidFill>
                  <a:latin typeface="Segoe UI Light" panose="020B0502040204020203" pitchFamily="34" charset="0"/>
                  <a:ea typeface="Segoe UI" pitchFamily="34" charset="0"/>
                  <a:cs typeface="Segoe UI Light" panose="020B0502040204020203" pitchFamily="34" charset="0"/>
                </a:rPr>
                <a:t>virtual machines</a:t>
              </a:r>
            </a:p>
          </p:txBody>
        </p:sp>
        <p:grpSp>
          <p:nvGrpSpPr>
            <p:cNvPr id="49" name="Group 48"/>
            <p:cNvGrpSpPr/>
            <p:nvPr/>
          </p:nvGrpSpPr>
          <p:grpSpPr>
            <a:xfrm>
              <a:off x="8747354" y="1779460"/>
              <a:ext cx="1179920" cy="1538737"/>
              <a:chOff x="406421" y="2432376"/>
              <a:chExt cx="2059118" cy="2685303"/>
            </a:xfrm>
          </p:grpSpPr>
          <p:grpSp>
            <p:nvGrpSpPr>
              <p:cNvPr id="50" name="Group 49"/>
              <p:cNvGrpSpPr/>
              <p:nvPr/>
            </p:nvGrpSpPr>
            <p:grpSpPr>
              <a:xfrm>
                <a:off x="406421" y="2432376"/>
                <a:ext cx="2059118" cy="2685303"/>
                <a:chOff x="6982264" y="1006524"/>
                <a:chExt cx="4480135" cy="5829701"/>
              </a:xfrm>
            </p:grpSpPr>
            <p:pic>
              <p:nvPicPr>
                <p:cNvPr id="52" name="Picture 51"/>
                <p:cNvPicPr>
                  <a:picLocks noChangeAspect="1"/>
                </p:cNvPicPr>
                <p:nvPr/>
              </p:nvPicPr>
              <p:blipFill>
                <a:blip r:embed="rId4"/>
                <a:stretch>
                  <a:fillRect/>
                </a:stretch>
              </p:blipFill>
              <p:spPr>
                <a:xfrm>
                  <a:off x="7199561" y="1172781"/>
                  <a:ext cx="4182166" cy="3848482"/>
                </a:xfrm>
                <a:prstGeom prst="rect">
                  <a:avLst/>
                </a:prstGeom>
              </p:spPr>
            </p:pic>
            <p:pic>
              <p:nvPicPr>
                <p:cNvPr id="53" name="Picture 52"/>
                <p:cNvPicPr>
                  <a:picLocks noChangeAspect="1"/>
                </p:cNvPicPr>
                <p:nvPr/>
              </p:nvPicPr>
              <p:blipFill>
                <a:blip r:embed="rId5"/>
                <a:stretch>
                  <a:fillRect/>
                </a:stretch>
              </p:blipFill>
              <p:spPr>
                <a:xfrm>
                  <a:off x="6982264" y="4945062"/>
                  <a:ext cx="4480135" cy="1891163"/>
                </a:xfrm>
                <a:prstGeom prst="rect">
                  <a:avLst/>
                </a:prstGeom>
                <a:ln>
                  <a:noFill/>
                </a:ln>
                <a:effectLst>
                  <a:outerShdw blurRad="292100" dist="139700" dir="2700000" algn="tl" rotWithShape="0">
                    <a:srgbClr val="333333">
                      <a:alpha val="65000"/>
                    </a:srgbClr>
                  </a:outerShdw>
                </a:effectLst>
              </p:spPr>
            </p:pic>
            <p:sp>
              <p:nvSpPr>
                <p:cNvPr id="54" name="AutoShape 3"/>
                <p:cNvSpPr>
                  <a:spLocks noChangeAspect="1" noChangeArrowheads="1" noTextEdit="1"/>
                </p:cNvSpPr>
                <p:nvPr/>
              </p:nvSpPr>
              <p:spPr bwMode="auto">
                <a:xfrm>
                  <a:off x="7132637" y="1006524"/>
                  <a:ext cx="4304244" cy="38981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06" tIns="45703" rIns="91406" bIns="45703" numCol="1" anchor="t" anchorCtr="0" compatLnSpc="1">
                  <a:prstTxWarp prst="textNoShape">
                    <a:avLst/>
                  </a:prstTxWarp>
                </a:bodyPr>
                <a:lstStyle/>
                <a:p>
                  <a:pPr defTabSz="914367"/>
                  <a:endParaRPr lang="en-US" sz="600">
                    <a:solidFill>
                      <a:srgbClr val="000000"/>
                    </a:solidFill>
                    <a:latin typeface="Segoe UI Light" panose="020B0502040204020203" pitchFamily="34" charset="0"/>
                    <a:cs typeface="Segoe UI Light" panose="020B0502040204020203" pitchFamily="34" charset="0"/>
                  </a:endParaRPr>
                </a:p>
              </p:txBody>
            </p:sp>
          </p:grpSp>
          <p:sp>
            <p:nvSpPr>
              <p:cNvPr id="51" name="TextBox 50"/>
              <p:cNvSpPr txBox="1"/>
              <p:nvPr/>
            </p:nvSpPr>
            <p:spPr>
              <a:xfrm>
                <a:off x="639096" y="2638279"/>
                <a:ext cx="1632155" cy="1127477"/>
              </a:xfrm>
              <a:prstGeom prst="rect">
                <a:avLst/>
              </a:prstGeom>
              <a:solidFill>
                <a:schemeClr val="accent5"/>
              </a:solidFill>
            </p:spPr>
            <p:txBody>
              <a:bodyPr wrap="square" lIns="182813" tIns="127988" rIns="182813" bIns="146250" rtlCol="0">
                <a:noAutofit/>
              </a:bodyPr>
              <a:lstStyle/>
              <a:p>
                <a:pPr algn="ctr" defTabSz="932192">
                  <a:lnSpc>
                    <a:spcPct val="90000"/>
                  </a:lnSpc>
                  <a:defRPr/>
                </a:pPr>
                <a:r>
                  <a:rPr lang="en-US" sz="3200" dirty="0">
                    <a:solidFill>
                      <a:srgbClr val="FFFFFF"/>
                    </a:solidFill>
                    <a:latin typeface="Segoe UI Black" panose="020B0A02040204020203" pitchFamily="34" charset="0"/>
                    <a:ea typeface="Segoe UI Black" panose="020B0A02040204020203" pitchFamily="34" charset="0"/>
                    <a:cs typeface="Segoe UI Black" panose="020B0A02040204020203" pitchFamily="34" charset="0"/>
                  </a:rPr>
                  <a:t>N</a:t>
                </a:r>
              </a:p>
            </p:txBody>
          </p:sp>
        </p:grpSp>
      </p:grpSp>
      <p:grpSp>
        <p:nvGrpSpPr>
          <p:cNvPr id="3" name="Group 2"/>
          <p:cNvGrpSpPr/>
          <p:nvPr/>
        </p:nvGrpSpPr>
        <p:grpSpPr>
          <a:xfrm>
            <a:off x="4150181" y="1835218"/>
            <a:ext cx="2182318" cy="2304882"/>
            <a:chOff x="66528" y="1779460"/>
            <a:chExt cx="2182814" cy="2305406"/>
          </a:xfrm>
        </p:grpSpPr>
        <p:sp>
          <p:nvSpPr>
            <p:cNvPr id="4" name="Rectangle 3"/>
            <p:cNvSpPr/>
            <p:nvPr/>
          </p:nvSpPr>
          <p:spPr bwMode="auto">
            <a:xfrm>
              <a:off x="66528" y="3418116"/>
              <a:ext cx="2182814" cy="666750"/>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pPr algn="ctr" defTabSz="932192">
                <a:lnSpc>
                  <a:spcPct val="90000"/>
                </a:lnSpc>
                <a:defRPr/>
              </a:pPr>
              <a:r>
                <a:rPr lang="en-US" sz="1600" dirty="0">
                  <a:solidFill>
                    <a:srgbClr val="000000"/>
                  </a:solidFill>
                  <a:latin typeface="Segoe UI Light" panose="020B0502040204020203" pitchFamily="34" charset="0"/>
                  <a:ea typeface="Segoe UI" pitchFamily="34" charset="0"/>
                  <a:cs typeface="Segoe UI Light" panose="020B0502040204020203" pitchFamily="34" charset="0"/>
                </a:rPr>
                <a:t>New generation</a:t>
              </a:r>
              <a:br>
                <a:rPr lang="en-US" sz="1600" dirty="0">
                  <a:solidFill>
                    <a:srgbClr val="000000"/>
                  </a:solidFill>
                  <a:latin typeface="Segoe UI Light" panose="020B0502040204020203" pitchFamily="34" charset="0"/>
                  <a:ea typeface="Segoe UI" pitchFamily="34" charset="0"/>
                  <a:cs typeface="Segoe UI Light" panose="020B0502040204020203" pitchFamily="34" charset="0"/>
                </a:rPr>
              </a:br>
              <a:r>
                <a:rPr lang="en-US" sz="1600" dirty="0">
                  <a:solidFill>
                    <a:srgbClr val="000000"/>
                  </a:solidFill>
                  <a:latin typeface="Segoe UI Light" panose="020B0502040204020203" pitchFamily="34" charset="0"/>
                  <a:ea typeface="Segoe UI" pitchFamily="34" charset="0"/>
                  <a:cs typeface="Segoe UI Light" panose="020B0502040204020203" pitchFamily="34" charset="0"/>
                </a:rPr>
                <a:t>of D family VMs</a:t>
              </a:r>
            </a:p>
          </p:txBody>
        </p:sp>
        <p:grpSp>
          <p:nvGrpSpPr>
            <p:cNvPr id="5" name="Group 4"/>
            <p:cNvGrpSpPr/>
            <p:nvPr/>
          </p:nvGrpSpPr>
          <p:grpSpPr>
            <a:xfrm>
              <a:off x="567975" y="1779460"/>
              <a:ext cx="1179920" cy="1538737"/>
              <a:chOff x="406421" y="2432376"/>
              <a:chExt cx="2059118" cy="2685303"/>
            </a:xfrm>
          </p:grpSpPr>
          <p:grpSp>
            <p:nvGrpSpPr>
              <p:cNvPr id="6" name="Group 5"/>
              <p:cNvGrpSpPr/>
              <p:nvPr/>
            </p:nvGrpSpPr>
            <p:grpSpPr>
              <a:xfrm>
                <a:off x="406421" y="2432376"/>
                <a:ext cx="2059118" cy="2685303"/>
                <a:chOff x="6982264" y="1006524"/>
                <a:chExt cx="4480135" cy="5829701"/>
              </a:xfrm>
            </p:grpSpPr>
            <p:pic>
              <p:nvPicPr>
                <p:cNvPr id="9" name="Picture 8"/>
                <p:cNvPicPr>
                  <a:picLocks noChangeAspect="1"/>
                </p:cNvPicPr>
                <p:nvPr/>
              </p:nvPicPr>
              <p:blipFill>
                <a:blip r:embed="rId5"/>
                <a:stretch>
                  <a:fillRect/>
                </a:stretch>
              </p:blipFill>
              <p:spPr>
                <a:xfrm>
                  <a:off x="6982264" y="4945062"/>
                  <a:ext cx="4480135" cy="1891163"/>
                </a:xfrm>
                <a:prstGeom prst="rect">
                  <a:avLst/>
                </a:prstGeom>
                <a:ln>
                  <a:noFill/>
                </a:ln>
                <a:effectLst>
                  <a:outerShdw blurRad="292100" dist="139700" dir="2700000" algn="tl" rotWithShape="0">
                    <a:srgbClr val="333333">
                      <a:alpha val="65000"/>
                    </a:srgbClr>
                  </a:outerShdw>
                </a:effectLst>
              </p:spPr>
            </p:pic>
            <p:pic>
              <p:nvPicPr>
                <p:cNvPr id="8" name="Picture 7"/>
                <p:cNvPicPr>
                  <a:picLocks noChangeAspect="1"/>
                </p:cNvPicPr>
                <p:nvPr/>
              </p:nvPicPr>
              <p:blipFill>
                <a:blip r:embed="rId4"/>
                <a:stretch>
                  <a:fillRect/>
                </a:stretch>
              </p:blipFill>
              <p:spPr>
                <a:xfrm>
                  <a:off x="7199561" y="1172781"/>
                  <a:ext cx="4182166" cy="3848482"/>
                </a:xfrm>
                <a:prstGeom prst="rect">
                  <a:avLst/>
                </a:prstGeom>
              </p:spPr>
            </p:pic>
            <p:sp>
              <p:nvSpPr>
                <p:cNvPr id="10" name="AutoShape 3"/>
                <p:cNvSpPr>
                  <a:spLocks noChangeAspect="1" noChangeArrowheads="1" noTextEdit="1"/>
                </p:cNvSpPr>
                <p:nvPr/>
              </p:nvSpPr>
              <p:spPr bwMode="auto">
                <a:xfrm>
                  <a:off x="7132637" y="1006524"/>
                  <a:ext cx="4304244" cy="38981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06" tIns="45703" rIns="91406" bIns="45703" numCol="1" anchor="t" anchorCtr="0" compatLnSpc="1">
                  <a:prstTxWarp prst="textNoShape">
                    <a:avLst/>
                  </a:prstTxWarp>
                </a:bodyPr>
                <a:lstStyle/>
                <a:p>
                  <a:pPr defTabSz="914367"/>
                  <a:endParaRPr lang="en-US" sz="600">
                    <a:solidFill>
                      <a:srgbClr val="FFFFFF">
                        <a:lumMod val="50000"/>
                      </a:srgbClr>
                    </a:solidFill>
                    <a:latin typeface="Segoe UI Light" panose="020B0502040204020203" pitchFamily="34" charset="0"/>
                    <a:cs typeface="Segoe UI Light" panose="020B0502040204020203" pitchFamily="34" charset="0"/>
                  </a:endParaRPr>
                </a:p>
              </p:txBody>
            </p:sp>
          </p:grpSp>
          <p:sp>
            <p:nvSpPr>
              <p:cNvPr id="7" name="TextBox 6"/>
              <p:cNvSpPr txBox="1"/>
              <p:nvPr/>
            </p:nvSpPr>
            <p:spPr>
              <a:xfrm>
                <a:off x="639096" y="2638279"/>
                <a:ext cx="1632155" cy="1127477"/>
              </a:xfrm>
              <a:prstGeom prst="rect">
                <a:avLst/>
              </a:prstGeom>
              <a:solidFill>
                <a:schemeClr val="accent5"/>
              </a:solidFill>
            </p:spPr>
            <p:txBody>
              <a:bodyPr wrap="square" lIns="0" tIns="127988" rIns="0" bIns="146250" rtlCol="0">
                <a:noAutofit/>
              </a:bodyPr>
              <a:lstStyle/>
              <a:p>
                <a:pPr algn="ctr" defTabSz="932192">
                  <a:lnSpc>
                    <a:spcPct val="90000"/>
                  </a:lnSpc>
                  <a:defRPr/>
                </a:pPr>
                <a:r>
                  <a:rPr lang="en-US" sz="3200" b="1" dirty="0">
                    <a:solidFill>
                      <a:srgbClr val="FFFFFF">
                        <a:lumMod val="50000"/>
                      </a:srgbClr>
                    </a:solidFill>
                    <a:latin typeface="Segoe UI Black" panose="020B0A02040204020203" pitchFamily="34" charset="0"/>
                    <a:ea typeface="Segoe UI Black" panose="020B0A02040204020203" pitchFamily="34" charset="0"/>
                    <a:cs typeface="Segoe UI Black" panose="020B0A02040204020203" pitchFamily="34" charset="0"/>
                  </a:rPr>
                  <a:t>DV2</a:t>
                </a:r>
              </a:p>
            </p:txBody>
          </p:sp>
        </p:grpSp>
      </p:grpSp>
      <p:grpSp>
        <p:nvGrpSpPr>
          <p:cNvPr id="11" name="D Group"/>
          <p:cNvGrpSpPr/>
          <p:nvPr/>
        </p:nvGrpSpPr>
        <p:grpSpPr>
          <a:xfrm>
            <a:off x="4116854" y="1835218"/>
            <a:ext cx="2182318" cy="2304882"/>
            <a:chOff x="166180" y="1779460"/>
            <a:chExt cx="2182814" cy="2305406"/>
          </a:xfrm>
        </p:grpSpPr>
        <p:sp>
          <p:nvSpPr>
            <p:cNvPr id="12" name="Rectangle 11"/>
            <p:cNvSpPr/>
            <p:nvPr/>
          </p:nvSpPr>
          <p:spPr bwMode="auto">
            <a:xfrm>
              <a:off x="166180" y="3418116"/>
              <a:ext cx="2182814" cy="666750"/>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pPr algn="ctr" defTabSz="932192">
                <a:lnSpc>
                  <a:spcPct val="90000"/>
                </a:lnSpc>
                <a:defRPr/>
              </a:pPr>
              <a:r>
                <a:rPr lang="en-US" sz="1600" dirty="0">
                  <a:solidFill>
                    <a:srgbClr val="000000"/>
                  </a:solidFill>
                  <a:latin typeface="Segoe UI Light" panose="020B0502040204020203" pitchFamily="34" charset="0"/>
                  <a:ea typeface="Segoe UI" pitchFamily="34" charset="0"/>
                  <a:cs typeface="Segoe UI Light" panose="020B0502040204020203" pitchFamily="34" charset="0"/>
                </a:rPr>
                <a:t>SSD Storage </a:t>
              </a:r>
              <a:br>
                <a:rPr lang="en-US" sz="1600" dirty="0">
                  <a:solidFill>
                    <a:srgbClr val="000000"/>
                  </a:solidFill>
                  <a:latin typeface="Segoe UI Light" panose="020B0502040204020203" pitchFamily="34" charset="0"/>
                  <a:ea typeface="Segoe UI" pitchFamily="34" charset="0"/>
                  <a:cs typeface="Segoe UI Light" panose="020B0502040204020203" pitchFamily="34" charset="0"/>
                </a:rPr>
              </a:br>
              <a:r>
                <a:rPr lang="en-US" sz="1600" dirty="0">
                  <a:solidFill>
                    <a:srgbClr val="000000"/>
                  </a:solidFill>
                  <a:latin typeface="Segoe UI Light" panose="020B0502040204020203" pitchFamily="34" charset="0"/>
                  <a:ea typeface="Segoe UI" pitchFamily="34" charset="0"/>
                  <a:cs typeface="Segoe UI Light" panose="020B0502040204020203" pitchFamily="34" charset="0"/>
                </a:rPr>
                <a:t>Fast CPUs</a:t>
              </a:r>
            </a:p>
          </p:txBody>
        </p:sp>
        <p:grpSp>
          <p:nvGrpSpPr>
            <p:cNvPr id="13" name="Group 12"/>
            <p:cNvGrpSpPr/>
            <p:nvPr/>
          </p:nvGrpSpPr>
          <p:grpSpPr>
            <a:xfrm>
              <a:off x="667627" y="1779460"/>
              <a:ext cx="1179920" cy="1538737"/>
              <a:chOff x="406421" y="2432376"/>
              <a:chExt cx="2059118" cy="2685303"/>
            </a:xfrm>
          </p:grpSpPr>
          <p:grpSp>
            <p:nvGrpSpPr>
              <p:cNvPr id="14" name="Group 13"/>
              <p:cNvGrpSpPr/>
              <p:nvPr/>
            </p:nvGrpSpPr>
            <p:grpSpPr>
              <a:xfrm>
                <a:off x="406421" y="2432376"/>
                <a:ext cx="2059118" cy="2685303"/>
                <a:chOff x="6982264" y="1006524"/>
                <a:chExt cx="4480135" cy="5829701"/>
              </a:xfrm>
            </p:grpSpPr>
            <p:pic>
              <p:nvPicPr>
                <p:cNvPr id="16" name="Picture 15"/>
                <p:cNvPicPr>
                  <a:picLocks noChangeAspect="1"/>
                </p:cNvPicPr>
                <p:nvPr/>
              </p:nvPicPr>
              <p:blipFill>
                <a:blip r:embed="rId4"/>
                <a:stretch>
                  <a:fillRect/>
                </a:stretch>
              </p:blipFill>
              <p:spPr>
                <a:xfrm>
                  <a:off x="7199561" y="1172781"/>
                  <a:ext cx="4182166" cy="3848482"/>
                </a:xfrm>
                <a:prstGeom prst="rect">
                  <a:avLst/>
                </a:prstGeom>
              </p:spPr>
            </p:pic>
            <p:pic>
              <p:nvPicPr>
                <p:cNvPr id="17" name="Picture 16"/>
                <p:cNvPicPr>
                  <a:picLocks noChangeAspect="1"/>
                </p:cNvPicPr>
                <p:nvPr/>
              </p:nvPicPr>
              <p:blipFill>
                <a:blip r:embed="rId5"/>
                <a:stretch>
                  <a:fillRect/>
                </a:stretch>
              </p:blipFill>
              <p:spPr>
                <a:xfrm>
                  <a:off x="6982264" y="4945062"/>
                  <a:ext cx="4480135" cy="1891163"/>
                </a:xfrm>
                <a:prstGeom prst="rect">
                  <a:avLst/>
                </a:prstGeom>
                <a:ln>
                  <a:noFill/>
                </a:ln>
                <a:effectLst>
                  <a:outerShdw blurRad="292100" dist="139700" dir="2700000" algn="tl" rotWithShape="0">
                    <a:srgbClr val="333333">
                      <a:alpha val="65000"/>
                    </a:srgbClr>
                  </a:outerShdw>
                </a:effectLst>
              </p:spPr>
            </p:pic>
            <p:sp>
              <p:nvSpPr>
                <p:cNvPr id="18" name="AutoShape 3"/>
                <p:cNvSpPr>
                  <a:spLocks noChangeAspect="1" noChangeArrowheads="1" noTextEdit="1"/>
                </p:cNvSpPr>
                <p:nvPr/>
              </p:nvSpPr>
              <p:spPr bwMode="auto">
                <a:xfrm>
                  <a:off x="7132637" y="1006524"/>
                  <a:ext cx="4304244" cy="38981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06" tIns="45703" rIns="91406" bIns="45703" numCol="1" anchor="t" anchorCtr="0" compatLnSpc="1">
                  <a:prstTxWarp prst="textNoShape">
                    <a:avLst/>
                  </a:prstTxWarp>
                </a:bodyPr>
                <a:lstStyle/>
                <a:p>
                  <a:pPr defTabSz="914367"/>
                  <a:endParaRPr lang="en-US" sz="600">
                    <a:solidFill>
                      <a:srgbClr val="000000"/>
                    </a:solidFill>
                    <a:latin typeface="Segoe UI Light" panose="020B0502040204020203" pitchFamily="34" charset="0"/>
                    <a:cs typeface="Segoe UI Light" panose="020B0502040204020203" pitchFamily="34" charset="0"/>
                  </a:endParaRPr>
                </a:p>
              </p:txBody>
            </p:sp>
          </p:grpSp>
          <p:sp>
            <p:nvSpPr>
              <p:cNvPr id="15" name="TextBox 14"/>
              <p:cNvSpPr txBox="1"/>
              <p:nvPr/>
            </p:nvSpPr>
            <p:spPr>
              <a:xfrm>
                <a:off x="639096" y="2638279"/>
                <a:ext cx="1632155" cy="1127477"/>
              </a:xfrm>
              <a:prstGeom prst="rect">
                <a:avLst/>
              </a:prstGeom>
              <a:solidFill>
                <a:schemeClr val="bg1">
                  <a:lumMod val="50000"/>
                </a:schemeClr>
              </a:solidFill>
            </p:spPr>
            <p:txBody>
              <a:bodyPr wrap="square" lIns="182813" tIns="127988" rIns="182813" bIns="146250" rtlCol="0">
                <a:noAutofit/>
              </a:bodyPr>
              <a:lstStyle/>
              <a:p>
                <a:pPr algn="ctr" defTabSz="932192">
                  <a:lnSpc>
                    <a:spcPct val="90000"/>
                  </a:lnSpc>
                  <a:defRPr/>
                </a:pPr>
                <a:r>
                  <a:rPr lang="en-US" sz="3200" dirty="0">
                    <a:solidFill>
                      <a:srgbClr val="FFFFFF"/>
                    </a:solidFill>
                    <a:latin typeface="Segoe UI Black" panose="020B0A02040204020203" pitchFamily="34" charset="0"/>
                    <a:ea typeface="Segoe UI Black" panose="020B0A02040204020203" pitchFamily="34" charset="0"/>
                    <a:cs typeface="Segoe UI Black" panose="020B0A02040204020203" pitchFamily="34" charset="0"/>
                  </a:rPr>
                  <a:t>D</a:t>
                </a:r>
              </a:p>
            </p:txBody>
          </p:sp>
        </p:grpSp>
      </p:grpSp>
      <p:sp>
        <p:nvSpPr>
          <p:cNvPr id="19" name="Title 2"/>
          <p:cNvSpPr>
            <a:spLocks noGrp="1"/>
          </p:cNvSpPr>
          <p:nvPr>
            <p:ph type="title" idx="4294967295"/>
          </p:nvPr>
        </p:nvSpPr>
        <p:spPr>
          <a:xfrm>
            <a:off x="448213" y="270572"/>
            <a:ext cx="11886088" cy="917367"/>
          </a:xfrm>
        </p:spPr>
        <p:txBody>
          <a:bodyPr/>
          <a:lstStyle/>
          <a:p>
            <a:r>
              <a:rPr lang="en-US" dirty="0">
                <a:solidFill>
                  <a:schemeClr val="bg1"/>
                </a:solidFill>
                <a:latin typeface="Segoe UI Light" panose="020B0502040204020203" pitchFamily="34" charset="0"/>
                <a:cs typeface="Segoe UI Light" panose="020B0502040204020203" pitchFamily="34" charset="0"/>
              </a:rPr>
              <a:t>Scale-up options</a:t>
            </a:r>
          </a:p>
        </p:txBody>
      </p:sp>
      <p:cxnSp>
        <p:nvCxnSpPr>
          <p:cNvPr id="20" name="Straight Connector 19"/>
          <p:cNvCxnSpPr/>
          <p:nvPr/>
        </p:nvCxnSpPr>
        <p:spPr>
          <a:xfrm>
            <a:off x="1067423" y="1161247"/>
            <a:ext cx="10284665" cy="17586"/>
          </a:xfrm>
          <a:prstGeom prst="line">
            <a:avLst/>
          </a:prstGeom>
          <a:ln w="38100">
            <a:headEnd type="arrow"/>
            <a:tailEnd type="arrow"/>
          </a:ln>
        </p:spPr>
        <p:style>
          <a:lnRef idx="1">
            <a:schemeClr val="accent1"/>
          </a:lnRef>
          <a:fillRef idx="0">
            <a:schemeClr val="accent1"/>
          </a:fillRef>
          <a:effectRef idx="0">
            <a:schemeClr val="accent1"/>
          </a:effectRef>
          <a:fontRef idx="minor">
            <a:schemeClr val="tx1"/>
          </a:fontRef>
        </p:style>
      </p:cxnSp>
      <p:sp>
        <p:nvSpPr>
          <p:cNvPr id="21" name="Rectangle 20"/>
          <p:cNvSpPr/>
          <p:nvPr/>
        </p:nvSpPr>
        <p:spPr bwMode="auto">
          <a:xfrm>
            <a:off x="864" y="5392240"/>
            <a:ext cx="12190272" cy="1465275"/>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38" tIns="146271" rIns="182838" bIns="146271" numCol="1" spcCol="0" rtlCol="0" fromWordArt="0" anchor="ctr" anchorCtr="0" forceAA="0" compatLnSpc="1">
            <a:prstTxWarp prst="textNoShape">
              <a:avLst/>
            </a:prstTxWarp>
            <a:noAutofit/>
          </a:bodyPr>
          <a:lstStyle/>
          <a:p>
            <a:pPr algn="ctr" defTabSz="914367">
              <a:lnSpc>
                <a:spcPct val="90000"/>
              </a:lnSpc>
              <a:spcBef>
                <a:spcPts val="1200"/>
              </a:spcBef>
              <a:buClr>
                <a:srgbClr val="FFFFFF"/>
              </a:buClr>
              <a:defRPr/>
            </a:pPr>
            <a:r>
              <a:rPr lang="en-US" sz="4000" dirty="0">
                <a:solidFill>
                  <a:srgbClr val="000000"/>
                </a:solidFill>
                <a:ea typeface="Segoe UI Black" panose="020B0A02040204020203" pitchFamily="34" charset="0"/>
                <a:cs typeface="Segoe UI Black" panose="020B0A02040204020203" pitchFamily="34" charset="0"/>
              </a:rPr>
              <a:t>Largest virtual machines</a:t>
            </a:r>
            <a:br>
              <a:rPr lang="en-US" sz="4000" dirty="0">
                <a:solidFill>
                  <a:srgbClr val="000000"/>
                </a:solidFill>
                <a:ea typeface="Segoe UI Black" panose="020B0A02040204020203" pitchFamily="34" charset="0"/>
                <a:cs typeface="Segoe UI Black" panose="020B0A02040204020203" pitchFamily="34" charset="0"/>
              </a:rPr>
            </a:br>
            <a:r>
              <a:rPr lang="en-US" sz="4000" dirty="0">
                <a:solidFill>
                  <a:srgbClr val="000000"/>
                </a:solidFill>
                <a:ea typeface="Segoe UI Black" panose="020B0A02040204020203" pitchFamily="34" charset="0"/>
                <a:cs typeface="Segoe UI Black" panose="020B0A02040204020203" pitchFamily="34" charset="0"/>
              </a:rPr>
              <a:t>Fastest storage in the public cloud</a:t>
            </a:r>
          </a:p>
        </p:txBody>
      </p:sp>
      <p:sp>
        <p:nvSpPr>
          <p:cNvPr id="22" name="Rectangle 21"/>
          <p:cNvSpPr/>
          <p:nvPr/>
        </p:nvSpPr>
        <p:spPr bwMode="auto">
          <a:xfrm>
            <a:off x="4096804" y="4043267"/>
            <a:ext cx="2182318" cy="1249422"/>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pPr algn="ctr" defTabSz="932192">
              <a:lnSpc>
                <a:spcPct val="90000"/>
              </a:lnSpc>
              <a:spcAft>
                <a:spcPts val="1200"/>
              </a:spcAft>
              <a:defRPr/>
            </a:pPr>
            <a:r>
              <a:rPr lang="en-US" sz="1600" dirty="0">
                <a:solidFill>
                  <a:srgbClr val="000000"/>
                </a:solidFill>
                <a:latin typeface="Segoe UI Light" panose="020B0502040204020203" pitchFamily="34" charset="0"/>
                <a:ea typeface="Segoe UI" pitchFamily="34" charset="0"/>
                <a:cs typeface="Segoe UI Light" panose="020B0502040204020203" pitchFamily="34" charset="0"/>
              </a:rPr>
              <a:t>35% faster than D</a:t>
            </a:r>
          </a:p>
          <a:p>
            <a:pPr algn="ctr" defTabSz="932192">
              <a:lnSpc>
                <a:spcPct val="90000"/>
              </a:lnSpc>
              <a:spcAft>
                <a:spcPts val="1200"/>
              </a:spcAft>
            </a:pPr>
            <a:r>
              <a:rPr lang="en-US" sz="1600" dirty="0">
                <a:solidFill>
                  <a:srgbClr val="000000"/>
                </a:solidFill>
                <a:latin typeface="Segoe UI Light" panose="020B0502040204020203" pitchFamily="34" charset="0"/>
                <a:ea typeface="Segoe UI" pitchFamily="34" charset="0"/>
                <a:cs typeface="Segoe UI Light" panose="020B0502040204020203" pitchFamily="34" charset="0"/>
              </a:rPr>
              <a:t>Intel E5-2673 v3 CPUs</a:t>
            </a:r>
          </a:p>
        </p:txBody>
      </p:sp>
      <p:sp>
        <p:nvSpPr>
          <p:cNvPr id="23" name="Rectangle 22"/>
          <p:cNvSpPr/>
          <p:nvPr/>
        </p:nvSpPr>
        <p:spPr bwMode="auto">
          <a:xfrm>
            <a:off x="7967661" y="4043267"/>
            <a:ext cx="2751906" cy="1249422"/>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pPr algn="ctr" defTabSz="932192">
              <a:lnSpc>
                <a:spcPct val="90000"/>
              </a:lnSpc>
              <a:spcAft>
                <a:spcPts val="1200"/>
              </a:spcAft>
            </a:pPr>
            <a:r>
              <a:rPr lang="en-US" sz="1600" dirty="0">
                <a:solidFill>
                  <a:srgbClr val="000000"/>
                </a:solidFill>
                <a:latin typeface="Segoe UI Light" panose="020B0502040204020203" pitchFamily="34" charset="0"/>
                <a:ea typeface="Segoe UI" pitchFamily="34" charset="0"/>
                <a:cs typeface="Segoe UI Light" panose="020B0502040204020203" pitchFamily="34" charset="0"/>
              </a:rPr>
              <a:t>NVIDIA GPUs</a:t>
            </a:r>
          </a:p>
          <a:p>
            <a:pPr algn="ctr" defTabSz="932192">
              <a:lnSpc>
                <a:spcPct val="90000"/>
              </a:lnSpc>
              <a:spcAft>
                <a:spcPts val="1200"/>
              </a:spcAft>
            </a:pPr>
            <a:r>
              <a:rPr lang="en-US" sz="1600" dirty="0">
                <a:solidFill>
                  <a:srgbClr val="000000"/>
                </a:solidFill>
                <a:latin typeface="Segoe UI Light" panose="020B0502040204020203" pitchFamily="34" charset="0"/>
                <a:ea typeface="Segoe UI" pitchFamily="34" charset="0"/>
                <a:cs typeface="Segoe UI Light" panose="020B0502040204020203" pitchFamily="34" charset="0"/>
              </a:rPr>
              <a:t>Remote visualization </a:t>
            </a:r>
          </a:p>
          <a:p>
            <a:pPr algn="ctr" defTabSz="932192">
              <a:lnSpc>
                <a:spcPct val="90000"/>
              </a:lnSpc>
              <a:spcAft>
                <a:spcPts val="1200"/>
              </a:spcAft>
            </a:pPr>
            <a:r>
              <a:rPr lang="en-US" sz="1600" dirty="0">
                <a:solidFill>
                  <a:srgbClr val="000000"/>
                </a:solidFill>
                <a:latin typeface="Segoe UI Light" panose="020B0502040204020203" pitchFamily="34" charset="0"/>
                <a:ea typeface="Segoe UI" pitchFamily="34" charset="0"/>
                <a:cs typeface="Segoe UI Light" panose="020B0502040204020203" pitchFamily="34" charset="0"/>
              </a:rPr>
              <a:t>Compute-intensive + RDMA</a:t>
            </a:r>
          </a:p>
        </p:txBody>
      </p:sp>
      <p:grpSp>
        <p:nvGrpSpPr>
          <p:cNvPr id="24" name="A Group"/>
          <p:cNvGrpSpPr/>
          <p:nvPr/>
        </p:nvGrpSpPr>
        <p:grpSpPr>
          <a:xfrm>
            <a:off x="2035107" y="1834655"/>
            <a:ext cx="2182318" cy="2304882"/>
            <a:chOff x="2034704" y="1779460"/>
            <a:chExt cx="2182814" cy="2305406"/>
          </a:xfrm>
        </p:grpSpPr>
        <p:sp>
          <p:nvSpPr>
            <p:cNvPr id="25" name="Rectangle 24"/>
            <p:cNvSpPr/>
            <p:nvPr/>
          </p:nvSpPr>
          <p:spPr bwMode="auto">
            <a:xfrm>
              <a:off x="2034704" y="3418116"/>
              <a:ext cx="2182814" cy="666750"/>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pPr algn="ctr" defTabSz="932192">
                <a:lnSpc>
                  <a:spcPct val="90000"/>
                </a:lnSpc>
                <a:defRPr/>
              </a:pPr>
              <a:r>
                <a:rPr lang="en-US" sz="1600" dirty="0">
                  <a:solidFill>
                    <a:srgbClr val="000000"/>
                  </a:solidFill>
                  <a:latin typeface="Segoe UI Light" panose="020B0502040204020203" pitchFamily="34" charset="0"/>
                  <a:ea typeface="Segoe UI" pitchFamily="34" charset="0"/>
                  <a:cs typeface="Segoe UI Light" panose="020B0502040204020203" pitchFamily="34" charset="0"/>
                </a:rPr>
                <a:t>Highest value</a:t>
              </a:r>
            </a:p>
          </p:txBody>
        </p:sp>
        <p:grpSp>
          <p:nvGrpSpPr>
            <p:cNvPr id="26" name="Group 25"/>
            <p:cNvGrpSpPr/>
            <p:nvPr/>
          </p:nvGrpSpPr>
          <p:grpSpPr>
            <a:xfrm>
              <a:off x="2536151" y="1779460"/>
              <a:ext cx="1179920" cy="1538737"/>
              <a:chOff x="406421" y="2432376"/>
              <a:chExt cx="2059118" cy="2685303"/>
            </a:xfrm>
          </p:grpSpPr>
          <p:grpSp>
            <p:nvGrpSpPr>
              <p:cNvPr id="27" name="Group 26"/>
              <p:cNvGrpSpPr/>
              <p:nvPr/>
            </p:nvGrpSpPr>
            <p:grpSpPr>
              <a:xfrm>
                <a:off x="406421" y="2432376"/>
                <a:ext cx="2059118" cy="2685303"/>
                <a:chOff x="6982264" y="1006524"/>
                <a:chExt cx="4480135" cy="5829701"/>
              </a:xfrm>
            </p:grpSpPr>
            <p:pic>
              <p:nvPicPr>
                <p:cNvPr id="29" name="Picture 28"/>
                <p:cNvPicPr>
                  <a:picLocks noChangeAspect="1"/>
                </p:cNvPicPr>
                <p:nvPr/>
              </p:nvPicPr>
              <p:blipFill>
                <a:blip r:embed="rId4"/>
                <a:stretch>
                  <a:fillRect/>
                </a:stretch>
              </p:blipFill>
              <p:spPr>
                <a:xfrm>
                  <a:off x="7199561" y="1172781"/>
                  <a:ext cx="4182166" cy="3848482"/>
                </a:xfrm>
                <a:prstGeom prst="rect">
                  <a:avLst/>
                </a:prstGeom>
              </p:spPr>
            </p:pic>
            <p:pic>
              <p:nvPicPr>
                <p:cNvPr id="30" name="Picture 29"/>
                <p:cNvPicPr>
                  <a:picLocks noChangeAspect="1"/>
                </p:cNvPicPr>
                <p:nvPr/>
              </p:nvPicPr>
              <p:blipFill>
                <a:blip r:embed="rId5"/>
                <a:stretch>
                  <a:fillRect/>
                </a:stretch>
              </p:blipFill>
              <p:spPr>
                <a:xfrm>
                  <a:off x="6982264" y="4945062"/>
                  <a:ext cx="4480135" cy="1891163"/>
                </a:xfrm>
                <a:prstGeom prst="rect">
                  <a:avLst/>
                </a:prstGeom>
                <a:ln>
                  <a:noFill/>
                </a:ln>
                <a:effectLst>
                  <a:outerShdw blurRad="292100" dist="139700" dir="2700000" algn="tl" rotWithShape="0">
                    <a:srgbClr val="333333">
                      <a:alpha val="65000"/>
                    </a:srgbClr>
                  </a:outerShdw>
                </a:effectLst>
              </p:spPr>
            </p:pic>
            <p:sp>
              <p:nvSpPr>
                <p:cNvPr id="31" name="AutoShape 3"/>
                <p:cNvSpPr>
                  <a:spLocks noChangeAspect="1" noChangeArrowheads="1" noTextEdit="1"/>
                </p:cNvSpPr>
                <p:nvPr/>
              </p:nvSpPr>
              <p:spPr bwMode="auto">
                <a:xfrm>
                  <a:off x="7132637" y="1006524"/>
                  <a:ext cx="4304244" cy="38981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06" tIns="45703" rIns="91406" bIns="45703" numCol="1" anchor="t" anchorCtr="0" compatLnSpc="1">
                  <a:prstTxWarp prst="textNoShape">
                    <a:avLst/>
                  </a:prstTxWarp>
                </a:bodyPr>
                <a:lstStyle/>
                <a:p>
                  <a:pPr defTabSz="914367"/>
                  <a:endParaRPr lang="en-US" sz="600">
                    <a:solidFill>
                      <a:srgbClr val="000000"/>
                    </a:solidFill>
                    <a:latin typeface="Segoe UI Light" panose="020B0502040204020203" pitchFamily="34" charset="0"/>
                    <a:cs typeface="Segoe UI Light" panose="020B0502040204020203" pitchFamily="34" charset="0"/>
                  </a:endParaRPr>
                </a:p>
              </p:txBody>
            </p:sp>
          </p:grpSp>
          <p:sp>
            <p:nvSpPr>
              <p:cNvPr id="28" name="TextBox 27"/>
              <p:cNvSpPr txBox="1"/>
              <p:nvPr/>
            </p:nvSpPr>
            <p:spPr>
              <a:xfrm>
                <a:off x="639096" y="2638279"/>
                <a:ext cx="1632155" cy="1127477"/>
              </a:xfrm>
              <a:prstGeom prst="rect">
                <a:avLst/>
              </a:prstGeom>
              <a:solidFill>
                <a:schemeClr val="bg1">
                  <a:lumMod val="50000"/>
                </a:schemeClr>
              </a:solidFill>
            </p:spPr>
            <p:txBody>
              <a:bodyPr wrap="square" lIns="182813" tIns="127988" rIns="182813" bIns="146250" rtlCol="0">
                <a:noAutofit/>
              </a:bodyPr>
              <a:lstStyle/>
              <a:p>
                <a:pPr algn="ctr" defTabSz="932192">
                  <a:lnSpc>
                    <a:spcPct val="90000"/>
                  </a:lnSpc>
                  <a:defRPr/>
                </a:pPr>
                <a:r>
                  <a:rPr lang="en-US" sz="3200" b="1" dirty="0">
                    <a:solidFill>
                      <a:srgbClr val="FFFFFF"/>
                    </a:solidFill>
                    <a:latin typeface="Segoe UI Black" panose="020B0A02040204020203" pitchFamily="34" charset="0"/>
                    <a:ea typeface="Segoe UI Black" panose="020B0A02040204020203" pitchFamily="34" charset="0"/>
                    <a:cs typeface="Segoe UI Black" panose="020B0A02040204020203" pitchFamily="34" charset="0"/>
                  </a:rPr>
                  <a:t>A</a:t>
                </a:r>
              </a:p>
            </p:txBody>
          </p:sp>
        </p:grpSp>
      </p:grpSp>
      <p:grpSp>
        <p:nvGrpSpPr>
          <p:cNvPr id="32" name="Group 31"/>
          <p:cNvGrpSpPr/>
          <p:nvPr/>
        </p:nvGrpSpPr>
        <p:grpSpPr>
          <a:xfrm>
            <a:off x="6179018" y="1834655"/>
            <a:ext cx="2182318" cy="2304882"/>
            <a:chOff x="6179555" y="1779460"/>
            <a:chExt cx="2182814" cy="2305406"/>
          </a:xfrm>
        </p:grpSpPr>
        <p:sp>
          <p:nvSpPr>
            <p:cNvPr id="33" name="Rectangle 32"/>
            <p:cNvSpPr/>
            <p:nvPr/>
          </p:nvSpPr>
          <p:spPr bwMode="auto">
            <a:xfrm>
              <a:off x="6179555" y="3418116"/>
              <a:ext cx="2182814" cy="666750"/>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pPr algn="ctr" defTabSz="932192">
                <a:lnSpc>
                  <a:spcPct val="90000"/>
                </a:lnSpc>
                <a:defRPr/>
              </a:pPr>
              <a:r>
                <a:rPr lang="en-US" sz="1600" dirty="0">
                  <a:solidFill>
                    <a:srgbClr val="000000"/>
                  </a:solidFill>
                  <a:latin typeface="Segoe UI Light" panose="020B0502040204020203" pitchFamily="34" charset="0"/>
                  <a:ea typeface="Segoe UI" pitchFamily="34" charset="0"/>
                  <a:cs typeface="Segoe UI Light" panose="020B0502040204020203" pitchFamily="34" charset="0"/>
                </a:rPr>
                <a:t>Most memory </a:t>
              </a:r>
              <a:br>
                <a:rPr lang="en-US" sz="1600" dirty="0">
                  <a:solidFill>
                    <a:srgbClr val="000000"/>
                  </a:solidFill>
                  <a:latin typeface="Segoe UI Light" panose="020B0502040204020203" pitchFamily="34" charset="0"/>
                  <a:ea typeface="Segoe UI" pitchFamily="34" charset="0"/>
                  <a:cs typeface="Segoe UI Light" panose="020B0502040204020203" pitchFamily="34" charset="0"/>
                </a:rPr>
              </a:br>
              <a:r>
                <a:rPr lang="en-US" sz="1600" dirty="0">
                  <a:solidFill>
                    <a:srgbClr val="000000"/>
                  </a:solidFill>
                  <a:latin typeface="Segoe UI Light" panose="020B0502040204020203" pitchFamily="34" charset="0"/>
                  <a:ea typeface="Segoe UI" pitchFamily="34" charset="0"/>
                  <a:cs typeface="Segoe UI Light" panose="020B0502040204020203" pitchFamily="34" charset="0"/>
                </a:rPr>
                <a:t>fastest CPUs</a:t>
              </a:r>
            </a:p>
          </p:txBody>
        </p:sp>
        <p:grpSp>
          <p:nvGrpSpPr>
            <p:cNvPr id="34" name="Group 33"/>
            <p:cNvGrpSpPr/>
            <p:nvPr/>
          </p:nvGrpSpPr>
          <p:grpSpPr>
            <a:xfrm>
              <a:off x="6679492" y="1779460"/>
              <a:ext cx="1179920" cy="1538737"/>
              <a:chOff x="406421" y="2432376"/>
              <a:chExt cx="2059118" cy="2685303"/>
            </a:xfrm>
          </p:grpSpPr>
          <p:grpSp>
            <p:nvGrpSpPr>
              <p:cNvPr id="35" name="Group 34"/>
              <p:cNvGrpSpPr/>
              <p:nvPr/>
            </p:nvGrpSpPr>
            <p:grpSpPr>
              <a:xfrm>
                <a:off x="406421" y="2432376"/>
                <a:ext cx="2059118" cy="2685303"/>
                <a:chOff x="6982264" y="1006524"/>
                <a:chExt cx="4480135" cy="5829701"/>
              </a:xfrm>
            </p:grpSpPr>
            <p:pic>
              <p:nvPicPr>
                <p:cNvPr id="37" name="Picture 36"/>
                <p:cNvPicPr>
                  <a:picLocks noChangeAspect="1"/>
                </p:cNvPicPr>
                <p:nvPr/>
              </p:nvPicPr>
              <p:blipFill>
                <a:blip r:embed="rId4"/>
                <a:stretch>
                  <a:fillRect/>
                </a:stretch>
              </p:blipFill>
              <p:spPr>
                <a:xfrm>
                  <a:off x="7199561" y="1172781"/>
                  <a:ext cx="4182166" cy="3848482"/>
                </a:xfrm>
                <a:prstGeom prst="rect">
                  <a:avLst/>
                </a:prstGeom>
              </p:spPr>
            </p:pic>
            <p:pic>
              <p:nvPicPr>
                <p:cNvPr id="38" name="Picture 37"/>
                <p:cNvPicPr>
                  <a:picLocks noChangeAspect="1"/>
                </p:cNvPicPr>
                <p:nvPr/>
              </p:nvPicPr>
              <p:blipFill>
                <a:blip r:embed="rId5"/>
                <a:stretch>
                  <a:fillRect/>
                </a:stretch>
              </p:blipFill>
              <p:spPr>
                <a:xfrm>
                  <a:off x="6982264" y="4945062"/>
                  <a:ext cx="4480135" cy="1891163"/>
                </a:xfrm>
                <a:prstGeom prst="rect">
                  <a:avLst/>
                </a:prstGeom>
                <a:ln>
                  <a:noFill/>
                </a:ln>
                <a:effectLst>
                  <a:outerShdw blurRad="292100" dist="139700" dir="2700000" algn="tl" rotWithShape="0">
                    <a:srgbClr val="333333">
                      <a:alpha val="65000"/>
                    </a:srgbClr>
                  </a:outerShdw>
                </a:effectLst>
              </p:spPr>
            </p:pic>
            <p:sp>
              <p:nvSpPr>
                <p:cNvPr id="39" name="AutoShape 3"/>
                <p:cNvSpPr>
                  <a:spLocks noChangeAspect="1" noChangeArrowheads="1" noTextEdit="1"/>
                </p:cNvSpPr>
                <p:nvPr/>
              </p:nvSpPr>
              <p:spPr bwMode="auto">
                <a:xfrm>
                  <a:off x="7132637" y="1006524"/>
                  <a:ext cx="4304244" cy="38981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06" tIns="45703" rIns="91406" bIns="45703" numCol="1" anchor="t" anchorCtr="0" compatLnSpc="1">
                  <a:prstTxWarp prst="textNoShape">
                    <a:avLst/>
                  </a:prstTxWarp>
                </a:bodyPr>
                <a:lstStyle/>
                <a:p>
                  <a:pPr defTabSz="914367"/>
                  <a:endParaRPr lang="en-US" sz="600">
                    <a:solidFill>
                      <a:srgbClr val="000000"/>
                    </a:solidFill>
                    <a:latin typeface="Segoe UI Light" panose="020B0502040204020203" pitchFamily="34" charset="0"/>
                    <a:cs typeface="Segoe UI Light" panose="020B0502040204020203" pitchFamily="34" charset="0"/>
                  </a:endParaRPr>
                </a:p>
              </p:txBody>
            </p:sp>
          </p:grpSp>
          <p:sp>
            <p:nvSpPr>
              <p:cNvPr id="36" name="TextBox 35"/>
              <p:cNvSpPr txBox="1"/>
              <p:nvPr/>
            </p:nvSpPr>
            <p:spPr>
              <a:xfrm>
                <a:off x="639096" y="2638279"/>
                <a:ext cx="1632155" cy="1127477"/>
              </a:xfrm>
              <a:prstGeom prst="rect">
                <a:avLst/>
              </a:prstGeom>
              <a:solidFill>
                <a:schemeClr val="bg1">
                  <a:lumMod val="50000"/>
                </a:schemeClr>
              </a:solidFill>
            </p:spPr>
            <p:txBody>
              <a:bodyPr wrap="square" lIns="182813" tIns="127988" rIns="182813" bIns="146250" rtlCol="0">
                <a:noAutofit/>
              </a:bodyPr>
              <a:lstStyle/>
              <a:p>
                <a:pPr algn="ctr" defTabSz="932192">
                  <a:lnSpc>
                    <a:spcPct val="90000"/>
                  </a:lnSpc>
                  <a:defRPr/>
                </a:pPr>
                <a:r>
                  <a:rPr lang="en-US" sz="3200" dirty="0">
                    <a:solidFill>
                      <a:srgbClr val="FFFFFF"/>
                    </a:solidFill>
                    <a:latin typeface="Segoe UI Black" panose="020B0A02040204020203" pitchFamily="34" charset="0"/>
                    <a:ea typeface="Segoe UI Black" panose="020B0A02040204020203" pitchFamily="34" charset="0"/>
                    <a:cs typeface="Segoe UI Black" panose="020B0A02040204020203" pitchFamily="34" charset="0"/>
                  </a:rPr>
                  <a:t>G</a:t>
                </a:r>
              </a:p>
            </p:txBody>
          </p:sp>
        </p:grpSp>
      </p:grpSp>
      <p:sp>
        <p:nvSpPr>
          <p:cNvPr id="55" name="Rectangle 54"/>
          <p:cNvSpPr/>
          <p:nvPr/>
        </p:nvSpPr>
        <p:spPr bwMode="auto">
          <a:xfrm>
            <a:off x="701966" y="1389294"/>
            <a:ext cx="2182318" cy="666598"/>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pPr algn="ctr" defTabSz="932192">
              <a:lnSpc>
                <a:spcPct val="90000"/>
              </a:lnSpc>
              <a:defRPr/>
            </a:pPr>
            <a:r>
              <a:rPr lang="en-US" sz="1600" b="1" dirty="0">
                <a:solidFill>
                  <a:srgbClr val="FFFFFF">
                    <a:lumMod val="50000"/>
                  </a:srgbClr>
                </a:solidFill>
                <a:latin typeface="Segoe UI Black" panose="020B0A02040204020203" pitchFamily="34" charset="0"/>
                <a:ea typeface="Segoe UI Black" panose="020B0A02040204020203" pitchFamily="34" charset="0"/>
                <a:cs typeface="Segoe UI Black" panose="020B0A02040204020203" pitchFamily="34" charset="0"/>
              </a:rPr>
              <a:t>Highest value</a:t>
            </a:r>
          </a:p>
        </p:txBody>
      </p:sp>
      <p:sp>
        <p:nvSpPr>
          <p:cNvPr id="56" name="Rectangle 55"/>
          <p:cNvSpPr/>
          <p:nvPr/>
        </p:nvSpPr>
        <p:spPr bwMode="auto">
          <a:xfrm>
            <a:off x="9447801" y="1389294"/>
            <a:ext cx="2182318" cy="666598"/>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pPr algn="ctr" defTabSz="932192">
              <a:lnSpc>
                <a:spcPct val="90000"/>
              </a:lnSpc>
              <a:defRPr/>
            </a:pPr>
            <a:r>
              <a:rPr lang="en-US" sz="1600" b="1" dirty="0">
                <a:solidFill>
                  <a:srgbClr val="FFFFFF">
                    <a:lumMod val="50000"/>
                  </a:srgbClr>
                </a:solidFill>
                <a:latin typeface="Segoe UI Black" panose="020B0A02040204020203" pitchFamily="34" charset="0"/>
                <a:ea typeface="Segoe UI Black" panose="020B0A02040204020203" pitchFamily="34" charset="0"/>
                <a:cs typeface="Segoe UI Black" panose="020B0A02040204020203" pitchFamily="34" charset="0"/>
              </a:rPr>
              <a:t>Largest scale-up</a:t>
            </a:r>
          </a:p>
        </p:txBody>
      </p:sp>
    </p:spTree>
    <p:extLst>
      <p:ext uri="{BB962C8B-B14F-4D97-AF65-F5344CB8AC3E}">
        <p14:creationId xmlns:p14="http://schemas.microsoft.com/office/powerpoint/2010/main" val="17016369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fade">
                                      <p:cBhvr>
                                        <p:cTn id="7" dur="750"/>
                                        <p:tgtEl>
                                          <p:spTgt spid="21"/>
                                        </p:tgtEl>
                                      </p:cBhvr>
                                    </p:animEffect>
                                    <p:anim calcmode="lin" valueType="num">
                                      <p:cBhvr>
                                        <p:cTn id="8" dur="750" fill="hold"/>
                                        <p:tgtEl>
                                          <p:spTgt spid="21"/>
                                        </p:tgtEl>
                                        <p:attrNameLst>
                                          <p:attrName>ppt_x</p:attrName>
                                        </p:attrNameLst>
                                      </p:cBhvr>
                                      <p:tavLst>
                                        <p:tav tm="0">
                                          <p:val>
                                            <p:strVal val="#ppt_x"/>
                                          </p:val>
                                        </p:tav>
                                        <p:tav tm="100000">
                                          <p:val>
                                            <p:strVal val="#ppt_x"/>
                                          </p:val>
                                        </p:tav>
                                      </p:tavLst>
                                    </p:anim>
                                    <p:anim calcmode="lin" valueType="num">
                                      <p:cBhvr>
                                        <p:cTn id="9" dur="750" fill="hold"/>
                                        <p:tgtEl>
                                          <p:spTgt spid="21"/>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35" presetClass="path" presetSubtype="0" decel="100000" fill="hold" nodeType="clickEffect">
                                  <p:stCondLst>
                                    <p:cond delay="0"/>
                                  </p:stCondLst>
                                  <p:childTnLst>
                                    <p:animMotion origin="layout" path="M -3.11463E-7 4.11711E-6 L -0.16799 4.11711E-6 " pathEditMode="relative" rAng="0" ptsTypes="AA">
                                      <p:cBhvr>
                                        <p:cTn id="13" dur="750" fill="hold"/>
                                        <p:tgtEl>
                                          <p:spTgt spid="24"/>
                                        </p:tgtEl>
                                        <p:attrNameLst>
                                          <p:attrName>ppt_x</p:attrName>
                                          <p:attrName>ppt_y</p:attrName>
                                        </p:attrNameLst>
                                      </p:cBhvr>
                                      <p:rCtr x="-8399" y="0"/>
                                    </p:animMotion>
                                  </p:childTnLst>
                                </p:cTn>
                              </p:par>
                              <p:par>
                                <p:cTn id="14" presetID="35" presetClass="path" presetSubtype="0" decel="100000" fill="hold" nodeType="withEffect">
                                  <p:stCondLst>
                                    <p:cond delay="0"/>
                                  </p:stCondLst>
                                  <p:childTnLst>
                                    <p:animMotion origin="layout" path="M -3.33333E-6 -3.82716E-6 L -0.1658 -3.82716E-6 " pathEditMode="relative" rAng="0" ptsTypes="AA">
                                      <p:cBhvr>
                                        <p:cTn id="15" dur="750" fill="hold"/>
                                        <p:tgtEl>
                                          <p:spTgt spid="11"/>
                                        </p:tgtEl>
                                        <p:attrNameLst>
                                          <p:attrName>ppt_x</p:attrName>
                                          <p:attrName>ppt_y</p:attrName>
                                        </p:attrNameLst>
                                      </p:cBhvr>
                                      <p:rCtr x="-8299" y="0"/>
                                    </p:animMotion>
                                  </p:childTnLst>
                                </p:cTn>
                              </p:par>
                              <p:par>
                                <p:cTn id="16" presetID="10" presetClass="entr" presetSubtype="0" fill="hold" nodeType="withEffect">
                                  <p:stCondLst>
                                    <p:cond delay="250"/>
                                  </p:stCondLst>
                                  <p:childTnLst>
                                    <p:set>
                                      <p:cBhvr>
                                        <p:cTn id="17" dur="1" fill="hold">
                                          <p:stCondLst>
                                            <p:cond delay="0"/>
                                          </p:stCondLst>
                                        </p:cTn>
                                        <p:tgtEl>
                                          <p:spTgt spid="3"/>
                                        </p:tgtEl>
                                        <p:attrNameLst>
                                          <p:attrName>style.visibility</p:attrName>
                                        </p:attrNameLst>
                                      </p:cBhvr>
                                      <p:to>
                                        <p:strVal val="visible"/>
                                      </p:to>
                                    </p:set>
                                    <p:animEffect transition="in" filter="fade">
                                      <p:cBhvr>
                                        <p:cTn id="18" dur="500"/>
                                        <p:tgtEl>
                                          <p:spTgt spid="3"/>
                                        </p:tgtEl>
                                      </p:cBhvr>
                                    </p:animEffect>
                                  </p:childTnLst>
                                </p:cTn>
                              </p:par>
                              <p:par>
                                <p:cTn id="19" presetID="42" presetClass="path" presetSubtype="0" decel="100000" fill="hold" nodeType="withEffect">
                                  <p:stCondLst>
                                    <p:cond delay="250"/>
                                  </p:stCondLst>
                                  <p:childTnLst>
                                    <p:animMotion origin="layout" path="M -1.11111E-6 -3.82716E-6 L -1.11111E-6 0.09136 " pathEditMode="relative" rAng="0" ptsTypes="AA">
                                      <p:cBhvr>
                                        <p:cTn id="20" dur="750" spd="-100000" fill="hold"/>
                                        <p:tgtEl>
                                          <p:spTgt spid="3"/>
                                        </p:tgtEl>
                                        <p:attrNameLst>
                                          <p:attrName>ppt_x</p:attrName>
                                          <p:attrName>ppt_y</p:attrName>
                                        </p:attrNameLst>
                                      </p:cBhvr>
                                      <p:rCtr x="0" y="4568"/>
                                    </p:animMotion>
                                  </p:childTnLst>
                                </p:cTn>
                              </p:par>
                            </p:childTnLst>
                          </p:cTn>
                        </p:par>
                        <p:par>
                          <p:cTn id="21" fill="hold">
                            <p:stCondLst>
                              <p:cond delay="1000"/>
                            </p:stCondLst>
                            <p:childTnLst>
                              <p:par>
                                <p:cTn id="22" presetID="10" presetClass="entr" presetSubtype="0" fill="hold" grpId="0" nodeType="afterEffect">
                                  <p:stCondLst>
                                    <p:cond delay="0"/>
                                  </p:stCondLst>
                                  <p:childTnLst>
                                    <p:set>
                                      <p:cBhvr>
                                        <p:cTn id="23" dur="1" fill="hold">
                                          <p:stCondLst>
                                            <p:cond delay="0"/>
                                          </p:stCondLst>
                                        </p:cTn>
                                        <p:tgtEl>
                                          <p:spTgt spid="22"/>
                                        </p:tgtEl>
                                        <p:attrNameLst>
                                          <p:attrName>style.visibility</p:attrName>
                                        </p:attrNameLst>
                                      </p:cBhvr>
                                      <p:to>
                                        <p:strVal val="visible"/>
                                      </p:to>
                                    </p:set>
                                    <p:animEffect transition="in" filter="fade">
                                      <p:cBhvr>
                                        <p:cTn id="24" dur="500"/>
                                        <p:tgtEl>
                                          <p:spTgt spid="22"/>
                                        </p:tgtEl>
                                      </p:cBhvr>
                                    </p:animEffec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3"/>
                                        </p:tgtEl>
                                        <p:attrNameLst>
                                          <p:attrName>style.visibility</p:attrName>
                                        </p:attrNameLst>
                                      </p:cBhvr>
                                      <p:to>
                                        <p:strVal val="visible"/>
                                      </p:to>
                                    </p:set>
                                  </p:childTnLst>
                                </p:cTn>
                              </p:par>
                            </p:childTnLst>
                          </p:cTn>
                        </p:par>
                        <p:par>
                          <p:cTn id="29" fill="hold">
                            <p:stCondLst>
                              <p:cond delay="0"/>
                            </p:stCondLst>
                            <p:childTnLst>
                              <p:par>
                                <p:cTn id="30" presetID="63" presetClass="path" presetSubtype="0" decel="100000" fill="hold" nodeType="afterEffect">
                                  <p:stCondLst>
                                    <p:cond delay="0"/>
                                  </p:stCondLst>
                                  <p:childTnLst>
                                    <p:animMotion origin="layout" path="M -1.94444E-6 7.40741E-7 L 0.16788 7.40741E-7 " pathEditMode="relative" rAng="0" ptsTypes="AA">
                                      <p:cBhvr>
                                        <p:cTn id="31" dur="750" fill="hold"/>
                                        <p:tgtEl>
                                          <p:spTgt spid="40"/>
                                        </p:tgtEl>
                                        <p:attrNameLst>
                                          <p:attrName>ppt_x</p:attrName>
                                          <p:attrName>ppt_y</p:attrName>
                                        </p:attrNameLst>
                                      </p:cBhvr>
                                      <p:rCtr x="8385" y="0"/>
                                    </p:animMotion>
                                  </p:childTnLst>
                                </p:cTn>
                              </p:par>
                              <p:par>
                                <p:cTn id="32" presetID="10" presetClass="entr" presetSubtype="0" fill="hold" nodeType="withEffect">
                                  <p:stCondLst>
                                    <p:cond delay="250"/>
                                  </p:stCondLst>
                                  <p:childTnLst>
                                    <p:set>
                                      <p:cBhvr>
                                        <p:cTn id="33" dur="1" fill="hold">
                                          <p:stCondLst>
                                            <p:cond delay="0"/>
                                          </p:stCondLst>
                                        </p:cTn>
                                        <p:tgtEl>
                                          <p:spTgt spid="47"/>
                                        </p:tgtEl>
                                        <p:attrNameLst>
                                          <p:attrName>style.visibility</p:attrName>
                                        </p:attrNameLst>
                                      </p:cBhvr>
                                      <p:to>
                                        <p:strVal val="visible"/>
                                      </p:to>
                                    </p:set>
                                    <p:animEffect transition="in" filter="fade">
                                      <p:cBhvr>
                                        <p:cTn id="34" dur="500"/>
                                        <p:tgtEl>
                                          <p:spTgt spid="47"/>
                                        </p:tgtEl>
                                      </p:cBhvr>
                                    </p:animEffect>
                                  </p:childTnLst>
                                </p:cTn>
                              </p:par>
                              <p:par>
                                <p:cTn id="35" presetID="42" presetClass="path" presetSubtype="0" decel="100000" fill="hold" nodeType="withEffect">
                                  <p:stCondLst>
                                    <p:cond delay="250"/>
                                  </p:stCondLst>
                                  <p:childTnLst>
                                    <p:animMotion origin="layout" path="M 4.98596E-6 4.11711E-6 L 4.98596E-6 0.09124 " pathEditMode="relative" rAng="0" ptsTypes="AA">
                                      <p:cBhvr>
                                        <p:cTn id="36" dur="750" spd="-100000" fill="hold"/>
                                        <p:tgtEl>
                                          <p:spTgt spid="47"/>
                                        </p:tgtEl>
                                        <p:attrNameLst>
                                          <p:attrName>ppt_x</p:attrName>
                                          <p:attrName>ppt_y</p:attrName>
                                        </p:attrNameLst>
                                      </p:cBhvr>
                                      <p:rCtr x="0" y="4562"/>
                                    </p:animMotion>
                                  </p:childTnLst>
                                </p:cTn>
                              </p:par>
                            </p:childTnLst>
                          </p:cTn>
                        </p:par>
                        <p:par>
                          <p:cTn id="37" fill="hold">
                            <p:stCondLst>
                              <p:cond delay="1000"/>
                            </p:stCondLst>
                            <p:childTnLst>
                              <p:par>
                                <p:cTn id="38" presetID="10" presetClass="entr" presetSubtype="0" fill="hold" grpId="0" nodeType="afterEffect">
                                  <p:stCondLst>
                                    <p:cond delay="0"/>
                                  </p:stCondLst>
                                  <p:childTnLst>
                                    <p:set>
                                      <p:cBhvr>
                                        <p:cTn id="39" dur="1" fill="hold">
                                          <p:stCondLst>
                                            <p:cond delay="0"/>
                                          </p:stCondLst>
                                        </p:cTn>
                                        <p:tgtEl>
                                          <p:spTgt spid="23"/>
                                        </p:tgtEl>
                                        <p:attrNameLst>
                                          <p:attrName>style.visibility</p:attrName>
                                        </p:attrNameLst>
                                      </p:cBhvr>
                                      <p:to>
                                        <p:strVal val="visible"/>
                                      </p:to>
                                    </p:set>
                                    <p:animEffect transition="in" filter="fade">
                                      <p:cBhvr>
                                        <p:cTn id="40"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P spid="22" grpId="0"/>
      <p:bldP spid="23"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Content Placeholder 2"/>
          <p:cNvSpPr txBox="1">
            <a:spLocks/>
          </p:cNvSpPr>
          <p:nvPr/>
        </p:nvSpPr>
        <p:spPr>
          <a:xfrm>
            <a:off x="254041" y="3072549"/>
            <a:ext cx="5566463" cy="2896521"/>
          </a:xfrm>
          <a:prstGeom prst="rect">
            <a:avLst/>
          </a:prstGeom>
          <a:noFill/>
        </p:spPr>
        <p:txBody>
          <a:bodyPr vert="horz" wrap="square" lIns="143388" tIns="89617" rIns="143388" bIns="89617" rtlCol="0">
            <a:spAutoFit/>
          </a:bodyPr>
          <a:lstStyle>
            <a:lvl1pPr marL="342900" marR="0" indent="-342900" algn="l" defTabSz="932742" rtl="0" eaLnBrk="1" fontAlgn="auto" latinLnBrk="0" hangingPunct="1">
              <a:lnSpc>
                <a:spcPct val="90000"/>
              </a:lnSpc>
              <a:spcBef>
                <a:spcPct val="20000"/>
              </a:spcBef>
              <a:spcAft>
                <a:spcPts val="0"/>
              </a:spcAft>
              <a:buClr>
                <a:schemeClr val="tx1"/>
              </a:buClr>
              <a:buSzPct val="90000"/>
              <a:buFont typeface="Wingdings" panose="05000000000000000000" pitchFamily="2" charset="2"/>
              <a:buChar char="§"/>
              <a:tabLst/>
              <a:defRPr sz="4000" kern="1200" spc="0" baseline="0">
                <a:gradFill>
                  <a:gsLst>
                    <a:gs pos="1250">
                      <a:schemeClr val="tx1"/>
                    </a:gs>
                    <a:gs pos="100000">
                      <a:schemeClr val="tx1"/>
                    </a:gs>
                  </a:gsLst>
                  <a:lin ang="5400000" scaled="0"/>
                </a:gradFill>
                <a:latin typeface="+mj-lt"/>
                <a:ea typeface="+mn-ea"/>
                <a:cs typeface="+mn-cs"/>
              </a:defRPr>
            </a:lvl1pPr>
            <a:lvl2pPr marL="584200" marR="0" indent="-241300" algn="l" defTabSz="932742" rtl="0" eaLnBrk="1" fontAlgn="auto" latinLnBrk="0" hangingPunct="1">
              <a:lnSpc>
                <a:spcPct val="90000"/>
              </a:lnSpc>
              <a:spcBef>
                <a:spcPct val="20000"/>
              </a:spcBef>
              <a:spcAft>
                <a:spcPts val="0"/>
              </a:spcAft>
              <a:buClr>
                <a:schemeClr val="tx1"/>
              </a:buClr>
              <a:buSzPct val="90000"/>
              <a:buFont typeface="Wingdings" panose="05000000000000000000" pitchFamily="2" charset="2"/>
              <a:buChar char="§"/>
              <a:tabLst/>
              <a:defRPr sz="2400" kern="1200" spc="0" baseline="0">
                <a:gradFill>
                  <a:gsLst>
                    <a:gs pos="1250">
                      <a:schemeClr val="tx1"/>
                    </a:gs>
                    <a:gs pos="100000">
                      <a:schemeClr val="tx1"/>
                    </a:gs>
                  </a:gsLst>
                  <a:lin ang="5400000" scaled="0"/>
                </a:gradFill>
                <a:latin typeface="+mn-lt"/>
                <a:ea typeface="+mn-ea"/>
                <a:cs typeface="+mn-cs"/>
              </a:defRPr>
            </a:lvl2pPr>
            <a:lvl3pPr marL="800100" marR="0" indent="-228600" algn="l" defTabSz="932742" rtl="0" eaLnBrk="1" fontAlgn="auto" latinLnBrk="0" hangingPunct="1">
              <a:lnSpc>
                <a:spcPct val="90000"/>
              </a:lnSpc>
              <a:spcBef>
                <a:spcPct val="20000"/>
              </a:spcBef>
              <a:spcAft>
                <a:spcPts val="0"/>
              </a:spcAft>
              <a:buClr>
                <a:schemeClr val="tx1"/>
              </a:buClr>
              <a:buSzPct val="90000"/>
              <a:buFont typeface="Wingdings" panose="05000000000000000000" pitchFamily="2" charset="2"/>
              <a:buChar char="§"/>
              <a:tabLst/>
              <a:defRPr sz="2400" kern="1200" spc="0" baseline="0">
                <a:gradFill>
                  <a:gsLst>
                    <a:gs pos="1250">
                      <a:schemeClr val="tx1"/>
                    </a:gs>
                    <a:gs pos="100000">
                      <a:schemeClr val="tx1"/>
                    </a:gs>
                  </a:gsLst>
                  <a:lin ang="5400000" scaled="0"/>
                </a:gradFill>
                <a:latin typeface="+mn-lt"/>
                <a:ea typeface="+mn-ea"/>
                <a:cs typeface="+mn-cs"/>
              </a:defRPr>
            </a:lvl3pPr>
            <a:lvl4pPr marL="1028700" marR="0" indent="-228600" algn="l" defTabSz="932742" rtl="0" eaLnBrk="1" fontAlgn="auto" latinLnBrk="0" hangingPunct="1">
              <a:lnSpc>
                <a:spcPct val="90000"/>
              </a:lnSpc>
              <a:spcBef>
                <a:spcPct val="20000"/>
              </a:spcBef>
              <a:spcAft>
                <a:spcPts val="0"/>
              </a:spcAft>
              <a:buClr>
                <a:schemeClr val="tx1"/>
              </a:buClr>
              <a:buSzPct val="90000"/>
              <a:buFont typeface="Wingdings" panose="05000000000000000000" pitchFamily="2" charset="2"/>
              <a:buChar char="§"/>
              <a:tabLst/>
              <a:defRPr sz="2000" kern="1200" spc="0" baseline="0">
                <a:gradFill>
                  <a:gsLst>
                    <a:gs pos="1250">
                      <a:schemeClr val="tx1"/>
                    </a:gs>
                    <a:gs pos="100000">
                      <a:schemeClr val="tx1"/>
                    </a:gs>
                  </a:gsLst>
                  <a:lin ang="5400000" scaled="0"/>
                </a:gradFill>
                <a:latin typeface="+mn-lt"/>
                <a:ea typeface="+mn-ea"/>
                <a:cs typeface="+mn-cs"/>
              </a:defRPr>
            </a:lvl4pPr>
            <a:lvl5pPr marL="1257300" marR="0" indent="-228600" algn="l" defTabSz="932742" rtl="0" eaLnBrk="1" fontAlgn="auto" latinLnBrk="0" hangingPunct="1">
              <a:lnSpc>
                <a:spcPct val="90000"/>
              </a:lnSpc>
              <a:spcBef>
                <a:spcPct val="20000"/>
              </a:spcBef>
              <a:spcAft>
                <a:spcPts val="0"/>
              </a:spcAft>
              <a:buClr>
                <a:schemeClr val="tx1"/>
              </a:buClr>
              <a:buSzPct val="90000"/>
              <a:buFont typeface="Wingdings" panose="05000000000000000000" pitchFamily="2" charset="2"/>
              <a:buChar char="§"/>
              <a:tabLst/>
              <a:defRPr sz="20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nSpc>
                <a:spcPct val="100000"/>
              </a:lnSpc>
              <a:spcBef>
                <a:spcPts val="1175"/>
              </a:spcBef>
              <a:buClr>
                <a:srgbClr val="505050"/>
              </a:buClr>
              <a:buNone/>
            </a:pPr>
            <a:r>
              <a:rPr lang="en-US" sz="2745" dirty="0">
                <a:solidFill>
                  <a:srgbClr val="000000"/>
                </a:solidFill>
                <a:latin typeface="Segoe UI"/>
              </a:rPr>
              <a:t>Optimized for data workloads</a:t>
            </a:r>
          </a:p>
          <a:p>
            <a:pPr marL="0" indent="0">
              <a:lnSpc>
                <a:spcPct val="100000"/>
              </a:lnSpc>
              <a:spcBef>
                <a:spcPts val="1175"/>
              </a:spcBef>
              <a:buClr>
                <a:srgbClr val="505050"/>
              </a:buClr>
              <a:buNone/>
            </a:pPr>
            <a:r>
              <a:rPr lang="en-US" sz="2745" dirty="0">
                <a:solidFill>
                  <a:srgbClr val="000000"/>
                </a:solidFill>
                <a:latin typeface="Segoe UI"/>
              </a:rPr>
              <a:t>Up to 32 CPU cores, 448 GB RAM</a:t>
            </a:r>
          </a:p>
          <a:p>
            <a:pPr marL="0" indent="0">
              <a:lnSpc>
                <a:spcPct val="100000"/>
              </a:lnSpc>
              <a:spcBef>
                <a:spcPts val="1175"/>
              </a:spcBef>
              <a:buClr>
                <a:srgbClr val="505050"/>
              </a:buClr>
              <a:buNone/>
            </a:pPr>
            <a:r>
              <a:rPr lang="en-US" sz="2745" dirty="0">
                <a:solidFill>
                  <a:srgbClr val="000000"/>
                </a:solidFill>
                <a:latin typeface="Segoe UI"/>
              </a:rPr>
              <a:t>6.5 TB local SSD</a:t>
            </a:r>
          </a:p>
          <a:p>
            <a:pPr marL="0" indent="0">
              <a:lnSpc>
                <a:spcPct val="100000"/>
              </a:lnSpc>
              <a:spcBef>
                <a:spcPts val="1175"/>
              </a:spcBef>
              <a:buClr>
                <a:srgbClr val="505050"/>
              </a:buClr>
              <a:buNone/>
            </a:pPr>
            <a:r>
              <a:rPr lang="en-US" sz="2745" dirty="0">
                <a:solidFill>
                  <a:srgbClr val="000000"/>
                </a:solidFill>
                <a:latin typeface="Segoe UI"/>
              </a:rPr>
              <a:t>Latest generation Intel processor</a:t>
            </a:r>
          </a:p>
          <a:p>
            <a:pPr marL="0" indent="0">
              <a:lnSpc>
                <a:spcPct val="100000"/>
              </a:lnSpc>
              <a:spcBef>
                <a:spcPts val="1175"/>
              </a:spcBef>
              <a:buClr>
                <a:srgbClr val="505050"/>
              </a:buClr>
              <a:buNone/>
            </a:pPr>
            <a:r>
              <a:rPr lang="en-US" sz="2745" dirty="0">
                <a:solidFill>
                  <a:srgbClr val="000000"/>
                </a:solidFill>
                <a:latin typeface="Segoe UI"/>
              </a:rPr>
              <a:t>Up to 64 attached disks!!</a:t>
            </a:r>
          </a:p>
        </p:txBody>
      </p:sp>
      <p:grpSp>
        <p:nvGrpSpPr>
          <p:cNvPr id="22" name="Group 21"/>
          <p:cNvGrpSpPr/>
          <p:nvPr/>
        </p:nvGrpSpPr>
        <p:grpSpPr>
          <a:xfrm>
            <a:off x="7052598" y="584604"/>
            <a:ext cx="4103636" cy="3775599"/>
            <a:chOff x="5289550" y="806450"/>
            <a:chExt cx="3078163" cy="2832101"/>
          </a:xfrm>
        </p:grpSpPr>
        <p:sp>
          <p:nvSpPr>
            <p:cNvPr id="23" name="AutoShape 3"/>
            <p:cNvSpPr>
              <a:spLocks noChangeAspect="1" noChangeArrowheads="1" noTextEdit="1"/>
            </p:cNvSpPr>
            <p:nvPr/>
          </p:nvSpPr>
          <p:spPr bwMode="auto">
            <a:xfrm>
              <a:off x="5292725" y="806450"/>
              <a:ext cx="3074988" cy="282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21903" tIns="60952" rIns="121903" bIns="60952" numCol="1" anchor="t" anchorCtr="0" compatLnSpc="1">
              <a:prstTxWarp prst="textNoShape">
                <a:avLst/>
              </a:prstTxWarp>
            </a:bodyPr>
            <a:lstStyle/>
            <a:p>
              <a:pPr>
                <a:defRPr/>
              </a:pPr>
              <a:endParaRPr lang="en-US" sz="2400" kern="0">
                <a:solidFill>
                  <a:srgbClr val="000000"/>
                </a:solidFill>
              </a:endParaRPr>
            </a:p>
          </p:txBody>
        </p:sp>
        <p:sp>
          <p:nvSpPr>
            <p:cNvPr id="24" name="Freeform 5"/>
            <p:cNvSpPr>
              <a:spLocks/>
            </p:cNvSpPr>
            <p:nvPr/>
          </p:nvSpPr>
          <p:spPr bwMode="auto">
            <a:xfrm>
              <a:off x="5822950" y="3044825"/>
              <a:ext cx="2011363" cy="593725"/>
            </a:xfrm>
            <a:custGeom>
              <a:avLst/>
              <a:gdLst>
                <a:gd name="T0" fmla="*/ 535 w 736"/>
                <a:gd name="T1" fmla="*/ 0 h 217"/>
                <a:gd name="T2" fmla="*/ 508 w 736"/>
                <a:gd name="T3" fmla="*/ 0 h 217"/>
                <a:gd name="T4" fmla="*/ 243 w 736"/>
                <a:gd name="T5" fmla="*/ 0 h 217"/>
                <a:gd name="T6" fmla="*/ 229 w 736"/>
                <a:gd name="T7" fmla="*/ 0 h 217"/>
                <a:gd name="T8" fmla="*/ 0 w 736"/>
                <a:gd name="T9" fmla="*/ 149 h 217"/>
                <a:gd name="T10" fmla="*/ 0 w 736"/>
                <a:gd name="T11" fmla="*/ 217 h 217"/>
                <a:gd name="T12" fmla="*/ 275 w 736"/>
                <a:gd name="T13" fmla="*/ 217 h 217"/>
                <a:gd name="T14" fmla="*/ 476 w 736"/>
                <a:gd name="T15" fmla="*/ 217 h 217"/>
                <a:gd name="T16" fmla="*/ 736 w 736"/>
                <a:gd name="T17" fmla="*/ 217 h 217"/>
                <a:gd name="T18" fmla="*/ 736 w 736"/>
                <a:gd name="T19" fmla="*/ 149 h 217"/>
                <a:gd name="T20" fmla="*/ 535 w 736"/>
                <a:gd name="T21" fmla="*/ 0 h 2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36" h="217">
                  <a:moveTo>
                    <a:pt x="535" y="0"/>
                  </a:moveTo>
                  <a:cubicBezTo>
                    <a:pt x="508" y="0"/>
                    <a:pt x="508" y="0"/>
                    <a:pt x="508" y="0"/>
                  </a:cubicBezTo>
                  <a:cubicBezTo>
                    <a:pt x="243" y="0"/>
                    <a:pt x="243" y="0"/>
                    <a:pt x="243" y="0"/>
                  </a:cubicBezTo>
                  <a:cubicBezTo>
                    <a:pt x="229" y="0"/>
                    <a:pt x="229" y="0"/>
                    <a:pt x="229" y="0"/>
                  </a:cubicBezTo>
                  <a:cubicBezTo>
                    <a:pt x="266" y="130"/>
                    <a:pt x="216" y="149"/>
                    <a:pt x="0" y="149"/>
                  </a:cubicBezTo>
                  <a:cubicBezTo>
                    <a:pt x="0" y="217"/>
                    <a:pt x="0" y="217"/>
                    <a:pt x="0" y="217"/>
                  </a:cubicBezTo>
                  <a:cubicBezTo>
                    <a:pt x="275" y="217"/>
                    <a:pt x="275" y="217"/>
                    <a:pt x="275" y="217"/>
                  </a:cubicBezTo>
                  <a:cubicBezTo>
                    <a:pt x="476" y="217"/>
                    <a:pt x="476" y="217"/>
                    <a:pt x="476" y="217"/>
                  </a:cubicBezTo>
                  <a:cubicBezTo>
                    <a:pt x="736" y="217"/>
                    <a:pt x="736" y="217"/>
                    <a:pt x="736" y="217"/>
                  </a:cubicBezTo>
                  <a:cubicBezTo>
                    <a:pt x="736" y="149"/>
                    <a:pt x="736" y="149"/>
                    <a:pt x="736" y="149"/>
                  </a:cubicBezTo>
                  <a:cubicBezTo>
                    <a:pt x="520" y="149"/>
                    <a:pt x="498" y="130"/>
                    <a:pt x="535" y="0"/>
                  </a:cubicBezTo>
                  <a:close/>
                </a:path>
              </a:pathLst>
            </a:custGeom>
            <a:solidFill>
              <a:srgbClr val="89898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03" tIns="60952" rIns="121903" bIns="60952" numCol="1" anchor="t" anchorCtr="0" compatLnSpc="1">
              <a:prstTxWarp prst="textNoShape">
                <a:avLst/>
              </a:prstTxWarp>
            </a:bodyPr>
            <a:lstStyle/>
            <a:p>
              <a:pPr>
                <a:defRPr/>
              </a:pPr>
              <a:endParaRPr lang="en-US" sz="2400" kern="0">
                <a:solidFill>
                  <a:srgbClr val="000000"/>
                </a:solidFill>
              </a:endParaRPr>
            </a:p>
          </p:txBody>
        </p:sp>
        <p:sp>
          <p:nvSpPr>
            <p:cNvPr id="25" name="Rectangle 6"/>
            <p:cNvSpPr>
              <a:spLocks noChangeArrowheads="1"/>
            </p:cNvSpPr>
            <p:nvPr/>
          </p:nvSpPr>
          <p:spPr bwMode="auto">
            <a:xfrm>
              <a:off x="5822950" y="3452813"/>
              <a:ext cx="2011363" cy="185738"/>
            </a:xfrm>
            <a:prstGeom prst="rect">
              <a:avLst/>
            </a:prstGeom>
            <a:solidFill>
              <a:srgbClr val="C9C9C9"/>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121903" tIns="60952" rIns="121903" bIns="60952" numCol="1" anchor="t" anchorCtr="0" compatLnSpc="1">
              <a:prstTxWarp prst="textNoShape">
                <a:avLst/>
              </a:prstTxWarp>
            </a:bodyPr>
            <a:lstStyle/>
            <a:p>
              <a:pPr>
                <a:defRPr/>
              </a:pPr>
              <a:endParaRPr lang="en-US" sz="2400" kern="0">
                <a:solidFill>
                  <a:srgbClr val="000000"/>
                </a:solidFill>
              </a:endParaRPr>
            </a:p>
          </p:txBody>
        </p:sp>
        <p:sp>
          <p:nvSpPr>
            <p:cNvPr id="26" name="Freeform 7"/>
            <p:cNvSpPr>
              <a:spLocks/>
            </p:cNvSpPr>
            <p:nvPr/>
          </p:nvSpPr>
          <p:spPr bwMode="auto">
            <a:xfrm>
              <a:off x="6391275" y="3044825"/>
              <a:ext cx="893763" cy="339725"/>
            </a:xfrm>
            <a:custGeom>
              <a:avLst/>
              <a:gdLst>
                <a:gd name="T0" fmla="*/ 300 w 327"/>
                <a:gd name="T1" fmla="*/ 0 h 124"/>
                <a:gd name="T2" fmla="*/ 35 w 327"/>
                <a:gd name="T3" fmla="*/ 0 h 124"/>
                <a:gd name="T4" fmla="*/ 21 w 327"/>
                <a:gd name="T5" fmla="*/ 0 h 124"/>
                <a:gd name="T6" fmla="*/ 0 w 327"/>
                <a:gd name="T7" fmla="*/ 124 h 124"/>
                <a:gd name="T8" fmla="*/ 325 w 327"/>
                <a:gd name="T9" fmla="*/ 9 h 124"/>
                <a:gd name="T10" fmla="*/ 327 w 327"/>
                <a:gd name="T11" fmla="*/ 0 h 124"/>
                <a:gd name="T12" fmla="*/ 300 w 327"/>
                <a:gd name="T13" fmla="*/ 0 h 124"/>
              </a:gdLst>
              <a:ahLst/>
              <a:cxnLst>
                <a:cxn ang="0">
                  <a:pos x="T0" y="T1"/>
                </a:cxn>
                <a:cxn ang="0">
                  <a:pos x="T2" y="T3"/>
                </a:cxn>
                <a:cxn ang="0">
                  <a:pos x="T4" y="T5"/>
                </a:cxn>
                <a:cxn ang="0">
                  <a:pos x="T6" y="T7"/>
                </a:cxn>
                <a:cxn ang="0">
                  <a:pos x="T8" y="T9"/>
                </a:cxn>
                <a:cxn ang="0">
                  <a:pos x="T10" y="T11"/>
                </a:cxn>
                <a:cxn ang="0">
                  <a:pos x="T12" y="T13"/>
                </a:cxn>
              </a:cxnLst>
              <a:rect l="0" t="0" r="r" b="b"/>
              <a:pathLst>
                <a:path w="327" h="124">
                  <a:moveTo>
                    <a:pt x="300" y="0"/>
                  </a:moveTo>
                  <a:cubicBezTo>
                    <a:pt x="35" y="0"/>
                    <a:pt x="35" y="0"/>
                    <a:pt x="35" y="0"/>
                  </a:cubicBezTo>
                  <a:cubicBezTo>
                    <a:pt x="21" y="0"/>
                    <a:pt x="21" y="0"/>
                    <a:pt x="21" y="0"/>
                  </a:cubicBezTo>
                  <a:cubicBezTo>
                    <a:pt x="40" y="66"/>
                    <a:pt x="36" y="103"/>
                    <a:pt x="0" y="124"/>
                  </a:cubicBezTo>
                  <a:cubicBezTo>
                    <a:pt x="325" y="9"/>
                    <a:pt x="325" y="9"/>
                    <a:pt x="325" y="9"/>
                  </a:cubicBezTo>
                  <a:cubicBezTo>
                    <a:pt x="326" y="6"/>
                    <a:pt x="326" y="3"/>
                    <a:pt x="327" y="0"/>
                  </a:cubicBezTo>
                  <a:lnTo>
                    <a:pt x="300" y="0"/>
                  </a:lnTo>
                  <a:close/>
                </a:path>
              </a:pathLst>
            </a:custGeom>
            <a:solidFill>
              <a:srgbClr val="78787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03" tIns="60952" rIns="121903" bIns="60952" numCol="1" anchor="t" anchorCtr="0" compatLnSpc="1">
              <a:prstTxWarp prst="textNoShape">
                <a:avLst/>
              </a:prstTxWarp>
            </a:bodyPr>
            <a:lstStyle/>
            <a:p>
              <a:pPr>
                <a:defRPr/>
              </a:pPr>
              <a:endParaRPr lang="en-US" sz="2400" kern="0">
                <a:solidFill>
                  <a:srgbClr val="000000"/>
                </a:solidFill>
              </a:endParaRPr>
            </a:p>
          </p:txBody>
        </p:sp>
        <p:sp>
          <p:nvSpPr>
            <p:cNvPr id="27" name="Rectangle 8"/>
            <p:cNvSpPr>
              <a:spLocks noChangeArrowheads="1"/>
            </p:cNvSpPr>
            <p:nvPr/>
          </p:nvSpPr>
          <p:spPr bwMode="auto">
            <a:xfrm>
              <a:off x="6280150" y="3422650"/>
              <a:ext cx="1588" cy="1588"/>
            </a:xfrm>
            <a:prstGeom prst="rect">
              <a:avLst/>
            </a:prstGeom>
            <a:solidFill>
              <a:srgbClr val="898989"/>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121903" tIns="60952" rIns="121903" bIns="60952" numCol="1" anchor="t" anchorCtr="0" compatLnSpc="1">
              <a:prstTxWarp prst="textNoShape">
                <a:avLst/>
              </a:prstTxWarp>
            </a:bodyPr>
            <a:lstStyle/>
            <a:p>
              <a:pPr>
                <a:defRPr/>
              </a:pPr>
              <a:endParaRPr lang="en-US" sz="2400" kern="0">
                <a:solidFill>
                  <a:srgbClr val="000000"/>
                </a:solidFill>
              </a:endParaRPr>
            </a:p>
          </p:txBody>
        </p:sp>
        <p:sp>
          <p:nvSpPr>
            <p:cNvPr id="28" name="Freeform 9"/>
            <p:cNvSpPr>
              <a:spLocks noEditPoints="1"/>
            </p:cNvSpPr>
            <p:nvPr/>
          </p:nvSpPr>
          <p:spPr bwMode="auto">
            <a:xfrm>
              <a:off x="5289550" y="809625"/>
              <a:ext cx="3078163" cy="2249488"/>
            </a:xfrm>
            <a:custGeom>
              <a:avLst/>
              <a:gdLst>
                <a:gd name="T0" fmla="*/ 1058 w 1126"/>
                <a:gd name="T1" fmla="*/ 0 h 823"/>
                <a:gd name="T2" fmla="*/ 61 w 1126"/>
                <a:gd name="T3" fmla="*/ 0 h 823"/>
                <a:gd name="T4" fmla="*/ 0 w 1126"/>
                <a:gd name="T5" fmla="*/ 65 h 823"/>
                <a:gd name="T6" fmla="*/ 0 w 1126"/>
                <a:gd name="T7" fmla="*/ 760 h 823"/>
                <a:gd name="T8" fmla="*/ 61 w 1126"/>
                <a:gd name="T9" fmla="*/ 823 h 823"/>
                <a:gd name="T10" fmla="*/ 1058 w 1126"/>
                <a:gd name="T11" fmla="*/ 823 h 823"/>
                <a:gd name="T12" fmla="*/ 1126 w 1126"/>
                <a:gd name="T13" fmla="*/ 760 h 823"/>
                <a:gd name="T14" fmla="*/ 1126 w 1126"/>
                <a:gd name="T15" fmla="*/ 65 h 823"/>
                <a:gd name="T16" fmla="*/ 1058 w 1126"/>
                <a:gd name="T17" fmla="*/ 0 h 823"/>
                <a:gd name="T18" fmla="*/ 1039 w 1126"/>
                <a:gd name="T19" fmla="*/ 87 h 823"/>
                <a:gd name="T20" fmla="*/ 1039 w 1126"/>
                <a:gd name="T21" fmla="*/ 737 h 823"/>
                <a:gd name="T22" fmla="*/ 87 w 1126"/>
                <a:gd name="T23" fmla="*/ 737 h 823"/>
                <a:gd name="T24" fmla="*/ 87 w 1126"/>
                <a:gd name="T25" fmla="*/ 87 h 823"/>
                <a:gd name="T26" fmla="*/ 1042 w 1126"/>
                <a:gd name="T27" fmla="*/ 86 h 823"/>
                <a:gd name="T28" fmla="*/ 1039 w 1126"/>
                <a:gd name="T29" fmla="*/ 87 h 8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126" h="823">
                  <a:moveTo>
                    <a:pt x="1058" y="0"/>
                  </a:moveTo>
                  <a:cubicBezTo>
                    <a:pt x="61" y="0"/>
                    <a:pt x="61" y="0"/>
                    <a:pt x="61" y="0"/>
                  </a:cubicBezTo>
                  <a:cubicBezTo>
                    <a:pt x="27" y="0"/>
                    <a:pt x="0" y="31"/>
                    <a:pt x="0" y="65"/>
                  </a:cubicBezTo>
                  <a:cubicBezTo>
                    <a:pt x="0" y="760"/>
                    <a:pt x="0" y="760"/>
                    <a:pt x="0" y="760"/>
                  </a:cubicBezTo>
                  <a:cubicBezTo>
                    <a:pt x="0" y="793"/>
                    <a:pt x="27" y="823"/>
                    <a:pt x="61" y="823"/>
                  </a:cubicBezTo>
                  <a:cubicBezTo>
                    <a:pt x="1058" y="823"/>
                    <a:pt x="1058" y="823"/>
                    <a:pt x="1058" y="823"/>
                  </a:cubicBezTo>
                  <a:cubicBezTo>
                    <a:pt x="1092" y="823"/>
                    <a:pt x="1126" y="793"/>
                    <a:pt x="1126" y="760"/>
                  </a:cubicBezTo>
                  <a:cubicBezTo>
                    <a:pt x="1126" y="65"/>
                    <a:pt x="1126" y="65"/>
                    <a:pt x="1126" y="65"/>
                  </a:cubicBezTo>
                  <a:cubicBezTo>
                    <a:pt x="1126" y="31"/>
                    <a:pt x="1092" y="0"/>
                    <a:pt x="1058" y="0"/>
                  </a:cubicBezTo>
                  <a:close/>
                  <a:moveTo>
                    <a:pt x="1039" y="87"/>
                  </a:moveTo>
                  <a:cubicBezTo>
                    <a:pt x="1039" y="737"/>
                    <a:pt x="1039" y="737"/>
                    <a:pt x="1039" y="737"/>
                  </a:cubicBezTo>
                  <a:cubicBezTo>
                    <a:pt x="87" y="737"/>
                    <a:pt x="87" y="737"/>
                    <a:pt x="87" y="737"/>
                  </a:cubicBezTo>
                  <a:cubicBezTo>
                    <a:pt x="87" y="87"/>
                    <a:pt x="87" y="87"/>
                    <a:pt x="87" y="87"/>
                  </a:cubicBezTo>
                  <a:cubicBezTo>
                    <a:pt x="1042" y="86"/>
                    <a:pt x="1042" y="86"/>
                    <a:pt x="1042" y="86"/>
                  </a:cubicBezTo>
                  <a:lnTo>
                    <a:pt x="1039" y="87"/>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03" tIns="60952" rIns="121903" bIns="60952" numCol="1" anchor="t" anchorCtr="0" compatLnSpc="1">
              <a:prstTxWarp prst="textNoShape">
                <a:avLst/>
              </a:prstTxWarp>
            </a:bodyPr>
            <a:lstStyle/>
            <a:p>
              <a:pPr>
                <a:defRPr/>
              </a:pPr>
              <a:endParaRPr lang="en-US" sz="2400" kern="0">
                <a:solidFill>
                  <a:srgbClr val="000000"/>
                </a:solidFill>
              </a:endParaRPr>
            </a:p>
          </p:txBody>
        </p:sp>
        <p:sp>
          <p:nvSpPr>
            <p:cNvPr id="29" name="Freeform 10"/>
            <p:cNvSpPr>
              <a:spLocks/>
            </p:cNvSpPr>
            <p:nvPr/>
          </p:nvSpPr>
          <p:spPr bwMode="auto">
            <a:xfrm>
              <a:off x="5289550" y="809625"/>
              <a:ext cx="2895600" cy="2249488"/>
            </a:xfrm>
            <a:custGeom>
              <a:avLst/>
              <a:gdLst>
                <a:gd name="T0" fmla="*/ 87 w 1059"/>
                <a:gd name="T1" fmla="*/ 737 h 823"/>
                <a:gd name="T2" fmla="*/ 85 w 1059"/>
                <a:gd name="T3" fmla="*/ 737 h 823"/>
                <a:gd name="T4" fmla="*/ 85 w 1059"/>
                <a:gd name="T5" fmla="*/ 87 h 823"/>
                <a:gd name="T6" fmla="*/ 958 w 1059"/>
                <a:gd name="T7" fmla="*/ 86 h 823"/>
                <a:gd name="T8" fmla="*/ 1059 w 1059"/>
                <a:gd name="T9" fmla="*/ 1 h 823"/>
                <a:gd name="T10" fmla="*/ 1058 w 1059"/>
                <a:gd name="T11" fmla="*/ 0 h 823"/>
                <a:gd name="T12" fmla="*/ 61 w 1059"/>
                <a:gd name="T13" fmla="*/ 0 h 823"/>
                <a:gd name="T14" fmla="*/ 0 w 1059"/>
                <a:gd name="T15" fmla="*/ 65 h 823"/>
                <a:gd name="T16" fmla="*/ 0 w 1059"/>
                <a:gd name="T17" fmla="*/ 760 h 823"/>
                <a:gd name="T18" fmla="*/ 61 w 1059"/>
                <a:gd name="T19" fmla="*/ 823 h 823"/>
                <a:gd name="T20" fmla="*/ 85 w 1059"/>
                <a:gd name="T21" fmla="*/ 823 h 823"/>
                <a:gd name="T22" fmla="*/ 188 w 1059"/>
                <a:gd name="T23" fmla="*/ 737 h 823"/>
                <a:gd name="T24" fmla="*/ 87 w 1059"/>
                <a:gd name="T25" fmla="*/ 737 h 8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59" h="823">
                  <a:moveTo>
                    <a:pt x="87" y="737"/>
                  </a:moveTo>
                  <a:cubicBezTo>
                    <a:pt x="85" y="737"/>
                    <a:pt x="85" y="737"/>
                    <a:pt x="85" y="737"/>
                  </a:cubicBezTo>
                  <a:cubicBezTo>
                    <a:pt x="85" y="87"/>
                    <a:pt x="85" y="87"/>
                    <a:pt x="85" y="87"/>
                  </a:cubicBezTo>
                  <a:cubicBezTo>
                    <a:pt x="958" y="86"/>
                    <a:pt x="958" y="86"/>
                    <a:pt x="958" y="86"/>
                  </a:cubicBezTo>
                  <a:cubicBezTo>
                    <a:pt x="1059" y="1"/>
                    <a:pt x="1059" y="1"/>
                    <a:pt x="1059" y="1"/>
                  </a:cubicBezTo>
                  <a:cubicBezTo>
                    <a:pt x="1058" y="1"/>
                    <a:pt x="1058" y="0"/>
                    <a:pt x="1058" y="0"/>
                  </a:cubicBezTo>
                  <a:cubicBezTo>
                    <a:pt x="61" y="0"/>
                    <a:pt x="61" y="0"/>
                    <a:pt x="61" y="0"/>
                  </a:cubicBezTo>
                  <a:cubicBezTo>
                    <a:pt x="27" y="0"/>
                    <a:pt x="0" y="31"/>
                    <a:pt x="0" y="65"/>
                  </a:cubicBezTo>
                  <a:cubicBezTo>
                    <a:pt x="0" y="760"/>
                    <a:pt x="0" y="760"/>
                    <a:pt x="0" y="760"/>
                  </a:cubicBezTo>
                  <a:cubicBezTo>
                    <a:pt x="0" y="793"/>
                    <a:pt x="27" y="823"/>
                    <a:pt x="61" y="823"/>
                  </a:cubicBezTo>
                  <a:cubicBezTo>
                    <a:pt x="85" y="823"/>
                    <a:pt x="85" y="823"/>
                    <a:pt x="85" y="823"/>
                  </a:cubicBezTo>
                  <a:cubicBezTo>
                    <a:pt x="188" y="737"/>
                    <a:pt x="188" y="737"/>
                    <a:pt x="188" y="737"/>
                  </a:cubicBezTo>
                  <a:lnTo>
                    <a:pt x="87" y="737"/>
                  </a:lnTo>
                  <a:close/>
                </a:path>
              </a:pathLst>
            </a:custGeom>
            <a:solidFill>
              <a:srgbClr val="BABAB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03" tIns="60952" rIns="121903" bIns="60952" numCol="1" anchor="t" anchorCtr="0" compatLnSpc="1">
              <a:prstTxWarp prst="textNoShape">
                <a:avLst/>
              </a:prstTxWarp>
            </a:bodyPr>
            <a:lstStyle/>
            <a:p>
              <a:pPr>
                <a:defRPr/>
              </a:pPr>
              <a:endParaRPr lang="en-US" sz="2400" kern="0">
                <a:solidFill>
                  <a:srgbClr val="000000"/>
                </a:solidFill>
              </a:endParaRPr>
            </a:p>
          </p:txBody>
        </p:sp>
        <p:sp>
          <p:nvSpPr>
            <p:cNvPr id="30" name="Freeform 11"/>
            <p:cNvSpPr>
              <a:spLocks/>
            </p:cNvSpPr>
            <p:nvPr/>
          </p:nvSpPr>
          <p:spPr bwMode="auto">
            <a:xfrm>
              <a:off x="5522913" y="1044575"/>
              <a:ext cx="2386013" cy="1779588"/>
            </a:xfrm>
            <a:custGeom>
              <a:avLst/>
              <a:gdLst>
                <a:gd name="T0" fmla="*/ 0 w 1503"/>
                <a:gd name="T1" fmla="*/ 1121 h 1121"/>
                <a:gd name="T2" fmla="*/ 3 w 1503"/>
                <a:gd name="T3" fmla="*/ 1121 h 1121"/>
                <a:gd name="T4" fmla="*/ 3 w 1503"/>
                <a:gd name="T5" fmla="*/ 2 h 1121"/>
                <a:gd name="T6" fmla="*/ 1503 w 1503"/>
                <a:gd name="T7" fmla="*/ 0 h 1121"/>
                <a:gd name="T8" fmla="*/ 1503 w 1503"/>
                <a:gd name="T9" fmla="*/ 0 h 1121"/>
                <a:gd name="T10" fmla="*/ 0 w 1503"/>
                <a:gd name="T11" fmla="*/ 2 h 1121"/>
                <a:gd name="T12" fmla="*/ 0 w 1503"/>
                <a:gd name="T13" fmla="*/ 1121 h 1121"/>
              </a:gdLst>
              <a:ahLst/>
              <a:cxnLst>
                <a:cxn ang="0">
                  <a:pos x="T0" y="T1"/>
                </a:cxn>
                <a:cxn ang="0">
                  <a:pos x="T2" y="T3"/>
                </a:cxn>
                <a:cxn ang="0">
                  <a:pos x="T4" y="T5"/>
                </a:cxn>
                <a:cxn ang="0">
                  <a:pos x="T6" y="T7"/>
                </a:cxn>
                <a:cxn ang="0">
                  <a:pos x="T8" y="T9"/>
                </a:cxn>
                <a:cxn ang="0">
                  <a:pos x="T10" y="T11"/>
                </a:cxn>
                <a:cxn ang="0">
                  <a:pos x="T12" y="T13"/>
                </a:cxn>
              </a:cxnLst>
              <a:rect l="0" t="0" r="r" b="b"/>
              <a:pathLst>
                <a:path w="1503" h="1121">
                  <a:moveTo>
                    <a:pt x="0" y="1121"/>
                  </a:moveTo>
                  <a:lnTo>
                    <a:pt x="3" y="1121"/>
                  </a:lnTo>
                  <a:lnTo>
                    <a:pt x="3" y="2"/>
                  </a:lnTo>
                  <a:lnTo>
                    <a:pt x="1503" y="0"/>
                  </a:lnTo>
                  <a:lnTo>
                    <a:pt x="1503" y="0"/>
                  </a:lnTo>
                  <a:lnTo>
                    <a:pt x="0" y="2"/>
                  </a:lnTo>
                  <a:lnTo>
                    <a:pt x="0" y="1121"/>
                  </a:lnTo>
                  <a:close/>
                </a:path>
              </a:pathLst>
            </a:custGeom>
            <a:solidFill>
              <a:srgbClr val="59B4D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03" tIns="60952" rIns="121903" bIns="60952" numCol="1" anchor="t" anchorCtr="0" compatLnSpc="1">
              <a:prstTxWarp prst="textNoShape">
                <a:avLst/>
              </a:prstTxWarp>
            </a:bodyPr>
            <a:lstStyle/>
            <a:p>
              <a:pPr>
                <a:defRPr/>
              </a:pPr>
              <a:endParaRPr lang="en-US" sz="2400" kern="0">
                <a:solidFill>
                  <a:srgbClr val="000000"/>
                </a:solidFill>
              </a:endParaRPr>
            </a:p>
          </p:txBody>
        </p:sp>
      </p:grpSp>
      <p:sp>
        <p:nvSpPr>
          <p:cNvPr id="31" name="Title 1"/>
          <p:cNvSpPr txBox="1">
            <a:spLocks/>
          </p:cNvSpPr>
          <p:nvPr/>
        </p:nvSpPr>
        <p:spPr>
          <a:xfrm>
            <a:off x="0" y="1003794"/>
            <a:ext cx="5392556" cy="2091658"/>
          </a:xfrm>
          <a:prstGeom prst="rect">
            <a:avLst/>
          </a:prstGeom>
        </p:spPr>
        <p:txBody>
          <a:bodyPr vert="horz" wrap="square" lIns="143428" tIns="89642" rIns="143428" bIns="89642" rtlCol="0" anchor="t">
            <a:noAutofit/>
          </a:bodyPr>
          <a:lstStyle>
            <a:lvl1pPr algn="l" defTabSz="932667" rtl="0" eaLnBrk="1" latinLnBrk="0" hangingPunct="1">
              <a:lnSpc>
                <a:spcPct val="90000"/>
              </a:lnSpc>
              <a:spcBef>
                <a:spcPct val="0"/>
              </a:spcBef>
              <a:buNone/>
              <a:defRPr lang="en-US" sz="4800" b="0" kern="1200" cap="none" spc="-102" baseline="0" dirty="0" smtClean="0">
                <a:ln w="3175">
                  <a:noFill/>
                </a:ln>
                <a:gradFill>
                  <a:gsLst>
                    <a:gs pos="1250">
                      <a:schemeClr val="tx1"/>
                    </a:gs>
                    <a:gs pos="100000">
                      <a:schemeClr val="tx1"/>
                    </a:gs>
                  </a:gsLst>
                  <a:lin ang="5400000" scaled="0"/>
                </a:gradFill>
                <a:effectLst/>
                <a:latin typeface="+mj-lt"/>
                <a:ea typeface="+mn-ea"/>
                <a:cs typeface="Segoe UI" pitchFamily="34" charset="0"/>
              </a:defRPr>
            </a:lvl1pPr>
          </a:lstStyle>
          <a:p>
            <a:pPr>
              <a:defRPr/>
            </a:pPr>
            <a:r>
              <a:rPr lang="en-AU" sz="7056">
                <a:solidFill>
                  <a:srgbClr val="000000"/>
                </a:solidFill>
              </a:rPr>
              <a:t>The </a:t>
            </a:r>
            <a:r>
              <a:rPr lang="en-AU" sz="7840" b="1">
                <a:solidFill>
                  <a:srgbClr val="000000"/>
                </a:solidFill>
                <a:latin typeface="Segoe UI Black" panose="020B0A02040204020203" pitchFamily="34" charset="0"/>
                <a:ea typeface="Segoe UI Black" panose="020B0A02040204020203" pitchFamily="34" charset="0"/>
                <a:cs typeface="Segoe UI Black" panose="020B0A02040204020203" pitchFamily="34" charset="0"/>
              </a:rPr>
              <a:t>G</a:t>
            </a:r>
            <a:r>
              <a:rPr lang="en-AU" sz="7056">
                <a:solidFill>
                  <a:srgbClr val="000000"/>
                </a:solidFill>
              </a:rPr>
              <a:t> family</a:t>
            </a:r>
          </a:p>
        </p:txBody>
      </p:sp>
      <p:cxnSp>
        <p:nvCxnSpPr>
          <p:cNvPr id="32" name="Straight Connector 31"/>
          <p:cNvCxnSpPr/>
          <p:nvPr/>
        </p:nvCxnSpPr>
        <p:spPr>
          <a:xfrm>
            <a:off x="361020" y="2499328"/>
            <a:ext cx="5459484" cy="0"/>
          </a:xfrm>
          <a:prstGeom prst="line">
            <a:avLst/>
          </a:prstGeom>
          <a:noFill/>
          <a:ln w="9525" cap="flat" cmpd="sng" algn="ctr">
            <a:solidFill>
              <a:srgbClr val="505050"/>
            </a:solidFill>
            <a:prstDash val="solid"/>
            <a:headEnd type="none"/>
            <a:tailEnd type="none"/>
          </a:ln>
          <a:effectLst/>
        </p:spPr>
      </p:cxnSp>
      <p:sp>
        <p:nvSpPr>
          <p:cNvPr id="33" name="Rectangle 32"/>
          <p:cNvSpPr/>
          <p:nvPr/>
        </p:nvSpPr>
        <p:spPr bwMode="auto">
          <a:xfrm>
            <a:off x="7352944" y="906581"/>
            <a:ext cx="3516903" cy="2404828"/>
          </a:xfrm>
          <a:prstGeom prst="rect">
            <a:avLst/>
          </a:prstGeom>
          <a:solidFill>
            <a:srgbClr val="7FBA00"/>
          </a:solidFill>
          <a:ln w="9525" cap="flat" cmpd="sng" algn="ctr">
            <a:noFill/>
            <a:prstDash val="solid"/>
            <a:headEnd type="none" w="med" len="med"/>
            <a:tailEnd type="none" w="med" len="med"/>
          </a:ln>
          <a:effectLst/>
        </p:spPr>
        <p:txBody>
          <a:bodyPr rot="0" spcFirstLastPara="0" vertOverflow="overflow" horzOverflow="overflow" vert="horz" wrap="square" lIns="182829" tIns="146263" rIns="182829" bIns="146263" numCol="1" spcCol="0" rtlCol="0" fromWordArt="0" anchor="t" anchorCtr="0" forceAA="0" compatLnSpc="1">
            <a:prstTxWarp prst="textNoShape">
              <a:avLst/>
            </a:prstTxWarp>
            <a:noAutofit/>
          </a:bodyPr>
          <a:lstStyle/>
          <a:p>
            <a:pPr algn="ctr" defTabSz="932232">
              <a:lnSpc>
                <a:spcPct val="90000"/>
              </a:lnSpc>
              <a:defRPr/>
            </a:pPr>
            <a:endParaRPr lang="en-US" sz="2400" kern="0" dirty="0" err="1">
              <a:solidFill>
                <a:srgbClr val="000000"/>
              </a:solidFill>
              <a:ea typeface="Segoe UI" pitchFamily="34" charset="0"/>
              <a:cs typeface="Segoe UI" pitchFamily="34" charset="0"/>
            </a:endParaRPr>
          </a:p>
        </p:txBody>
      </p:sp>
      <p:pic>
        <p:nvPicPr>
          <p:cNvPr id="34" name="Picture 33"/>
          <p:cNvPicPr>
            <a:picLocks noChangeAspect="1"/>
          </p:cNvPicPr>
          <p:nvPr/>
        </p:nvPicPr>
        <p:blipFill>
          <a:blip r:embed="rId2"/>
          <a:stretch>
            <a:fillRect/>
          </a:stretch>
        </p:blipFill>
        <p:spPr>
          <a:xfrm>
            <a:off x="6915984" y="4320567"/>
            <a:ext cx="4390820" cy="1853461"/>
          </a:xfrm>
          <a:prstGeom prst="rect">
            <a:avLst/>
          </a:prstGeom>
          <a:noFill/>
          <a:effectLst>
            <a:outerShdw blurRad="63500" sx="102000" sy="102000" algn="ctr" rotWithShape="0">
              <a:prstClr val="black">
                <a:alpha val="40000"/>
              </a:prstClr>
            </a:outerShdw>
          </a:effectLst>
        </p:spPr>
      </p:pic>
      <p:sp>
        <p:nvSpPr>
          <p:cNvPr id="35" name="AutoShape 3"/>
          <p:cNvSpPr>
            <a:spLocks noChangeAspect="1" noChangeArrowheads="1" noTextEdit="1"/>
          </p:cNvSpPr>
          <p:nvPr/>
        </p:nvSpPr>
        <p:spPr bwMode="auto">
          <a:xfrm>
            <a:off x="6992171" y="987919"/>
            <a:ext cx="4218435" cy="38204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89617" tIns="44808" rIns="89617" bIns="44808" numCol="1" anchor="t" anchorCtr="0" compatLnSpc="1">
            <a:prstTxWarp prst="textNoShape">
              <a:avLst/>
            </a:prstTxWarp>
          </a:bodyPr>
          <a:lstStyle/>
          <a:p>
            <a:pPr>
              <a:defRPr/>
            </a:pPr>
            <a:endParaRPr lang="en-US" sz="2400" kern="0">
              <a:solidFill>
                <a:srgbClr val="000000"/>
              </a:solidFill>
            </a:endParaRPr>
          </a:p>
        </p:txBody>
      </p:sp>
      <p:sp>
        <p:nvSpPr>
          <p:cNvPr id="36" name="TextBox 35"/>
          <p:cNvSpPr txBox="1"/>
          <p:nvPr/>
        </p:nvSpPr>
        <p:spPr>
          <a:xfrm>
            <a:off x="8302136" y="1148644"/>
            <a:ext cx="1602589" cy="2162732"/>
          </a:xfrm>
          <a:prstGeom prst="rect">
            <a:avLst/>
          </a:prstGeom>
          <a:noFill/>
        </p:spPr>
        <p:txBody>
          <a:bodyPr wrap="square" lIns="179235" tIns="143388" rIns="179235" bIns="143388" rtlCol="0">
            <a:spAutoFit/>
          </a:bodyPr>
          <a:lstStyle/>
          <a:p>
            <a:pPr>
              <a:lnSpc>
                <a:spcPct val="90000"/>
              </a:lnSpc>
              <a:spcAft>
                <a:spcPts val="588"/>
              </a:spcAft>
              <a:defRPr/>
            </a:pPr>
            <a:r>
              <a:rPr lang="en-US" sz="13524" b="1" kern="0" dirty="0">
                <a:solidFill>
                  <a:srgbClr val="000000"/>
                </a:solidFill>
              </a:rPr>
              <a:t>G</a:t>
            </a:r>
          </a:p>
        </p:txBody>
      </p:sp>
      <p:pic>
        <p:nvPicPr>
          <p:cNvPr id="37" name="Picture 36"/>
          <p:cNvPicPr>
            <a:picLocks noChangeAspect="1"/>
          </p:cNvPicPr>
          <p:nvPr/>
        </p:nvPicPr>
        <p:blipFill>
          <a:blip r:embed="rId3"/>
          <a:stretch>
            <a:fillRect/>
          </a:stretch>
        </p:blipFill>
        <p:spPr>
          <a:xfrm>
            <a:off x="5892829" y="499488"/>
            <a:ext cx="6105112" cy="5609802"/>
          </a:xfrm>
          <a:prstGeom prst="rect">
            <a:avLst/>
          </a:prstGeom>
          <a:ln w="88900" cap="sq" cmpd="thickThin">
            <a:solidFill>
              <a:srgbClr val="505050"/>
            </a:solidFill>
            <a:prstDash val="solid"/>
            <a:miter lim="800000"/>
          </a:ln>
          <a:effectLst>
            <a:innerShdw blurRad="76200">
              <a:srgbClr val="000000"/>
            </a:innerShdw>
          </a:effectLst>
        </p:spPr>
      </p:pic>
      <p:pic>
        <p:nvPicPr>
          <p:cNvPr id="38" name="Picture 37"/>
          <p:cNvPicPr>
            <a:picLocks noChangeAspect="1"/>
          </p:cNvPicPr>
          <p:nvPr/>
        </p:nvPicPr>
        <p:blipFill rotWithShape="1">
          <a:blip r:embed="rId3"/>
          <a:srcRect l="16639" r="38434" b="69509"/>
          <a:stretch/>
        </p:blipFill>
        <p:spPr>
          <a:xfrm>
            <a:off x="5822066" y="477847"/>
            <a:ext cx="6218681" cy="3878122"/>
          </a:xfrm>
          <a:prstGeom prst="rect">
            <a:avLst/>
          </a:prstGeom>
          <a:ln w="88900" cap="sq" cmpd="thickThin">
            <a:solidFill>
              <a:srgbClr val="505050"/>
            </a:solidFill>
            <a:prstDash val="solid"/>
            <a:miter lim="800000"/>
          </a:ln>
          <a:effectLst>
            <a:innerShdw blurRad="76200">
              <a:srgbClr val="000000"/>
            </a:innerShdw>
          </a:effectLst>
        </p:spPr>
      </p:pic>
      <p:sp>
        <p:nvSpPr>
          <p:cNvPr id="39" name="Freeform 38"/>
          <p:cNvSpPr/>
          <p:nvPr/>
        </p:nvSpPr>
        <p:spPr>
          <a:xfrm>
            <a:off x="6155548" y="3325762"/>
            <a:ext cx="3596956" cy="692466"/>
          </a:xfrm>
          <a:custGeom>
            <a:avLst/>
            <a:gdLst>
              <a:gd name="connsiteX0" fmla="*/ 1335049 w 2698099"/>
              <a:gd name="connsiteY0" fmla="*/ 113624 h 519423"/>
              <a:gd name="connsiteX1" fmla="*/ 1302585 w 2698099"/>
              <a:gd name="connsiteY1" fmla="*/ 97392 h 519423"/>
              <a:gd name="connsiteX2" fmla="*/ 1275532 w 2698099"/>
              <a:gd name="connsiteY2" fmla="*/ 91981 h 519423"/>
              <a:gd name="connsiteX3" fmla="*/ 1167319 w 2698099"/>
              <a:gd name="connsiteY3" fmla="*/ 81160 h 519423"/>
              <a:gd name="connsiteX4" fmla="*/ 1059106 w 2698099"/>
              <a:gd name="connsiteY4" fmla="*/ 75749 h 519423"/>
              <a:gd name="connsiteX5" fmla="*/ 977946 w 2698099"/>
              <a:gd name="connsiteY5" fmla="*/ 70339 h 519423"/>
              <a:gd name="connsiteX6" fmla="*/ 945482 w 2698099"/>
              <a:gd name="connsiteY6" fmla="*/ 59517 h 519423"/>
              <a:gd name="connsiteX7" fmla="*/ 777752 w 2698099"/>
              <a:gd name="connsiteY7" fmla="*/ 48696 h 519423"/>
              <a:gd name="connsiteX8" fmla="*/ 756109 w 2698099"/>
              <a:gd name="connsiteY8" fmla="*/ 43285 h 519423"/>
              <a:gd name="connsiteX9" fmla="*/ 739877 w 2698099"/>
              <a:gd name="connsiteY9" fmla="*/ 37875 h 519423"/>
              <a:gd name="connsiteX10" fmla="*/ 658718 w 2698099"/>
              <a:gd name="connsiteY10" fmla="*/ 27053 h 519423"/>
              <a:gd name="connsiteX11" fmla="*/ 604611 w 2698099"/>
              <a:gd name="connsiteY11" fmla="*/ 16232 h 519423"/>
              <a:gd name="connsiteX12" fmla="*/ 588379 w 2698099"/>
              <a:gd name="connsiteY12" fmla="*/ 10821 h 519423"/>
              <a:gd name="connsiteX13" fmla="*/ 490987 w 2698099"/>
              <a:gd name="connsiteY13" fmla="*/ 0 h 519423"/>
              <a:gd name="connsiteX14" fmla="*/ 128474 w 2698099"/>
              <a:gd name="connsiteY14" fmla="*/ 5411 h 519423"/>
              <a:gd name="connsiteX15" fmla="*/ 96010 w 2698099"/>
              <a:gd name="connsiteY15" fmla="*/ 27053 h 519423"/>
              <a:gd name="connsiteX16" fmla="*/ 63546 w 2698099"/>
              <a:gd name="connsiteY16" fmla="*/ 37875 h 519423"/>
              <a:gd name="connsiteX17" fmla="*/ 25671 w 2698099"/>
              <a:gd name="connsiteY17" fmla="*/ 86570 h 519423"/>
              <a:gd name="connsiteX18" fmla="*/ 14850 w 2698099"/>
              <a:gd name="connsiteY18" fmla="*/ 97392 h 519423"/>
              <a:gd name="connsiteX19" fmla="*/ 9440 w 2698099"/>
              <a:gd name="connsiteY19" fmla="*/ 254301 h 519423"/>
              <a:gd name="connsiteX20" fmla="*/ 31082 w 2698099"/>
              <a:gd name="connsiteY20" fmla="*/ 281354 h 519423"/>
              <a:gd name="connsiteX21" fmla="*/ 47314 w 2698099"/>
              <a:gd name="connsiteY21" fmla="*/ 302997 h 519423"/>
              <a:gd name="connsiteX22" fmla="*/ 90599 w 2698099"/>
              <a:gd name="connsiteY22" fmla="*/ 319228 h 519423"/>
              <a:gd name="connsiteX23" fmla="*/ 133884 w 2698099"/>
              <a:gd name="connsiteY23" fmla="*/ 335460 h 519423"/>
              <a:gd name="connsiteX24" fmla="*/ 171759 w 2698099"/>
              <a:gd name="connsiteY24" fmla="*/ 357103 h 519423"/>
              <a:gd name="connsiteX25" fmla="*/ 187991 w 2698099"/>
              <a:gd name="connsiteY25" fmla="*/ 362514 h 519423"/>
              <a:gd name="connsiteX26" fmla="*/ 209634 w 2698099"/>
              <a:gd name="connsiteY26" fmla="*/ 384156 h 519423"/>
              <a:gd name="connsiteX27" fmla="*/ 247508 w 2698099"/>
              <a:gd name="connsiteY27" fmla="*/ 394978 h 519423"/>
              <a:gd name="connsiteX28" fmla="*/ 274561 w 2698099"/>
              <a:gd name="connsiteY28" fmla="*/ 405799 h 519423"/>
              <a:gd name="connsiteX29" fmla="*/ 301615 w 2698099"/>
              <a:gd name="connsiteY29" fmla="*/ 411210 h 519423"/>
              <a:gd name="connsiteX30" fmla="*/ 323257 w 2698099"/>
              <a:gd name="connsiteY30" fmla="*/ 416620 h 519423"/>
              <a:gd name="connsiteX31" fmla="*/ 355721 w 2698099"/>
              <a:gd name="connsiteY31" fmla="*/ 427441 h 519423"/>
              <a:gd name="connsiteX32" fmla="*/ 404417 w 2698099"/>
              <a:gd name="connsiteY32" fmla="*/ 438263 h 519423"/>
              <a:gd name="connsiteX33" fmla="*/ 431470 w 2698099"/>
              <a:gd name="connsiteY33" fmla="*/ 443673 h 519423"/>
              <a:gd name="connsiteX34" fmla="*/ 447702 w 2698099"/>
              <a:gd name="connsiteY34" fmla="*/ 449084 h 519423"/>
              <a:gd name="connsiteX35" fmla="*/ 485577 w 2698099"/>
              <a:gd name="connsiteY35" fmla="*/ 454495 h 519423"/>
              <a:gd name="connsiteX36" fmla="*/ 518041 w 2698099"/>
              <a:gd name="connsiteY36" fmla="*/ 459905 h 519423"/>
              <a:gd name="connsiteX37" fmla="*/ 561326 w 2698099"/>
              <a:gd name="connsiteY37" fmla="*/ 476137 h 519423"/>
              <a:gd name="connsiteX38" fmla="*/ 588379 w 2698099"/>
              <a:gd name="connsiteY38" fmla="*/ 481548 h 519423"/>
              <a:gd name="connsiteX39" fmla="*/ 615432 w 2698099"/>
              <a:gd name="connsiteY39" fmla="*/ 497780 h 519423"/>
              <a:gd name="connsiteX40" fmla="*/ 647896 w 2698099"/>
              <a:gd name="connsiteY40" fmla="*/ 503191 h 519423"/>
              <a:gd name="connsiteX41" fmla="*/ 745288 w 2698099"/>
              <a:gd name="connsiteY41" fmla="*/ 519423 h 519423"/>
              <a:gd name="connsiteX42" fmla="*/ 2379305 w 2698099"/>
              <a:gd name="connsiteY42" fmla="*/ 514012 h 519423"/>
              <a:gd name="connsiteX43" fmla="*/ 2428000 w 2698099"/>
              <a:gd name="connsiteY43" fmla="*/ 508601 h 519423"/>
              <a:gd name="connsiteX44" fmla="*/ 2584909 w 2698099"/>
              <a:gd name="connsiteY44" fmla="*/ 470727 h 519423"/>
              <a:gd name="connsiteX45" fmla="*/ 2622784 w 2698099"/>
              <a:gd name="connsiteY45" fmla="*/ 449084 h 519423"/>
              <a:gd name="connsiteX46" fmla="*/ 2660658 w 2698099"/>
              <a:gd name="connsiteY46" fmla="*/ 416620 h 519423"/>
              <a:gd name="connsiteX47" fmla="*/ 2682301 w 2698099"/>
              <a:gd name="connsiteY47" fmla="*/ 400388 h 519423"/>
              <a:gd name="connsiteX48" fmla="*/ 2687712 w 2698099"/>
              <a:gd name="connsiteY48" fmla="*/ 384156 h 519423"/>
              <a:gd name="connsiteX49" fmla="*/ 2666069 w 2698099"/>
              <a:gd name="connsiteY49" fmla="*/ 173141 h 519423"/>
              <a:gd name="connsiteX50" fmla="*/ 2628195 w 2698099"/>
              <a:gd name="connsiteY50" fmla="*/ 156909 h 519423"/>
              <a:gd name="connsiteX51" fmla="*/ 2557856 w 2698099"/>
              <a:gd name="connsiteY51" fmla="*/ 151498 h 519423"/>
              <a:gd name="connsiteX52" fmla="*/ 2482107 w 2698099"/>
              <a:gd name="connsiteY52" fmla="*/ 135266 h 519423"/>
              <a:gd name="connsiteX53" fmla="*/ 2455054 w 2698099"/>
              <a:gd name="connsiteY53" fmla="*/ 129856 h 519423"/>
              <a:gd name="connsiteX54" fmla="*/ 2417179 w 2698099"/>
              <a:gd name="connsiteY54" fmla="*/ 119034 h 519423"/>
              <a:gd name="connsiteX55" fmla="*/ 2352251 w 2698099"/>
              <a:gd name="connsiteY55" fmla="*/ 102802 h 519423"/>
              <a:gd name="connsiteX56" fmla="*/ 2308966 w 2698099"/>
              <a:gd name="connsiteY56" fmla="*/ 86570 h 519423"/>
              <a:gd name="connsiteX57" fmla="*/ 2287324 w 2698099"/>
              <a:gd name="connsiteY57" fmla="*/ 75749 h 519423"/>
              <a:gd name="connsiteX58" fmla="*/ 2254860 w 2698099"/>
              <a:gd name="connsiteY58" fmla="*/ 70339 h 519423"/>
              <a:gd name="connsiteX59" fmla="*/ 2233217 w 2698099"/>
              <a:gd name="connsiteY59" fmla="*/ 64928 h 519423"/>
              <a:gd name="connsiteX60" fmla="*/ 2216985 w 2698099"/>
              <a:gd name="connsiteY60" fmla="*/ 59517 h 519423"/>
              <a:gd name="connsiteX61" fmla="*/ 2179111 w 2698099"/>
              <a:gd name="connsiteY61" fmla="*/ 48696 h 519423"/>
              <a:gd name="connsiteX62" fmla="*/ 2157468 w 2698099"/>
              <a:gd name="connsiteY62" fmla="*/ 43285 h 519423"/>
              <a:gd name="connsiteX63" fmla="*/ 2011380 w 2698099"/>
              <a:gd name="connsiteY63" fmla="*/ 27053 h 519423"/>
              <a:gd name="connsiteX64" fmla="*/ 1107802 w 2698099"/>
              <a:gd name="connsiteY64" fmla="*/ 32464 h 519423"/>
              <a:gd name="connsiteX65" fmla="*/ 1075338 w 2698099"/>
              <a:gd name="connsiteY65" fmla="*/ 43285 h 519423"/>
              <a:gd name="connsiteX66" fmla="*/ 1059106 w 2698099"/>
              <a:gd name="connsiteY66" fmla="*/ 48696 h 519423"/>
              <a:gd name="connsiteX67" fmla="*/ 1042874 w 2698099"/>
              <a:gd name="connsiteY67" fmla="*/ 54107 h 519423"/>
              <a:gd name="connsiteX68" fmla="*/ 1026642 w 2698099"/>
              <a:gd name="connsiteY68" fmla="*/ 64928 h 519423"/>
              <a:gd name="connsiteX69" fmla="*/ 1010410 w 2698099"/>
              <a:gd name="connsiteY69" fmla="*/ 70339 h 519423"/>
              <a:gd name="connsiteX70" fmla="*/ 972535 w 2698099"/>
              <a:gd name="connsiteY70" fmla="*/ 97392 h 519423"/>
              <a:gd name="connsiteX71" fmla="*/ 956303 w 2698099"/>
              <a:gd name="connsiteY71" fmla="*/ 108213 h 519423"/>
              <a:gd name="connsiteX72" fmla="*/ 934661 w 2698099"/>
              <a:gd name="connsiteY72" fmla="*/ 119034 h 5194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Lst>
            <a:rect l="l" t="t" r="r" b="b"/>
            <a:pathLst>
              <a:path w="2698099" h="519423">
                <a:moveTo>
                  <a:pt x="1335049" y="113624"/>
                </a:moveTo>
                <a:cubicBezTo>
                  <a:pt x="1324228" y="108213"/>
                  <a:pt x="1313955" y="101527"/>
                  <a:pt x="1302585" y="97392"/>
                </a:cubicBezTo>
                <a:cubicBezTo>
                  <a:pt x="1293942" y="94249"/>
                  <a:pt x="1284603" y="93493"/>
                  <a:pt x="1275532" y="91981"/>
                </a:cubicBezTo>
                <a:cubicBezTo>
                  <a:pt x="1235032" y="85231"/>
                  <a:pt x="1212289" y="83885"/>
                  <a:pt x="1167319" y="81160"/>
                </a:cubicBezTo>
                <a:cubicBezTo>
                  <a:pt x="1131269" y="78975"/>
                  <a:pt x="1095163" y="77809"/>
                  <a:pt x="1059106" y="75749"/>
                </a:cubicBezTo>
                <a:lnTo>
                  <a:pt x="977946" y="70339"/>
                </a:lnTo>
                <a:cubicBezTo>
                  <a:pt x="967125" y="66732"/>
                  <a:pt x="956823" y="60743"/>
                  <a:pt x="945482" y="59517"/>
                </a:cubicBezTo>
                <a:cubicBezTo>
                  <a:pt x="889780" y="53495"/>
                  <a:pt x="777752" y="48696"/>
                  <a:pt x="777752" y="48696"/>
                </a:cubicBezTo>
                <a:cubicBezTo>
                  <a:pt x="770538" y="46892"/>
                  <a:pt x="763259" y="45328"/>
                  <a:pt x="756109" y="43285"/>
                </a:cubicBezTo>
                <a:cubicBezTo>
                  <a:pt x="750625" y="41718"/>
                  <a:pt x="745444" y="39112"/>
                  <a:pt x="739877" y="37875"/>
                </a:cubicBezTo>
                <a:cubicBezTo>
                  <a:pt x="704131" y="29932"/>
                  <a:pt x="699221" y="33448"/>
                  <a:pt x="658718" y="27053"/>
                </a:cubicBezTo>
                <a:cubicBezTo>
                  <a:pt x="640550" y="24184"/>
                  <a:pt x="622533" y="20368"/>
                  <a:pt x="604611" y="16232"/>
                </a:cubicBezTo>
                <a:cubicBezTo>
                  <a:pt x="599054" y="14950"/>
                  <a:pt x="593947" y="12058"/>
                  <a:pt x="588379" y="10821"/>
                </a:cubicBezTo>
                <a:cubicBezTo>
                  <a:pt x="556054" y="3638"/>
                  <a:pt x="524163" y="2765"/>
                  <a:pt x="490987" y="0"/>
                </a:cubicBezTo>
                <a:lnTo>
                  <a:pt x="128474" y="5411"/>
                </a:lnTo>
                <a:cubicBezTo>
                  <a:pt x="105828" y="6058"/>
                  <a:pt x="115141" y="16425"/>
                  <a:pt x="96010" y="27053"/>
                </a:cubicBezTo>
                <a:cubicBezTo>
                  <a:pt x="86039" y="32593"/>
                  <a:pt x="63546" y="37875"/>
                  <a:pt x="63546" y="37875"/>
                </a:cubicBezTo>
                <a:cubicBezTo>
                  <a:pt x="53295" y="68626"/>
                  <a:pt x="62169" y="50072"/>
                  <a:pt x="25671" y="86570"/>
                </a:cubicBezTo>
                <a:lnTo>
                  <a:pt x="14850" y="97392"/>
                </a:lnTo>
                <a:cubicBezTo>
                  <a:pt x="-8167" y="166444"/>
                  <a:pt x="134" y="128660"/>
                  <a:pt x="9440" y="254301"/>
                </a:cubicBezTo>
                <a:cubicBezTo>
                  <a:pt x="11332" y="279842"/>
                  <a:pt x="11555" y="274845"/>
                  <a:pt x="31082" y="281354"/>
                </a:cubicBezTo>
                <a:cubicBezTo>
                  <a:pt x="36493" y="288568"/>
                  <a:pt x="40100" y="297586"/>
                  <a:pt x="47314" y="302997"/>
                </a:cubicBezTo>
                <a:cubicBezTo>
                  <a:pt x="57282" y="310473"/>
                  <a:pt x="78295" y="313955"/>
                  <a:pt x="90599" y="319228"/>
                </a:cubicBezTo>
                <a:cubicBezTo>
                  <a:pt x="130213" y="336205"/>
                  <a:pt x="93980" y="325485"/>
                  <a:pt x="133884" y="335460"/>
                </a:cubicBezTo>
                <a:cubicBezTo>
                  <a:pt x="150188" y="346330"/>
                  <a:pt x="152534" y="348864"/>
                  <a:pt x="171759" y="357103"/>
                </a:cubicBezTo>
                <a:cubicBezTo>
                  <a:pt x="177001" y="359350"/>
                  <a:pt x="182580" y="360710"/>
                  <a:pt x="187991" y="362514"/>
                </a:cubicBezTo>
                <a:cubicBezTo>
                  <a:pt x="195205" y="369728"/>
                  <a:pt x="201332" y="378226"/>
                  <a:pt x="209634" y="384156"/>
                </a:cubicBezTo>
                <a:cubicBezTo>
                  <a:pt x="214194" y="387413"/>
                  <a:pt x="244749" y="394058"/>
                  <a:pt x="247508" y="394978"/>
                </a:cubicBezTo>
                <a:cubicBezTo>
                  <a:pt x="256722" y="398049"/>
                  <a:pt x="265258" y="403008"/>
                  <a:pt x="274561" y="405799"/>
                </a:cubicBezTo>
                <a:cubicBezTo>
                  <a:pt x="283370" y="408442"/>
                  <a:pt x="292637" y="409215"/>
                  <a:pt x="301615" y="411210"/>
                </a:cubicBezTo>
                <a:cubicBezTo>
                  <a:pt x="308874" y="412823"/>
                  <a:pt x="316135" y="414483"/>
                  <a:pt x="323257" y="416620"/>
                </a:cubicBezTo>
                <a:cubicBezTo>
                  <a:pt x="334183" y="419898"/>
                  <a:pt x="344536" y="425204"/>
                  <a:pt x="355721" y="427441"/>
                </a:cubicBezTo>
                <a:cubicBezTo>
                  <a:pt x="437391" y="443776"/>
                  <a:pt x="335584" y="422967"/>
                  <a:pt x="404417" y="438263"/>
                </a:cubicBezTo>
                <a:cubicBezTo>
                  <a:pt x="413394" y="440258"/>
                  <a:pt x="422548" y="441443"/>
                  <a:pt x="431470" y="443673"/>
                </a:cubicBezTo>
                <a:cubicBezTo>
                  <a:pt x="437003" y="445056"/>
                  <a:pt x="442109" y="447965"/>
                  <a:pt x="447702" y="449084"/>
                </a:cubicBezTo>
                <a:cubicBezTo>
                  <a:pt x="460208" y="451585"/>
                  <a:pt x="472972" y="452556"/>
                  <a:pt x="485577" y="454495"/>
                </a:cubicBezTo>
                <a:cubicBezTo>
                  <a:pt x="496420" y="456163"/>
                  <a:pt x="507283" y="457754"/>
                  <a:pt x="518041" y="459905"/>
                </a:cubicBezTo>
                <a:cubicBezTo>
                  <a:pt x="569053" y="470107"/>
                  <a:pt x="509662" y="458916"/>
                  <a:pt x="561326" y="476137"/>
                </a:cubicBezTo>
                <a:cubicBezTo>
                  <a:pt x="570050" y="479045"/>
                  <a:pt x="579361" y="479744"/>
                  <a:pt x="588379" y="481548"/>
                </a:cubicBezTo>
                <a:cubicBezTo>
                  <a:pt x="597397" y="486959"/>
                  <a:pt x="605549" y="494186"/>
                  <a:pt x="615432" y="497780"/>
                </a:cubicBezTo>
                <a:cubicBezTo>
                  <a:pt x="625742" y="501529"/>
                  <a:pt x="637206" y="500724"/>
                  <a:pt x="647896" y="503191"/>
                </a:cubicBezTo>
                <a:cubicBezTo>
                  <a:pt x="727327" y="521521"/>
                  <a:pt x="638708" y="509733"/>
                  <a:pt x="745288" y="519423"/>
                </a:cubicBezTo>
                <a:lnTo>
                  <a:pt x="2379305" y="514012"/>
                </a:lnTo>
                <a:cubicBezTo>
                  <a:pt x="2395636" y="513907"/>
                  <a:pt x="2411910" y="511399"/>
                  <a:pt x="2428000" y="508601"/>
                </a:cubicBezTo>
                <a:cubicBezTo>
                  <a:pt x="2481381" y="499317"/>
                  <a:pt x="2532522" y="483824"/>
                  <a:pt x="2584909" y="470727"/>
                </a:cubicBezTo>
                <a:cubicBezTo>
                  <a:pt x="2597534" y="463513"/>
                  <a:pt x="2610952" y="457536"/>
                  <a:pt x="2622784" y="449084"/>
                </a:cubicBezTo>
                <a:cubicBezTo>
                  <a:pt x="2636315" y="439419"/>
                  <a:pt x="2647789" y="427149"/>
                  <a:pt x="2660658" y="416620"/>
                </a:cubicBezTo>
                <a:cubicBezTo>
                  <a:pt x="2667637" y="410910"/>
                  <a:pt x="2675087" y="405799"/>
                  <a:pt x="2682301" y="400388"/>
                </a:cubicBezTo>
                <a:cubicBezTo>
                  <a:pt x="2684105" y="394977"/>
                  <a:pt x="2686145" y="389640"/>
                  <a:pt x="2687712" y="384156"/>
                </a:cubicBezTo>
                <a:cubicBezTo>
                  <a:pt x="2708268" y="312209"/>
                  <a:pt x="2696900" y="270775"/>
                  <a:pt x="2666069" y="173141"/>
                </a:cubicBezTo>
                <a:cubicBezTo>
                  <a:pt x="2661933" y="160043"/>
                  <a:pt x="2641664" y="159603"/>
                  <a:pt x="2628195" y="156909"/>
                </a:cubicBezTo>
                <a:cubicBezTo>
                  <a:pt x="2605136" y="152297"/>
                  <a:pt x="2581302" y="153302"/>
                  <a:pt x="2557856" y="151498"/>
                </a:cubicBezTo>
                <a:cubicBezTo>
                  <a:pt x="2496778" y="139284"/>
                  <a:pt x="2571820" y="154490"/>
                  <a:pt x="2482107" y="135266"/>
                </a:cubicBezTo>
                <a:cubicBezTo>
                  <a:pt x="2473115" y="133339"/>
                  <a:pt x="2463976" y="132086"/>
                  <a:pt x="2455054" y="129856"/>
                </a:cubicBezTo>
                <a:cubicBezTo>
                  <a:pt x="2442316" y="126671"/>
                  <a:pt x="2429917" y="122219"/>
                  <a:pt x="2417179" y="119034"/>
                </a:cubicBezTo>
                <a:cubicBezTo>
                  <a:pt x="2371978" y="107734"/>
                  <a:pt x="2406497" y="120884"/>
                  <a:pt x="2352251" y="102802"/>
                </a:cubicBezTo>
                <a:cubicBezTo>
                  <a:pt x="2337632" y="97929"/>
                  <a:pt x="2323190" y="92497"/>
                  <a:pt x="2308966" y="86570"/>
                </a:cubicBezTo>
                <a:cubicBezTo>
                  <a:pt x="2301521" y="83468"/>
                  <a:pt x="2295049" y="78066"/>
                  <a:pt x="2287324" y="75749"/>
                </a:cubicBezTo>
                <a:cubicBezTo>
                  <a:pt x="2276816" y="72597"/>
                  <a:pt x="2265618" y="72490"/>
                  <a:pt x="2254860" y="70339"/>
                </a:cubicBezTo>
                <a:cubicBezTo>
                  <a:pt x="2247568" y="68881"/>
                  <a:pt x="2240367" y="66971"/>
                  <a:pt x="2233217" y="64928"/>
                </a:cubicBezTo>
                <a:cubicBezTo>
                  <a:pt x="2227733" y="63361"/>
                  <a:pt x="2222448" y="61156"/>
                  <a:pt x="2216985" y="59517"/>
                </a:cubicBezTo>
                <a:cubicBezTo>
                  <a:pt x="2204409" y="55744"/>
                  <a:pt x="2191778" y="52151"/>
                  <a:pt x="2179111" y="48696"/>
                </a:cubicBezTo>
                <a:cubicBezTo>
                  <a:pt x="2171937" y="46739"/>
                  <a:pt x="2164803" y="44508"/>
                  <a:pt x="2157468" y="43285"/>
                </a:cubicBezTo>
                <a:cubicBezTo>
                  <a:pt x="2084718" y="31160"/>
                  <a:pt x="2082922" y="32557"/>
                  <a:pt x="2011380" y="27053"/>
                </a:cubicBezTo>
                <a:lnTo>
                  <a:pt x="1107802" y="32464"/>
                </a:lnTo>
                <a:cubicBezTo>
                  <a:pt x="1096397" y="32662"/>
                  <a:pt x="1086159" y="39678"/>
                  <a:pt x="1075338" y="43285"/>
                </a:cubicBezTo>
                <a:lnTo>
                  <a:pt x="1059106" y="48696"/>
                </a:lnTo>
                <a:cubicBezTo>
                  <a:pt x="1053695" y="50500"/>
                  <a:pt x="1047620" y="50943"/>
                  <a:pt x="1042874" y="54107"/>
                </a:cubicBezTo>
                <a:cubicBezTo>
                  <a:pt x="1037463" y="57714"/>
                  <a:pt x="1032458" y="62020"/>
                  <a:pt x="1026642" y="64928"/>
                </a:cubicBezTo>
                <a:cubicBezTo>
                  <a:pt x="1021541" y="67479"/>
                  <a:pt x="1015511" y="67788"/>
                  <a:pt x="1010410" y="70339"/>
                </a:cubicBezTo>
                <a:cubicBezTo>
                  <a:pt x="1001908" y="74590"/>
                  <a:pt x="978255" y="93306"/>
                  <a:pt x="972535" y="97392"/>
                </a:cubicBezTo>
                <a:cubicBezTo>
                  <a:pt x="967243" y="101172"/>
                  <a:pt x="962119" y="105305"/>
                  <a:pt x="956303" y="108213"/>
                </a:cubicBezTo>
                <a:cubicBezTo>
                  <a:pt x="931435" y="120647"/>
                  <a:pt x="946884" y="106811"/>
                  <a:pt x="934661" y="119034"/>
                </a:cubicBezTo>
              </a:path>
            </a:pathLst>
          </a:custGeom>
          <a:noFill/>
          <a:ln w="17145" cap="flat" cmpd="sng" algn="ctr">
            <a:solidFill>
              <a:srgbClr val="FF0000"/>
            </a:solidFill>
            <a:prstDash val="solid"/>
            <a:headEnd/>
            <a:tailEnd/>
          </a:ln>
          <a:effectLst/>
        </p:spPr>
        <p:txBody>
          <a:bodyPr vert="horz" wrap="none" lIns="121903" tIns="60952" rIns="121903" bIns="60952" numCol="1" rtlCol="0" anchor="ctr" compatLnSpc="1"/>
          <a:lstStyle/>
          <a:p>
            <a:pPr algn="ctr" defTabSz="1218996" eaLnBrk="0" fontAlgn="base" hangingPunct="0">
              <a:spcBef>
                <a:spcPct val="0"/>
              </a:spcBef>
              <a:spcAft>
                <a:spcPct val="0"/>
              </a:spcAft>
              <a:defRPr/>
            </a:pPr>
            <a:endParaRPr lang="en-US" sz="2133" b="1" kern="0">
              <a:solidFill>
                <a:srgbClr val="000000"/>
              </a:solidFill>
              <a:latin typeface="Arial"/>
            </a:endParaRPr>
          </a:p>
        </p:txBody>
      </p:sp>
    </p:spTree>
    <p:extLst>
      <p:ext uri="{BB962C8B-B14F-4D97-AF65-F5344CB8AC3E}">
        <p14:creationId xmlns:p14="http://schemas.microsoft.com/office/powerpoint/2010/main" val="248525251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31"/>
                                        </p:tgtEl>
                                        <p:attrNameLst>
                                          <p:attrName>style.visibility</p:attrName>
                                        </p:attrNameLst>
                                      </p:cBhvr>
                                      <p:to>
                                        <p:strVal val="visible"/>
                                      </p:to>
                                    </p:set>
                                    <p:animEffect transition="in" filter="fade">
                                      <p:cBhvr>
                                        <p:cTn id="7" dur="500"/>
                                        <p:tgtEl>
                                          <p:spTgt spid="31"/>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32"/>
                                        </p:tgtEl>
                                        <p:attrNameLst>
                                          <p:attrName>style.visibility</p:attrName>
                                        </p:attrNameLst>
                                      </p:cBhvr>
                                      <p:to>
                                        <p:strVal val="visible"/>
                                      </p:to>
                                    </p:set>
                                    <p:animEffect transition="in" filter="wipe(left)">
                                      <p:cBhvr>
                                        <p:cTn id="11" dur="500"/>
                                        <p:tgtEl>
                                          <p:spTgt spid="32"/>
                                        </p:tgtEl>
                                      </p:cBhvr>
                                    </p:animEffect>
                                  </p:childTnLst>
                                </p:cTn>
                              </p:par>
                              <p:par>
                                <p:cTn id="12" presetID="10" presetClass="entr" presetSubtype="0" fill="hold" grpId="0" nodeType="withEffect">
                                  <p:stCondLst>
                                    <p:cond delay="250"/>
                                  </p:stCondLst>
                                  <p:childTnLst>
                                    <p:set>
                                      <p:cBhvr>
                                        <p:cTn id="13" dur="1" fill="hold">
                                          <p:stCondLst>
                                            <p:cond delay="0"/>
                                          </p:stCondLst>
                                        </p:cTn>
                                        <p:tgtEl>
                                          <p:spTgt spid="21"/>
                                        </p:tgtEl>
                                        <p:attrNameLst>
                                          <p:attrName>style.visibility</p:attrName>
                                        </p:attrNameLst>
                                      </p:cBhvr>
                                      <p:to>
                                        <p:strVal val="visible"/>
                                      </p:to>
                                    </p:set>
                                    <p:animEffect transition="in" filter="fade">
                                      <p:cBhvr>
                                        <p:cTn id="14" dur="500"/>
                                        <p:tgtEl>
                                          <p:spTgt spid="21"/>
                                        </p:tgtEl>
                                      </p:cBhvr>
                                    </p:animEffect>
                                  </p:childTnLst>
                                </p:cTn>
                              </p:par>
                            </p:childTnLst>
                          </p:cTn>
                        </p:par>
                      </p:childTnLst>
                    </p:cTn>
                  </p:par>
                  <p:par>
                    <p:cTn id="15" fill="hold">
                      <p:stCondLst>
                        <p:cond delay="indefinite"/>
                      </p:stCondLst>
                      <p:childTnLst>
                        <p:par>
                          <p:cTn id="16" fill="hold">
                            <p:stCondLst>
                              <p:cond delay="0"/>
                            </p:stCondLst>
                            <p:childTnLst>
                              <p:par>
                                <p:cTn id="17" presetID="10" presetClass="entr" presetSubtype="0" fill="hold" nodeType="clickEffect">
                                  <p:stCondLst>
                                    <p:cond delay="0"/>
                                  </p:stCondLst>
                                  <p:childTnLst>
                                    <p:set>
                                      <p:cBhvr>
                                        <p:cTn id="18" dur="1" fill="hold">
                                          <p:stCondLst>
                                            <p:cond delay="0"/>
                                          </p:stCondLst>
                                        </p:cTn>
                                        <p:tgtEl>
                                          <p:spTgt spid="37"/>
                                        </p:tgtEl>
                                        <p:attrNameLst>
                                          <p:attrName>style.visibility</p:attrName>
                                        </p:attrNameLst>
                                      </p:cBhvr>
                                      <p:to>
                                        <p:strVal val="visible"/>
                                      </p:to>
                                    </p:set>
                                    <p:animEffect transition="in" filter="fade">
                                      <p:cBhvr>
                                        <p:cTn id="19" dur="500"/>
                                        <p:tgtEl>
                                          <p:spTgt spid="37"/>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xit" presetSubtype="0" fill="hold" nodeType="clickEffect">
                                  <p:stCondLst>
                                    <p:cond delay="0"/>
                                  </p:stCondLst>
                                  <p:childTnLst>
                                    <p:animEffect transition="out" filter="fade">
                                      <p:cBhvr>
                                        <p:cTn id="23" dur="500"/>
                                        <p:tgtEl>
                                          <p:spTgt spid="37"/>
                                        </p:tgtEl>
                                      </p:cBhvr>
                                    </p:animEffect>
                                    <p:set>
                                      <p:cBhvr>
                                        <p:cTn id="24" dur="1" fill="hold">
                                          <p:stCondLst>
                                            <p:cond delay="499"/>
                                          </p:stCondLst>
                                        </p:cTn>
                                        <p:tgtEl>
                                          <p:spTgt spid="37"/>
                                        </p:tgtEl>
                                        <p:attrNameLst>
                                          <p:attrName>style.visibility</p:attrName>
                                        </p:attrNameLst>
                                      </p:cBhvr>
                                      <p:to>
                                        <p:strVal val="hidden"/>
                                      </p:to>
                                    </p:set>
                                  </p:childTnLst>
                                </p:cTn>
                              </p:par>
                              <p:par>
                                <p:cTn id="25" presetID="53" presetClass="entr" presetSubtype="16" fill="hold" nodeType="withEffect">
                                  <p:stCondLst>
                                    <p:cond delay="0"/>
                                  </p:stCondLst>
                                  <p:childTnLst>
                                    <p:set>
                                      <p:cBhvr>
                                        <p:cTn id="26" dur="1" fill="hold">
                                          <p:stCondLst>
                                            <p:cond delay="0"/>
                                          </p:stCondLst>
                                        </p:cTn>
                                        <p:tgtEl>
                                          <p:spTgt spid="38"/>
                                        </p:tgtEl>
                                        <p:attrNameLst>
                                          <p:attrName>style.visibility</p:attrName>
                                        </p:attrNameLst>
                                      </p:cBhvr>
                                      <p:to>
                                        <p:strVal val="visible"/>
                                      </p:to>
                                    </p:set>
                                    <p:anim calcmode="lin" valueType="num">
                                      <p:cBhvr>
                                        <p:cTn id="27" dur="500" fill="hold"/>
                                        <p:tgtEl>
                                          <p:spTgt spid="38"/>
                                        </p:tgtEl>
                                        <p:attrNameLst>
                                          <p:attrName>ppt_w</p:attrName>
                                        </p:attrNameLst>
                                      </p:cBhvr>
                                      <p:tavLst>
                                        <p:tav tm="0">
                                          <p:val>
                                            <p:fltVal val="0"/>
                                          </p:val>
                                        </p:tav>
                                        <p:tav tm="100000">
                                          <p:val>
                                            <p:strVal val="#ppt_w"/>
                                          </p:val>
                                        </p:tav>
                                      </p:tavLst>
                                    </p:anim>
                                    <p:anim calcmode="lin" valueType="num">
                                      <p:cBhvr>
                                        <p:cTn id="28" dur="500" fill="hold"/>
                                        <p:tgtEl>
                                          <p:spTgt spid="38"/>
                                        </p:tgtEl>
                                        <p:attrNameLst>
                                          <p:attrName>ppt_h</p:attrName>
                                        </p:attrNameLst>
                                      </p:cBhvr>
                                      <p:tavLst>
                                        <p:tav tm="0">
                                          <p:val>
                                            <p:fltVal val="0"/>
                                          </p:val>
                                        </p:tav>
                                        <p:tav tm="100000">
                                          <p:val>
                                            <p:strVal val="#ppt_h"/>
                                          </p:val>
                                        </p:tav>
                                      </p:tavLst>
                                    </p:anim>
                                    <p:animEffect transition="in" filter="fade">
                                      <p:cBhvr>
                                        <p:cTn id="29" dur="500"/>
                                        <p:tgtEl>
                                          <p:spTgt spid="38"/>
                                        </p:tgtEl>
                                      </p:cBhvr>
                                    </p:animEffect>
                                  </p:childTnLst>
                                </p:cTn>
                              </p:par>
                            </p:childTnLst>
                          </p:cTn>
                        </p:par>
                        <p:par>
                          <p:cTn id="30" fill="hold">
                            <p:stCondLst>
                              <p:cond delay="500"/>
                            </p:stCondLst>
                            <p:childTnLst>
                              <p:par>
                                <p:cTn id="31" presetID="1" presetClass="entr" presetSubtype="0" fill="hold" grpId="0" nodeType="afterEffect">
                                  <p:stCondLst>
                                    <p:cond delay="0"/>
                                  </p:stCondLst>
                                  <p:childTnLst>
                                    <p:set>
                                      <p:cBhvr>
                                        <p:cTn id="32" dur="1" fill="hold">
                                          <p:stCondLst>
                                            <p:cond delay="0"/>
                                          </p:stCondLst>
                                        </p:cTn>
                                        <p:tgtEl>
                                          <p:spTgt spid="39"/>
                                        </p:tgtEl>
                                        <p:attrNameLst>
                                          <p:attrName>style.visibility</p:attrName>
                                        </p:attrNameLst>
                                      </p:cBhvr>
                                      <p:to>
                                        <p:strVal val="visible"/>
                                      </p:to>
                                    </p:set>
                                  </p:childTnLst>
                                </p:cTn>
                              </p:par>
                            </p:childTnLst>
                          </p:cTn>
                        </p:par>
                        <p:par>
                          <p:cTn id="33" fill="hold">
                            <p:stCondLst>
                              <p:cond delay="500"/>
                            </p:stCondLst>
                            <p:childTnLst>
                              <p:par>
                                <p:cTn id="34" presetID="26" presetClass="emph" presetSubtype="0" repeatCount="indefinite" fill="hold" grpId="1" nodeType="afterEffect">
                                  <p:stCondLst>
                                    <p:cond delay="0"/>
                                  </p:stCondLst>
                                  <p:childTnLst>
                                    <p:animEffect transition="out" filter="fade">
                                      <p:cBhvr>
                                        <p:cTn id="35" dur="500" tmFilter="0, 0; .2, .5; .8, .5; 1, 0"/>
                                        <p:tgtEl>
                                          <p:spTgt spid="39"/>
                                        </p:tgtEl>
                                      </p:cBhvr>
                                    </p:animEffect>
                                    <p:animScale>
                                      <p:cBhvr>
                                        <p:cTn id="36" dur="250" autoRev="1" fill="hold"/>
                                        <p:tgtEl>
                                          <p:spTgt spid="39"/>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p:bldP spid="31" grpId="0"/>
      <p:bldP spid="39" grpId="0" animBg="1"/>
      <p:bldP spid="39" grpId="1"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 2"/>
          <p:cNvGraphicFramePr>
            <a:graphicFrameLocks noGrp="1"/>
          </p:cNvGraphicFramePr>
          <p:nvPr>
            <p:extLst>
              <p:ext uri="{D42A27DB-BD31-4B8C-83A1-F6EECF244321}">
                <p14:modId xmlns:p14="http://schemas.microsoft.com/office/powerpoint/2010/main" val="3051836603"/>
              </p:ext>
            </p:extLst>
          </p:nvPr>
        </p:nvGraphicFramePr>
        <p:xfrm>
          <a:off x="1308399" y="3200401"/>
          <a:ext cx="9144000" cy="3200400"/>
        </p:xfrm>
        <a:graphic>
          <a:graphicData uri="http://schemas.openxmlformats.org/drawingml/2006/table">
            <a:tbl>
              <a:tblPr firstRow="1" bandRow="1">
                <a:tableStyleId>{5C22544A-7EE6-4342-B048-85BDC9FD1C3A}</a:tableStyleId>
              </a:tblPr>
              <a:tblGrid>
                <a:gridCol w="2286000">
                  <a:extLst>
                    <a:ext uri="{9D8B030D-6E8A-4147-A177-3AD203B41FA5}">
                      <a16:colId xmlns:a16="http://schemas.microsoft.com/office/drawing/2014/main" val="20000"/>
                    </a:ext>
                  </a:extLst>
                </a:gridCol>
                <a:gridCol w="2286000">
                  <a:extLst>
                    <a:ext uri="{9D8B030D-6E8A-4147-A177-3AD203B41FA5}">
                      <a16:colId xmlns:a16="http://schemas.microsoft.com/office/drawing/2014/main" val="20001"/>
                    </a:ext>
                  </a:extLst>
                </a:gridCol>
                <a:gridCol w="2286000">
                  <a:extLst>
                    <a:ext uri="{9D8B030D-6E8A-4147-A177-3AD203B41FA5}">
                      <a16:colId xmlns:a16="http://schemas.microsoft.com/office/drawing/2014/main" val="20002"/>
                    </a:ext>
                  </a:extLst>
                </a:gridCol>
                <a:gridCol w="2286000">
                  <a:extLst>
                    <a:ext uri="{9D8B030D-6E8A-4147-A177-3AD203B41FA5}">
                      <a16:colId xmlns:a16="http://schemas.microsoft.com/office/drawing/2014/main" val="20003"/>
                    </a:ext>
                  </a:extLst>
                </a:gridCol>
              </a:tblGrid>
              <a:tr h="533400">
                <a:tc>
                  <a:txBody>
                    <a:bodyPr/>
                    <a:lstStyle/>
                    <a:p>
                      <a:r>
                        <a:rPr lang="en-US" sz="2800" dirty="0"/>
                        <a:t>Instance</a:t>
                      </a:r>
                      <a:endParaRPr lang="en-US" sz="2800" dirty="0">
                        <a:solidFill>
                          <a:schemeClr val="bg1"/>
                        </a:solidFill>
                      </a:endParaRPr>
                    </a:p>
                  </a:txBody>
                  <a:tcPr anchor="ctr"/>
                </a:tc>
                <a:tc>
                  <a:txBody>
                    <a:bodyPr/>
                    <a:lstStyle/>
                    <a:p>
                      <a:r>
                        <a:rPr lang="en-US" sz="2800"/>
                        <a:t>Cores</a:t>
                      </a:r>
                      <a:endParaRPr lang="en-US" sz="2800">
                        <a:solidFill>
                          <a:schemeClr val="bg1"/>
                        </a:solidFill>
                      </a:endParaRPr>
                    </a:p>
                  </a:txBody>
                  <a:tcPr anchor="ctr"/>
                </a:tc>
                <a:tc>
                  <a:txBody>
                    <a:bodyPr/>
                    <a:lstStyle/>
                    <a:p>
                      <a:r>
                        <a:rPr lang="en-US" sz="2800"/>
                        <a:t>RAM</a:t>
                      </a:r>
                      <a:endParaRPr lang="en-US" sz="2800">
                        <a:solidFill>
                          <a:schemeClr val="bg1"/>
                        </a:solidFill>
                      </a:endParaRPr>
                    </a:p>
                  </a:txBody>
                  <a:tcPr anchor="ctr"/>
                </a:tc>
                <a:tc>
                  <a:txBody>
                    <a:bodyPr/>
                    <a:lstStyle/>
                    <a:p>
                      <a:r>
                        <a:rPr lang="en-US" sz="2800"/>
                        <a:t>Disk sizes</a:t>
                      </a:r>
                      <a:endParaRPr lang="en-US" sz="2800">
                        <a:solidFill>
                          <a:schemeClr val="bg1"/>
                        </a:solidFill>
                      </a:endParaRPr>
                    </a:p>
                  </a:txBody>
                  <a:tcPr anchor="ctr"/>
                </a:tc>
                <a:extLst>
                  <a:ext uri="{0D108BD9-81ED-4DB2-BD59-A6C34878D82A}">
                    <a16:rowId xmlns:a16="http://schemas.microsoft.com/office/drawing/2014/main" val="10000"/>
                  </a:ext>
                </a:extLst>
              </a:tr>
              <a:tr h="533400">
                <a:tc>
                  <a:txBody>
                    <a:bodyPr/>
                    <a:lstStyle/>
                    <a:p>
                      <a:r>
                        <a:rPr lang="en-US" sz="2800" dirty="0"/>
                        <a:t>A0 </a:t>
                      </a:r>
                      <a:endParaRPr lang="en-US" sz="2800" dirty="0">
                        <a:solidFill>
                          <a:schemeClr val="bg1"/>
                        </a:solidFill>
                      </a:endParaRPr>
                    </a:p>
                  </a:txBody>
                  <a:tcPr anchor="ctr"/>
                </a:tc>
                <a:tc>
                  <a:txBody>
                    <a:bodyPr/>
                    <a:lstStyle/>
                    <a:p>
                      <a:r>
                        <a:rPr lang="en-US" sz="2800"/>
                        <a:t>1</a:t>
                      </a:r>
                      <a:endParaRPr lang="en-US" sz="2800">
                        <a:solidFill>
                          <a:schemeClr val="bg1"/>
                        </a:solidFill>
                      </a:endParaRPr>
                    </a:p>
                  </a:txBody>
                  <a:tcPr anchor="ctr"/>
                </a:tc>
                <a:tc>
                  <a:txBody>
                    <a:bodyPr/>
                    <a:lstStyle/>
                    <a:p>
                      <a:r>
                        <a:rPr lang="en-US" sz="2800" dirty="0"/>
                        <a:t>0.75 GB</a:t>
                      </a:r>
                      <a:endParaRPr lang="en-US" sz="2800" dirty="0">
                        <a:solidFill>
                          <a:schemeClr val="bg1"/>
                        </a:solidFill>
                      </a:endParaRPr>
                    </a:p>
                  </a:txBody>
                  <a:tcPr anchor="ctr"/>
                </a:tc>
                <a:tc>
                  <a:txBody>
                    <a:bodyPr/>
                    <a:lstStyle/>
                    <a:p>
                      <a:r>
                        <a:rPr lang="en-US" sz="2800"/>
                        <a:t>20 GB</a:t>
                      </a:r>
                      <a:endParaRPr lang="en-US" sz="2800">
                        <a:solidFill>
                          <a:schemeClr val="bg1"/>
                        </a:solidFill>
                      </a:endParaRPr>
                    </a:p>
                  </a:txBody>
                  <a:tcPr anchor="ctr"/>
                </a:tc>
                <a:extLst>
                  <a:ext uri="{0D108BD9-81ED-4DB2-BD59-A6C34878D82A}">
                    <a16:rowId xmlns:a16="http://schemas.microsoft.com/office/drawing/2014/main" val="10001"/>
                  </a:ext>
                </a:extLst>
              </a:tr>
              <a:tr h="533400">
                <a:tc>
                  <a:txBody>
                    <a:bodyPr/>
                    <a:lstStyle/>
                    <a:p>
                      <a:r>
                        <a:rPr lang="en-US" sz="2800" dirty="0"/>
                        <a:t>A1 </a:t>
                      </a:r>
                      <a:endParaRPr lang="en-US" sz="2800" dirty="0">
                        <a:solidFill>
                          <a:schemeClr val="bg1"/>
                        </a:solidFill>
                      </a:endParaRPr>
                    </a:p>
                  </a:txBody>
                  <a:tcPr anchor="ctr"/>
                </a:tc>
                <a:tc>
                  <a:txBody>
                    <a:bodyPr/>
                    <a:lstStyle/>
                    <a:p>
                      <a:r>
                        <a:rPr lang="en-US" sz="2800"/>
                        <a:t>1</a:t>
                      </a:r>
                      <a:endParaRPr lang="en-US" sz="2800">
                        <a:solidFill>
                          <a:schemeClr val="bg1"/>
                        </a:solidFill>
                      </a:endParaRPr>
                    </a:p>
                  </a:txBody>
                  <a:tcPr anchor="ctr"/>
                </a:tc>
                <a:tc>
                  <a:txBody>
                    <a:bodyPr/>
                    <a:lstStyle/>
                    <a:p>
                      <a:r>
                        <a:rPr lang="en-US" sz="2800" dirty="0"/>
                        <a:t>1.75 GB</a:t>
                      </a:r>
                      <a:endParaRPr lang="en-US" sz="2800" dirty="0">
                        <a:solidFill>
                          <a:schemeClr val="bg1"/>
                        </a:solidFill>
                      </a:endParaRPr>
                    </a:p>
                  </a:txBody>
                  <a:tcPr anchor="ctr"/>
                </a:tc>
                <a:tc>
                  <a:txBody>
                    <a:bodyPr/>
                    <a:lstStyle/>
                    <a:p>
                      <a:r>
                        <a:rPr lang="en-US" sz="2800"/>
                        <a:t>40 GB</a:t>
                      </a:r>
                      <a:endParaRPr lang="en-US" sz="2800">
                        <a:solidFill>
                          <a:schemeClr val="bg1"/>
                        </a:solidFill>
                      </a:endParaRPr>
                    </a:p>
                  </a:txBody>
                  <a:tcPr anchor="ctr"/>
                </a:tc>
                <a:extLst>
                  <a:ext uri="{0D108BD9-81ED-4DB2-BD59-A6C34878D82A}">
                    <a16:rowId xmlns:a16="http://schemas.microsoft.com/office/drawing/2014/main" val="10002"/>
                  </a:ext>
                </a:extLst>
              </a:tr>
              <a:tr h="533400">
                <a:tc>
                  <a:txBody>
                    <a:bodyPr/>
                    <a:lstStyle/>
                    <a:p>
                      <a:r>
                        <a:rPr lang="en-US" sz="2800"/>
                        <a:t>A2 </a:t>
                      </a:r>
                      <a:endParaRPr lang="en-US" sz="2800">
                        <a:solidFill>
                          <a:schemeClr val="bg1"/>
                        </a:solidFill>
                      </a:endParaRPr>
                    </a:p>
                  </a:txBody>
                  <a:tcPr anchor="ctr"/>
                </a:tc>
                <a:tc>
                  <a:txBody>
                    <a:bodyPr/>
                    <a:lstStyle/>
                    <a:p>
                      <a:r>
                        <a:rPr lang="en-US" sz="2800"/>
                        <a:t>2</a:t>
                      </a:r>
                      <a:endParaRPr lang="en-US" sz="2800">
                        <a:solidFill>
                          <a:schemeClr val="bg1"/>
                        </a:solidFill>
                      </a:endParaRPr>
                    </a:p>
                  </a:txBody>
                  <a:tcPr anchor="ctr"/>
                </a:tc>
                <a:tc>
                  <a:txBody>
                    <a:bodyPr/>
                    <a:lstStyle/>
                    <a:p>
                      <a:r>
                        <a:rPr lang="en-US" sz="2800"/>
                        <a:t>3.5 GB</a:t>
                      </a:r>
                      <a:endParaRPr lang="en-US" sz="2800">
                        <a:solidFill>
                          <a:schemeClr val="bg1"/>
                        </a:solidFill>
                      </a:endParaRPr>
                    </a:p>
                  </a:txBody>
                  <a:tcPr anchor="ctr"/>
                </a:tc>
                <a:tc>
                  <a:txBody>
                    <a:bodyPr/>
                    <a:lstStyle/>
                    <a:p>
                      <a:r>
                        <a:rPr lang="en-US" sz="2800"/>
                        <a:t>60 GB</a:t>
                      </a:r>
                      <a:endParaRPr lang="en-US" sz="2800">
                        <a:solidFill>
                          <a:schemeClr val="bg1"/>
                        </a:solidFill>
                      </a:endParaRPr>
                    </a:p>
                  </a:txBody>
                  <a:tcPr anchor="ctr"/>
                </a:tc>
                <a:extLst>
                  <a:ext uri="{0D108BD9-81ED-4DB2-BD59-A6C34878D82A}">
                    <a16:rowId xmlns:a16="http://schemas.microsoft.com/office/drawing/2014/main" val="10003"/>
                  </a:ext>
                </a:extLst>
              </a:tr>
              <a:tr h="533400">
                <a:tc>
                  <a:txBody>
                    <a:bodyPr/>
                    <a:lstStyle/>
                    <a:p>
                      <a:r>
                        <a:rPr lang="en-US" sz="2800" dirty="0"/>
                        <a:t>A3 </a:t>
                      </a:r>
                      <a:endParaRPr lang="en-US" sz="2800" dirty="0">
                        <a:solidFill>
                          <a:schemeClr val="bg1"/>
                        </a:solidFill>
                      </a:endParaRPr>
                    </a:p>
                  </a:txBody>
                  <a:tcPr anchor="ctr"/>
                </a:tc>
                <a:tc>
                  <a:txBody>
                    <a:bodyPr/>
                    <a:lstStyle/>
                    <a:p>
                      <a:r>
                        <a:rPr lang="en-US" sz="2800"/>
                        <a:t>4</a:t>
                      </a:r>
                      <a:endParaRPr lang="en-US" sz="2800">
                        <a:solidFill>
                          <a:schemeClr val="bg1"/>
                        </a:solidFill>
                      </a:endParaRPr>
                    </a:p>
                  </a:txBody>
                  <a:tcPr anchor="ctr"/>
                </a:tc>
                <a:tc>
                  <a:txBody>
                    <a:bodyPr/>
                    <a:lstStyle/>
                    <a:p>
                      <a:r>
                        <a:rPr lang="en-US" sz="2800"/>
                        <a:t>7 GB</a:t>
                      </a:r>
                      <a:endParaRPr lang="en-US" sz="2800">
                        <a:solidFill>
                          <a:schemeClr val="bg1"/>
                        </a:solidFill>
                      </a:endParaRPr>
                    </a:p>
                  </a:txBody>
                  <a:tcPr anchor="ctr"/>
                </a:tc>
                <a:tc>
                  <a:txBody>
                    <a:bodyPr/>
                    <a:lstStyle/>
                    <a:p>
                      <a:r>
                        <a:rPr lang="en-US" sz="2800"/>
                        <a:t>120 GB</a:t>
                      </a:r>
                      <a:endParaRPr lang="en-US" sz="2800">
                        <a:solidFill>
                          <a:schemeClr val="bg1"/>
                        </a:solidFill>
                      </a:endParaRPr>
                    </a:p>
                  </a:txBody>
                  <a:tcPr anchor="ctr"/>
                </a:tc>
                <a:extLst>
                  <a:ext uri="{0D108BD9-81ED-4DB2-BD59-A6C34878D82A}">
                    <a16:rowId xmlns:a16="http://schemas.microsoft.com/office/drawing/2014/main" val="10004"/>
                  </a:ext>
                </a:extLst>
              </a:tr>
              <a:tr h="533400">
                <a:tc>
                  <a:txBody>
                    <a:bodyPr/>
                    <a:lstStyle/>
                    <a:p>
                      <a:r>
                        <a:rPr lang="en-US" sz="2800" dirty="0"/>
                        <a:t>A4 </a:t>
                      </a:r>
                      <a:endParaRPr lang="en-US" sz="2800" dirty="0">
                        <a:solidFill>
                          <a:schemeClr val="bg1"/>
                        </a:solidFill>
                      </a:endParaRPr>
                    </a:p>
                  </a:txBody>
                  <a:tcPr anchor="ctr"/>
                </a:tc>
                <a:tc>
                  <a:txBody>
                    <a:bodyPr/>
                    <a:lstStyle/>
                    <a:p>
                      <a:r>
                        <a:rPr lang="en-US" sz="2800" dirty="0"/>
                        <a:t>8</a:t>
                      </a:r>
                      <a:endParaRPr lang="en-US" sz="2800" dirty="0">
                        <a:solidFill>
                          <a:schemeClr val="bg1"/>
                        </a:solidFill>
                      </a:endParaRPr>
                    </a:p>
                  </a:txBody>
                  <a:tcPr anchor="ctr"/>
                </a:tc>
                <a:tc>
                  <a:txBody>
                    <a:bodyPr/>
                    <a:lstStyle/>
                    <a:p>
                      <a:r>
                        <a:rPr lang="en-US" sz="2800"/>
                        <a:t>14 GB</a:t>
                      </a:r>
                      <a:endParaRPr lang="en-US" sz="2800">
                        <a:solidFill>
                          <a:schemeClr val="bg1"/>
                        </a:solidFill>
                      </a:endParaRPr>
                    </a:p>
                  </a:txBody>
                  <a:tcPr anchor="ctr"/>
                </a:tc>
                <a:tc>
                  <a:txBody>
                    <a:bodyPr/>
                    <a:lstStyle/>
                    <a:p>
                      <a:r>
                        <a:rPr lang="en-US" sz="2800" dirty="0"/>
                        <a:t>240 GB</a:t>
                      </a:r>
                      <a:endParaRPr lang="en-US" sz="2800" dirty="0">
                        <a:solidFill>
                          <a:schemeClr val="bg1"/>
                        </a:solidFill>
                      </a:endParaRPr>
                    </a:p>
                  </a:txBody>
                  <a:tcPr anchor="ctr"/>
                </a:tc>
                <a:extLst>
                  <a:ext uri="{0D108BD9-81ED-4DB2-BD59-A6C34878D82A}">
                    <a16:rowId xmlns:a16="http://schemas.microsoft.com/office/drawing/2014/main" val="10005"/>
                  </a:ext>
                </a:extLst>
              </a:tr>
            </a:tbl>
          </a:graphicData>
        </a:graphic>
      </p:graphicFrame>
      <p:sp>
        <p:nvSpPr>
          <p:cNvPr id="2" name="Title 1"/>
          <p:cNvSpPr>
            <a:spLocks noGrp="1"/>
          </p:cNvSpPr>
          <p:nvPr>
            <p:ph type="title"/>
          </p:nvPr>
        </p:nvSpPr>
        <p:spPr/>
        <p:txBody>
          <a:bodyPr/>
          <a:lstStyle/>
          <a:p>
            <a:r>
              <a:rPr lang="en-US" dirty="0"/>
              <a:t>General Purpose Compute</a:t>
            </a:r>
          </a:p>
        </p:txBody>
      </p:sp>
      <p:sp>
        <p:nvSpPr>
          <p:cNvPr id="5" name="Content Placeholder 4"/>
          <p:cNvSpPr>
            <a:spLocks noGrp="1"/>
          </p:cNvSpPr>
          <p:nvPr>
            <p:ph sz="quarter" idx="10"/>
          </p:nvPr>
        </p:nvSpPr>
        <p:spPr/>
        <p:txBody>
          <a:bodyPr/>
          <a:lstStyle/>
          <a:p>
            <a:pPr marL="0" lvl="0" indent="0" eaLnBrk="0" fontAlgn="base" hangingPunct="0">
              <a:spcBef>
                <a:spcPct val="0"/>
              </a:spcBef>
              <a:spcAft>
                <a:spcPct val="0"/>
              </a:spcAft>
              <a:buNone/>
            </a:pPr>
            <a:r>
              <a:rPr lang="en-US" sz="2400" dirty="0"/>
              <a:t>An economical option for development workloads, test servers, and other applications that don't require load balancing, auto-scaling, or memory-intensive virtual machines.</a:t>
            </a:r>
            <a:endParaRPr lang="en-US" altLang="en-US" sz="2400" dirty="0">
              <a:solidFill>
                <a:srgbClr val="FFFFFF"/>
              </a:solidFill>
            </a:endParaRPr>
          </a:p>
        </p:txBody>
      </p:sp>
      <p:sp>
        <p:nvSpPr>
          <p:cNvPr id="6" name="Text Placeholder 5"/>
          <p:cNvSpPr>
            <a:spLocks noGrp="1"/>
          </p:cNvSpPr>
          <p:nvPr>
            <p:ph type="body" sz="quarter" idx="11"/>
          </p:nvPr>
        </p:nvSpPr>
        <p:spPr/>
        <p:txBody>
          <a:bodyPr/>
          <a:lstStyle/>
          <a:p>
            <a:r>
              <a:rPr lang="en-US" dirty="0"/>
              <a:t>Basic Tier</a:t>
            </a:r>
          </a:p>
        </p:txBody>
      </p:sp>
    </p:spTree>
    <p:extLst>
      <p:ext uri="{BB962C8B-B14F-4D97-AF65-F5344CB8AC3E}">
        <p14:creationId xmlns:p14="http://schemas.microsoft.com/office/powerpoint/2010/main" val="736752454"/>
      </p:ext>
    </p:extLst>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General Purpose Compute</a:t>
            </a:r>
          </a:p>
        </p:txBody>
      </p:sp>
      <p:sp>
        <p:nvSpPr>
          <p:cNvPr id="6" name="Text Placeholder 5"/>
          <p:cNvSpPr>
            <a:spLocks noGrp="1"/>
          </p:cNvSpPr>
          <p:nvPr>
            <p:ph type="body" sz="quarter" idx="11"/>
          </p:nvPr>
        </p:nvSpPr>
        <p:spPr>
          <a:xfrm>
            <a:off x="274638" y="1403350"/>
            <a:ext cx="3372801" cy="642018"/>
          </a:xfrm>
        </p:spPr>
        <p:txBody>
          <a:bodyPr/>
          <a:lstStyle/>
          <a:p>
            <a:r>
              <a:rPr lang="en-US" dirty="0"/>
              <a:t>Standard Tier</a:t>
            </a:r>
          </a:p>
        </p:txBody>
      </p:sp>
      <p:sp>
        <p:nvSpPr>
          <p:cNvPr id="3" name="Rectangle 2"/>
          <p:cNvSpPr/>
          <p:nvPr/>
        </p:nvSpPr>
        <p:spPr>
          <a:xfrm>
            <a:off x="3403600" y="1403350"/>
            <a:ext cx="6441440" cy="646331"/>
          </a:xfrm>
          <a:prstGeom prst="rect">
            <a:avLst/>
          </a:prstGeom>
        </p:spPr>
        <p:txBody>
          <a:bodyPr wrap="square">
            <a:spAutoFit/>
          </a:bodyPr>
          <a:lstStyle/>
          <a:p>
            <a:pPr lvl="0" eaLnBrk="0" fontAlgn="base" hangingPunct="0">
              <a:spcBef>
                <a:spcPct val="0"/>
              </a:spcBef>
              <a:spcAft>
                <a:spcPct val="0"/>
              </a:spcAft>
            </a:pPr>
            <a:r>
              <a:rPr lang="en-US" dirty="0"/>
              <a:t>Offers the most flexibility. Supports all virtual machine configurations and features</a:t>
            </a:r>
            <a:endParaRPr lang="en-US" altLang="en-US" dirty="0">
              <a:solidFill>
                <a:srgbClr val="FFFFFF"/>
              </a:solidFill>
            </a:endParaRPr>
          </a:p>
        </p:txBody>
      </p:sp>
      <p:pic>
        <p:nvPicPr>
          <p:cNvPr id="4" name="Picture 3"/>
          <p:cNvPicPr>
            <a:picLocks noChangeAspect="1"/>
          </p:cNvPicPr>
          <p:nvPr/>
        </p:nvPicPr>
        <p:blipFill>
          <a:blip r:embed="rId2"/>
          <a:stretch>
            <a:fillRect/>
          </a:stretch>
        </p:blipFill>
        <p:spPr>
          <a:xfrm>
            <a:off x="124855" y="2045368"/>
            <a:ext cx="11945225" cy="4880408"/>
          </a:xfrm>
          <a:prstGeom prst="rect">
            <a:avLst/>
          </a:prstGeom>
        </p:spPr>
      </p:pic>
    </p:spTree>
    <p:extLst>
      <p:ext uri="{BB962C8B-B14F-4D97-AF65-F5344CB8AC3E}">
        <p14:creationId xmlns:p14="http://schemas.microsoft.com/office/powerpoint/2010/main" val="2093623005"/>
      </p:ext>
    </p:extLst>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General Purpose Compute</a:t>
            </a:r>
          </a:p>
        </p:txBody>
      </p:sp>
      <p:sp>
        <p:nvSpPr>
          <p:cNvPr id="5" name="Content Placeholder 4"/>
          <p:cNvSpPr>
            <a:spLocks noGrp="1"/>
          </p:cNvSpPr>
          <p:nvPr>
            <p:ph sz="quarter" idx="10"/>
          </p:nvPr>
        </p:nvSpPr>
        <p:spPr>
          <a:xfrm>
            <a:off x="274391" y="2317689"/>
            <a:ext cx="11614318" cy="2342234"/>
          </a:xfrm>
        </p:spPr>
        <p:txBody>
          <a:bodyPr/>
          <a:lstStyle/>
          <a:p>
            <a:pPr marL="0" lvl="0" indent="0" eaLnBrk="0" fontAlgn="base" hangingPunct="0">
              <a:spcBef>
                <a:spcPct val="0"/>
              </a:spcBef>
              <a:spcAft>
                <a:spcPct val="0"/>
              </a:spcAft>
              <a:buNone/>
            </a:pPr>
            <a:r>
              <a:rPr lang="en-US" sz="2400" dirty="0"/>
              <a:t>Adds a 40Gbit/s </a:t>
            </a:r>
            <a:r>
              <a:rPr lang="en-US" sz="2400" dirty="0" err="1"/>
              <a:t>InfiniBand</a:t>
            </a:r>
            <a:r>
              <a:rPr lang="en-US" sz="2400" dirty="0"/>
              <a:t> network with remote direct memory access (RDMA) technology. </a:t>
            </a:r>
            <a:endParaRPr lang="en-US" altLang="en-US" sz="2400" dirty="0">
              <a:solidFill>
                <a:srgbClr val="FFFFFF"/>
              </a:solidFill>
            </a:endParaRPr>
          </a:p>
        </p:txBody>
      </p:sp>
      <p:sp>
        <p:nvSpPr>
          <p:cNvPr id="6" name="Text Placeholder 5"/>
          <p:cNvSpPr>
            <a:spLocks noGrp="1"/>
          </p:cNvSpPr>
          <p:nvPr>
            <p:ph type="body" sz="quarter" idx="11"/>
          </p:nvPr>
        </p:nvSpPr>
        <p:spPr/>
        <p:txBody>
          <a:bodyPr/>
          <a:lstStyle/>
          <a:p>
            <a:r>
              <a:rPr lang="en-US" dirty="0"/>
              <a:t>Network optimized with </a:t>
            </a:r>
            <a:r>
              <a:rPr lang="en-US" dirty="0" err="1"/>
              <a:t>Infiniband</a:t>
            </a:r>
            <a:r>
              <a:rPr lang="en-US" dirty="0"/>
              <a:t> support</a:t>
            </a:r>
          </a:p>
        </p:txBody>
      </p:sp>
      <p:graphicFrame>
        <p:nvGraphicFramePr>
          <p:cNvPr id="7" name="Table 6"/>
          <p:cNvGraphicFramePr>
            <a:graphicFrameLocks noGrp="1"/>
          </p:cNvGraphicFramePr>
          <p:nvPr>
            <p:extLst>
              <p:ext uri="{D42A27DB-BD31-4B8C-83A1-F6EECF244321}">
                <p14:modId xmlns:p14="http://schemas.microsoft.com/office/powerpoint/2010/main" val="3943877408"/>
              </p:ext>
            </p:extLst>
          </p:nvPr>
        </p:nvGraphicFramePr>
        <p:xfrm>
          <a:off x="1308399" y="3200401"/>
          <a:ext cx="9144000" cy="1600200"/>
        </p:xfrm>
        <a:graphic>
          <a:graphicData uri="http://schemas.openxmlformats.org/drawingml/2006/table">
            <a:tbl>
              <a:tblPr firstRow="1" bandRow="1">
                <a:tableStyleId>{21E4AEA4-8DFA-4A89-87EB-49C32662AFE0}</a:tableStyleId>
              </a:tblPr>
              <a:tblGrid>
                <a:gridCol w="2286000">
                  <a:extLst>
                    <a:ext uri="{9D8B030D-6E8A-4147-A177-3AD203B41FA5}">
                      <a16:colId xmlns:a16="http://schemas.microsoft.com/office/drawing/2014/main" val="20000"/>
                    </a:ext>
                  </a:extLst>
                </a:gridCol>
                <a:gridCol w="2286000">
                  <a:extLst>
                    <a:ext uri="{9D8B030D-6E8A-4147-A177-3AD203B41FA5}">
                      <a16:colId xmlns:a16="http://schemas.microsoft.com/office/drawing/2014/main" val="20001"/>
                    </a:ext>
                  </a:extLst>
                </a:gridCol>
                <a:gridCol w="2286000">
                  <a:extLst>
                    <a:ext uri="{9D8B030D-6E8A-4147-A177-3AD203B41FA5}">
                      <a16:colId xmlns:a16="http://schemas.microsoft.com/office/drawing/2014/main" val="20002"/>
                    </a:ext>
                  </a:extLst>
                </a:gridCol>
                <a:gridCol w="2286000">
                  <a:extLst>
                    <a:ext uri="{9D8B030D-6E8A-4147-A177-3AD203B41FA5}">
                      <a16:colId xmlns:a16="http://schemas.microsoft.com/office/drawing/2014/main" val="20003"/>
                    </a:ext>
                  </a:extLst>
                </a:gridCol>
              </a:tblGrid>
              <a:tr h="533400">
                <a:tc>
                  <a:txBody>
                    <a:bodyPr/>
                    <a:lstStyle/>
                    <a:p>
                      <a:r>
                        <a:rPr lang="en-US" sz="2800" dirty="0"/>
                        <a:t>Instance</a:t>
                      </a:r>
                      <a:endParaRPr lang="en-US" sz="2800" dirty="0">
                        <a:solidFill>
                          <a:schemeClr val="bg1"/>
                        </a:solidFill>
                      </a:endParaRPr>
                    </a:p>
                  </a:txBody>
                  <a:tcPr anchor="ctr"/>
                </a:tc>
                <a:tc>
                  <a:txBody>
                    <a:bodyPr/>
                    <a:lstStyle/>
                    <a:p>
                      <a:r>
                        <a:rPr lang="en-US" sz="2800"/>
                        <a:t>Cores</a:t>
                      </a:r>
                      <a:endParaRPr lang="en-US" sz="2800">
                        <a:solidFill>
                          <a:schemeClr val="bg1"/>
                        </a:solidFill>
                      </a:endParaRPr>
                    </a:p>
                  </a:txBody>
                  <a:tcPr anchor="ctr"/>
                </a:tc>
                <a:tc>
                  <a:txBody>
                    <a:bodyPr/>
                    <a:lstStyle/>
                    <a:p>
                      <a:r>
                        <a:rPr lang="en-US" sz="2800"/>
                        <a:t>RAM</a:t>
                      </a:r>
                      <a:endParaRPr lang="en-US" sz="2800">
                        <a:solidFill>
                          <a:schemeClr val="bg1"/>
                        </a:solidFill>
                      </a:endParaRPr>
                    </a:p>
                  </a:txBody>
                  <a:tcPr anchor="ctr"/>
                </a:tc>
                <a:tc>
                  <a:txBody>
                    <a:bodyPr/>
                    <a:lstStyle/>
                    <a:p>
                      <a:r>
                        <a:rPr lang="en-US" sz="2800"/>
                        <a:t>Disk sizes</a:t>
                      </a:r>
                      <a:endParaRPr lang="en-US" sz="2800">
                        <a:solidFill>
                          <a:schemeClr val="bg1"/>
                        </a:solidFill>
                      </a:endParaRPr>
                    </a:p>
                  </a:txBody>
                  <a:tcPr anchor="ctr"/>
                </a:tc>
                <a:extLst>
                  <a:ext uri="{0D108BD9-81ED-4DB2-BD59-A6C34878D82A}">
                    <a16:rowId xmlns:a16="http://schemas.microsoft.com/office/drawing/2014/main" val="10000"/>
                  </a:ext>
                </a:extLst>
              </a:tr>
              <a:tr h="533400">
                <a:tc>
                  <a:txBody>
                    <a:bodyPr/>
                    <a:lstStyle/>
                    <a:p>
                      <a:r>
                        <a:rPr lang="en-US" sz="2800"/>
                        <a:t>A8 </a:t>
                      </a:r>
                    </a:p>
                  </a:txBody>
                  <a:tcPr anchor="ctr"/>
                </a:tc>
                <a:tc>
                  <a:txBody>
                    <a:bodyPr/>
                    <a:lstStyle/>
                    <a:p>
                      <a:r>
                        <a:rPr lang="en-US" sz="2800"/>
                        <a:t>8</a:t>
                      </a:r>
                    </a:p>
                  </a:txBody>
                  <a:tcPr anchor="ctr"/>
                </a:tc>
                <a:tc>
                  <a:txBody>
                    <a:bodyPr/>
                    <a:lstStyle/>
                    <a:p>
                      <a:r>
                        <a:rPr lang="en-US" sz="2800" dirty="0"/>
                        <a:t>56 GB</a:t>
                      </a:r>
                    </a:p>
                  </a:txBody>
                  <a:tcPr anchor="ctr"/>
                </a:tc>
                <a:tc>
                  <a:txBody>
                    <a:bodyPr/>
                    <a:lstStyle/>
                    <a:p>
                      <a:r>
                        <a:rPr lang="en-US" sz="2800" dirty="0"/>
                        <a:t>382 GB</a:t>
                      </a:r>
                    </a:p>
                  </a:txBody>
                  <a:tcPr anchor="ctr"/>
                </a:tc>
                <a:extLst>
                  <a:ext uri="{0D108BD9-81ED-4DB2-BD59-A6C34878D82A}">
                    <a16:rowId xmlns:a16="http://schemas.microsoft.com/office/drawing/2014/main" val="10001"/>
                  </a:ext>
                </a:extLst>
              </a:tr>
              <a:tr h="533400">
                <a:tc>
                  <a:txBody>
                    <a:bodyPr/>
                    <a:lstStyle/>
                    <a:p>
                      <a:r>
                        <a:rPr lang="en-US" sz="2800"/>
                        <a:t>A9 </a:t>
                      </a:r>
                    </a:p>
                  </a:txBody>
                  <a:tcPr anchor="ctr"/>
                </a:tc>
                <a:tc>
                  <a:txBody>
                    <a:bodyPr/>
                    <a:lstStyle/>
                    <a:p>
                      <a:r>
                        <a:rPr lang="en-US" sz="2800" dirty="0"/>
                        <a:t>16</a:t>
                      </a:r>
                    </a:p>
                  </a:txBody>
                  <a:tcPr anchor="ctr"/>
                </a:tc>
                <a:tc>
                  <a:txBody>
                    <a:bodyPr/>
                    <a:lstStyle/>
                    <a:p>
                      <a:r>
                        <a:rPr lang="en-US" sz="2800"/>
                        <a:t>112 GB</a:t>
                      </a:r>
                    </a:p>
                  </a:txBody>
                  <a:tcPr anchor="ctr"/>
                </a:tc>
                <a:tc>
                  <a:txBody>
                    <a:bodyPr/>
                    <a:lstStyle/>
                    <a:p>
                      <a:r>
                        <a:rPr lang="en-US" sz="2800" dirty="0"/>
                        <a:t>382 GB</a:t>
                      </a:r>
                    </a:p>
                  </a:txBody>
                  <a:tcPr anchor="ctr"/>
                </a:tc>
                <a:extLst>
                  <a:ext uri="{0D108BD9-81ED-4DB2-BD59-A6C34878D82A}">
                    <a16:rowId xmlns:a16="http://schemas.microsoft.com/office/drawing/2014/main" val="10002"/>
                  </a:ext>
                </a:extLst>
              </a:tr>
            </a:tbl>
          </a:graphicData>
        </a:graphic>
      </p:graphicFrame>
      <p:sp>
        <p:nvSpPr>
          <p:cNvPr id="8" name="Content Placeholder 4"/>
          <p:cNvSpPr txBox="1">
            <a:spLocks/>
          </p:cNvSpPr>
          <p:nvPr/>
        </p:nvSpPr>
        <p:spPr>
          <a:xfrm>
            <a:off x="274391" y="5248458"/>
            <a:ext cx="11614318" cy="1246127"/>
          </a:xfrm>
          <a:prstGeom prst="rect">
            <a:avLst/>
          </a:prstGeom>
        </p:spPr>
        <p:txBody>
          <a:bodyPr/>
          <a:lstStyle>
            <a:lvl1pPr marL="336076" marR="0" indent="-336076" algn="l" defTabSz="914180" rtl="0" eaLnBrk="1" fontAlgn="auto" latinLnBrk="0" hangingPunct="1">
              <a:lnSpc>
                <a:spcPct val="90000"/>
              </a:lnSpc>
              <a:spcBef>
                <a:spcPct val="20000"/>
              </a:spcBef>
              <a:spcAft>
                <a:spcPts val="0"/>
              </a:spcAft>
              <a:buClr>
                <a:schemeClr val="bg1"/>
              </a:buClr>
              <a:buSzPct val="90000"/>
              <a:buFont typeface="Wingdings" panose="05000000000000000000" pitchFamily="2" charset="2"/>
              <a:buChar char="§"/>
              <a:tabLst/>
              <a:defRPr sz="2000" kern="1200" spc="0" baseline="0">
                <a:solidFill>
                  <a:schemeClr val="bg1"/>
                </a:solidFill>
                <a:latin typeface="+mj-lt"/>
                <a:ea typeface="+mn-ea"/>
                <a:cs typeface="+mn-cs"/>
              </a:defRPr>
            </a:lvl1pPr>
            <a:lvl2pPr marL="572574" marR="0" indent="-236498" algn="l" defTabSz="914180" rtl="0" eaLnBrk="1" fontAlgn="auto" latinLnBrk="0" hangingPunct="1">
              <a:lnSpc>
                <a:spcPct val="90000"/>
              </a:lnSpc>
              <a:spcBef>
                <a:spcPct val="20000"/>
              </a:spcBef>
              <a:spcAft>
                <a:spcPts val="0"/>
              </a:spcAft>
              <a:buClr>
                <a:schemeClr val="bg1"/>
              </a:buClr>
              <a:buSzPct val="90000"/>
              <a:buFont typeface="Wingdings" panose="05000000000000000000" pitchFamily="2" charset="2"/>
              <a:buChar char="§"/>
              <a:tabLst/>
              <a:defRPr sz="2000" kern="1200" spc="0" baseline="0">
                <a:solidFill>
                  <a:schemeClr val="bg1"/>
                </a:solidFill>
                <a:latin typeface="+mn-lt"/>
                <a:ea typeface="+mn-ea"/>
                <a:cs typeface="+mn-cs"/>
              </a:defRPr>
            </a:lvl2pPr>
            <a:lvl3pPr marL="784178" marR="0" indent="-224051" algn="l" defTabSz="914180" rtl="0" eaLnBrk="1" fontAlgn="auto" latinLnBrk="0" hangingPunct="1">
              <a:lnSpc>
                <a:spcPct val="90000"/>
              </a:lnSpc>
              <a:spcBef>
                <a:spcPct val="20000"/>
              </a:spcBef>
              <a:spcAft>
                <a:spcPts val="0"/>
              </a:spcAft>
              <a:buClr>
                <a:schemeClr val="bg1"/>
              </a:buClr>
              <a:buSzPct val="90000"/>
              <a:buFont typeface="Wingdings" panose="05000000000000000000" pitchFamily="2" charset="2"/>
              <a:buChar char="§"/>
              <a:tabLst/>
              <a:defRPr sz="2000" kern="1200" spc="0" baseline="0">
                <a:solidFill>
                  <a:schemeClr val="bg1"/>
                </a:solidFill>
                <a:latin typeface="+mn-lt"/>
                <a:ea typeface="+mn-ea"/>
                <a:cs typeface="+mn-cs"/>
              </a:defRPr>
            </a:lvl3pPr>
            <a:lvl4pPr marL="1008229" marR="0" indent="-224051" algn="l" defTabSz="914180" rtl="0" eaLnBrk="1" fontAlgn="auto" latinLnBrk="0" hangingPunct="1">
              <a:lnSpc>
                <a:spcPct val="90000"/>
              </a:lnSpc>
              <a:spcBef>
                <a:spcPct val="20000"/>
              </a:spcBef>
              <a:spcAft>
                <a:spcPts val="0"/>
              </a:spcAft>
              <a:buClr>
                <a:schemeClr val="bg1"/>
              </a:buClr>
              <a:buSzPct val="90000"/>
              <a:buFont typeface="Wingdings" panose="05000000000000000000" pitchFamily="2" charset="2"/>
              <a:buChar char="§"/>
              <a:tabLst/>
              <a:defRPr sz="2000" kern="1200" spc="0" baseline="0">
                <a:solidFill>
                  <a:schemeClr val="bg1"/>
                </a:solidFill>
                <a:latin typeface="+mn-lt"/>
                <a:ea typeface="+mn-ea"/>
                <a:cs typeface="+mn-cs"/>
              </a:defRPr>
            </a:lvl4pPr>
            <a:lvl5pPr marL="1232280" marR="0" indent="-224051" algn="l" defTabSz="914180" rtl="0" eaLnBrk="1" fontAlgn="auto" latinLnBrk="0" hangingPunct="1">
              <a:lnSpc>
                <a:spcPct val="90000"/>
              </a:lnSpc>
              <a:spcBef>
                <a:spcPct val="20000"/>
              </a:spcBef>
              <a:spcAft>
                <a:spcPts val="0"/>
              </a:spcAft>
              <a:buClr>
                <a:schemeClr val="bg1"/>
              </a:buClr>
              <a:buSzPct val="90000"/>
              <a:buFont typeface="Wingdings" panose="05000000000000000000" pitchFamily="2" charset="2"/>
              <a:buChar char="§"/>
              <a:tabLst/>
              <a:defRPr sz="2000" kern="1200" spc="0" baseline="0">
                <a:solidFill>
                  <a:schemeClr val="bg1"/>
                </a:solidFill>
                <a:latin typeface="+mn-lt"/>
                <a:ea typeface="+mn-ea"/>
                <a:cs typeface="+mn-cs"/>
              </a:defRPr>
            </a:lvl5pPr>
            <a:lvl6pPr marL="2513996" indent="-228546" algn="l" defTabSz="914180" rtl="0" eaLnBrk="1" latinLnBrk="0" hangingPunct="1">
              <a:spcBef>
                <a:spcPct val="20000"/>
              </a:spcBef>
              <a:buFont typeface="Arial" pitchFamily="34" charset="0"/>
              <a:buChar char="•"/>
              <a:defRPr sz="1960" kern="1200">
                <a:solidFill>
                  <a:schemeClr val="tx1"/>
                </a:solidFill>
                <a:latin typeface="+mn-lt"/>
                <a:ea typeface="+mn-ea"/>
                <a:cs typeface="+mn-cs"/>
              </a:defRPr>
            </a:lvl6pPr>
            <a:lvl7pPr marL="2971087" indent="-228546" algn="l" defTabSz="914180" rtl="0" eaLnBrk="1" latinLnBrk="0" hangingPunct="1">
              <a:spcBef>
                <a:spcPct val="20000"/>
              </a:spcBef>
              <a:buFont typeface="Arial" pitchFamily="34" charset="0"/>
              <a:buChar char="•"/>
              <a:defRPr sz="1960" kern="1200">
                <a:solidFill>
                  <a:schemeClr val="tx1"/>
                </a:solidFill>
                <a:latin typeface="+mn-lt"/>
                <a:ea typeface="+mn-ea"/>
                <a:cs typeface="+mn-cs"/>
              </a:defRPr>
            </a:lvl7pPr>
            <a:lvl8pPr marL="3428177" indent="-228546" algn="l" defTabSz="914180" rtl="0" eaLnBrk="1" latinLnBrk="0" hangingPunct="1">
              <a:spcBef>
                <a:spcPct val="20000"/>
              </a:spcBef>
              <a:buFont typeface="Arial" pitchFamily="34" charset="0"/>
              <a:buChar char="•"/>
              <a:defRPr sz="1960" kern="1200">
                <a:solidFill>
                  <a:schemeClr val="tx1"/>
                </a:solidFill>
                <a:latin typeface="+mn-lt"/>
                <a:ea typeface="+mn-ea"/>
                <a:cs typeface="+mn-cs"/>
              </a:defRPr>
            </a:lvl8pPr>
            <a:lvl9pPr marL="3885268" indent="-228546" algn="l" defTabSz="914180" rtl="0" eaLnBrk="1" latinLnBrk="0" hangingPunct="1">
              <a:spcBef>
                <a:spcPct val="20000"/>
              </a:spcBef>
              <a:buFont typeface="Arial" pitchFamily="34" charset="0"/>
              <a:buChar char="•"/>
              <a:defRPr sz="1960" kern="1200">
                <a:solidFill>
                  <a:schemeClr val="tx1"/>
                </a:solidFill>
                <a:latin typeface="+mn-lt"/>
                <a:ea typeface="+mn-ea"/>
                <a:cs typeface="+mn-cs"/>
              </a:defRPr>
            </a:lvl9pPr>
          </a:lstStyle>
          <a:p>
            <a:pPr marL="0" indent="0" eaLnBrk="0" fontAlgn="base" hangingPunct="0">
              <a:spcBef>
                <a:spcPct val="0"/>
              </a:spcBef>
              <a:spcAft>
                <a:spcPct val="0"/>
              </a:spcAft>
              <a:buNone/>
            </a:pPr>
            <a:r>
              <a:rPr lang="en-US" sz="2400" dirty="0"/>
              <a:t>Adds a 40Gbit/s </a:t>
            </a:r>
            <a:r>
              <a:rPr lang="en-US" sz="2400" dirty="0" err="1"/>
              <a:t>InfiniBand</a:t>
            </a:r>
            <a:r>
              <a:rPr lang="en-US" sz="2400" dirty="0"/>
              <a:t> network with remote direct memory access (RDMA) technology. Ideal for Message Passing Interface (MPI) applications, high-performance clusters, modeling and simulations, video encoding, and other compute or network intensive scenarios.</a:t>
            </a:r>
            <a:endParaRPr lang="en-US" altLang="en-US" sz="2400" dirty="0">
              <a:solidFill>
                <a:srgbClr val="FFFFFF"/>
              </a:solidFill>
            </a:endParaRPr>
          </a:p>
        </p:txBody>
      </p:sp>
    </p:spTree>
    <p:extLst>
      <p:ext uri="{BB962C8B-B14F-4D97-AF65-F5344CB8AC3E}">
        <p14:creationId xmlns:p14="http://schemas.microsoft.com/office/powerpoint/2010/main" val="3064229179"/>
      </p:ext>
    </p:extLst>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p:cNvSpPr>
            <a:spLocks noGrp="1"/>
          </p:cNvSpPr>
          <p:nvPr>
            <p:ph type="body" sz="quarter" idx="11"/>
          </p:nvPr>
        </p:nvSpPr>
        <p:spPr>
          <a:xfrm>
            <a:off x="305118" y="589280"/>
            <a:ext cx="10688002" cy="531528"/>
          </a:xfrm>
        </p:spPr>
        <p:txBody>
          <a:bodyPr/>
          <a:lstStyle/>
          <a:p>
            <a:pPr lvl="0"/>
            <a:r>
              <a:rPr lang="en-US" sz="5200" spc="-100" dirty="0">
                <a:ln w="3175">
                  <a:noFill/>
                </a:ln>
                <a:solidFill>
                  <a:schemeClr val="tx1"/>
                </a:solidFill>
                <a:cs typeface="Segoe UI" pitchFamily="34" charset="0"/>
              </a:rPr>
              <a:t>Optimized Compute (D Tier)- 60% faster CPUs, more memory, and local </a:t>
            </a:r>
            <a:r>
              <a:rPr lang="en-US" sz="5200" dirty="0">
                <a:solidFill>
                  <a:schemeClr val="tx1"/>
                </a:solidFill>
              </a:rPr>
              <a:t>SSD</a:t>
            </a:r>
            <a:endParaRPr lang="en-US" altLang="en-US" sz="5200" dirty="0">
              <a:solidFill>
                <a:schemeClr val="tx1"/>
              </a:solidFill>
            </a:endParaRPr>
          </a:p>
          <a:p>
            <a:endParaRPr lang="en-US" sz="5200" dirty="0">
              <a:solidFill>
                <a:schemeClr val="tx1"/>
              </a:solidFill>
            </a:endParaRPr>
          </a:p>
        </p:txBody>
      </p:sp>
      <p:pic>
        <p:nvPicPr>
          <p:cNvPr id="3" name="Picture 2"/>
          <p:cNvPicPr>
            <a:picLocks noChangeAspect="1"/>
          </p:cNvPicPr>
          <p:nvPr/>
        </p:nvPicPr>
        <p:blipFill>
          <a:blip r:embed="rId2"/>
          <a:stretch>
            <a:fillRect/>
          </a:stretch>
        </p:blipFill>
        <p:spPr>
          <a:xfrm>
            <a:off x="133746" y="2086008"/>
            <a:ext cx="11966814" cy="4771992"/>
          </a:xfrm>
          <a:prstGeom prst="rect">
            <a:avLst/>
          </a:prstGeom>
        </p:spPr>
      </p:pic>
    </p:spTree>
    <p:extLst>
      <p:ext uri="{BB962C8B-B14F-4D97-AF65-F5344CB8AC3E}">
        <p14:creationId xmlns:p14="http://schemas.microsoft.com/office/powerpoint/2010/main" val="2802496648"/>
      </p:ext>
    </p:extLst>
  </p:cSld>
  <p:clrMapOvr>
    <a:masterClrMapping/>
  </p:clrMapOvr>
  <p:transition>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p:cNvSpPr>
            <a:spLocks noGrp="1"/>
          </p:cNvSpPr>
          <p:nvPr>
            <p:ph type="body" sz="quarter" idx="11"/>
          </p:nvPr>
        </p:nvSpPr>
        <p:spPr>
          <a:xfrm>
            <a:off x="299116" y="499110"/>
            <a:ext cx="9212096" cy="466090"/>
          </a:xfrm>
        </p:spPr>
        <p:txBody>
          <a:bodyPr/>
          <a:lstStyle/>
          <a:p>
            <a:r>
              <a:rPr lang="en-US" sz="4800" spc="-100" dirty="0">
                <a:ln w="3175">
                  <a:noFill/>
                </a:ln>
                <a:solidFill>
                  <a:schemeClr val="tx1"/>
                </a:solidFill>
                <a:cs typeface="Segoe UI" pitchFamily="34" charset="0"/>
              </a:rPr>
              <a:t>Dv2 Series- 35% faster than D series, 2.4 GHz Intel Xeon® E5-2673 v3 (Haswell) processor</a:t>
            </a:r>
          </a:p>
        </p:txBody>
      </p:sp>
      <p:pic>
        <p:nvPicPr>
          <p:cNvPr id="4" name="Picture 3"/>
          <p:cNvPicPr>
            <a:picLocks noChangeAspect="1"/>
          </p:cNvPicPr>
          <p:nvPr/>
        </p:nvPicPr>
        <p:blipFill>
          <a:blip r:embed="rId3"/>
          <a:stretch>
            <a:fillRect/>
          </a:stretch>
        </p:blipFill>
        <p:spPr>
          <a:xfrm>
            <a:off x="0" y="1827133"/>
            <a:ext cx="12106085" cy="5030867"/>
          </a:xfrm>
          <a:prstGeom prst="rect">
            <a:avLst/>
          </a:prstGeom>
        </p:spPr>
      </p:pic>
    </p:spTree>
    <p:extLst>
      <p:ext uri="{BB962C8B-B14F-4D97-AF65-F5344CB8AC3E}">
        <p14:creationId xmlns:p14="http://schemas.microsoft.com/office/powerpoint/2010/main" val="876958110"/>
      </p:ext>
    </p:extLst>
  </p:cSld>
  <p:clrMapOvr>
    <a:masterClrMapping/>
  </p:clrMapOvr>
  <p:transition>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C:\Users\Phani\AppData\Local\Temp\SNAGHTML8a0bad0.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8098" y="2190804"/>
            <a:ext cx="11470830" cy="4652688"/>
          </a:xfrm>
          <a:prstGeom prst="rect">
            <a:avLst/>
          </a:prstGeom>
          <a:noFill/>
          <a:extLst>
            <a:ext uri="{909E8E84-426E-40DD-AFC4-6F175D3DCCD1}">
              <a14:hiddenFill xmlns:a14="http://schemas.microsoft.com/office/drawing/2010/main">
                <a:solidFill>
                  <a:srgbClr val="FFFFFF"/>
                </a:solidFill>
              </a14:hiddenFill>
            </a:ext>
          </a:extLst>
        </p:spPr>
      </p:pic>
      <p:sp>
        <p:nvSpPr>
          <p:cNvPr id="7" name="Rectangle 6"/>
          <p:cNvSpPr/>
          <p:nvPr/>
        </p:nvSpPr>
        <p:spPr>
          <a:xfrm>
            <a:off x="345440" y="282416"/>
            <a:ext cx="10210800" cy="2308324"/>
          </a:xfrm>
          <a:prstGeom prst="rect">
            <a:avLst/>
          </a:prstGeom>
        </p:spPr>
        <p:txBody>
          <a:bodyPr/>
          <a:lstStyle/>
          <a:p>
            <a:pPr defTabSz="914180">
              <a:lnSpc>
                <a:spcPct val="90000"/>
              </a:lnSpc>
              <a:spcBef>
                <a:spcPct val="20000"/>
              </a:spcBef>
              <a:buClr>
                <a:schemeClr val="bg1"/>
              </a:buClr>
              <a:buSzPct val="90000"/>
            </a:pPr>
            <a:r>
              <a:rPr lang="en-US" sz="4800" spc="-100" dirty="0">
                <a:ln w="3175">
                  <a:noFill/>
                </a:ln>
                <a:latin typeface="+mj-lt"/>
                <a:cs typeface="Segoe UI" pitchFamily="34" charset="0"/>
              </a:rPr>
              <a:t>DS-series VMs can use Premium Storage- high-performance, low-latency storage.</a:t>
            </a:r>
          </a:p>
        </p:txBody>
      </p:sp>
    </p:spTree>
    <p:extLst>
      <p:ext uri="{BB962C8B-B14F-4D97-AF65-F5344CB8AC3E}">
        <p14:creationId xmlns:p14="http://schemas.microsoft.com/office/powerpoint/2010/main" val="4059471958"/>
      </p:ext>
    </p:extLst>
  </p:cSld>
  <p:clrMapOvr>
    <a:masterClrMapping/>
  </p:clrMapOvr>
  <p:transition>
    <p:fad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p:cNvSpPr>
            <a:spLocks noGrp="1"/>
          </p:cNvSpPr>
          <p:nvPr>
            <p:ph type="body" sz="quarter" idx="4294967295"/>
          </p:nvPr>
        </p:nvSpPr>
        <p:spPr>
          <a:xfrm>
            <a:off x="416559" y="377824"/>
            <a:ext cx="9968411" cy="1004661"/>
          </a:xfrm>
          <a:prstGeom prst="rect">
            <a:avLst/>
          </a:prstGeom>
        </p:spPr>
        <p:txBody>
          <a:bodyPr/>
          <a:lstStyle/>
          <a:p>
            <a:pPr marL="0" indent="0">
              <a:buNone/>
            </a:pPr>
            <a:r>
              <a:rPr lang="en-US" sz="4800" spc="-100" dirty="0">
                <a:ln w="3175">
                  <a:noFill/>
                </a:ln>
                <a:solidFill>
                  <a:schemeClr val="tx1"/>
                </a:solidFill>
                <a:cs typeface="Segoe UI" pitchFamily="34" charset="0"/>
              </a:rPr>
              <a:t>G-series VMs offer the most memory and run on hosts that have Intel Xeon E5 V3 family processors.</a:t>
            </a:r>
          </a:p>
        </p:txBody>
      </p:sp>
      <p:pic>
        <p:nvPicPr>
          <p:cNvPr id="8" name="Picture 7"/>
          <p:cNvPicPr>
            <a:picLocks noChangeAspect="1"/>
          </p:cNvPicPr>
          <p:nvPr/>
        </p:nvPicPr>
        <p:blipFill>
          <a:blip r:embed="rId2"/>
          <a:stretch>
            <a:fillRect/>
          </a:stretch>
        </p:blipFill>
        <p:spPr>
          <a:xfrm>
            <a:off x="94131" y="2710845"/>
            <a:ext cx="12130527" cy="3543361"/>
          </a:xfrm>
          <a:prstGeom prst="rect">
            <a:avLst/>
          </a:prstGeom>
        </p:spPr>
      </p:pic>
    </p:spTree>
    <p:extLst>
      <p:ext uri="{BB962C8B-B14F-4D97-AF65-F5344CB8AC3E}">
        <p14:creationId xmlns:p14="http://schemas.microsoft.com/office/powerpoint/2010/main" val="163179990"/>
      </p:ext>
    </p:extLst>
  </p:cSld>
  <p:clrMapOvr>
    <a:masterClrMapping/>
  </p:clrMapOvr>
  <p:transition>
    <p:fad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p:cNvSpPr>
            <a:spLocks noGrp="1"/>
          </p:cNvSpPr>
          <p:nvPr>
            <p:ph type="body" sz="quarter" idx="4294967295"/>
          </p:nvPr>
        </p:nvSpPr>
        <p:spPr>
          <a:xfrm>
            <a:off x="416560" y="377825"/>
            <a:ext cx="9459278" cy="641350"/>
          </a:xfrm>
          <a:prstGeom prst="rect">
            <a:avLst/>
          </a:prstGeom>
        </p:spPr>
        <p:txBody>
          <a:bodyPr/>
          <a:lstStyle/>
          <a:p>
            <a:r>
              <a:rPr lang="en-US" sz="4800" spc="-100" dirty="0">
                <a:ln w="3175">
                  <a:noFill/>
                </a:ln>
                <a:solidFill>
                  <a:schemeClr val="tx1"/>
                </a:solidFill>
                <a:cs typeface="Segoe UI" pitchFamily="34" charset="0"/>
              </a:rPr>
              <a:t>GS-series VMs , Godzilla ++ (Premium Storage- high-performance, low-latency storage for I/O intensive workloads.)</a:t>
            </a:r>
          </a:p>
        </p:txBody>
      </p:sp>
      <p:pic>
        <p:nvPicPr>
          <p:cNvPr id="2" name="Picture 1"/>
          <p:cNvPicPr>
            <a:picLocks noChangeAspect="1"/>
          </p:cNvPicPr>
          <p:nvPr/>
        </p:nvPicPr>
        <p:blipFill>
          <a:blip r:embed="rId2"/>
          <a:stretch>
            <a:fillRect/>
          </a:stretch>
        </p:blipFill>
        <p:spPr>
          <a:xfrm>
            <a:off x="554445" y="2410468"/>
            <a:ext cx="10515600" cy="4382223"/>
          </a:xfrm>
          <a:prstGeom prst="rect">
            <a:avLst/>
          </a:prstGeom>
        </p:spPr>
      </p:pic>
    </p:spTree>
    <p:extLst>
      <p:ext uri="{BB962C8B-B14F-4D97-AF65-F5344CB8AC3E}">
        <p14:creationId xmlns:p14="http://schemas.microsoft.com/office/powerpoint/2010/main" val="3886982609"/>
      </p:ext>
    </p:extLst>
  </p:cSld>
  <p:clrMapOvr>
    <a:masterClrMapping/>
  </p:clrMapOvr>
  <p:transition>
    <p:fad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pPr algn="l"/>
            <a:r>
              <a:rPr lang="en-US" sz="4000" dirty="0">
                <a:solidFill>
                  <a:schemeClr val="tx1"/>
                </a:solidFill>
                <a:latin typeface="Segoe UI" panose="020B0502040204020203" pitchFamily="34" charset="0"/>
              </a:rPr>
              <a:t>Key Improvements: Azure Virtual Machines (v2) </a:t>
            </a:r>
          </a:p>
        </p:txBody>
      </p:sp>
      <p:sp>
        <p:nvSpPr>
          <p:cNvPr id="7" name="Text Placeholder 6"/>
          <p:cNvSpPr>
            <a:spLocks noGrp="1"/>
          </p:cNvSpPr>
          <p:nvPr>
            <p:ph type="body" sz="quarter" idx="4294967295"/>
          </p:nvPr>
        </p:nvSpPr>
        <p:spPr>
          <a:xfrm>
            <a:off x="258394" y="1935172"/>
            <a:ext cx="6649098" cy="4064133"/>
          </a:xfrm>
          <a:prstGeom prst="rect">
            <a:avLst/>
          </a:prstGeom>
        </p:spPr>
        <p:txBody>
          <a:bodyPr/>
          <a:lstStyle/>
          <a:p>
            <a:pPr marL="457083" lvl="1" indent="-457083">
              <a:buFont typeface="Arial" panose="020B0604020202020204" pitchFamily="34" charset="0"/>
              <a:buChar char="•"/>
            </a:pPr>
            <a:r>
              <a:rPr lang="en-US" sz="3137" dirty="0">
                <a:latin typeface="Segoe UI" panose="020B0502040204020203" pitchFamily="34" charset="0"/>
              </a:rPr>
              <a:t>Massive and parallel deployment of Virtual Machines</a:t>
            </a:r>
          </a:p>
          <a:p>
            <a:pPr marL="457083" lvl="1" indent="-457083">
              <a:buFont typeface="Arial" panose="020B0604020202020204" pitchFamily="34" charset="0"/>
              <a:buChar char="•"/>
            </a:pPr>
            <a:r>
              <a:rPr lang="en-US" sz="3137" dirty="0">
                <a:latin typeface="Segoe UI" panose="020B0502040204020203" pitchFamily="34" charset="0"/>
              </a:rPr>
              <a:t>3 Fault Domains in Availability Sets</a:t>
            </a:r>
          </a:p>
          <a:p>
            <a:pPr marL="457083" lvl="1" indent="-457083">
              <a:buFont typeface="Arial" panose="020B0604020202020204" pitchFamily="34" charset="0"/>
              <a:buChar char="•"/>
            </a:pPr>
            <a:r>
              <a:rPr lang="en-US" sz="3137" dirty="0">
                <a:latin typeface="Segoe UI" panose="020B0502040204020203" pitchFamily="34" charset="0"/>
              </a:rPr>
              <a:t>Custom URLs for Custom Script VM Extensions for VMs </a:t>
            </a:r>
          </a:p>
          <a:p>
            <a:pPr>
              <a:buFont typeface="Arial" panose="020B0604020202020204" pitchFamily="34" charset="0"/>
              <a:buChar char="•"/>
            </a:pPr>
            <a:endParaRPr lang="en-US" sz="2745" dirty="0">
              <a:latin typeface="Segoe UI" panose="020B0502040204020203" pitchFamily="34" charset="0"/>
            </a:endParaRPr>
          </a:p>
        </p:txBody>
      </p:sp>
      <p:pic>
        <p:nvPicPr>
          <p:cNvPr id="22" name="Picture 21"/>
          <p:cNvPicPr>
            <a:picLocks noChangeAspect="1"/>
          </p:cNvPicPr>
          <p:nvPr/>
        </p:nvPicPr>
        <p:blipFill>
          <a:blip r:embed="rId3"/>
          <a:stretch>
            <a:fillRect/>
          </a:stretch>
        </p:blipFill>
        <p:spPr>
          <a:xfrm>
            <a:off x="7216375" y="1487023"/>
            <a:ext cx="2343444" cy="2184726"/>
          </a:xfrm>
          <a:prstGeom prst="rect">
            <a:avLst/>
          </a:prstGeom>
        </p:spPr>
      </p:pic>
      <p:pic>
        <p:nvPicPr>
          <p:cNvPr id="23" name="Picture 22"/>
          <p:cNvPicPr>
            <a:picLocks noChangeAspect="1"/>
          </p:cNvPicPr>
          <p:nvPr/>
        </p:nvPicPr>
        <p:blipFill>
          <a:blip r:embed="rId3"/>
          <a:stretch>
            <a:fillRect/>
          </a:stretch>
        </p:blipFill>
        <p:spPr>
          <a:xfrm>
            <a:off x="7365757" y="1636405"/>
            <a:ext cx="2343444" cy="2184726"/>
          </a:xfrm>
          <a:prstGeom prst="rect">
            <a:avLst/>
          </a:prstGeom>
        </p:spPr>
      </p:pic>
      <p:pic>
        <p:nvPicPr>
          <p:cNvPr id="24" name="Picture 23"/>
          <p:cNvPicPr>
            <a:picLocks noChangeAspect="1"/>
          </p:cNvPicPr>
          <p:nvPr/>
        </p:nvPicPr>
        <p:blipFill>
          <a:blip r:embed="rId3"/>
          <a:stretch>
            <a:fillRect/>
          </a:stretch>
        </p:blipFill>
        <p:spPr>
          <a:xfrm>
            <a:off x="7515141" y="1785789"/>
            <a:ext cx="2343444" cy="2184726"/>
          </a:xfrm>
          <a:prstGeom prst="rect">
            <a:avLst/>
          </a:prstGeom>
        </p:spPr>
      </p:pic>
      <p:pic>
        <p:nvPicPr>
          <p:cNvPr id="25" name="Picture 24"/>
          <p:cNvPicPr>
            <a:picLocks noChangeAspect="1"/>
          </p:cNvPicPr>
          <p:nvPr/>
        </p:nvPicPr>
        <p:blipFill>
          <a:blip r:embed="rId3"/>
          <a:stretch>
            <a:fillRect/>
          </a:stretch>
        </p:blipFill>
        <p:spPr>
          <a:xfrm>
            <a:off x="7664523" y="1935171"/>
            <a:ext cx="2343444" cy="2184726"/>
          </a:xfrm>
          <a:prstGeom prst="rect">
            <a:avLst/>
          </a:prstGeom>
        </p:spPr>
      </p:pic>
      <p:pic>
        <p:nvPicPr>
          <p:cNvPr id="26" name="Picture 25"/>
          <p:cNvPicPr>
            <a:picLocks noChangeAspect="1"/>
          </p:cNvPicPr>
          <p:nvPr/>
        </p:nvPicPr>
        <p:blipFill>
          <a:blip r:embed="rId3"/>
          <a:stretch>
            <a:fillRect/>
          </a:stretch>
        </p:blipFill>
        <p:spPr>
          <a:xfrm>
            <a:off x="7813906" y="2084555"/>
            <a:ext cx="2343444" cy="2184726"/>
          </a:xfrm>
          <a:prstGeom prst="rect">
            <a:avLst/>
          </a:prstGeom>
        </p:spPr>
      </p:pic>
      <p:pic>
        <p:nvPicPr>
          <p:cNvPr id="27" name="Picture 26"/>
          <p:cNvPicPr>
            <a:picLocks noChangeAspect="1"/>
          </p:cNvPicPr>
          <p:nvPr/>
        </p:nvPicPr>
        <p:blipFill>
          <a:blip r:embed="rId3"/>
          <a:stretch>
            <a:fillRect/>
          </a:stretch>
        </p:blipFill>
        <p:spPr>
          <a:xfrm>
            <a:off x="7963289" y="2233937"/>
            <a:ext cx="2343444" cy="2184726"/>
          </a:xfrm>
          <a:prstGeom prst="rect">
            <a:avLst/>
          </a:prstGeom>
        </p:spPr>
      </p:pic>
      <p:pic>
        <p:nvPicPr>
          <p:cNvPr id="28" name="Picture 27"/>
          <p:cNvPicPr>
            <a:picLocks noChangeAspect="1"/>
          </p:cNvPicPr>
          <p:nvPr/>
        </p:nvPicPr>
        <p:blipFill>
          <a:blip r:embed="rId3"/>
          <a:stretch>
            <a:fillRect/>
          </a:stretch>
        </p:blipFill>
        <p:spPr>
          <a:xfrm>
            <a:off x="8112672" y="2383320"/>
            <a:ext cx="2343444" cy="2184726"/>
          </a:xfrm>
          <a:prstGeom prst="rect">
            <a:avLst/>
          </a:prstGeom>
        </p:spPr>
      </p:pic>
      <p:pic>
        <p:nvPicPr>
          <p:cNvPr id="29" name="Picture 28"/>
          <p:cNvPicPr>
            <a:picLocks noChangeAspect="1"/>
          </p:cNvPicPr>
          <p:nvPr/>
        </p:nvPicPr>
        <p:blipFill>
          <a:blip r:embed="rId3"/>
          <a:stretch>
            <a:fillRect/>
          </a:stretch>
        </p:blipFill>
        <p:spPr>
          <a:xfrm>
            <a:off x="8262055" y="2532703"/>
            <a:ext cx="2343444" cy="2184726"/>
          </a:xfrm>
          <a:prstGeom prst="rect">
            <a:avLst/>
          </a:prstGeom>
        </p:spPr>
      </p:pic>
      <p:pic>
        <p:nvPicPr>
          <p:cNvPr id="30" name="Picture 29"/>
          <p:cNvPicPr>
            <a:picLocks noChangeAspect="1"/>
          </p:cNvPicPr>
          <p:nvPr/>
        </p:nvPicPr>
        <p:blipFill>
          <a:blip r:embed="rId3"/>
          <a:stretch>
            <a:fillRect/>
          </a:stretch>
        </p:blipFill>
        <p:spPr>
          <a:xfrm>
            <a:off x="8411438" y="2682086"/>
            <a:ext cx="2343444" cy="2184726"/>
          </a:xfrm>
          <a:prstGeom prst="rect">
            <a:avLst/>
          </a:prstGeom>
        </p:spPr>
      </p:pic>
      <p:pic>
        <p:nvPicPr>
          <p:cNvPr id="31" name="Picture 30"/>
          <p:cNvPicPr>
            <a:picLocks noChangeAspect="1"/>
          </p:cNvPicPr>
          <p:nvPr/>
        </p:nvPicPr>
        <p:blipFill>
          <a:blip r:embed="rId3"/>
          <a:stretch>
            <a:fillRect/>
          </a:stretch>
        </p:blipFill>
        <p:spPr>
          <a:xfrm>
            <a:off x="8560821" y="2831470"/>
            <a:ext cx="2343444" cy="2184726"/>
          </a:xfrm>
          <a:prstGeom prst="rect">
            <a:avLst/>
          </a:prstGeom>
        </p:spPr>
      </p:pic>
      <p:pic>
        <p:nvPicPr>
          <p:cNvPr id="32" name="Picture 31"/>
          <p:cNvPicPr>
            <a:picLocks noChangeAspect="1"/>
          </p:cNvPicPr>
          <p:nvPr/>
        </p:nvPicPr>
        <p:blipFill>
          <a:blip r:embed="rId3"/>
          <a:stretch>
            <a:fillRect/>
          </a:stretch>
        </p:blipFill>
        <p:spPr>
          <a:xfrm>
            <a:off x="8710204" y="2980852"/>
            <a:ext cx="2343444" cy="2184726"/>
          </a:xfrm>
          <a:prstGeom prst="rect">
            <a:avLst/>
          </a:prstGeom>
        </p:spPr>
      </p:pic>
      <p:pic>
        <p:nvPicPr>
          <p:cNvPr id="33" name="Picture 32"/>
          <p:cNvPicPr>
            <a:picLocks noChangeAspect="1"/>
          </p:cNvPicPr>
          <p:nvPr/>
        </p:nvPicPr>
        <p:blipFill>
          <a:blip r:embed="rId3"/>
          <a:stretch>
            <a:fillRect/>
          </a:stretch>
        </p:blipFill>
        <p:spPr>
          <a:xfrm>
            <a:off x="8859587" y="3130235"/>
            <a:ext cx="2343444" cy="2184726"/>
          </a:xfrm>
          <a:prstGeom prst="rect">
            <a:avLst/>
          </a:prstGeom>
        </p:spPr>
      </p:pic>
      <p:pic>
        <p:nvPicPr>
          <p:cNvPr id="34" name="Picture 33"/>
          <p:cNvPicPr>
            <a:picLocks noChangeAspect="1"/>
          </p:cNvPicPr>
          <p:nvPr/>
        </p:nvPicPr>
        <p:blipFill>
          <a:blip r:embed="rId3"/>
          <a:stretch>
            <a:fillRect/>
          </a:stretch>
        </p:blipFill>
        <p:spPr>
          <a:xfrm>
            <a:off x="9008969" y="3279618"/>
            <a:ext cx="2343444" cy="2184726"/>
          </a:xfrm>
          <a:prstGeom prst="rect">
            <a:avLst/>
          </a:prstGeom>
        </p:spPr>
      </p:pic>
      <p:pic>
        <p:nvPicPr>
          <p:cNvPr id="35" name="Picture 34"/>
          <p:cNvPicPr>
            <a:picLocks noChangeAspect="1"/>
          </p:cNvPicPr>
          <p:nvPr/>
        </p:nvPicPr>
        <p:blipFill>
          <a:blip r:embed="rId3"/>
          <a:stretch>
            <a:fillRect/>
          </a:stretch>
        </p:blipFill>
        <p:spPr>
          <a:xfrm>
            <a:off x="9158353" y="3429001"/>
            <a:ext cx="2343444" cy="2184726"/>
          </a:xfrm>
          <a:prstGeom prst="rect">
            <a:avLst/>
          </a:prstGeom>
        </p:spPr>
      </p:pic>
      <p:sp>
        <p:nvSpPr>
          <p:cNvPr id="2" name="Rectangle 1"/>
          <p:cNvSpPr/>
          <p:nvPr/>
        </p:nvSpPr>
        <p:spPr>
          <a:xfrm>
            <a:off x="258393" y="5999304"/>
            <a:ext cx="11580758" cy="418771"/>
          </a:xfrm>
          <a:prstGeom prst="rect">
            <a:avLst/>
          </a:prstGeom>
        </p:spPr>
        <p:txBody>
          <a:bodyPr wrap="square">
            <a:spAutoFit/>
          </a:bodyPr>
          <a:lstStyle/>
          <a:p>
            <a:pPr defTabSz="914367">
              <a:defRPr/>
            </a:pPr>
            <a:r>
              <a:rPr lang="en-US" sz="2133" dirty="0">
                <a:solidFill>
                  <a:srgbClr val="000000"/>
                </a:solidFill>
                <a:latin typeface="Segoe UI" panose="020B0502040204020203" pitchFamily="34" charset="0"/>
              </a:rPr>
              <a:t>https://docs.microsoft.com/en-us/azure/virtual-machines/windows/sizes</a:t>
            </a:r>
            <a:endParaRPr lang="en-US" sz="2133" dirty="0">
              <a:solidFill>
                <a:prstClr val="black"/>
              </a:solidFill>
              <a:latin typeface="Cambria"/>
            </a:endParaRPr>
          </a:p>
        </p:txBody>
      </p:sp>
    </p:spTree>
    <p:extLst>
      <p:ext uri="{BB962C8B-B14F-4D97-AF65-F5344CB8AC3E}">
        <p14:creationId xmlns:p14="http://schemas.microsoft.com/office/powerpoint/2010/main" val="362760538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1000"/>
                                        <p:tgtEl>
                                          <p:spTgt spid="7">
                                            <p:txEl>
                                              <p:pRg st="0" end="0"/>
                                            </p:txEl>
                                          </p:spTgt>
                                        </p:tgtEl>
                                      </p:cBhvr>
                                    </p:animEffect>
                                    <p:anim calcmode="lin" valueType="num">
                                      <p:cBhvr>
                                        <p:cTn id="8"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10" presetClass="entr" presetSubtype="0" fill="hold" nodeType="afterEffect">
                                  <p:stCondLst>
                                    <p:cond delay="0"/>
                                  </p:stCondLst>
                                  <p:childTnLst>
                                    <p:set>
                                      <p:cBhvr>
                                        <p:cTn id="12" dur="1" fill="hold">
                                          <p:stCondLst>
                                            <p:cond delay="0"/>
                                          </p:stCondLst>
                                        </p:cTn>
                                        <p:tgtEl>
                                          <p:spTgt spid="22"/>
                                        </p:tgtEl>
                                        <p:attrNameLst>
                                          <p:attrName>style.visibility</p:attrName>
                                        </p:attrNameLst>
                                      </p:cBhvr>
                                      <p:to>
                                        <p:strVal val="visible"/>
                                      </p:to>
                                    </p:set>
                                    <p:animEffect transition="in" filter="fade">
                                      <p:cBhvr>
                                        <p:cTn id="13" dur="250"/>
                                        <p:tgtEl>
                                          <p:spTgt spid="22"/>
                                        </p:tgtEl>
                                      </p:cBhvr>
                                    </p:animEffect>
                                  </p:childTnLst>
                                </p:cTn>
                              </p:par>
                            </p:childTnLst>
                          </p:cTn>
                        </p:par>
                        <p:par>
                          <p:cTn id="14" fill="hold">
                            <p:stCondLst>
                              <p:cond delay="1250"/>
                            </p:stCondLst>
                            <p:childTnLst>
                              <p:par>
                                <p:cTn id="15" presetID="10" presetClass="entr" presetSubtype="0" fill="hold" nodeType="afterEffect">
                                  <p:stCondLst>
                                    <p:cond delay="0"/>
                                  </p:stCondLst>
                                  <p:childTnLst>
                                    <p:set>
                                      <p:cBhvr>
                                        <p:cTn id="16" dur="1" fill="hold">
                                          <p:stCondLst>
                                            <p:cond delay="0"/>
                                          </p:stCondLst>
                                        </p:cTn>
                                        <p:tgtEl>
                                          <p:spTgt spid="23"/>
                                        </p:tgtEl>
                                        <p:attrNameLst>
                                          <p:attrName>style.visibility</p:attrName>
                                        </p:attrNameLst>
                                      </p:cBhvr>
                                      <p:to>
                                        <p:strVal val="visible"/>
                                      </p:to>
                                    </p:set>
                                    <p:animEffect transition="in" filter="fade">
                                      <p:cBhvr>
                                        <p:cTn id="17" dur="250"/>
                                        <p:tgtEl>
                                          <p:spTgt spid="23"/>
                                        </p:tgtEl>
                                      </p:cBhvr>
                                    </p:animEffect>
                                  </p:childTnLst>
                                </p:cTn>
                              </p:par>
                            </p:childTnLst>
                          </p:cTn>
                        </p:par>
                        <p:par>
                          <p:cTn id="18" fill="hold">
                            <p:stCondLst>
                              <p:cond delay="1500"/>
                            </p:stCondLst>
                            <p:childTnLst>
                              <p:par>
                                <p:cTn id="19" presetID="10" presetClass="entr" presetSubtype="0" fill="hold" nodeType="afterEffect">
                                  <p:stCondLst>
                                    <p:cond delay="0"/>
                                  </p:stCondLst>
                                  <p:childTnLst>
                                    <p:set>
                                      <p:cBhvr>
                                        <p:cTn id="20" dur="1" fill="hold">
                                          <p:stCondLst>
                                            <p:cond delay="0"/>
                                          </p:stCondLst>
                                        </p:cTn>
                                        <p:tgtEl>
                                          <p:spTgt spid="24"/>
                                        </p:tgtEl>
                                        <p:attrNameLst>
                                          <p:attrName>style.visibility</p:attrName>
                                        </p:attrNameLst>
                                      </p:cBhvr>
                                      <p:to>
                                        <p:strVal val="visible"/>
                                      </p:to>
                                    </p:set>
                                    <p:animEffect transition="in" filter="fade">
                                      <p:cBhvr>
                                        <p:cTn id="21" dur="250"/>
                                        <p:tgtEl>
                                          <p:spTgt spid="24"/>
                                        </p:tgtEl>
                                      </p:cBhvr>
                                    </p:animEffect>
                                  </p:childTnLst>
                                </p:cTn>
                              </p:par>
                            </p:childTnLst>
                          </p:cTn>
                        </p:par>
                        <p:par>
                          <p:cTn id="22" fill="hold">
                            <p:stCondLst>
                              <p:cond delay="1750"/>
                            </p:stCondLst>
                            <p:childTnLst>
                              <p:par>
                                <p:cTn id="23" presetID="10" presetClass="entr" presetSubtype="0" fill="hold" nodeType="afterEffect">
                                  <p:stCondLst>
                                    <p:cond delay="0"/>
                                  </p:stCondLst>
                                  <p:childTnLst>
                                    <p:set>
                                      <p:cBhvr>
                                        <p:cTn id="24" dur="1" fill="hold">
                                          <p:stCondLst>
                                            <p:cond delay="0"/>
                                          </p:stCondLst>
                                        </p:cTn>
                                        <p:tgtEl>
                                          <p:spTgt spid="25"/>
                                        </p:tgtEl>
                                        <p:attrNameLst>
                                          <p:attrName>style.visibility</p:attrName>
                                        </p:attrNameLst>
                                      </p:cBhvr>
                                      <p:to>
                                        <p:strVal val="visible"/>
                                      </p:to>
                                    </p:set>
                                    <p:animEffect transition="in" filter="fade">
                                      <p:cBhvr>
                                        <p:cTn id="25" dur="250"/>
                                        <p:tgtEl>
                                          <p:spTgt spid="25"/>
                                        </p:tgtEl>
                                      </p:cBhvr>
                                    </p:animEffect>
                                  </p:childTnLst>
                                </p:cTn>
                              </p:par>
                            </p:childTnLst>
                          </p:cTn>
                        </p:par>
                        <p:par>
                          <p:cTn id="26" fill="hold">
                            <p:stCondLst>
                              <p:cond delay="2000"/>
                            </p:stCondLst>
                            <p:childTnLst>
                              <p:par>
                                <p:cTn id="27" presetID="10" presetClass="entr" presetSubtype="0" fill="hold" nodeType="afterEffect">
                                  <p:stCondLst>
                                    <p:cond delay="0"/>
                                  </p:stCondLst>
                                  <p:childTnLst>
                                    <p:set>
                                      <p:cBhvr>
                                        <p:cTn id="28" dur="1" fill="hold">
                                          <p:stCondLst>
                                            <p:cond delay="0"/>
                                          </p:stCondLst>
                                        </p:cTn>
                                        <p:tgtEl>
                                          <p:spTgt spid="26"/>
                                        </p:tgtEl>
                                        <p:attrNameLst>
                                          <p:attrName>style.visibility</p:attrName>
                                        </p:attrNameLst>
                                      </p:cBhvr>
                                      <p:to>
                                        <p:strVal val="visible"/>
                                      </p:to>
                                    </p:set>
                                    <p:animEffect transition="in" filter="fade">
                                      <p:cBhvr>
                                        <p:cTn id="29" dur="250"/>
                                        <p:tgtEl>
                                          <p:spTgt spid="26"/>
                                        </p:tgtEl>
                                      </p:cBhvr>
                                    </p:animEffect>
                                  </p:childTnLst>
                                </p:cTn>
                              </p:par>
                            </p:childTnLst>
                          </p:cTn>
                        </p:par>
                        <p:par>
                          <p:cTn id="30" fill="hold">
                            <p:stCondLst>
                              <p:cond delay="2250"/>
                            </p:stCondLst>
                            <p:childTnLst>
                              <p:par>
                                <p:cTn id="31" presetID="10" presetClass="entr" presetSubtype="0" fill="hold" nodeType="afterEffect">
                                  <p:stCondLst>
                                    <p:cond delay="0"/>
                                  </p:stCondLst>
                                  <p:childTnLst>
                                    <p:set>
                                      <p:cBhvr>
                                        <p:cTn id="32" dur="1" fill="hold">
                                          <p:stCondLst>
                                            <p:cond delay="0"/>
                                          </p:stCondLst>
                                        </p:cTn>
                                        <p:tgtEl>
                                          <p:spTgt spid="27"/>
                                        </p:tgtEl>
                                        <p:attrNameLst>
                                          <p:attrName>style.visibility</p:attrName>
                                        </p:attrNameLst>
                                      </p:cBhvr>
                                      <p:to>
                                        <p:strVal val="visible"/>
                                      </p:to>
                                    </p:set>
                                    <p:animEffect transition="in" filter="fade">
                                      <p:cBhvr>
                                        <p:cTn id="33" dur="250"/>
                                        <p:tgtEl>
                                          <p:spTgt spid="27"/>
                                        </p:tgtEl>
                                      </p:cBhvr>
                                    </p:animEffect>
                                  </p:childTnLst>
                                </p:cTn>
                              </p:par>
                            </p:childTnLst>
                          </p:cTn>
                        </p:par>
                        <p:par>
                          <p:cTn id="34" fill="hold">
                            <p:stCondLst>
                              <p:cond delay="2500"/>
                            </p:stCondLst>
                            <p:childTnLst>
                              <p:par>
                                <p:cTn id="35" presetID="10" presetClass="entr" presetSubtype="0" fill="hold" nodeType="afterEffect">
                                  <p:stCondLst>
                                    <p:cond delay="0"/>
                                  </p:stCondLst>
                                  <p:childTnLst>
                                    <p:set>
                                      <p:cBhvr>
                                        <p:cTn id="36" dur="1" fill="hold">
                                          <p:stCondLst>
                                            <p:cond delay="0"/>
                                          </p:stCondLst>
                                        </p:cTn>
                                        <p:tgtEl>
                                          <p:spTgt spid="28"/>
                                        </p:tgtEl>
                                        <p:attrNameLst>
                                          <p:attrName>style.visibility</p:attrName>
                                        </p:attrNameLst>
                                      </p:cBhvr>
                                      <p:to>
                                        <p:strVal val="visible"/>
                                      </p:to>
                                    </p:set>
                                    <p:animEffect transition="in" filter="fade">
                                      <p:cBhvr>
                                        <p:cTn id="37" dur="250"/>
                                        <p:tgtEl>
                                          <p:spTgt spid="28"/>
                                        </p:tgtEl>
                                      </p:cBhvr>
                                    </p:animEffect>
                                  </p:childTnLst>
                                </p:cTn>
                              </p:par>
                            </p:childTnLst>
                          </p:cTn>
                        </p:par>
                        <p:par>
                          <p:cTn id="38" fill="hold">
                            <p:stCondLst>
                              <p:cond delay="2750"/>
                            </p:stCondLst>
                            <p:childTnLst>
                              <p:par>
                                <p:cTn id="39" presetID="10" presetClass="entr" presetSubtype="0" fill="hold" nodeType="afterEffect">
                                  <p:stCondLst>
                                    <p:cond delay="0"/>
                                  </p:stCondLst>
                                  <p:childTnLst>
                                    <p:set>
                                      <p:cBhvr>
                                        <p:cTn id="40" dur="1" fill="hold">
                                          <p:stCondLst>
                                            <p:cond delay="0"/>
                                          </p:stCondLst>
                                        </p:cTn>
                                        <p:tgtEl>
                                          <p:spTgt spid="29"/>
                                        </p:tgtEl>
                                        <p:attrNameLst>
                                          <p:attrName>style.visibility</p:attrName>
                                        </p:attrNameLst>
                                      </p:cBhvr>
                                      <p:to>
                                        <p:strVal val="visible"/>
                                      </p:to>
                                    </p:set>
                                    <p:animEffect transition="in" filter="fade">
                                      <p:cBhvr>
                                        <p:cTn id="41" dur="250"/>
                                        <p:tgtEl>
                                          <p:spTgt spid="29"/>
                                        </p:tgtEl>
                                      </p:cBhvr>
                                    </p:animEffect>
                                  </p:childTnLst>
                                </p:cTn>
                              </p:par>
                            </p:childTnLst>
                          </p:cTn>
                        </p:par>
                        <p:par>
                          <p:cTn id="42" fill="hold">
                            <p:stCondLst>
                              <p:cond delay="3000"/>
                            </p:stCondLst>
                            <p:childTnLst>
                              <p:par>
                                <p:cTn id="43" presetID="10" presetClass="entr" presetSubtype="0" fill="hold" nodeType="afterEffect">
                                  <p:stCondLst>
                                    <p:cond delay="0"/>
                                  </p:stCondLst>
                                  <p:childTnLst>
                                    <p:set>
                                      <p:cBhvr>
                                        <p:cTn id="44" dur="1" fill="hold">
                                          <p:stCondLst>
                                            <p:cond delay="0"/>
                                          </p:stCondLst>
                                        </p:cTn>
                                        <p:tgtEl>
                                          <p:spTgt spid="30"/>
                                        </p:tgtEl>
                                        <p:attrNameLst>
                                          <p:attrName>style.visibility</p:attrName>
                                        </p:attrNameLst>
                                      </p:cBhvr>
                                      <p:to>
                                        <p:strVal val="visible"/>
                                      </p:to>
                                    </p:set>
                                    <p:animEffect transition="in" filter="fade">
                                      <p:cBhvr>
                                        <p:cTn id="45" dur="250"/>
                                        <p:tgtEl>
                                          <p:spTgt spid="30"/>
                                        </p:tgtEl>
                                      </p:cBhvr>
                                    </p:animEffect>
                                  </p:childTnLst>
                                </p:cTn>
                              </p:par>
                            </p:childTnLst>
                          </p:cTn>
                        </p:par>
                        <p:par>
                          <p:cTn id="46" fill="hold">
                            <p:stCondLst>
                              <p:cond delay="3250"/>
                            </p:stCondLst>
                            <p:childTnLst>
                              <p:par>
                                <p:cTn id="47" presetID="10" presetClass="entr" presetSubtype="0" fill="hold" nodeType="afterEffect">
                                  <p:stCondLst>
                                    <p:cond delay="0"/>
                                  </p:stCondLst>
                                  <p:childTnLst>
                                    <p:set>
                                      <p:cBhvr>
                                        <p:cTn id="48" dur="1" fill="hold">
                                          <p:stCondLst>
                                            <p:cond delay="0"/>
                                          </p:stCondLst>
                                        </p:cTn>
                                        <p:tgtEl>
                                          <p:spTgt spid="31"/>
                                        </p:tgtEl>
                                        <p:attrNameLst>
                                          <p:attrName>style.visibility</p:attrName>
                                        </p:attrNameLst>
                                      </p:cBhvr>
                                      <p:to>
                                        <p:strVal val="visible"/>
                                      </p:to>
                                    </p:set>
                                    <p:animEffect transition="in" filter="fade">
                                      <p:cBhvr>
                                        <p:cTn id="49" dur="250"/>
                                        <p:tgtEl>
                                          <p:spTgt spid="31"/>
                                        </p:tgtEl>
                                      </p:cBhvr>
                                    </p:animEffect>
                                  </p:childTnLst>
                                </p:cTn>
                              </p:par>
                            </p:childTnLst>
                          </p:cTn>
                        </p:par>
                        <p:par>
                          <p:cTn id="50" fill="hold">
                            <p:stCondLst>
                              <p:cond delay="3500"/>
                            </p:stCondLst>
                            <p:childTnLst>
                              <p:par>
                                <p:cTn id="51" presetID="10" presetClass="entr" presetSubtype="0" fill="hold" nodeType="afterEffect">
                                  <p:stCondLst>
                                    <p:cond delay="0"/>
                                  </p:stCondLst>
                                  <p:childTnLst>
                                    <p:set>
                                      <p:cBhvr>
                                        <p:cTn id="52" dur="1" fill="hold">
                                          <p:stCondLst>
                                            <p:cond delay="0"/>
                                          </p:stCondLst>
                                        </p:cTn>
                                        <p:tgtEl>
                                          <p:spTgt spid="32"/>
                                        </p:tgtEl>
                                        <p:attrNameLst>
                                          <p:attrName>style.visibility</p:attrName>
                                        </p:attrNameLst>
                                      </p:cBhvr>
                                      <p:to>
                                        <p:strVal val="visible"/>
                                      </p:to>
                                    </p:set>
                                    <p:animEffect transition="in" filter="fade">
                                      <p:cBhvr>
                                        <p:cTn id="53" dur="250"/>
                                        <p:tgtEl>
                                          <p:spTgt spid="32"/>
                                        </p:tgtEl>
                                      </p:cBhvr>
                                    </p:animEffect>
                                  </p:childTnLst>
                                </p:cTn>
                              </p:par>
                            </p:childTnLst>
                          </p:cTn>
                        </p:par>
                        <p:par>
                          <p:cTn id="54" fill="hold">
                            <p:stCondLst>
                              <p:cond delay="3750"/>
                            </p:stCondLst>
                            <p:childTnLst>
                              <p:par>
                                <p:cTn id="55" presetID="10" presetClass="entr" presetSubtype="0" fill="hold" nodeType="afterEffect">
                                  <p:stCondLst>
                                    <p:cond delay="0"/>
                                  </p:stCondLst>
                                  <p:childTnLst>
                                    <p:set>
                                      <p:cBhvr>
                                        <p:cTn id="56" dur="1" fill="hold">
                                          <p:stCondLst>
                                            <p:cond delay="0"/>
                                          </p:stCondLst>
                                        </p:cTn>
                                        <p:tgtEl>
                                          <p:spTgt spid="33"/>
                                        </p:tgtEl>
                                        <p:attrNameLst>
                                          <p:attrName>style.visibility</p:attrName>
                                        </p:attrNameLst>
                                      </p:cBhvr>
                                      <p:to>
                                        <p:strVal val="visible"/>
                                      </p:to>
                                    </p:set>
                                    <p:animEffect transition="in" filter="fade">
                                      <p:cBhvr>
                                        <p:cTn id="57" dur="250"/>
                                        <p:tgtEl>
                                          <p:spTgt spid="33"/>
                                        </p:tgtEl>
                                      </p:cBhvr>
                                    </p:animEffect>
                                  </p:childTnLst>
                                </p:cTn>
                              </p:par>
                            </p:childTnLst>
                          </p:cTn>
                        </p:par>
                        <p:par>
                          <p:cTn id="58" fill="hold">
                            <p:stCondLst>
                              <p:cond delay="4000"/>
                            </p:stCondLst>
                            <p:childTnLst>
                              <p:par>
                                <p:cTn id="59" presetID="10" presetClass="entr" presetSubtype="0" fill="hold" nodeType="afterEffect">
                                  <p:stCondLst>
                                    <p:cond delay="0"/>
                                  </p:stCondLst>
                                  <p:childTnLst>
                                    <p:set>
                                      <p:cBhvr>
                                        <p:cTn id="60" dur="1" fill="hold">
                                          <p:stCondLst>
                                            <p:cond delay="0"/>
                                          </p:stCondLst>
                                        </p:cTn>
                                        <p:tgtEl>
                                          <p:spTgt spid="34"/>
                                        </p:tgtEl>
                                        <p:attrNameLst>
                                          <p:attrName>style.visibility</p:attrName>
                                        </p:attrNameLst>
                                      </p:cBhvr>
                                      <p:to>
                                        <p:strVal val="visible"/>
                                      </p:to>
                                    </p:set>
                                    <p:animEffect transition="in" filter="fade">
                                      <p:cBhvr>
                                        <p:cTn id="61" dur="250"/>
                                        <p:tgtEl>
                                          <p:spTgt spid="34"/>
                                        </p:tgtEl>
                                      </p:cBhvr>
                                    </p:animEffect>
                                  </p:childTnLst>
                                </p:cTn>
                              </p:par>
                            </p:childTnLst>
                          </p:cTn>
                        </p:par>
                        <p:par>
                          <p:cTn id="62" fill="hold">
                            <p:stCondLst>
                              <p:cond delay="4250"/>
                            </p:stCondLst>
                            <p:childTnLst>
                              <p:par>
                                <p:cTn id="63" presetID="10" presetClass="entr" presetSubtype="0" fill="hold" nodeType="afterEffect">
                                  <p:stCondLst>
                                    <p:cond delay="0"/>
                                  </p:stCondLst>
                                  <p:childTnLst>
                                    <p:set>
                                      <p:cBhvr>
                                        <p:cTn id="64" dur="1" fill="hold">
                                          <p:stCondLst>
                                            <p:cond delay="0"/>
                                          </p:stCondLst>
                                        </p:cTn>
                                        <p:tgtEl>
                                          <p:spTgt spid="35"/>
                                        </p:tgtEl>
                                        <p:attrNameLst>
                                          <p:attrName>style.visibility</p:attrName>
                                        </p:attrNameLst>
                                      </p:cBhvr>
                                      <p:to>
                                        <p:strVal val="visible"/>
                                      </p:to>
                                    </p:set>
                                    <p:animEffect transition="in" filter="fade">
                                      <p:cBhvr>
                                        <p:cTn id="65" dur="250"/>
                                        <p:tgtEl>
                                          <p:spTgt spid="35"/>
                                        </p:tgtEl>
                                      </p:cBhvr>
                                    </p:animEffect>
                                  </p:childTnLst>
                                </p:cTn>
                              </p:par>
                            </p:childTnLst>
                          </p:cTn>
                        </p:par>
                      </p:childTnLst>
                    </p:cTn>
                  </p:par>
                  <p:par>
                    <p:cTn id="66" fill="hold">
                      <p:stCondLst>
                        <p:cond delay="indefinite"/>
                      </p:stCondLst>
                      <p:childTnLst>
                        <p:par>
                          <p:cTn id="67" fill="hold">
                            <p:stCondLst>
                              <p:cond delay="0"/>
                            </p:stCondLst>
                            <p:childTnLst>
                              <p:par>
                                <p:cTn id="68" presetID="42" presetClass="entr" presetSubtype="0" fill="hold" nodeType="clickEffect">
                                  <p:stCondLst>
                                    <p:cond delay="0"/>
                                  </p:stCondLst>
                                  <p:childTnLst>
                                    <p:set>
                                      <p:cBhvr>
                                        <p:cTn id="69" dur="1" fill="hold">
                                          <p:stCondLst>
                                            <p:cond delay="0"/>
                                          </p:stCondLst>
                                        </p:cTn>
                                        <p:tgtEl>
                                          <p:spTgt spid="7">
                                            <p:txEl>
                                              <p:pRg st="1" end="1"/>
                                            </p:txEl>
                                          </p:spTgt>
                                        </p:tgtEl>
                                        <p:attrNameLst>
                                          <p:attrName>style.visibility</p:attrName>
                                        </p:attrNameLst>
                                      </p:cBhvr>
                                      <p:to>
                                        <p:strVal val="visible"/>
                                      </p:to>
                                    </p:set>
                                    <p:animEffect transition="in" filter="fade">
                                      <p:cBhvr>
                                        <p:cTn id="70" dur="1000"/>
                                        <p:tgtEl>
                                          <p:spTgt spid="7">
                                            <p:txEl>
                                              <p:pRg st="1" end="1"/>
                                            </p:txEl>
                                          </p:spTgt>
                                        </p:tgtEl>
                                      </p:cBhvr>
                                    </p:animEffect>
                                    <p:anim calcmode="lin" valueType="num">
                                      <p:cBhvr>
                                        <p:cTn id="71" dur="1000" fill="hold"/>
                                        <p:tgtEl>
                                          <p:spTgt spid="7">
                                            <p:txEl>
                                              <p:pRg st="1" end="1"/>
                                            </p:txEl>
                                          </p:spTgt>
                                        </p:tgtEl>
                                        <p:attrNameLst>
                                          <p:attrName>ppt_x</p:attrName>
                                        </p:attrNameLst>
                                      </p:cBhvr>
                                      <p:tavLst>
                                        <p:tav tm="0">
                                          <p:val>
                                            <p:strVal val="#ppt_x"/>
                                          </p:val>
                                        </p:tav>
                                        <p:tav tm="100000">
                                          <p:val>
                                            <p:strVal val="#ppt_x"/>
                                          </p:val>
                                        </p:tav>
                                      </p:tavLst>
                                    </p:anim>
                                    <p:anim calcmode="lin" valueType="num">
                                      <p:cBhvr>
                                        <p:cTn id="72" dur="1000" fill="hold"/>
                                        <p:tgtEl>
                                          <p:spTgt spid="7">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73" fill="hold">
                      <p:stCondLst>
                        <p:cond delay="indefinite"/>
                      </p:stCondLst>
                      <p:childTnLst>
                        <p:par>
                          <p:cTn id="74" fill="hold">
                            <p:stCondLst>
                              <p:cond delay="0"/>
                            </p:stCondLst>
                            <p:childTnLst>
                              <p:par>
                                <p:cTn id="75" presetID="42" presetClass="entr" presetSubtype="0" fill="hold" nodeType="clickEffect">
                                  <p:stCondLst>
                                    <p:cond delay="0"/>
                                  </p:stCondLst>
                                  <p:childTnLst>
                                    <p:set>
                                      <p:cBhvr>
                                        <p:cTn id="76" dur="1" fill="hold">
                                          <p:stCondLst>
                                            <p:cond delay="0"/>
                                          </p:stCondLst>
                                        </p:cTn>
                                        <p:tgtEl>
                                          <p:spTgt spid="7">
                                            <p:txEl>
                                              <p:pRg st="2" end="2"/>
                                            </p:txEl>
                                          </p:spTgt>
                                        </p:tgtEl>
                                        <p:attrNameLst>
                                          <p:attrName>style.visibility</p:attrName>
                                        </p:attrNameLst>
                                      </p:cBhvr>
                                      <p:to>
                                        <p:strVal val="visible"/>
                                      </p:to>
                                    </p:set>
                                    <p:animEffect transition="in" filter="fade">
                                      <p:cBhvr>
                                        <p:cTn id="77" dur="1000"/>
                                        <p:tgtEl>
                                          <p:spTgt spid="7">
                                            <p:txEl>
                                              <p:pRg st="2" end="2"/>
                                            </p:txEl>
                                          </p:spTgt>
                                        </p:tgtEl>
                                      </p:cBhvr>
                                    </p:animEffect>
                                    <p:anim calcmode="lin" valueType="num">
                                      <p:cBhvr>
                                        <p:cTn id="78"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79" dur="1000" fill="hold"/>
                                        <p:tgtEl>
                                          <p:spTgt spid="7">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268928" y="804475"/>
            <a:ext cx="11541863" cy="899665"/>
          </a:xfrm>
        </p:spPr>
        <p:txBody>
          <a:bodyPr/>
          <a:lstStyle/>
          <a:p>
            <a:r>
              <a:rPr lang="en-US" dirty="0"/>
              <a:t>VM Scale Sets</a:t>
            </a:r>
          </a:p>
        </p:txBody>
      </p:sp>
    </p:spTree>
    <p:extLst>
      <p:ext uri="{BB962C8B-B14F-4D97-AF65-F5344CB8AC3E}">
        <p14:creationId xmlns:p14="http://schemas.microsoft.com/office/powerpoint/2010/main" val="448211161"/>
      </p:ext>
    </p:extLst>
  </p:cSld>
  <p:clrMapOvr>
    <a:masterClrMapping/>
  </p:clrMapOvr>
  <p:transition>
    <p:fad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 </a:t>
            </a:r>
          </a:p>
        </p:txBody>
      </p:sp>
      <p:sp>
        <p:nvSpPr>
          <p:cNvPr id="4" name="Content Placeholder 3"/>
          <p:cNvSpPr>
            <a:spLocks noGrp="1"/>
          </p:cNvSpPr>
          <p:nvPr>
            <p:ph sz="quarter" idx="10"/>
          </p:nvPr>
        </p:nvSpPr>
        <p:spPr>
          <a:xfrm>
            <a:off x="355375" y="1757624"/>
            <a:ext cx="11542503" cy="4124206"/>
          </a:xfrm>
        </p:spPr>
        <p:txBody>
          <a:bodyPr/>
          <a:lstStyle/>
          <a:p>
            <a:r>
              <a:rPr lang="en-US" dirty="0"/>
              <a:t>“Next-Generation Worker Role”</a:t>
            </a:r>
          </a:p>
          <a:p>
            <a:r>
              <a:rPr lang="en-US" dirty="0"/>
              <a:t>Supports Windows, Linux, and custom images</a:t>
            </a:r>
          </a:p>
          <a:p>
            <a:r>
              <a:rPr lang="en-US" dirty="0"/>
              <a:t>Stateless and persistent disks</a:t>
            </a:r>
          </a:p>
          <a:p>
            <a:r>
              <a:rPr lang="en-US" dirty="0"/>
              <a:t>Image-based OS patching</a:t>
            </a:r>
          </a:p>
          <a:p>
            <a:r>
              <a:rPr lang="en-US" dirty="0"/>
              <a:t>Ideal for clusters</a:t>
            </a:r>
          </a:p>
          <a:p>
            <a:endParaRPr lang="en-US" dirty="0"/>
          </a:p>
        </p:txBody>
      </p:sp>
      <p:sp>
        <p:nvSpPr>
          <p:cNvPr id="2" name="TextBox 1"/>
          <p:cNvSpPr txBox="1"/>
          <p:nvPr/>
        </p:nvSpPr>
        <p:spPr>
          <a:xfrm>
            <a:off x="268288" y="413657"/>
            <a:ext cx="9790112" cy="1028551"/>
          </a:xfrm>
          <a:prstGeom prst="rect">
            <a:avLst/>
          </a:prstGeom>
          <a:noFill/>
        </p:spPr>
        <p:txBody>
          <a:bodyPr wrap="square" lIns="182880" tIns="146304" rIns="182880" bIns="146304" rtlCol="0">
            <a:spAutoFit/>
          </a:bodyPr>
          <a:lstStyle/>
          <a:p>
            <a:pPr>
              <a:lnSpc>
                <a:spcPct val="90000"/>
              </a:lnSpc>
              <a:spcAft>
                <a:spcPts val="600"/>
              </a:spcAft>
            </a:pPr>
            <a:r>
              <a:rPr lang="en-US" sz="5293" spc="-100" dirty="0">
                <a:ln w="3175">
                  <a:noFill/>
                </a:ln>
                <a:solidFill>
                  <a:srgbClr val="FFFFFF"/>
                </a:solidFill>
                <a:latin typeface="Segoe UI Light"/>
                <a:cs typeface="Segoe UI" pitchFamily="34" charset="0"/>
              </a:rPr>
              <a:t>Virtual Machine Scale Sets</a:t>
            </a:r>
            <a:endParaRPr lang="en-US" sz="2400" dirty="0">
              <a:gradFill>
                <a:gsLst>
                  <a:gs pos="2917">
                    <a:schemeClr val="tx1"/>
                  </a:gs>
                  <a:gs pos="30000">
                    <a:schemeClr val="tx1"/>
                  </a:gs>
                </a:gsLst>
                <a:lin ang="5400000" scaled="0"/>
              </a:gradFill>
            </a:endParaRPr>
          </a:p>
        </p:txBody>
      </p:sp>
    </p:spTree>
    <p:extLst>
      <p:ext uri="{BB962C8B-B14F-4D97-AF65-F5344CB8AC3E}">
        <p14:creationId xmlns:p14="http://schemas.microsoft.com/office/powerpoint/2010/main" val="4084785095"/>
      </p:ext>
    </p:extLst>
  </p:cSld>
  <p:clrMapOvr>
    <a:masterClrMapping/>
  </p:clrMapOvr>
  <p:transition>
    <p:fad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323357" y="1000419"/>
            <a:ext cx="11541863" cy="899665"/>
          </a:xfrm>
        </p:spPr>
        <p:txBody>
          <a:bodyPr/>
          <a:lstStyle/>
          <a:p>
            <a:r>
              <a:rPr lang="en-US" dirty="0"/>
              <a:t>Application Gateway</a:t>
            </a:r>
          </a:p>
        </p:txBody>
      </p:sp>
    </p:spTree>
    <p:extLst>
      <p:ext uri="{BB962C8B-B14F-4D97-AF65-F5344CB8AC3E}">
        <p14:creationId xmlns:p14="http://schemas.microsoft.com/office/powerpoint/2010/main" val="3140757873"/>
      </p:ext>
    </p:extLst>
  </p:cSld>
  <p:clrMapOvr>
    <a:masterClrMapping/>
  </p:clrMapOvr>
  <p:transition>
    <p:fade/>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Azure Application Gateway</a:t>
            </a:r>
          </a:p>
        </p:txBody>
      </p:sp>
      <p:sp>
        <p:nvSpPr>
          <p:cNvPr id="4" name="Content Placeholder 3"/>
          <p:cNvSpPr>
            <a:spLocks noGrp="1"/>
          </p:cNvSpPr>
          <p:nvPr>
            <p:ph sz="quarter" idx="10"/>
          </p:nvPr>
        </p:nvSpPr>
        <p:spPr>
          <a:xfrm>
            <a:off x="268289" y="1388066"/>
            <a:ext cx="5603605" cy="4969935"/>
          </a:xfrm>
        </p:spPr>
        <p:txBody>
          <a:bodyPr/>
          <a:lstStyle/>
          <a:p>
            <a:r>
              <a:rPr lang="en-US" dirty="0"/>
              <a:t>Azure-managed, first party virtual appliances</a:t>
            </a:r>
          </a:p>
          <a:p>
            <a:r>
              <a:rPr lang="en-US" dirty="0"/>
              <a:t>HTTP routing based on app-level policies</a:t>
            </a:r>
          </a:p>
          <a:p>
            <a:pPr lvl="2"/>
            <a:r>
              <a:rPr lang="en-US" dirty="0"/>
              <a:t>Cookies affinity</a:t>
            </a:r>
          </a:p>
          <a:p>
            <a:pPr lvl="2"/>
            <a:r>
              <a:rPr lang="en-US" dirty="0"/>
              <a:t>URL hash</a:t>
            </a:r>
          </a:p>
          <a:p>
            <a:r>
              <a:rPr lang="en-US" dirty="0"/>
              <a:t>SSL termination and caching</a:t>
            </a:r>
          </a:p>
        </p:txBody>
      </p:sp>
      <p:pic>
        <p:nvPicPr>
          <p:cNvPr id="6" name="Content Placeholder 5"/>
          <p:cNvPicPr>
            <a:picLocks noGrp="1" noChangeAspect="1"/>
          </p:cNvPicPr>
          <p:nvPr>
            <p:ph sz="quarter" idx="11"/>
          </p:nvPr>
        </p:nvPicPr>
        <p:blipFill>
          <a:blip r:embed="rId3"/>
          <a:stretch>
            <a:fillRect/>
          </a:stretch>
        </p:blipFill>
        <p:spPr>
          <a:xfrm>
            <a:off x="5946596" y="1612806"/>
            <a:ext cx="6035123" cy="4206660"/>
          </a:xfrm>
          <a:prstGeom prst="rect">
            <a:avLst/>
          </a:prstGeom>
        </p:spPr>
      </p:pic>
    </p:spTree>
    <p:extLst>
      <p:ext uri="{BB962C8B-B14F-4D97-AF65-F5344CB8AC3E}">
        <p14:creationId xmlns:p14="http://schemas.microsoft.com/office/powerpoint/2010/main" val="2259345317"/>
      </p:ext>
    </p:extLst>
  </p:cSld>
  <p:clrMapOvr>
    <a:masterClrMapping/>
  </p:clrMapOvr>
  <p:transition>
    <p:fade/>
  </p:transition>
</p:sld>
</file>

<file path=ppt/slides/slide2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Title 2"/>
          <p:cNvSpPr>
            <a:spLocks noGrp="1"/>
          </p:cNvSpPr>
          <p:nvPr>
            <p:ph type="title"/>
          </p:nvPr>
        </p:nvSpPr>
        <p:spPr>
          <a:xfrm>
            <a:off x="323357" y="1000419"/>
            <a:ext cx="11541863" cy="899665"/>
          </a:xfrm>
        </p:spPr>
        <p:txBody>
          <a:bodyPr/>
          <a:lstStyle/>
          <a:p>
            <a:r>
              <a:rPr lang="en-US" dirty="0"/>
              <a:t>VMs + Containers</a:t>
            </a:r>
          </a:p>
        </p:txBody>
      </p:sp>
    </p:spTree>
    <p:extLst>
      <p:ext uri="{BB962C8B-B14F-4D97-AF65-F5344CB8AC3E}">
        <p14:creationId xmlns:p14="http://schemas.microsoft.com/office/powerpoint/2010/main" val="2940661284"/>
      </p:ext>
    </p:extLst>
  </p:cSld>
  <p:clrMapOvr>
    <a:masterClrMapping/>
  </p:clrMapOvr>
  <p:transition>
    <p:fade/>
  </p:transition>
</p:sld>
</file>

<file path=ppt/slides/slide2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Containers</a:t>
            </a:r>
          </a:p>
        </p:txBody>
      </p:sp>
      <p:sp>
        <p:nvSpPr>
          <p:cNvPr id="4" name="Content Placeholder 3"/>
          <p:cNvSpPr>
            <a:spLocks noGrp="1"/>
          </p:cNvSpPr>
          <p:nvPr>
            <p:ph sz="quarter" idx="10"/>
          </p:nvPr>
        </p:nvSpPr>
        <p:spPr>
          <a:xfrm>
            <a:off x="268290" y="1398397"/>
            <a:ext cx="5884860" cy="4983353"/>
          </a:xfrm>
        </p:spPr>
        <p:txBody>
          <a:bodyPr>
            <a:normAutofit fontScale="77500" lnSpcReduction="20000"/>
          </a:bodyPr>
          <a:lstStyle/>
          <a:p>
            <a:r>
              <a:rPr lang="en-US" dirty="0"/>
              <a:t>What are they?</a:t>
            </a:r>
          </a:p>
          <a:p>
            <a:pPr lvl="1"/>
            <a:r>
              <a:rPr lang="en-US" dirty="0"/>
              <a:t>Unit of deployment</a:t>
            </a:r>
          </a:p>
          <a:p>
            <a:pPr lvl="1"/>
            <a:r>
              <a:rPr lang="en-US" dirty="0"/>
              <a:t>Isolated environment</a:t>
            </a:r>
          </a:p>
          <a:p>
            <a:pPr lvl="1"/>
            <a:r>
              <a:rPr lang="en-US" dirty="0"/>
              <a:t>Isolated collection of resources</a:t>
            </a:r>
          </a:p>
          <a:p>
            <a:pPr lvl="1"/>
            <a:endParaRPr lang="en-US" dirty="0"/>
          </a:p>
          <a:p>
            <a:r>
              <a:rPr lang="en-US" dirty="0"/>
              <a:t>What are the benefits?</a:t>
            </a:r>
          </a:p>
          <a:p>
            <a:pPr lvl="1"/>
            <a:r>
              <a:rPr lang="en-US" dirty="0"/>
              <a:t>Instant startup</a:t>
            </a:r>
          </a:p>
          <a:p>
            <a:pPr lvl="1"/>
            <a:r>
              <a:rPr lang="en-US" dirty="0"/>
              <a:t>Repeatable and reliable execution</a:t>
            </a:r>
          </a:p>
          <a:p>
            <a:endParaRPr lang="en-US" dirty="0"/>
          </a:p>
          <a:p>
            <a:r>
              <a:rPr lang="en-US" dirty="0"/>
              <a:t>Scenarios</a:t>
            </a:r>
          </a:p>
          <a:p>
            <a:pPr lvl="1"/>
            <a:r>
              <a:rPr lang="en-US" dirty="0"/>
              <a:t>Dev/Test</a:t>
            </a:r>
          </a:p>
          <a:p>
            <a:pPr lvl="1"/>
            <a:r>
              <a:rPr lang="en-US" dirty="0"/>
              <a:t>Great for micro-services</a:t>
            </a:r>
          </a:p>
        </p:txBody>
      </p:sp>
      <p:grpSp>
        <p:nvGrpSpPr>
          <p:cNvPr id="32" name="Group 31"/>
          <p:cNvGrpSpPr/>
          <p:nvPr/>
        </p:nvGrpSpPr>
        <p:grpSpPr>
          <a:xfrm>
            <a:off x="6306896" y="4196601"/>
            <a:ext cx="5998638" cy="2054049"/>
            <a:chOff x="6306896" y="4196601"/>
            <a:chExt cx="5998638" cy="2054049"/>
          </a:xfrm>
        </p:grpSpPr>
        <p:sp>
          <p:nvSpPr>
            <p:cNvPr id="5" name="Rectangle 4"/>
            <p:cNvSpPr/>
            <p:nvPr/>
          </p:nvSpPr>
          <p:spPr bwMode="auto">
            <a:xfrm>
              <a:off x="6306896" y="5884890"/>
              <a:ext cx="4245318" cy="365760"/>
            </a:xfrm>
            <a:prstGeom prst="rect">
              <a:avLst/>
            </a:prstGeom>
            <a:solidFill>
              <a:schemeClr val="tx1">
                <a:lumMod val="75000"/>
              </a:schemeClr>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0" marR="0" lvl="0" indent="0" algn="ctr" defTabSz="932472" eaLnBrk="1" fontAlgn="base" latinLnBrk="0" hangingPunct="1">
                <a:lnSpc>
                  <a:spcPct val="90000"/>
                </a:lnSpc>
                <a:spcBef>
                  <a:spcPct val="0"/>
                </a:spcBef>
                <a:spcAft>
                  <a:spcPct val="0"/>
                </a:spcAft>
                <a:buClrTx/>
                <a:buSzTx/>
                <a:buFontTx/>
                <a:buNone/>
                <a:tabLst/>
                <a:defRPr/>
              </a:pPr>
              <a:r>
                <a:rPr kumimoji="0" lang="en-US" sz="1800" b="0" i="0" u="none" strike="noStrike" kern="0" cap="none" spc="0" normalizeH="0" baseline="0" noProof="0" dirty="0">
                  <a:ln>
                    <a:noFill/>
                  </a:ln>
                  <a:solidFill>
                    <a:schemeClr val="bg1"/>
                  </a:solidFill>
                  <a:effectLst/>
                  <a:uLnTx/>
                  <a:uFillTx/>
                  <a:ea typeface="Segoe UI" pitchFamily="34" charset="0"/>
                  <a:cs typeface="Segoe UI" pitchFamily="34" charset="0"/>
                </a:rPr>
                <a:t>Physical Server</a:t>
              </a:r>
            </a:p>
          </p:txBody>
        </p:sp>
        <p:sp>
          <p:nvSpPr>
            <p:cNvPr id="6" name="Rectangle 5"/>
            <p:cNvSpPr/>
            <p:nvPr/>
          </p:nvSpPr>
          <p:spPr bwMode="auto">
            <a:xfrm>
              <a:off x="6306897" y="5446114"/>
              <a:ext cx="4245316" cy="365760"/>
            </a:xfrm>
            <a:prstGeom prst="rect">
              <a:avLst/>
            </a:prstGeom>
            <a:solidFill>
              <a:srgbClr val="00B050"/>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0" marR="0" lvl="0" indent="0" algn="ctr" defTabSz="932472" eaLnBrk="1" fontAlgn="base" latinLnBrk="0" hangingPunct="1">
                <a:lnSpc>
                  <a:spcPct val="90000"/>
                </a:lnSpc>
                <a:spcBef>
                  <a:spcPct val="0"/>
                </a:spcBef>
                <a:spcAft>
                  <a:spcPct val="0"/>
                </a:spcAft>
                <a:buClrTx/>
                <a:buSzTx/>
                <a:buFontTx/>
                <a:buNone/>
                <a:tabLst/>
                <a:defRPr/>
              </a:pPr>
              <a:r>
                <a:rPr kumimoji="0" lang="en-US" sz="1800" b="0" i="0" u="none" strike="noStrike" kern="0" cap="none" spc="0" normalizeH="0" baseline="0" noProof="0" dirty="0">
                  <a:ln>
                    <a:noFill/>
                  </a:ln>
                  <a:solidFill>
                    <a:schemeClr val="bg1"/>
                  </a:solidFill>
                  <a:effectLst/>
                  <a:uLnTx/>
                  <a:uFillTx/>
                  <a:ea typeface="Segoe UI" pitchFamily="34" charset="0"/>
                  <a:cs typeface="Segoe UI" pitchFamily="34" charset="0"/>
                </a:rPr>
                <a:t>Host OS</a:t>
              </a:r>
            </a:p>
          </p:txBody>
        </p:sp>
        <p:sp>
          <p:nvSpPr>
            <p:cNvPr id="7" name="Rectangle 6"/>
            <p:cNvSpPr/>
            <p:nvPr/>
          </p:nvSpPr>
          <p:spPr bwMode="auto">
            <a:xfrm>
              <a:off x="6306896" y="4799558"/>
              <a:ext cx="1015217" cy="575095"/>
            </a:xfrm>
            <a:prstGeom prst="rect">
              <a:avLst/>
            </a:prstGeom>
            <a:solidFill>
              <a:schemeClr val="bg2">
                <a:lumMod val="40000"/>
                <a:lumOff val="60000"/>
              </a:schemeClr>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0" marR="0" lvl="0" indent="0" algn="ctr" defTabSz="932472" eaLnBrk="1" fontAlgn="base" latinLnBrk="0" hangingPunct="1">
                <a:lnSpc>
                  <a:spcPct val="90000"/>
                </a:lnSpc>
                <a:spcBef>
                  <a:spcPct val="0"/>
                </a:spcBef>
                <a:spcAft>
                  <a:spcPct val="0"/>
                </a:spcAft>
                <a:buClrTx/>
                <a:buSzTx/>
                <a:buFontTx/>
                <a:buNone/>
                <a:tabLst/>
                <a:defRPr/>
              </a:pPr>
              <a:r>
                <a:rPr kumimoji="0" lang="en-US" sz="1400" b="0" i="0" u="none" strike="noStrike" kern="0" cap="none" spc="0" normalizeH="0" baseline="0" noProof="0" dirty="0">
                  <a:ln>
                    <a:noFill/>
                  </a:ln>
                  <a:solidFill>
                    <a:schemeClr val="bg1"/>
                  </a:solidFill>
                  <a:effectLst/>
                  <a:uLnTx/>
                  <a:uFillTx/>
                  <a:ea typeface="Segoe UI" pitchFamily="34" charset="0"/>
                  <a:cs typeface="Segoe UI" pitchFamily="34" charset="0"/>
                </a:rPr>
                <a:t>Container Manager</a:t>
              </a:r>
            </a:p>
          </p:txBody>
        </p:sp>
        <p:sp>
          <p:nvSpPr>
            <p:cNvPr id="8" name="Rectangle 7"/>
            <p:cNvSpPr/>
            <p:nvPr/>
          </p:nvSpPr>
          <p:spPr bwMode="auto">
            <a:xfrm>
              <a:off x="7375295" y="4806743"/>
              <a:ext cx="1266494" cy="569464"/>
            </a:xfrm>
            <a:prstGeom prst="rect">
              <a:avLst/>
            </a:prstGeom>
            <a:ln>
              <a:noFill/>
              <a:headEnd type="none" w="med" len="med"/>
              <a:tailEnd type="none" w="med" len="med"/>
            </a:ln>
          </p:spPr>
          <p:style>
            <a:lnRef idx="2">
              <a:schemeClr val="accent4">
                <a:shade val="50000"/>
              </a:schemeClr>
            </a:lnRef>
            <a:fillRef idx="1">
              <a:schemeClr val="accent4"/>
            </a:fillRef>
            <a:effectRef idx="0">
              <a:schemeClr val="accent4"/>
            </a:effectRef>
            <a:fontRef idx="minor">
              <a:schemeClr val="lt1"/>
            </a:fontRef>
          </p:style>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0" marR="0" lvl="0" indent="0" algn="ctr" defTabSz="932472" eaLnBrk="1" fontAlgn="base" latinLnBrk="0" hangingPunct="1">
                <a:lnSpc>
                  <a:spcPct val="90000"/>
                </a:lnSpc>
                <a:spcBef>
                  <a:spcPct val="0"/>
                </a:spcBef>
                <a:spcAft>
                  <a:spcPct val="0"/>
                </a:spcAft>
                <a:buClrTx/>
                <a:buSzTx/>
                <a:buFontTx/>
                <a:buNone/>
                <a:tabLst/>
                <a:defRPr/>
              </a:pPr>
              <a:r>
                <a:rPr kumimoji="0" lang="en-US" sz="1400" b="0" i="0" u="none" strike="noStrike" kern="0" cap="none" spc="0" normalizeH="0" baseline="0" noProof="0" dirty="0">
                  <a:ln>
                    <a:noFill/>
                  </a:ln>
                  <a:solidFill>
                    <a:schemeClr val="bg1"/>
                  </a:solidFill>
                  <a:effectLst/>
                  <a:uLnTx/>
                  <a:uFillTx/>
                  <a:ea typeface="Segoe UI" pitchFamily="34" charset="0"/>
                  <a:cs typeface="Segoe UI" pitchFamily="34" charset="0"/>
                </a:rPr>
                <a:t>App</a:t>
              </a:r>
            </a:p>
            <a:p>
              <a:pPr marL="0" marR="0" lvl="0" indent="0" algn="ctr" defTabSz="932472" eaLnBrk="1" fontAlgn="base" latinLnBrk="0" hangingPunct="1">
                <a:lnSpc>
                  <a:spcPct val="90000"/>
                </a:lnSpc>
                <a:spcBef>
                  <a:spcPct val="0"/>
                </a:spcBef>
                <a:spcAft>
                  <a:spcPct val="0"/>
                </a:spcAft>
                <a:buClrTx/>
                <a:buSzTx/>
                <a:buFontTx/>
                <a:buNone/>
                <a:tabLst/>
                <a:defRPr/>
              </a:pPr>
              <a:r>
                <a:rPr kumimoji="0" lang="en-US" sz="1400" b="0" i="0" u="none" strike="noStrike" kern="0" cap="none" spc="0" normalizeH="0" baseline="0" noProof="0" dirty="0">
                  <a:ln>
                    <a:noFill/>
                  </a:ln>
                  <a:solidFill>
                    <a:schemeClr val="bg1"/>
                  </a:solidFill>
                  <a:effectLst/>
                  <a:uLnTx/>
                  <a:uFillTx/>
                  <a:ea typeface="Segoe UI" pitchFamily="34" charset="0"/>
                  <a:cs typeface="Segoe UI" pitchFamily="34" charset="0"/>
                </a:rPr>
                <a:t>Framework</a:t>
              </a:r>
            </a:p>
          </p:txBody>
        </p:sp>
        <p:sp>
          <p:nvSpPr>
            <p:cNvPr id="9" name="Rectangle 8"/>
            <p:cNvSpPr/>
            <p:nvPr/>
          </p:nvSpPr>
          <p:spPr bwMode="auto">
            <a:xfrm>
              <a:off x="7381130" y="4198733"/>
              <a:ext cx="630936" cy="569464"/>
            </a:xfrm>
            <a:prstGeom prst="rect">
              <a:avLst/>
            </a:prstGeom>
            <a:solidFill>
              <a:srgbClr val="FFC000"/>
            </a:solidFill>
            <a:ln>
              <a:noFill/>
              <a:headEnd type="none" w="med" len="med"/>
              <a:tailEnd type="none" w="med" len="med"/>
            </a:ln>
          </p:spPr>
          <p:style>
            <a:lnRef idx="2">
              <a:schemeClr val="accent5">
                <a:shade val="50000"/>
              </a:schemeClr>
            </a:lnRef>
            <a:fillRef idx="1">
              <a:schemeClr val="accent5"/>
            </a:fillRef>
            <a:effectRef idx="0">
              <a:schemeClr val="accent5"/>
            </a:effectRef>
            <a:fontRef idx="minor">
              <a:schemeClr val="lt1"/>
            </a:fontRef>
          </p:style>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0" marR="0" lvl="0" indent="0" algn="ctr" defTabSz="932472" eaLnBrk="1" fontAlgn="base" latinLnBrk="0" hangingPunct="1">
                <a:lnSpc>
                  <a:spcPct val="90000"/>
                </a:lnSpc>
                <a:spcBef>
                  <a:spcPct val="0"/>
                </a:spcBef>
                <a:spcAft>
                  <a:spcPct val="0"/>
                </a:spcAft>
                <a:buClrTx/>
                <a:buSzTx/>
                <a:buFontTx/>
                <a:buNone/>
                <a:tabLst/>
                <a:defRPr/>
              </a:pPr>
              <a:r>
                <a:rPr kumimoji="0" lang="en-US" sz="1400" b="0" i="0" u="none" strike="noStrike" kern="0" cap="none" spc="0" normalizeH="0" baseline="0" noProof="0" dirty="0">
                  <a:ln>
                    <a:noFill/>
                  </a:ln>
                  <a:solidFill>
                    <a:schemeClr val="tx1"/>
                  </a:solidFill>
                  <a:effectLst/>
                  <a:uLnTx/>
                  <a:uFillTx/>
                  <a:ea typeface="Segoe UI" pitchFamily="34" charset="0"/>
                  <a:cs typeface="Segoe UI" pitchFamily="34" charset="0"/>
                </a:rPr>
                <a:t>App</a:t>
              </a:r>
            </a:p>
            <a:p>
              <a:pPr marL="0" marR="0" lvl="0" indent="0" algn="ctr" defTabSz="932472" eaLnBrk="1" fontAlgn="base" latinLnBrk="0" hangingPunct="1">
                <a:lnSpc>
                  <a:spcPct val="90000"/>
                </a:lnSpc>
                <a:spcBef>
                  <a:spcPct val="0"/>
                </a:spcBef>
                <a:spcAft>
                  <a:spcPct val="0"/>
                </a:spcAft>
                <a:buClrTx/>
                <a:buSzTx/>
                <a:buFontTx/>
                <a:buNone/>
                <a:tabLst/>
                <a:defRPr/>
              </a:pPr>
              <a:r>
                <a:rPr kumimoji="0" lang="en-US" sz="1400" b="0" i="0" u="none" strike="noStrike" kern="0" cap="none" spc="0" normalizeH="0" baseline="0" noProof="0" dirty="0">
                  <a:ln>
                    <a:noFill/>
                  </a:ln>
                  <a:solidFill>
                    <a:schemeClr val="tx1"/>
                  </a:solidFill>
                  <a:effectLst/>
                  <a:uLnTx/>
                  <a:uFillTx/>
                  <a:ea typeface="Segoe UI" pitchFamily="34" charset="0"/>
                  <a:cs typeface="Segoe UI" pitchFamily="34" charset="0"/>
                </a:rPr>
                <a:t>A</a:t>
              </a:r>
            </a:p>
          </p:txBody>
        </p:sp>
        <p:sp>
          <p:nvSpPr>
            <p:cNvPr id="10" name="Rectangle 9"/>
            <p:cNvSpPr/>
            <p:nvPr/>
          </p:nvSpPr>
          <p:spPr bwMode="auto">
            <a:xfrm>
              <a:off x="8068161" y="4198733"/>
              <a:ext cx="580457" cy="569464"/>
            </a:xfrm>
            <a:prstGeom prst="rect">
              <a:avLst/>
            </a:prstGeom>
            <a:solidFill>
              <a:srgbClr val="FFC000"/>
            </a:solidFill>
            <a:ln>
              <a:noFill/>
              <a:headEnd type="none" w="med" len="med"/>
              <a:tailEnd type="none" w="med" len="med"/>
            </a:ln>
          </p:spPr>
          <p:style>
            <a:lnRef idx="2">
              <a:schemeClr val="accent5">
                <a:shade val="50000"/>
              </a:schemeClr>
            </a:lnRef>
            <a:fillRef idx="1">
              <a:schemeClr val="accent5"/>
            </a:fillRef>
            <a:effectRef idx="0">
              <a:schemeClr val="accent5"/>
            </a:effectRef>
            <a:fontRef idx="minor">
              <a:schemeClr val="lt1"/>
            </a:fontRef>
          </p:style>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0" marR="0" lvl="0" indent="0" algn="ctr" defTabSz="932472" eaLnBrk="1" fontAlgn="base" latinLnBrk="0" hangingPunct="1">
                <a:lnSpc>
                  <a:spcPct val="90000"/>
                </a:lnSpc>
                <a:spcBef>
                  <a:spcPct val="0"/>
                </a:spcBef>
                <a:spcAft>
                  <a:spcPct val="0"/>
                </a:spcAft>
                <a:buClrTx/>
                <a:buSzTx/>
                <a:buFontTx/>
                <a:buNone/>
                <a:tabLst/>
                <a:defRPr/>
              </a:pPr>
              <a:r>
                <a:rPr kumimoji="0" lang="en-US" sz="1400" b="0" i="0" u="none" strike="noStrike" kern="0" cap="none" spc="0" normalizeH="0" baseline="0" noProof="0" dirty="0">
                  <a:ln>
                    <a:noFill/>
                  </a:ln>
                  <a:solidFill>
                    <a:schemeClr val="tx1"/>
                  </a:solidFill>
                  <a:effectLst/>
                  <a:uLnTx/>
                  <a:uFillTx/>
                  <a:ea typeface="Segoe UI" pitchFamily="34" charset="0"/>
                  <a:cs typeface="Segoe UI" pitchFamily="34" charset="0"/>
                </a:rPr>
                <a:t>App</a:t>
              </a:r>
            </a:p>
            <a:p>
              <a:pPr marL="0" marR="0" lvl="0" indent="0" algn="ctr" defTabSz="932472" eaLnBrk="1" fontAlgn="base" latinLnBrk="0" hangingPunct="1">
                <a:lnSpc>
                  <a:spcPct val="90000"/>
                </a:lnSpc>
                <a:spcBef>
                  <a:spcPct val="0"/>
                </a:spcBef>
                <a:spcAft>
                  <a:spcPct val="0"/>
                </a:spcAft>
                <a:buClrTx/>
                <a:buSzTx/>
                <a:buFontTx/>
                <a:buNone/>
                <a:tabLst/>
                <a:defRPr/>
              </a:pPr>
              <a:r>
                <a:rPr kumimoji="0" lang="en-US" sz="1400" b="0" i="0" u="none" strike="noStrike" kern="0" cap="none" spc="0" normalizeH="0" baseline="0" noProof="0" dirty="0">
                  <a:ln>
                    <a:noFill/>
                  </a:ln>
                  <a:solidFill>
                    <a:schemeClr val="tx1"/>
                  </a:solidFill>
                  <a:effectLst/>
                  <a:uLnTx/>
                  <a:uFillTx/>
                  <a:ea typeface="Segoe UI" pitchFamily="34" charset="0"/>
                  <a:cs typeface="Segoe UI" pitchFamily="34" charset="0"/>
                </a:rPr>
                <a:t>A</a:t>
              </a:r>
            </a:p>
          </p:txBody>
        </p:sp>
        <p:sp>
          <p:nvSpPr>
            <p:cNvPr id="11" name="Rectangle 10"/>
            <p:cNvSpPr/>
            <p:nvPr/>
          </p:nvSpPr>
          <p:spPr bwMode="auto">
            <a:xfrm>
              <a:off x="8696889" y="4806743"/>
              <a:ext cx="1853405" cy="569464"/>
            </a:xfrm>
            <a:prstGeom prst="rect">
              <a:avLst/>
            </a:prstGeom>
            <a:ln>
              <a:noFill/>
              <a:headEnd type="none" w="med" len="med"/>
              <a:tailEnd type="none" w="med" len="med"/>
            </a:ln>
          </p:spPr>
          <p:style>
            <a:lnRef idx="2">
              <a:schemeClr val="accent3">
                <a:shade val="50000"/>
              </a:schemeClr>
            </a:lnRef>
            <a:fillRef idx="1">
              <a:schemeClr val="accent3"/>
            </a:fillRef>
            <a:effectRef idx="0">
              <a:schemeClr val="accent3"/>
            </a:effectRef>
            <a:fontRef idx="minor">
              <a:schemeClr val="lt1"/>
            </a:fontRef>
          </p:style>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0" marR="0" lvl="0" indent="0" algn="ctr" defTabSz="932472" eaLnBrk="1" fontAlgn="base" latinLnBrk="0" hangingPunct="1">
                <a:lnSpc>
                  <a:spcPct val="90000"/>
                </a:lnSpc>
                <a:spcBef>
                  <a:spcPct val="0"/>
                </a:spcBef>
                <a:spcAft>
                  <a:spcPct val="0"/>
                </a:spcAft>
                <a:buClrTx/>
                <a:buSzTx/>
                <a:buFontTx/>
                <a:buNone/>
                <a:tabLst/>
                <a:defRPr/>
              </a:pPr>
              <a:r>
                <a:rPr kumimoji="0" lang="en-US" sz="1400" b="0" i="0" u="none" strike="noStrike" kern="0" cap="none" spc="0" normalizeH="0" baseline="0" noProof="0" dirty="0">
                  <a:ln>
                    <a:noFill/>
                  </a:ln>
                  <a:solidFill>
                    <a:schemeClr val="bg1"/>
                  </a:solidFill>
                  <a:effectLst/>
                  <a:uLnTx/>
                  <a:uFillTx/>
                  <a:ea typeface="Segoe UI" pitchFamily="34" charset="0"/>
                  <a:cs typeface="Segoe UI" pitchFamily="34" charset="0"/>
                </a:rPr>
                <a:t>App</a:t>
              </a:r>
            </a:p>
            <a:p>
              <a:pPr marL="0" marR="0" lvl="0" indent="0" algn="ctr" defTabSz="932472" eaLnBrk="1" fontAlgn="base" latinLnBrk="0" hangingPunct="1">
                <a:lnSpc>
                  <a:spcPct val="90000"/>
                </a:lnSpc>
                <a:spcBef>
                  <a:spcPct val="0"/>
                </a:spcBef>
                <a:spcAft>
                  <a:spcPct val="0"/>
                </a:spcAft>
                <a:buClrTx/>
                <a:buSzTx/>
                <a:buFontTx/>
                <a:buNone/>
                <a:tabLst/>
                <a:defRPr/>
              </a:pPr>
              <a:r>
                <a:rPr kumimoji="0" lang="en-US" sz="1400" b="0" i="0" u="none" strike="noStrike" kern="0" cap="none" spc="0" normalizeH="0" baseline="0" noProof="0" dirty="0">
                  <a:ln>
                    <a:noFill/>
                  </a:ln>
                  <a:solidFill>
                    <a:schemeClr val="bg1"/>
                  </a:solidFill>
                  <a:effectLst/>
                  <a:uLnTx/>
                  <a:uFillTx/>
                  <a:ea typeface="Segoe UI" pitchFamily="34" charset="0"/>
                  <a:cs typeface="Segoe UI" pitchFamily="34" charset="0"/>
                </a:rPr>
                <a:t>Framework</a:t>
              </a:r>
            </a:p>
          </p:txBody>
        </p:sp>
        <p:sp>
          <p:nvSpPr>
            <p:cNvPr id="12" name="Rectangle 11"/>
            <p:cNvSpPr/>
            <p:nvPr/>
          </p:nvSpPr>
          <p:spPr bwMode="auto">
            <a:xfrm>
              <a:off x="8696889" y="4198733"/>
              <a:ext cx="580458" cy="569464"/>
            </a:xfrm>
            <a:prstGeom prst="rect">
              <a:avLst/>
            </a:prstGeom>
            <a:ln>
              <a:noFill/>
              <a:headEnd type="none" w="med" len="med"/>
              <a:tailEnd type="none" w="med" len="med"/>
            </a:ln>
          </p:spPr>
          <p:style>
            <a:lnRef idx="2">
              <a:schemeClr val="accent6">
                <a:shade val="50000"/>
              </a:schemeClr>
            </a:lnRef>
            <a:fillRef idx="1">
              <a:schemeClr val="accent6"/>
            </a:fillRef>
            <a:effectRef idx="0">
              <a:schemeClr val="accent6"/>
            </a:effectRef>
            <a:fontRef idx="minor">
              <a:schemeClr val="lt1"/>
            </a:fontRef>
          </p:style>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0" marR="0" lvl="0" indent="0" algn="ctr" defTabSz="932472" eaLnBrk="1" fontAlgn="base" latinLnBrk="0" hangingPunct="1">
                <a:lnSpc>
                  <a:spcPct val="90000"/>
                </a:lnSpc>
                <a:spcBef>
                  <a:spcPct val="0"/>
                </a:spcBef>
                <a:spcAft>
                  <a:spcPct val="0"/>
                </a:spcAft>
                <a:buClrTx/>
                <a:buSzTx/>
                <a:buFontTx/>
                <a:buNone/>
                <a:tabLst/>
                <a:defRPr/>
              </a:pPr>
              <a:r>
                <a:rPr kumimoji="0" lang="en-US" sz="1400" b="0" i="0" u="none" strike="noStrike" kern="0" cap="none" spc="0" normalizeH="0" baseline="0" noProof="0" dirty="0">
                  <a:ln>
                    <a:noFill/>
                  </a:ln>
                  <a:solidFill>
                    <a:schemeClr val="tx1"/>
                  </a:solidFill>
                  <a:effectLst/>
                  <a:uLnTx/>
                  <a:uFillTx/>
                  <a:ea typeface="Segoe UI" pitchFamily="34" charset="0"/>
                  <a:cs typeface="Segoe UI" pitchFamily="34" charset="0"/>
                </a:rPr>
                <a:t>App</a:t>
              </a:r>
            </a:p>
            <a:p>
              <a:pPr marL="0" marR="0" lvl="0" indent="0" algn="ctr" defTabSz="932472" eaLnBrk="1" fontAlgn="base" latinLnBrk="0" hangingPunct="1">
                <a:lnSpc>
                  <a:spcPct val="90000"/>
                </a:lnSpc>
                <a:spcBef>
                  <a:spcPct val="0"/>
                </a:spcBef>
                <a:spcAft>
                  <a:spcPct val="0"/>
                </a:spcAft>
                <a:buClrTx/>
                <a:buSzTx/>
                <a:buFontTx/>
                <a:buNone/>
                <a:tabLst/>
                <a:defRPr/>
              </a:pPr>
              <a:r>
                <a:rPr kumimoji="0" lang="en-US" sz="1400" b="0" i="0" u="none" strike="noStrike" kern="0" cap="none" spc="0" normalizeH="0" baseline="0" noProof="0" dirty="0">
                  <a:ln>
                    <a:noFill/>
                  </a:ln>
                  <a:solidFill>
                    <a:schemeClr val="tx1"/>
                  </a:solidFill>
                  <a:effectLst/>
                  <a:uLnTx/>
                  <a:uFillTx/>
                  <a:ea typeface="Segoe UI" pitchFamily="34" charset="0"/>
                  <a:cs typeface="Segoe UI" pitchFamily="34" charset="0"/>
                </a:rPr>
                <a:t>B</a:t>
              </a:r>
            </a:p>
          </p:txBody>
        </p:sp>
        <p:sp>
          <p:nvSpPr>
            <p:cNvPr id="13" name="Rectangle 12"/>
            <p:cNvSpPr/>
            <p:nvPr/>
          </p:nvSpPr>
          <p:spPr bwMode="auto">
            <a:xfrm>
              <a:off x="9332448" y="4196601"/>
              <a:ext cx="580457" cy="569464"/>
            </a:xfrm>
            <a:prstGeom prst="rect">
              <a:avLst/>
            </a:prstGeom>
            <a:ln>
              <a:noFill/>
              <a:headEnd type="none" w="med" len="med"/>
              <a:tailEnd type="none" w="med" len="med"/>
            </a:ln>
          </p:spPr>
          <p:style>
            <a:lnRef idx="2">
              <a:schemeClr val="accent6">
                <a:shade val="50000"/>
              </a:schemeClr>
            </a:lnRef>
            <a:fillRef idx="1">
              <a:schemeClr val="accent6"/>
            </a:fillRef>
            <a:effectRef idx="0">
              <a:schemeClr val="accent6"/>
            </a:effectRef>
            <a:fontRef idx="minor">
              <a:schemeClr val="lt1"/>
            </a:fontRef>
          </p:style>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0" marR="0" lvl="0" indent="0" algn="ctr" defTabSz="932472" eaLnBrk="1" fontAlgn="base" latinLnBrk="0" hangingPunct="1">
                <a:lnSpc>
                  <a:spcPct val="90000"/>
                </a:lnSpc>
                <a:spcBef>
                  <a:spcPct val="0"/>
                </a:spcBef>
                <a:spcAft>
                  <a:spcPct val="0"/>
                </a:spcAft>
                <a:buClrTx/>
                <a:buSzTx/>
                <a:buFontTx/>
                <a:buNone/>
                <a:tabLst/>
                <a:defRPr/>
              </a:pPr>
              <a:r>
                <a:rPr kumimoji="0" lang="en-US" sz="1400" b="0" i="0" u="none" strike="noStrike" kern="0" cap="none" spc="0" normalizeH="0" baseline="0" noProof="0" dirty="0">
                  <a:ln>
                    <a:noFill/>
                  </a:ln>
                  <a:solidFill>
                    <a:schemeClr val="tx1"/>
                  </a:solidFill>
                  <a:effectLst/>
                  <a:uLnTx/>
                  <a:uFillTx/>
                  <a:ea typeface="Segoe UI" pitchFamily="34" charset="0"/>
                  <a:cs typeface="Segoe UI" pitchFamily="34" charset="0"/>
                </a:rPr>
                <a:t>App</a:t>
              </a:r>
            </a:p>
            <a:p>
              <a:pPr marL="0" marR="0" lvl="0" indent="0" algn="ctr" defTabSz="932472" eaLnBrk="1" fontAlgn="base" latinLnBrk="0" hangingPunct="1">
                <a:lnSpc>
                  <a:spcPct val="90000"/>
                </a:lnSpc>
                <a:spcBef>
                  <a:spcPct val="0"/>
                </a:spcBef>
                <a:spcAft>
                  <a:spcPct val="0"/>
                </a:spcAft>
                <a:buClrTx/>
                <a:buSzTx/>
                <a:buFontTx/>
                <a:buNone/>
                <a:tabLst/>
                <a:defRPr/>
              </a:pPr>
              <a:r>
                <a:rPr kumimoji="0" lang="en-US" sz="1400" b="0" i="0" u="none" strike="noStrike" kern="0" cap="none" spc="0" normalizeH="0" baseline="0" noProof="0" dirty="0">
                  <a:ln>
                    <a:noFill/>
                  </a:ln>
                  <a:solidFill>
                    <a:schemeClr val="tx1"/>
                  </a:solidFill>
                  <a:effectLst/>
                  <a:uLnTx/>
                  <a:uFillTx/>
                  <a:ea typeface="Segoe UI" pitchFamily="34" charset="0"/>
                  <a:cs typeface="Segoe UI" pitchFamily="34" charset="0"/>
                </a:rPr>
                <a:t>B</a:t>
              </a:r>
            </a:p>
          </p:txBody>
        </p:sp>
        <p:sp>
          <p:nvSpPr>
            <p:cNvPr id="14" name="Rectangle 13"/>
            <p:cNvSpPr/>
            <p:nvPr/>
          </p:nvSpPr>
          <p:spPr bwMode="auto">
            <a:xfrm>
              <a:off x="9961177" y="4196601"/>
              <a:ext cx="587287" cy="569464"/>
            </a:xfrm>
            <a:prstGeom prst="rect">
              <a:avLst/>
            </a:prstGeom>
            <a:ln>
              <a:noFill/>
              <a:headEnd type="none" w="med" len="med"/>
              <a:tailEnd type="none" w="med" len="med"/>
            </a:ln>
          </p:spPr>
          <p:style>
            <a:lnRef idx="2">
              <a:schemeClr val="accent6">
                <a:shade val="50000"/>
              </a:schemeClr>
            </a:lnRef>
            <a:fillRef idx="1">
              <a:schemeClr val="accent6"/>
            </a:fillRef>
            <a:effectRef idx="0">
              <a:schemeClr val="accent6"/>
            </a:effectRef>
            <a:fontRef idx="minor">
              <a:schemeClr val="lt1"/>
            </a:fontRef>
          </p:style>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0" marR="0" lvl="0" indent="0" algn="ctr" defTabSz="932472" eaLnBrk="1" fontAlgn="base" latinLnBrk="0" hangingPunct="1">
                <a:lnSpc>
                  <a:spcPct val="90000"/>
                </a:lnSpc>
                <a:spcBef>
                  <a:spcPct val="0"/>
                </a:spcBef>
                <a:spcAft>
                  <a:spcPct val="0"/>
                </a:spcAft>
                <a:buClrTx/>
                <a:buSzTx/>
                <a:buFontTx/>
                <a:buNone/>
                <a:tabLst/>
                <a:defRPr/>
              </a:pPr>
              <a:r>
                <a:rPr kumimoji="0" lang="en-US" sz="1400" b="0" i="0" u="none" strike="noStrike" kern="0" cap="none" spc="0" normalizeH="0" baseline="0" noProof="0" dirty="0">
                  <a:ln>
                    <a:noFill/>
                  </a:ln>
                  <a:solidFill>
                    <a:schemeClr val="tx1"/>
                  </a:solidFill>
                  <a:effectLst/>
                  <a:uLnTx/>
                  <a:uFillTx/>
                  <a:ea typeface="Segoe UI" pitchFamily="34" charset="0"/>
                  <a:cs typeface="Segoe UI" pitchFamily="34" charset="0"/>
                </a:rPr>
                <a:t>App</a:t>
              </a:r>
            </a:p>
            <a:p>
              <a:pPr marL="0" marR="0" lvl="0" indent="0" algn="ctr" defTabSz="932472" eaLnBrk="1" fontAlgn="base" latinLnBrk="0" hangingPunct="1">
                <a:lnSpc>
                  <a:spcPct val="90000"/>
                </a:lnSpc>
                <a:spcBef>
                  <a:spcPct val="0"/>
                </a:spcBef>
                <a:spcAft>
                  <a:spcPct val="0"/>
                </a:spcAft>
                <a:buClrTx/>
                <a:buSzTx/>
                <a:buFontTx/>
                <a:buNone/>
                <a:tabLst/>
                <a:defRPr/>
              </a:pPr>
              <a:r>
                <a:rPr kumimoji="0" lang="en-US" sz="1400" b="0" i="0" u="none" strike="noStrike" kern="0" cap="none" spc="0" normalizeH="0" baseline="0" noProof="0" dirty="0">
                  <a:ln>
                    <a:noFill/>
                  </a:ln>
                  <a:solidFill>
                    <a:schemeClr val="tx1"/>
                  </a:solidFill>
                  <a:effectLst/>
                  <a:uLnTx/>
                  <a:uFillTx/>
                  <a:ea typeface="Segoe UI" pitchFamily="34" charset="0"/>
                  <a:cs typeface="Segoe UI" pitchFamily="34" charset="0"/>
                </a:rPr>
                <a:t>B</a:t>
              </a:r>
            </a:p>
          </p:txBody>
        </p:sp>
        <p:sp>
          <p:nvSpPr>
            <p:cNvPr id="15" name="Right Brace 14"/>
            <p:cNvSpPr/>
            <p:nvPr/>
          </p:nvSpPr>
          <p:spPr>
            <a:xfrm>
              <a:off x="10603565" y="4196601"/>
              <a:ext cx="264460" cy="602957"/>
            </a:xfrm>
            <a:prstGeom prst="rightBrace">
              <a:avLst>
                <a:gd name="adj1" fmla="val 28333"/>
                <a:gd name="adj2" fmla="val 50000"/>
              </a:avLst>
            </a:prstGeom>
            <a:ln w="28575">
              <a:solidFill>
                <a:schemeClr val="tx1"/>
              </a:solidFill>
              <a:headEnd type="none"/>
              <a:tailEnd type="none"/>
            </a:ln>
          </p:spPr>
          <p:style>
            <a:lnRef idx="1">
              <a:schemeClr val="accent5"/>
            </a:lnRef>
            <a:fillRef idx="0">
              <a:schemeClr val="accent5"/>
            </a:fillRef>
            <a:effectRef idx="0">
              <a:schemeClr val="accent5"/>
            </a:effectRef>
            <a:fontRef idx="minor">
              <a:schemeClr val="tx1"/>
            </a:fontRef>
          </p:style>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endParaRPr>
            </a:p>
          </p:txBody>
        </p:sp>
        <p:sp>
          <p:nvSpPr>
            <p:cNvPr id="16" name="TextBox 15"/>
            <p:cNvSpPr txBox="1"/>
            <p:nvPr/>
          </p:nvSpPr>
          <p:spPr>
            <a:xfrm>
              <a:off x="10831733" y="4211847"/>
              <a:ext cx="1473801" cy="572464"/>
            </a:xfrm>
            <a:prstGeom prst="rect">
              <a:avLst/>
            </a:prstGeom>
            <a:noFill/>
          </p:spPr>
          <p:txBody>
            <a:bodyPr wrap="none" lIns="182880" tIns="146304" rIns="182880" bIns="146304" rtlCol="0">
              <a:spAutoFit/>
            </a:bodyPr>
            <a:lstStyle/>
            <a:p>
              <a:pPr marL="0" marR="0" lvl="0" indent="0" defTabSz="914400" eaLnBrk="1" fontAlgn="auto" latinLnBrk="0" hangingPunct="1">
                <a:lnSpc>
                  <a:spcPct val="90000"/>
                </a:lnSpc>
                <a:spcBef>
                  <a:spcPts val="0"/>
                </a:spcBef>
                <a:spcAft>
                  <a:spcPts val="600"/>
                </a:spcAft>
                <a:buClrTx/>
                <a:buSzTx/>
                <a:buFontTx/>
                <a:buNone/>
                <a:tabLst/>
                <a:defRPr/>
              </a:pPr>
              <a:r>
                <a:rPr kumimoji="0" lang="en-US" sz="2000" b="0" i="0" u="none" strike="noStrike" kern="0" cap="none" spc="0" normalizeH="0" baseline="0" noProof="0" dirty="0">
                  <a:ln>
                    <a:noFill/>
                  </a:ln>
                  <a:gradFill>
                    <a:gsLst>
                      <a:gs pos="2917">
                        <a:schemeClr val="tx1"/>
                      </a:gs>
                      <a:gs pos="30000">
                        <a:schemeClr val="tx1"/>
                      </a:gs>
                    </a:gsLst>
                    <a:lin ang="5400000" scaled="0"/>
                  </a:gradFill>
                  <a:effectLst/>
                  <a:uLnTx/>
                  <a:uFillTx/>
                </a:rPr>
                <a:t>Container</a:t>
              </a:r>
            </a:p>
          </p:txBody>
        </p:sp>
      </p:grpSp>
      <p:grpSp>
        <p:nvGrpSpPr>
          <p:cNvPr id="31" name="Group 30"/>
          <p:cNvGrpSpPr/>
          <p:nvPr/>
        </p:nvGrpSpPr>
        <p:grpSpPr>
          <a:xfrm>
            <a:off x="6273362" y="918104"/>
            <a:ext cx="5396872" cy="2486680"/>
            <a:chOff x="6273362" y="918104"/>
            <a:chExt cx="5396872" cy="2486680"/>
          </a:xfrm>
        </p:grpSpPr>
        <p:sp>
          <p:nvSpPr>
            <p:cNvPr id="17" name="Rectangle 16"/>
            <p:cNvSpPr/>
            <p:nvPr/>
          </p:nvSpPr>
          <p:spPr bwMode="auto">
            <a:xfrm>
              <a:off x="6289247" y="3039024"/>
              <a:ext cx="4245318" cy="365760"/>
            </a:xfrm>
            <a:prstGeom prst="rect">
              <a:avLst/>
            </a:prstGeom>
            <a:solidFill>
              <a:schemeClr val="tx1">
                <a:lumMod val="75000"/>
              </a:schemeClr>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0" marR="0" lvl="0" indent="0" algn="ctr" defTabSz="932472" eaLnBrk="1" fontAlgn="base" latinLnBrk="0" hangingPunct="1">
                <a:lnSpc>
                  <a:spcPct val="90000"/>
                </a:lnSpc>
                <a:spcBef>
                  <a:spcPct val="0"/>
                </a:spcBef>
                <a:spcAft>
                  <a:spcPct val="0"/>
                </a:spcAft>
                <a:buClrTx/>
                <a:buSzTx/>
                <a:buFontTx/>
                <a:buNone/>
                <a:tabLst/>
                <a:defRPr/>
              </a:pPr>
              <a:r>
                <a:rPr kumimoji="0" lang="en-US" sz="1800" b="0" i="0" u="none" strike="noStrike" kern="0" cap="none" spc="0" normalizeH="0" baseline="0" noProof="0" dirty="0">
                  <a:ln>
                    <a:noFill/>
                  </a:ln>
                  <a:solidFill>
                    <a:schemeClr val="bg1"/>
                  </a:solidFill>
                  <a:effectLst/>
                  <a:uLnTx/>
                  <a:uFillTx/>
                  <a:ea typeface="Segoe UI" pitchFamily="34" charset="0"/>
                  <a:cs typeface="Segoe UI" pitchFamily="34" charset="0"/>
                </a:rPr>
                <a:t>Physical Server</a:t>
              </a:r>
            </a:p>
          </p:txBody>
        </p:sp>
        <p:sp>
          <p:nvSpPr>
            <p:cNvPr id="18" name="Rectangle 17"/>
            <p:cNvSpPr/>
            <p:nvPr/>
          </p:nvSpPr>
          <p:spPr bwMode="auto">
            <a:xfrm>
              <a:off x="6273362" y="2581893"/>
              <a:ext cx="4245317" cy="365760"/>
            </a:xfrm>
            <a:prstGeom prst="rect">
              <a:avLst/>
            </a:prstGeom>
            <a:solidFill>
              <a:schemeClr val="bg2">
                <a:lumMod val="20000"/>
                <a:lumOff val="80000"/>
              </a:schemeClr>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0" marR="0" lvl="0" indent="0" algn="ctr" defTabSz="932472" eaLnBrk="1" fontAlgn="base" latinLnBrk="0" hangingPunct="1">
                <a:lnSpc>
                  <a:spcPct val="90000"/>
                </a:lnSpc>
                <a:spcBef>
                  <a:spcPct val="0"/>
                </a:spcBef>
                <a:spcAft>
                  <a:spcPct val="0"/>
                </a:spcAft>
                <a:buClrTx/>
                <a:buSzTx/>
                <a:buFontTx/>
                <a:buNone/>
                <a:tabLst/>
                <a:defRPr/>
              </a:pPr>
              <a:r>
                <a:rPr kumimoji="0" lang="en-US" sz="1800" b="0" i="0" u="none" strike="noStrike" kern="0" cap="none" spc="0" normalizeH="0" baseline="0" noProof="0" dirty="0">
                  <a:ln>
                    <a:noFill/>
                  </a:ln>
                  <a:solidFill>
                    <a:schemeClr val="bg1"/>
                  </a:solidFill>
                  <a:effectLst/>
                  <a:uLnTx/>
                  <a:uFillTx/>
                  <a:ea typeface="Segoe UI" pitchFamily="34" charset="0"/>
                  <a:cs typeface="Segoe UI" pitchFamily="34" charset="0"/>
                </a:rPr>
                <a:t>Hypervisor</a:t>
              </a:r>
            </a:p>
          </p:txBody>
        </p:sp>
        <p:sp>
          <p:nvSpPr>
            <p:cNvPr id="19" name="Rectangle 18"/>
            <p:cNvSpPr/>
            <p:nvPr/>
          </p:nvSpPr>
          <p:spPr bwMode="auto">
            <a:xfrm>
              <a:off x="7353127" y="2137288"/>
              <a:ext cx="1030479" cy="365760"/>
            </a:xfrm>
            <a:prstGeom prst="rect">
              <a:avLst/>
            </a:prstGeom>
            <a:solidFill>
              <a:srgbClr val="00B050"/>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0" marR="0" lvl="0" indent="0" algn="ctr" defTabSz="932472" eaLnBrk="1" fontAlgn="base" latinLnBrk="0" hangingPunct="1">
                <a:lnSpc>
                  <a:spcPct val="90000"/>
                </a:lnSpc>
                <a:spcBef>
                  <a:spcPct val="0"/>
                </a:spcBef>
                <a:spcAft>
                  <a:spcPct val="0"/>
                </a:spcAft>
                <a:buClrTx/>
                <a:buSzTx/>
                <a:buFontTx/>
                <a:buNone/>
                <a:tabLst/>
                <a:defRPr/>
              </a:pPr>
              <a:r>
                <a:rPr kumimoji="0" lang="en-US" sz="1400" b="0" i="0" u="none" strike="noStrike" kern="0" cap="none" spc="0" normalizeH="0" baseline="0" noProof="0" dirty="0">
                  <a:ln>
                    <a:noFill/>
                  </a:ln>
                  <a:solidFill>
                    <a:schemeClr val="bg1"/>
                  </a:solidFill>
                  <a:effectLst/>
                  <a:uLnTx/>
                  <a:uFillTx/>
                  <a:ea typeface="Segoe UI" pitchFamily="34" charset="0"/>
                  <a:cs typeface="Segoe UI" pitchFamily="34" charset="0"/>
                </a:rPr>
                <a:t>Guest OS</a:t>
              </a:r>
            </a:p>
          </p:txBody>
        </p:sp>
        <p:sp>
          <p:nvSpPr>
            <p:cNvPr id="20" name="Rectangle 19"/>
            <p:cNvSpPr/>
            <p:nvPr/>
          </p:nvSpPr>
          <p:spPr bwMode="auto">
            <a:xfrm>
              <a:off x="8414826" y="2137288"/>
              <a:ext cx="1030479" cy="365760"/>
            </a:xfrm>
            <a:prstGeom prst="rect">
              <a:avLst/>
            </a:prstGeom>
            <a:solidFill>
              <a:srgbClr val="00B050"/>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0" marR="0" lvl="0" indent="0" algn="ctr" defTabSz="932472" eaLnBrk="1" fontAlgn="base" latinLnBrk="0" hangingPunct="1">
                <a:lnSpc>
                  <a:spcPct val="90000"/>
                </a:lnSpc>
                <a:spcBef>
                  <a:spcPct val="0"/>
                </a:spcBef>
                <a:spcAft>
                  <a:spcPct val="0"/>
                </a:spcAft>
                <a:buClrTx/>
                <a:buSzTx/>
                <a:buFontTx/>
                <a:buNone/>
                <a:tabLst/>
                <a:defRPr/>
              </a:pPr>
              <a:r>
                <a:rPr kumimoji="0" lang="en-US" sz="1400" b="0" i="0" u="none" strike="noStrike" kern="0" cap="none" spc="0" normalizeH="0" baseline="0" noProof="0" dirty="0">
                  <a:ln>
                    <a:noFill/>
                  </a:ln>
                  <a:solidFill>
                    <a:schemeClr val="bg1"/>
                  </a:solidFill>
                  <a:effectLst/>
                  <a:uLnTx/>
                  <a:uFillTx/>
                  <a:ea typeface="Segoe UI" pitchFamily="34" charset="0"/>
                  <a:cs typeface="Segoe UI" pitchFamily="34" charset="0"/>
                </a:rPr>
                <a:t>Guest OS</a:t>
              </a:r>
            </a:p>
          </p:txBody>
        </p:sp>
        <p:sp>
          <p:nvSpPr>
            <p:cNvPr id="21" name="Rectangle 20"/>
            <p:cNvSpPr/>
            <p:nvPr/>
          </p:nvSpPr>
          <p:spPr bwMode="auto">
            <a:xfrm>
              <a:off x="7352573" y="1535535"/>
              <a:ext cx="1031033" cy="569464"/>
            </a:xfrm>
            <a:prstGeom prst="rect">
              <a:avLst/>
            </a:prstGeom>
            <a:ln>
              <a:noFill/>
              <a:headEnd type="none" w="med" len="med"/>
              <a:tailEnd type="none" w="med" len="med"/>
            </a:ln>
          </p:spPr>
          <p:style>
            <a:lnRef idx="2">
              <a:schemeClr val="accent4">
                <a:shade val="50000"/>
              </a:schemeClr>
            </a:lnRef>
            <a:fillRef idx="1">
              <a:schemeClr val="accent4"/>
            </a:fillRef>
            <a:effectRef idx="0">
              <a:schemeClr val="accent4"/>
            </a:effectRef>
            <a:fontRef idx="minor">
              <a:schemeClr val="lt1"/>
            </a:fontRef>
          </p:style>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0" marR="0" lvl="0" indent="0" algn="ctr" defTabSz="932472" eaLnBrk="1" fontAlgn="base" latinLnBrk="0" hangingPunct="1">
                <a:lnSpc>
                  <a:spcPct val="90000"/>
                </a:lnSpc>
                <a:spcBef>
                  <a:spcPct val="0"/>
                </a:spcBef>
                <a:spcAft>
                  <a:spcPct val="0"/>
                </a:spcAft>
                <a:buClrTx/>
                <a:buSzTx/>
                <a:buFontTx/>
                <a:buNone/>
                <a:tabLst/>
                <a:defRPr/>
              </a:pPr>
              <a:r>
                <a:rPr kumimoji="0" lang="en-US" sz="1200" b="0" i="0" u="none" strike="noStrike" kern="0" cap="none" spc="0" normalizeH="0" baseline="0" noProof="0" dirty="0">
                  <a:ln>
                    <a:noFill/>
                  </a:ln>
                  <a:solidFill>
                    <a:schemeClr val="bg1"/>
                  </a:solidFill>
                  <a:effectLst/>
                  <a:uLnTx/>
                  <a:uFillTx/>
                  <a:ea typeface="Segoe UI" pitchFamily="34" charset="0"/>
                  <a:cs typeface="Segoe UI" pitchFamily="34" charset="0"/>
                </a:rPr>
                <a:t>App</a:t>
              </a:r>
            </a:p>
            <a:p>
              <a:pPr marL="0" marR="0" lvl="0" indent="0" algn="ctr" defTabSz="932472" eaLnBrk="1" fontAlgn="base" latinLnBrk="0" hangingPunct="1">
                <a:lnSpc>
                  <a:spcPct val="90000"/>
                </a:lnSpc>
                <a:spcBef>
                  <a:spcPct val="0"/>
                </a:spcBef>
                <a:spcAft>
                  <a:spcPct val="0"/>
                </a:spcAft>
                <a:buClrTx/>
                <a:buSzTx/>
                <a:buFontTx/>
                <a:buNone/>
                <a:tabLst/>
                <a:defRPr/>
              </a:pPr>
              <a:r>
                <a:rPr kumimoji="0" lang="en-US" sz="1200" b="0" i="0" u="none" strike="noStrike" kern="0" cap="none" spc="0" normalizeH="0" baseline="0" noProof="0" dirty="0">
                  <a:ln>
                    <a:noFill/>
                  </a:ln>
                  <a:solidFill>
                    <a:schemeClr val="bg1"/>
                  </a:solidFill>
                  <a:effectLst/>
                  <a:uLnTx/>
                  <a:uFillTx/>
                  <a:ea typeface="Segoe UI" pitchFamily="34" charset="0"/>
                  <a:cs typeface="Segoe UI" pitchFamily="34" charset="0"/>
                </a:rPr>
                <a:t>Framework</a:t>
              </a:r>
            </a:p>
          </p:txBody>
        </p:sp>
        <p:sp>
          <p:nvSpPr>
            <p:cNvPr id="22" name="Rectangle 21"/>
            <p:cNvSpPr/>
            <p:nvPr/>
          </p:nvSpPr>
          <p:spPr bwMode="auto">
            <a:xfrm>
              <a:off x="8416471" y="1535535"/>
              <a:ext cx="1028834" cy="569464"/>
            </a:xfrm>
            <a:prstGeom prst="rect">
              <a:avLst/>
            </a:prstGeom>
            <a:ln>
              <a:noFill/>
              <a:headEnd type="none" w="med" len="med"/>
              <a:tailEnd type="none" w="med" len="med"/>
            </a:ln>
          </p:spPr>
          <p:style>
            <a:lnRef idx="2">
              <a:schemeClr val="accent4">
                <a:shade val="50000"/>
              </a:schemeClr>
            </a:lnRef>
            <a:fillRef idx="1">
              <a:schemeClr val="accent4"/>
            </a:fillRef>
            <a:effectRef idx="0">
              <a:schemeClr val="accent4"/>
            </a:effectRef>
            <a:fontRef idx="minor">
              <a:schemeClr val="lt1"/>
            </a:fontRef>
          </p:style>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0" marR="0" lvl="0" indent="0" algn="ctr" defTabSz="932472" eaLnBrk="1" fontAlgn="base" latinLnBrk="0" hangingPunct="1">
                <a:lnSpc>
                  <a:spcPct val="90000"/>
                </a:lnSpc>
                <a:spcBef>
                  <a:spcPct val="0"/>
                </a:spcBef>
                <a:spcAft>
                  <a:spcPct val="0"/>
                </a:spcAft>
                <a:buClrTx/>
                <a:buSzTx/>
                <a:buFontTx/>
                <a:buNone/>
                <a:tabLst/>
                <a:defRPr/>
              </a:pPr>
              <a:r>
                <a:rPr kumimoji="0" lang="en-US" sz="1200" b="0" i="0" u="none" strike="noStrike" kern="0" cap="none" spc="0" normalizeH="0" baseline="0" noProof="0" dirty="0">
                  <a:ln>
                    <a:noFill/>
                  </a:ln>
                  <a:solidFill>
                    <a:schemeClr val="bg1"/>
                  </a:solidFill>
                  <a:effectLst/>
                  <a:uLnTx/>
                  <a:uFillTx/>
                  <a:ea typeface="Segoe UI" pitchFamily="34" charset="0"/>
                  <a:cs typeface="Segoe UI" pitchFamily="34" charset="0"/>
                </a:rPr>
                <a:t>App</a:t>
              </a:r>
            </a:p>
            <a:p>
              <a:pPr marL="0" marR="0" lvl="0" indent="0" algn="ctr" defTabSz="932472" eaLnBrk="1" fontAlgn="base" latinLnBrk="0" hangingPunct="1">
                <a:lnSpc>
                  <a:spcPct val="90000"/>
                </a:lnSpc>
                <a:spcBef>
                  <a:spcPct val="0"/>
                </a:spcBef>
                <a:spcAft>
                  <a:spcPct val="0"/>
                </a:spcAft>
                <a:buClrTx/>
                <a:buSzTx/>
                <a:buFontTx/>
                <a:buNone/>
                <a:tabLst/>
                <a:defRPr/>
              </a:pPr>
              <a:r>
                <a:rPr kumimoji="0" lang="en-US" sz="1200" b="0" i="0" u="none" strike="noStrike" kern="0" cap="none" spc="0" normalizeH="0" baseline="0" noProof="0" dirty="0">
                  <a:ln>
                    <a:noFill/>
                  </a:ln>
                  <a:solidFill>
                    <a:schemeClr val="bg1"/>
                  </a:solidFill>
                  <a:effectLst/>
                  <a:uLnTx/>
                  <a:uFillTx/>
                  <a:ea typeface="Segoe UI" pitchFamily="34" charset="0"/>
                  <a:cs typeface="Segoe UI" pitchFamily="34" charset="0"/>
                </a:rPr>
                <a:t>Framework</a:t>
              </a:r>
            </a:p>
          </p:txBody>
        </p:sp>
        <p:sp>
          <p:nvSpPr>
            <p:cNvPr id="23" name="Rectangle 22"/>
            <p:cNvSpPr/>
            <p:nvPr/>
          </p:nvSpPr>
          <p:spPr bwMode="auto">
            <a:xfrm>
              <a:off x="8416471" y="918104"/>
              <a:ext cx="1028834" cy="569464"/>
            </a:xfrm>
            <a:prstGeom prst="rect">
              <a:avLst/>
            </a:prstGeom>
            <a:solidFill>
              <a:srgbClr val="FFC000"/>
            </a:solidFill>
            <a:ln>
              <a:headEnd type="none" w="med" len="med"/>
              <a:tailEnd type="none" w="med" len="med"/>
            </a:ln>
          </p:spPr>
          <p:style>
            <a:lnRef idx="2">
              <a:schemeClr val="accent5">
                <a:shade val="50000"/>
              </a:schemeClr>
            </a:lnRef>
            <a:fillRef idx="1">
              <a:schemeClr val="accent5"/>
            </a:fillRef>
            <a:effectRef idx="0">
              <a:schemeClr val="accent5"/>
            </a:effectRef>
            <a:fontRef idx="minor">
              <a:schemeClr val="lt1"/>
            </a:fontRef>
          </p:style>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0" marR="0" lvl="0" indent="0" algn="ctr" defTabSz="932472" eaLnBrk="1" fontAlgn="base" latinLnBrk="0" hangingPunct="1">
                <a:lnSpc>
                  <a:spcPct val="90000"/>
                </a:lnSpc>
                <a:spcBef>
                  <a:spcPct val="0"/>
                </a:spcBef>
                <a:spcAft>
                  <a:spcPct val="0"/>
                </a:spcAft>
                <a:buClrTx/>
                <a:buSzTx/>
                <a:buFontTx/>
                <a:buNone/>
                <a:tabLst/>
                <a:defRPr/>
              </a:pPr>
              <a:r>
                <a:rPr kumimoji="0" lang="en-US" sz="1400" b="0" i="0" u="none" strike="noStrike" kern="0" cap="none" spc="0" normalizeH="0" baseline="0" noProof="0" dirty="0">
                  <a:ln>
                    <a:noFill/>
                  </a:ln>
                  <a:solidFill>
                    <a:schemeClr val="tx1"/>
                  </a:solidFill>
                  <a:effectLst/>
                  <a:uLnTx/>
                  <a:uFillTx/>
                  <a:ea typeface="Segoe UI" pitchFamily="34" charset="0"/>
                  <a:cs typeface="Segoe UI" pitchFamily="34" charset="0"/>
                </a:rPr>
                <a:t>App</a:t>
              </a:r>
            </a:p>
            <a:p>
              <a:pPr marL="0" marR="0" lvl="0" indent="0" algn="ctr" defTabSz="932472" eaLnBrk="1" fontAlgn="base" latinLnBrk="0" hangingPunct="1">
                <a:lnSpc>
                  <a:spcPct val="90000"/>
                </a:lnSpc>
                <a:spcBef>
                  <a:spcPct val="0"/>
                </a:spcBef>
                <a:spcAft>
                  <a:spcPct val="0"/>
                </a:spcAft>
                <a:buClrTx/>
                <a:buSzTx/>
                <a:buFontTx/>
                <a:buNone/>
                <a:tabLst/>
                <a:defRPr/>
              </a:pPr>
              <a:r>
                <a:rPr kumimoji="0" lang="en-US" sz="1400" b="0" i="0" u="none" strike="noStrike" kern="0" cap="none" spc="0" normalizeH="0" baseline="0" noProof="0" dirty="0">
                  <a:ln>
                    <a:noFill/>
                  </a:ln>
                  <a:solidFill>
                    <a:schemeClr val="tx1"/>
                  </a:solidFill>
                  <a:effectLst/>
                  <a:uLnTx/>
                  <a:uFillTx/>
                  <a:ea typeface="Segoe UI" pitchFamily="34" charset="0"/>
                  <a:cs typeface="Segoe UI" pitchFamily="34" charset="0"/>
                </a:rPr>
                <a:t>A</a:t>
              </a:r>
            </a:p>
          </p:txBody>
        </p:sp>
        <p:sp>
          <p:nvSpPr>
            <p:cNvPr id="24" name="Rectangle 23"/>
            <p:cNvSpPr/>
            <p:nvPr/>
          </p:nvSpPr>
          <p:spPr bwMode="auto">
            <a:xfrm>
              <a:off x="7352573" y="918104"/>
              <a:ext cx="1031033" cy="569464"/>
            </a:xfrm>
            <a:prstGeom prst="rect">
              <a:avLst/>
            </a:prstGeom>
            <a:solidFill>
              <a:srgbClr val="FFC000"/>
            </a:solidFill>
            <a:ln>
              <a:headEnd type="none" w="med" len="med"/>
              <a:tailEnd type="none" w="med" len="med"/>
            </a:ln>
          </p:spPr>
          <p:style>
            <a:lnRef idx="2">
              <a:schemeClr val="accent5">
                <a:shade val="50000"/>
              </a:schemeClr>
            </a:lnRef>
            <a:fillRef idx="1">
              <a:schemeClr val="accent5"/>
            </a:fillRef>
            <a:effectRef idx="0">
              <a:schemeClr val="accent5"/>
            </a:effectRef>
            <a:fontRef idx="minor">
              <a:schemeClr val="lt1"/>
            </a:fontRef>
          </p:style>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0" marR="0" lvl="0" indent="0" algn="ctr" defTabSz="932472" eaLnBrk="1" fontAlgn="base" latinLnBrk="0" hangingPunct="1">
                <a:lnSpc>
                  <a:spcPct val="90000"/>
                </a:lnSpc>
                <a:spcBef>
                  <a:spcPct val="0"/>
                </a:spcBef>
                <a:spcAft>
                  <a:spcPct val="0"/>
                </a:spcAft>
                <a:buClrTx/>
                <a:buSzTx/>
                <a:buFontTx/>
                <a:buNone/>
                <a:tabLst/>
                <a:defRPr/>
              </a:pPr>
              <a:r>
                <a:rPr kumimoji="0" lang="en-US" sz="1400" b="0" i="0" u="none" strike="noStrike" kern="0" cap="none" spc="0" normalizeH="0" baseline="0" noProof="0" dirty="0">
                  <a:ln>
                    <a:noFill/>
                  </a:ln>
                  <a:solidFill>
                    <a:schemeClr val="tx1"/>
                  </a:solidFill>
                  <a:effectLst/>
                  <a:uLnTx/>
                  <a:uFillTx/>
                  <a:ea typeface="Segoe UI" pitchFamily="34" charset="0"/>
                  <a:cs typeface="Segoe UI" pitchFamily="34" charset="0"/>
                </a:rPr>
                <a:t>App</a:t>
              </a:r>
            </a:p>
            <a:p>
              <a:pPr marL="0" marR="0" lvl="0" indent="0" algn="ctr" defTabSz="932472" eaLnBrk="1" fontAlgn="base" latinLnBrk="0" hangingPunct="1">
                <a:lnSpc>
                  <a:spcPct val="90000"/>
                </a:lnSpc>
                <a:spcBef>
                  <a:spcPct val="0"/>
                </a:spcBef>
                <a:spcAft>
                  <a:spcPct val="0"/>
                </a:spcAft>
                <a:buClrTx/>
                <a:buSzTx/>
                <a:buFontTx/>
                <a:buNone/>
                <a:tabLst/>
                <a:defRPr/>
              </a:pPr>
              <a:r>
                <a:rPr kumimoji="0" lang="en-US" sz="1400" b="0" i="0" u="none" strike="noStrike" kern="0" cap="none" spc="0" normalizeH="0" baseline="0" noProof="0" dirty="0">
                  <a:ln>
                    <a:noFill/>
                  </a:ln>
                  <a:solidFill>
                    <a:schemeClr val="tx1"/>
                  </a:solidFill>
                  <a:effectLst/>
                  <a:uLnTx/>
                  <a:uFillTx/>
                  <a:ea typeface="Segoe UI" pitchFamily="34" charset="0"/>
                  <a:cs typeface="Segoe UI" pitchFamily="34" charset="0"/>
                </a:rPr>
                <a:t>A</a:t>
              </a:r>
            </a:p>
          </p:txBody>
        </p:sp>
        <p:sp>
          <p:nvSpPr>
            <p:cNvPr id="25" name="Rectangle 24"/>
            <p:cNvSpPr/>
            <p:nvPr/>
          </p:nvSpPr>
          <p:spPr bwMode="auto">
            <a:xfrm>
              <a:off x="9476525" y="2137288"/>
              <a:ext cx="1062068" cy="365760"/>
            </a:xfrm>
            <a:prstGeom prst="rect">
              <a:avLst/>
            </a:prstGeom>
            <a:solidFill>
              <a:srgbClr val="00B050"/>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0" marR="0" lvl="0" indent="0" algn="ctr" defTabSz="932472" eaLnBrk="1" fontAlgn="base" latinLnBrk="0" hangingPunct="1">
                <a:lnSpc>
                  <a:spcPct val="90000"/>
                </a:lnSpc>
                <a:spcBef>
                  <a:spcPct val="0"/>
                </a:spcBef>
                <a:spcAft>
                  <a:spcPct val="0"/>
                </a:spcAft>
                <a:buClrTx/>
                <a:buSzTx/>
                <a:buFontTx/>
                <a:buNone/>
                <a:tabLst/>
                <a:defRPr/>
              </a:pPr>
              <a:r>
                <a:rPr kumimoji="0" lang="en-US" sz="1400" b="0" i="0" u="none" strike="noStrike" kern="0" cap="none" spc="0" normalizeH="0" baseline="0" noProof="0" dirty="0">
                  <a:ln>
                    <a:noFill/>
                  </a:ln>
                  <a:solidFill>
                    <a:schemeClr val="bg1"/>
                  </a:solidFill>
                  <a:effectLst/>
                  <a:uLnTx/>
                  <a:uFillTx/>
                  <a:ea typeface="Segoe UI" pitchFamily="34" charset="0"/>
                  <a:cs typeface="Segoe UI" pitchFamily="34" charset="0"/>
                </a:rPr>
                <a:t>Guest OS</a:t>
              </a:r>
            </a:p>
          </p:txBody>
        </p:sp>
        <p:sp>
          <p:nvSpPr>
            <p:cNvPr id="26" name="Rectangle 25"/>
            <p:cNvSpPr/>
            <p:nvPr/>
          </p:nvSpPr>
          <p:spPr bwMode="auto">
            <a:xfrm>
              <a:off x="9483658" y="1535535"/>
              <a:ext cx="1062068" cy="569464"/>
            </a:xfrm>
            <a:prstGeom prst="rect">
              <a:avLst/>
            </a:prstGeom>
            <a:ln>
              <a:noFill/>
              <a:headEnd type="none" w="med" len="med"/>
              <a:tailEnd type="none" w="med" len="med"/>
            </a:ln>
          </p:spPr>
          <p:style>
            <a:lnRef idx="2">
              <a:schemeClr val="accent3">
                <a:shade val="50000"/>
              </a:schemeClr>
            </a:lnRef>
            <a:fillRef idx="1">
              <a:schemeClr val="accent3"/>
            </a:fillRef>
            <a:effectRef idx="0">
              <a:schemeClr val="accent3"/>
            </a:effectRef>
            <a:fontRef idx="minor">
              <a:schemeClr val="lt1"/>
            </a:fontRef>
          </p:style>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0" marR="0" lvl="0" indent="0" algn="ctr" defTabSz="932472" eaLnBrk="1" fontAlgn="base" latinLnBrk="0" hangingPunct="1">
                <a:lnSpc>
                  <a:spcPct val="90000"/>
                </a:lnSpc>
                <a:spcBef>
                  <a:spcPct val="0"/>
                </a:spcBef>
                <a:spcAft>
                  <a:spcPct val="0"/>
                </a:spcAft>
                <a:buClrTx/>
                <a:buSzTx/>
                <a:buFontTx/>
                <a:buNone/>
                <a:tabLst/>
                <a:defRPr/>
              </a:pPr>
              <a:r>
                <a:rPr kumimoji="0" lang="en-US" sz="1400" b="0" i="0" u="none" strike="noStrike" kern="0" cap="none" spc="0" normalizeH="0" baseline="0" noProof="0" dirty="0">
                  <a:ln>
                    <a:noFill/>
                  </a:ln>
                  <a:solidFill>
                    <a:schemeClr val="bg1"/>
                  </a:solidFill>
                  <a:effectLst/>
                  <a:uLnTx/>
                  <a:uFillTx/>
                  <a:ea typeface="Segoe UI" pitchFamily="34" charset="0"/>
                  <a:cs typeface="Segoe UI" pitchFamily="34" charset="0"/>
                </a:rPr>
                <a:t>App</a:t>
              </a:r>
            </a:p>
            <a:p>
              <a:pPr marL="0" marR="0" lvl="0" indent="0" algn="ctr" defTabSz="932472" eaLnBrk="1" fontAlgn="base" latinLnBrk="0" hangingPunct="1">
                <a:lnSpc>
                  <a:spcPct val="90000"/>
                </a:lnSpc>
                <a:spcBef>
                  <a:spcPct val="0"/>
                </a:spcBef>
                <a:spcAft>
                  <a:spcPct val="0"/>
                </a:spcAft>
                <a:buClrTx/>
                <a:buSzTx/>
                <a:buFontTx/>
                <a:buNone/>
                <a:tabLst/>
                <a:defRPr/>
              </a:pPr>
              <a:r>
                <a:rPr kumimoji="0" lang="en-US" sz="1400" b="0" i="0" u="none" strike="noStrike" kern="0" cap="none" spc="0" normalizeH="0" baseline="0" noProof="0" dirty="0">
                  <a:ln>
                    <a:noFill/>
                  </a:ln>
                  <a:solidFill>
                    <a:schemeClr val="bg1"/>
                  </a:solidFill>
                  <a:effectLst/>
                  <a:uLnTx/>
                  <a:uFillTx/>
                  <a:ea typeface="Segoe UI" pitchFamily="34" charset="0"/>
                  <a:cs typeface="Segoe UI" pitchFamily="34" charset="0"/>
                </a:rPr>
                <a:t>Framework</a:t>
              </a:r>
            </a:p>
          </p:txBody>
        </p:sp>
        <p:sp>
          <p:nvSpPr>
            <p:cNvPr id="27" name="Rectangle 26"/>
            <p:cNvSpPr/>
            <p:nvPr/>
          </p:nvSpPr>
          <p:spPr bwMode="auto">
            <a:xfrm>
              <a:off x="9483658" y="918104"/>
              <a:ext cx="1062068" cy="569464"/>
            </a:xfrm>
            <a:prstGeom prst="rect">
              <a:avLst/>
            </a:prstGeom>
            <a:ln>
              <a:headEnd type="none" w="med" len="med"/>
              <a:tailEnd type="none" w="med" len="med"/>
            </a:ln>
          </p:spPr>
          <p:style>
            <a:lnRef idx="2">
              <a:schemeClr val="accent6">
                <a:shade val="50000"/>
              </a:schemeClr>
            </a:lnRef>
            <a:fillRef idx="1">
              <a:schemeClr val="accent6"/>
            </a:fillRef>
            <a:effectRef idx="0">
              <a:schemeClr val="accent6"/>
            </a:effectRef>
            <a:fontRef idx="minor">
              <a:schemeClr val="lt1"/>
            </a:fontRef>
          </p:style>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0" marR="0" lvl="0" indent="0" algn="ctr" defTabSz="932472" eaLnBrk="1" fontAlgn="base" latinLnBrk="0" hangingPunct="1">
                <a:lnSpc>
                  <a:spcPct val="90000"/>
                </a:lnSpc>
                <a:spcBef>
                  <a:spcPct val="0"/>
                </a:spcBef>
                <a:spcAft>
                  <a:spcPct val="0"/>
                </a:spcAft>
                <a:buClrTx/>
                <a:buSzTx/>
                <a:buFontTx/>
                <a:buNone/>
                <a:tabLst/>
                <a:defRPr/>
              </a:pPr>
              <a:r>
                <a:rPr kumimoji="0" lang="en-US" sz="1400" b="0" i="0" u="none" strike="noStrike" kern="0" cap="none" spc="0" normalizeH="0" baseline="0" noProof="0" dirty="0">
                  <a:ln>
                    <a:noFill/>
                  </a:ln>
                  <a:solidFill>
                    <a:schemeClr val="tx1"/>
                  </a:solidFill>
                  <a:effectLst/>
                  <a:uLnTx/>
                  <a:uFillTx/>
                  <a:ea typeface="Segoe UI" pitchFamily="34" charset="0"/>
                  <a:cs typeface="Segoe UI" pitchFamily="34" charset="0"/>
                </a:rPr>
                <a:t>App</a:t>
              </a:r>
            </a:p>
            <a:p>
              <a:pPr marL="0" marR="0" lvl="0" indent="0" algn="ctr" defTabSz="932472" eaLnBrk="1" fontAlgn="base" latinLnBrk="0" hangingPunct="1">
                <a:lnSpc>
                  <a:spcPct val="90000"/>
                </a:lnSpc>
                <a:spcBef>
                  <a:spcPct val="0"/>
                </a:spcBef>
                <a:spcAft>
                  <a:spcPct val="0"/>
                </a:spcAft>
                <a:buClrTx/>
                <a:buSzTx/>
                <a:buFontTx/>
                <a:buNone/>
                <a:tabLst/>
                <a:defRPr/>
              </a:pPr>
              <a:r>
                <a:rPr kumimoji="0" lang="en-US" sz="1400" b="0" i="0" u="none" strike="noStrike" kern="0" cap="none" spc="0" normalizeH="0" baseline="0" noProof="0" dirty="0">
                  <a:ln>
                    <a:noFill/>
                  </a:ln>
                  <a:solidFill>
                    <a:schemeClr val="tx1"/>
                  </a:solidFill>
                  <a:effectLst/>
                  <a:uLnTx/>
                  <a:uFillTx/>
                  <a:ea typeface="Segoe UI" pitchFamily="34" charset="0"/>
                  <a:cs typeface="Segoe UI" pitchFamily="34" charset="0"/>
                </a:rPr>
                <a:t>B</a:t>
              </a:r>
            </a:p>
          </p:txBody>
        </p:sp>
        <p:sp>
          <p:nvSpPr>
            <p:cNvPr id="28" name="Right Brace 27"/>
            <p:cNvSpPr/>
            <p:nvPr/>
          </p:nvSpPr>
          <p:spPr>
            <a:xfrm>
              <a:off x="10569813" y="918104"/>
              <a:ext cx="298212" cy="1575216"/>
            </a:xfrm>
            <a:prstGeom prst="rightBrace">
              <a:avLst>
                <a:gd name="adj1" fmla="val 28333"/>
                <a:gd name="adj2" fmla="val 50000"/>
              </a:avLst>
            </a:prstGeom>
            <a:ln w="28575">
              <a:solidFill>
                <a:schemeClr val="tx1"/>
              </a:solidFill>
              <a:headEnd type="none"/>
              <a:tailEnd type="none"/>
            </a:ln>
          </p:spPr>
          <p:style>
            <a:lnRef idx="1">
              <a:schemeClr val="accent5"/>
            </a:lnRef>
            <a:fillRef idx="0">
              <a:schemeClr val="accent5"/>
            </a:fillRef>
            <a:effectRef idx="0">
              <a:schemeClr val="accent5"/>
            </a:effectRef>
            <a:fontRef idx="minor">
              <a:schemeClr val="tx1"/>
            </a:fontRef>
          </p:style>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endParaRPr>
            </a:p>
          </p:txBody>
        </p:sp>
        <p:sp>
          <p:nvSpPr>
            <p:cNvPr id="29" name="TextBox 28"/>
            <p:cNvSpPr txBox="1"/>
            <p:nvPr/>
          </p:nvSpPr>
          <p:spPr>
            <a:xfrm>
              <a:off x="10911372" y="1419480"/>
              <a:ext cx="758862" cy="572464"/>
            </a:xfrm>
            <a:prstGeom prst="rect">
              <a:avLst/>
            </a:prstGeom>
            <a:noFill/>
          </p:spPr>
          <p:txBody>
            <a:bodyPr wrap="none" lIns="182880" tIns="146304" rIns="182880" bIns="146304" rtlCol="0">
              <a:spAutoFit/>
            </a:bodyPr>
            <a:lstStyle/>
            <a:p>
              <a:pPr marL="0" marR="0" lvl="0" indent="0" defTabSz="914400" eaLnBrk="1" fontAlgn="auto" latinLnBrk="0" hangingPunct="1">
                <a:lnSpc>
                  <a:spcPct val="90000"/>
                </a:lnSpc>
                <a:spcBef>
                  <a:spcPts val="0"/>
                </a:spcBef>
                <a:spcAft>
                  <a:spcPts val="600"/>
                </a:spcAft>
                <a:buClrTx/>
                <a:buSzTx/>
                <a:buFontTx/>
                <a:buNone/>
                <a:tabLst/>
                <a:defRPr/>
              </a:pPr>
              <a:r>
                <a:rPr kumimoji="0" lang="en-US" sz="2000" b="0" i="0" u="none" strike="noStrike" kern="0" cap="none" spc="0" normalizeH="0" baseline="0" noProof="0" dirty="0">
                  <a:ln>
                    <a:noFill/>
                  </a:ln>
                  <a:gradFill>
                    <a:gsLst>
                      <a:gs pos="2917">
                        <a:schemeClr val="tx1"/>
                      </a:gs>
                      <a:gs pos="30000">
                        <a:schemeClr val="tx1"/>
                      </a:gs>
                    </a:gsLst>
                    <a:lin ang="5400000" scaled="0"/>
                  </a:gradFill>
                  <a:effectLst/>
                  <a:uLnTx/>
                  <a:uFillTx/>
                </a:rPr>
                <a:t>VM</a:t>
              </a:r>
            </a:p>
          </p:txBody>
        </p:sp>
        <p:sp>
          <p:nvSpPr>
            <p:cNvPr id="30" name="Rectangle 29"/>
            <p:cNvSpPr/>
            <p:nvPr/>
          </p:nvSpPr>
          <p:spPr bwMode="auto">
            <a:xfrm>
              <a:off x="6273362" y="2137288"/>
              <a:ext cx="1030479" cy="365760"/>
            </a:xfrm>
            <a:prstGeom prst="rect">
              <a:avLst/>
            </a:prstGeom>
            <a:solidFill>
              <a:srgbClr val="00B050"/>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0" marR="0" lvl="0" indent="0" algn="ctr" defTabSz="932472" eaLnBrk="1" fontAlgn="base" latinLnBrk="0" hangingPunct="1">
                <a:lnSpc>
                  <a:spcPct val="90000"/>
                </a:lnSpc>
                <a:spcBef>
                  <a:spcPct val="0"/>
                </a:spcBef>
                <a:spcAft>
                  <a:spcPct val="0"/>
                </a:spcAft>
                <a:buClrTx/>
                <a:buSzTx/>
                <a:buFontTx/>
                <a:buNone/>
                <a:tabLst/>
                <a:defRPr/>
              </a:pPr>
              <a:r>
                <a:rPr kumimoji="0" lang="en-US" sz="1400" b="0" i="0" u="none" strike="noStrike" kern="0" cap="none" spc="0" normalizeH="0" baseline="0" noProof="0" dirty="0">
                  <a:ln>
                    <a:noFill/>
                  </a:ln>
                  <a:solidFill>
                    <a:schemeClr val="bg1"/>
                  </a:solidFill>
                  <a:effectLst/>
                  <a:uLnTx/>
                  <a:uFillTx/>
                  <a:ea typeface="Segoe UI" pitchFamily="34" charset="0"/>
                  <a:cs typeface="Segoe UI" pitchFamily="34" charset="0"/>
                </a:rPr>
                <a:t>Host OS</a:t>
              </a:r>
            </a:p>
          </p:txBody>
        </p:sp>
      </p:grpSp>
    </p:spTree>
    <p:extLst>
      <p:ext uri="{BB962C8B-B14F-4D97-AF65-F5344CB8AC3E}">
        <p14:creationId xmlns:p14="http://schemas.microsoft.com/office/powerpoint/2010/main" val="83472361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5" end="5"/>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xEl>
                                              <p:pRg st="6" end="6"/>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9" end="9"/>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4">
                                            <p:txEl>
                                              <p:pRg st="10" end="10"/>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4">
                                            <p:txEl>
                                              <p:pRg st="11" end="11"/>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1"/>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Container Ecosystem via Docker</a:t>
            </a:r>
          </a:p>
        </p:txBody>
      </p:sp>
      <p:grpSp>
        <p:nvGrpSpPr>
          <p:cNvPr id="88" name="Group 87"/>
          <p:cNvGrpSpPr/>
          <p:nvPr/>
        </p:nvGrpSpPr>
        <p:grpSpPr>
          <a:xfrm>
            <a:off x="212062" y="1157361"/>
            <a:ext cx="3764984" cy="5063895"/>
            <a:chOff x="212062" y="1157361"/>
            <a:chExt cx="3764984" cy="5063895"/>
          </a:xfrm>
        </p:grpSpPr>
        <p:grpSp>
          <p:nvGrpSpPr>
            <p:cNvPr id="4" name="Group 3"/>
            <p:cNvGrpSpPr/>
            <p:nvPr/>
          </p:nvGrpSpPr>
          <p:grpSpPr>
            <a:xfrm>
              <a:off x="212062" y="1157361"/>
              <a:ext cx="3764984" cy="4556826"/>
              <a:chOff x="239358" y="1636150"/>
              <a:chExt cx="3764984" cy="4556826"/>
            </a:xfrm>
          </p:grpSpPr>
          <p:sp>
            <p:nvSpPr>
              <p:cNvPr id="5" name="Rectangle 4"/>
              <p:cNvSpPr/>
              <p:nvPr/>
            </p:nvSpPr>
            <p:spPr bwMode="auto">
              <a:xfrm>
                <a:off x="239358" y="1636150"/>
                <a:ext cx="3764984" cy="4556826"/>
              </a:xfrm>
              <a:prstGeom prst="rect">
                <a:avLst/>
              </a:prstGeom>
              <a:ln>
                <a:headEnd type="none" w="med" len="med"/>
                <a:tailEnd type="none" w="med" len="med"/>
              </a:ln>
            </p:spPr>
            <p:style>
              <a:lnRef idx="2">
                <a:schemeClr val="accent6">
                  <a:shade val="50000"/>
                </a:schemeClr>
              </a:lnRef>
              <a:fillRef idx="1">
                <a:schemeClr val="accent6"/>
              </a:fillRef>
              <a:effectRef idx="0">
                <a:schemeClr val="accent6"/>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marL="0" marR="0" lvl="0" indent="0" algn="ctr" defTabSz="914102" eaLnBrk="1" fontAlgn="base" latinLnBrk="0" hangingPunct="1">
                  <a:lnSpc>
                    <a:spcPct val="90000"/>
                  </a:lnSpc>
                  <a:spcBef>
                    <a:spcPct val="0"/>
                  </a:spcBef>
                  <a:spcAft>
                    <a:spcPct val="0"/>
                  </a:spcAft>
                  <a:buClrTx/>
                  <a:buSzTx/>
                  <a:buFontTx/>
                  <a:buNone/>
                  <a:tabLst/>
                  <a:defRPr/>
                </a:pPr>
                <a:r>
                  <a:rPr kumimoji="0" lang="en-US" sz="2800" b="0" i="0" u="none" strike="noStrike" kern="0" cap="none" spc="0" normalizeH="0" baseline="0" noProof="0" dirty="0">
                    <a:ln>
                      <a:noFill/>
                    </a:ln>
                    <a:solidFill>
                      <a:schemeClr val="lt1"/>
                    </a:solidFill>
                    <a:effectLst/>
                    <a:uLnTx/>
                    <a:uFillTx/>
                    <a:latin typeface="+mj-lt"/>
                  </a:rPr>
                  <a:t>Container Run-Time</a:t>
                </a:r>
              </a:p>
            </p:txBody>
          </p:sp>
          <p:pic>
            <p:nvPicPr>
              <p:cNvPr id="6" name="Picture 1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38993" y="2308469"/>
                <a:ext cx="2165714" cy="553043"/>
              </a:xfrm>
              <a:prstGeom prst="rect">
                <a:avLst/>
              </a:prstGeom>
              <a:ln>
                <a:noFill/>
              </a:ln>
            </p:spPr>
          </p:pic>
          <p:sp>
            <p:nvSpPr>
              <p:cNvPr id="7" name="Rectangle 29"/>
              <p:cNvSpPr/>
              <p:nvPr/>
            </p:nvSpPr>
            <p:spPr>
              <a:xfrm>
                <a:off x="924389" y="4250723"/>
                <a:ext cx="2394923" cy="503067"/>
              </a:xfrm>
              <a:prstGeom prst="rect">
                <a:avLst/>
              </a:prstGeom>
              <a:noFill/>
              <a:ln>
                <a:noFill/>
              </a:ln>
            </p:spPr>
            <p:style>
              <a:lnRef idx="2">
                <a:schemeClr val="accent2">
                  <a:shade val="50000"/>
                </a:schemeClr>
              </a:lnRef>
              <a:fillRef idx="1">
                <a:schemeClr val="accent2"/>
              </a:fillRef>
              <a:effectRef idx="0">
                <a:schemeClr val="accent2"/>
              </a:effectRef>
              <a:fontRef idx="minor">
                <a:schemeClr val="lt1"/>
              </a:fontRef>
            </p:style>
            <p:txBody>
              <a:bodyPr tIns="89642" rtlCol="0" anchor="t"/>
              <a:lstStyle/>
              <a:p>
                <a:pPr marL="0" marR="0" lvl="0" indent="0" algn="ctr" defTabSz="914400" eaLnBrk="1" fontAlgn="auto" latinLnBrk="0" hangingPunct="1">
                  <a:lnSpc>
                    <a:spcPct val="90000"/>
                  </a:lnSpc>
                  <a:spcBef>
                    <a:spcPts val="0"/>
                  </a:spcBef>
                  <a:spcAft>
                    <a:spcPts val="588"/>
                  </a:spcAft>
                  <a:buClrTx/>
                  <a:buSzTx/>
                  <a:buFontTx/>
                  <a:buNone/>
                  <a:tabLst/>
                  <a:defRPr/>
                </a:pPr>
                <a:r>
                  <a:rPr kumimoji="0" lang="en-US" sz="1800" b="0" i="0" u="none" strike="noStrike" kern="0" cap="none" spc="0" normalizeH="0" baseline="0" noProof="0" dirty="0">
                    <a:ln>
                      <a:noFill/>
                    </a:ln>
                    <a:gradFill>
                      <a:gsLst>
                        <a:gs pos="2917">
                          <a:schemeClr val="tx1"/>
                        </a:gs>
                        <a:gs pos="30000">
                          <a:schemeClr val="tx1"/>
                        </a:gs>
                      </a:gsLst>
                      <a:lin ang="5400000" scaled="0"/>
                    </a:gradFill>
                    <a:effectLst/>
                    <a:uLnTx/>
                    <a:uFillTx/>
                  </a:rPr>
                  <a:t>Linux</a:t>
                </a:r>
                <a:endParaRPr kumimoji="0" lang="en-US" sz="2400" b="0" i="0" u="none" strike="noStrike" kern="0" cap="none" spc="0" normalizeH="0" baseline="0" noProof="0" dirty="0">
                  <a:ln>
                    <a:noFill/>
                  </a:ln>
                  <a:gradFill>
                    <a:gsLst>
                      <a:gs pos="2917">
                        <a:schemeClr val="tx1"/>
                      </a:gs>
                      <a:gs pos="30000">
                        <a:schemeClr val="tx1"/>
                      </a:gs>
                    </a:gsLst>
                    <a:lin ang="5400000" scaled="0"/>
                  </a:gradFill>
                  <a:effectLst/>
                  <a:uLnTx/>
                  <a:uFillTx/>
                </a:endParaRPr>
              </a:p>
            </p:txBody>
          </p:sp>
          <p:grpSp>
            <p:nvGrpSpPr>
              <p:cNvPr id="8" name="Group 7"/>
              <p:cNvGrpSpPr/>
              <p:nvPr/>
            </p:nvGrpSpPr>
            <p:grpSpPr>
              <a:xfrm>
                <a:off x="885334" y="2806526"/>
                <a:ext cx="2473032" cy="1381988"/>
                <a:chOff x="3703637" y="1744662"/>
                <a:chExt cx="5181600" cy="2895600"/>
              </a:xfrm>
            </p:grpSpPr>
            <p:sp>
              <p:nvSpPr>
                <p:cNvPr id="33" name="Rectangle 32"/>
                <p:cNvSpPr/>
                <p:nvPr/>
              </p:nvSpPr>
              <p:spPr bwMode="auto">
                <a:xfrm>
                  <a:off x="3961794" y="1985962"/>
                  <a:ext cx="4665286" cy="2413000"/>
                </a:xfrm>
                <a:prstGeom prst="rect">
                  <a:avLst/>
                </a:prstGeom>
                <a:solidFill>
                  <a:schemeClr val="tx1"/>
                </a:solidFill>
                <a:ln w="76200">
                  <a:solidFill>
                    <a:schemeClr val="tx2"/>
                  </a:solidFill>
                  <a:prstDash val="solid"/>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marL="0" marR="0" lvl="0" indent="0" algn="ctr" defTabSz="914102" eaLnBrk="1" fontAlgn="base" latinLnBrk="0" hangingPunct="1">
                    <a:lnSpc>
                      <a:spcPct val="90000"/>
                    </a:lnSpc>
                    <a:spcBef>
                      <a:spcPct val="0"/>
                    </a:spcBef>
                    <a:spcAft>
                      <a:spcPct val="0"/>
                    </a:spcAft>
                    <a:buClrTx/>
                    <a:buSzTx/>
                    <a:buFontTx/>
                    <a:buNone/>
                    <a:tabLst/>
                    <a:defRPr/>
                  </a:pPr>
                  <a:endParaRPr kumimoji="0" lang="en-US" sz="2000" b="0" i="0" u="none" strike="noStrike" kern="0" cap="none" spc="0" normalizeH="0" baseline="0" noProof="0" dirty="0" err="1">
                    <a:ln>
                      <a:noFill/>
                    </a:ln>
                    <a:gradFill>
                      <a:gsLst>
                        <a:gs pos="0">
                          <a:srgbClr val="FFFFFF"/>
                        </a:gs>
                        <a:gs pos="100000">
                          <a:srgbClr val="FFFFFF"/>
                        </a:gs>
                      </a:gsLst>
                      <a:lin ang="5400000" scaled="0"/>
                    </a:gradFill>
                    <a:effectLst/>
                    <a:uLnTx/>
                    <a:uFillTx/>
                    <a:ea typeface="Segoe UI" pitchFamily="34" charset="0"/>
                    <a:cs typeface="Segoe UI" pitchFamily="34" charset="0"/>
                  </a:endParaRPr>
                </a:p>
              </p:txBody>
            </p:sp>
            <p:sp>
              <p:nvSpPr>
                <p:cNvPr id="34" name="Right Bracket 33"/>
                <p:cNvSpPr/>
                <p:nvPr/>
              </p:nvSpPr>
              <p:spPr>
                <a:xfrm>
                  <a:off x="8512014" y="1744662"/>
                  <a:ext cx="373223" cy="2895600"/>
                </a:xfrm>
                <a:prstGeom prst="rightBracket">
                  <a:avLst/>
                </a:prstGeom>
                <a:ln w="76200">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dirty="0">
                    <a:ln>
                      <a:noFill/>
                    </a:ln>
                    <a:solidFill>
                      <a:sysClr val="windowText" lastClr="000000"/>
                    </a:solidFill>
                    <a:effectLst/>
                    <a:uLnTx/>
                    <a:uFillTx/>
                  </a:endParaRPr>
                </a:p>
              </p:txBody>
            </p:sp>
            <p:sp>
              <p:nvSpPr>
                <p:cNvPr id="35" name="Left Bracket 34"/>
                <p:cNvSpPr/>
                <p:nvPr/>
              </p:nvSpPr>
              <p:spPr>
                <a:xfrm>
                  <a:off x="3703637" y="1744662"/>
                  <a:ext cx="373223" cy="2895600"/>
                </a:xfrm>
                <a:prstGeom prst="leftBracket">
                  <a:avLst/>
                </a:prstGeom>
                <a:ln w="76200">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sysClr val="windowText" lastClr="000000"/>
                    </a:solidFill>
                    <a:effectLst/>
                    <a:uLnTx/>
                    <a:uFillTx/>
                  </a:endParaRPr>
                </a:p>
              </p:txBody>
            </p:sp>
          </p:grpSp>
          <p:grpSp>
            <p:nvGrpSpPr>
              <p:cNvPr id="9" name="Group 8"/>
              <p:cNvGrpSpPr/>
              <p:nvPr/>
            </p:nvGrpSpPr>
            <p:grpSpPr>
              <a:xfrm>
                <a:off x="2807930" y="3049308"/>
                <a:ext cx="357523" cy="896425"/>
                <a:chOff x="2807930" y="3049308"/>
                <a:chExt cx="357523" cy="896425"/>
              </a:xfrm>
            </p:grpSpPr>
            <p:cxnSp>
              <p:nvCxnSpPr>
                <p:cNvPr id="29" name="Straight Connector 28"/>
                <p:cNvCxnSpPr/>
                <p:nvPr/>
              </p:nvCxnSpPr>
              <p:spPr>
                <a:xfrm>
                  <a:off x="3165453" y="3049308"/>
                  <a:ext cx="0" cy="896425"/>
                </a:xfrm>
                <a:prstGeom prst="line">
                  <a:avLst/>
                </a:prstGeom>
                <a:ln w="76200">
                  <a:solidFill>
                    <a:schemeClr val="accent6"/>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p:cNvCxnSpPr/>
                <p:nvPr/>
              </p:nvCxnSpPr>
              <p:spPr>
                <a:xfrm>
                  <a:off x="3046278" y="3049308"/>
                  <a:ext cx="0" cy="896425"/>
                </a:xfrm>
                <a:prstGeom prst="line">
                  <a:avLst/>
                </a:prstGeom>
                <a:ln w="76200">
                  <a:solidFill>
                    <a:schemeClr val="accent6"/>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p:cNvCxnSpPr/>
                <p:nvPr/>
              </p:nvCxnSpPr>
              <p:spPr>
                <a:xfrm>
                  <a:off x="2927104" y="3049308"/>
                  <a:ext cx="0" cy="896425"/>
                </a:xfrm>
                <a:prstGeom prst="line">
                  <a:avLst/>
                </a:prstGeom>
                <a:ln w="76200">
                  <a:solidFill>
                    <a:schemeClr val="accent6"/>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p:cNvCxnSpPr/>
                <p:nvPr/>
              </p:nvCxnSpPr>
              <p:spPr>
                <a:xfrm>
                  <a:off x="2807930" y="3049308"/>
                  <a:ext cx="0" cy="896425"/>
                </a:xfrm>
                <a:prstGeom prst="line">
                  <a:avLst/>
                </a:prstGeom>
                <a:ln w="76200">
                  <a:solidFill>
                    <a:schemeClr val="accent6"/>
                  </a:solidFill>
                  <a:headEnd type="none"/>
                  <a:tailEnd type="none"/>
                </a:ln>
              </p:spPr>
              <p:style>
                <a:lnRef idx="1">
                  <a:schemeClr val="accent1"/>
                </a:lnRef>
                <a:fillRef idx="0">
                  <a:schemeClr val="accent1"/>
                </a:fillRef>
                <a:effectRef idx="0">
                  <a:schemeClr val="accent1"/>
                </a:effectRef>
                <a:fontRef idx="minor">
                  <a:schemeClr val="tx1"/>
                </a:fontRef>
              </p:style>
            </p:cxnSp>
          </p:grpSp>
          <p:grpSp>
            <p:nvGrpSpPr>
              <p:cNvPr id="10" name="Group 9"/>
              <p:cNvGrpSpPr/>
              <p:nvPr/>
            </p:nvGrpSpPr>
            <p:grpSpPr>
              <a:xfrm>
                <a:off x="1070383" y="3049308"/>
                <a:ext cx="357524" cy="896425"/>
                <a:chOff x="5528956" y="2849562"/>
                <a:chExt cx="729385" cy="1828800"/>
              </a:xfrm>
            </p:grpSpPr>
            <p:cxnSp>
              <p:nvCxnSpPr>
                <p:cNvPr id="25" name="Straight Connector 24"/>
                <p:cNvCxnSpPr/>
                <p:nvPr/>
              </p:nvCxnSpPr>
              <p:spPr>
                <a:xfrm>
                  <a:off x="6258341" y="2849562"/>
                  <a:ext cx="0" cy="1828800"/>
                </a:xfrm>
                <a:prstGeom prst="line">
                  <a:avLst/>
                </a:prstGeom>
                <a:ln w="76200">
                  <a:solidFill>
                    <a:schemeClr val="accent6"/>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p:cNvCxnSpPr/>
                <p:nvPr/>
              </p:nvCxnSpPr>
              <p:spPr>
                <a:xfrm>
                  <a:off x="6015212" y="2849562"/>
                  <a:ext cx="0" cy="1828800"/>
                </a:xfrm>
                <a:prstGeom prst="line">
                  <a:avLst/>
                </a:prstGeom>
                <a:ln w="76200">
                  <a:solidFill>
                    <a:schemeClr val="accent6"/>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p:cNvCxnSpPr/>
                <p:nvPr/>
              </p:nvCxnSpPr>
              <p:spPr>
                <a:xfrm>
                  <a:off x="5772084" y="2849562"/>
                  <a:ext cx="0" cy="1828800"/>
                </a:xfrm>
                <a:prstGeom prst="line">
                  <a:avLst/>
                </a:prstGeom>
                <a:ln w="76200">
                  <a:solidFill>
                    <a:schemeClr val="accent6"/>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p:cNvCxnSpPr/>
                <p:nvPr/>
              </p:nvCxnSpPr>
              <p:spPr>
                <a:xfrm>
                  <a:off x="5528956" y="2849562"/>
                  <a:ext cx="0" cy="1828800"/>
                </a:xfrm>
                <a:prstGeom prst="line">
                  <a:avLst/>
                </a:prstGeom>
                <a:ln w="76200">
                  <a:solidFill>
                    <a:schemeClr val="accent6"/>
                  </a:solidFill>
                  <a:headEnd type="none"/>
                  <a:tailEnd type="none"/>
                </a:ln>
              </p:spPr>
              <p:style>
                <a:lnRef idx="1">
                  <a:schemeClr val="accent1"/>
                </a:lnRef>
                <a:fillRef idx="0">
                  <a:schemeClr val="accent1"/>
                </a:fillRef>
                <a:effectRef idx="0">
                  <a:schemeClr val="accent1"/>
                </a:effectRef>
                <a:fontRef idx="minor">
                  <a:schemeClr val="tx1"/>
                </a:fontRef>
              </p:style>
            </p:cxnSp>
          </p:grpSp>
          <p:grpSp>
            <p:nvGrpSpPr>
              <p:cNvPr id="11" name="Group 10"/>
              <p:cNvGrpSpPr/>
              <p:nvPr/>
            </p:nvGrpSpPr>
            <p:grpSpPr>
              <a:xfrm>
                <a:off x="885334" y="4660998"/>
                <a:ext cx="2473032" cy="1381988"/>
                <a:chOff x="3703637" y="1744662"/>
                <a:chExt cx="5181600" cy="2895600"/>
              </a:xfrm>
            </p:grpSpPr>
            <p:sp>
              <p:nvSpPr>
                <p:cNvPr id="22" name="Rectangle 21"/>
                <p:cNvSpPr/>
                <p:nvPr/>
              </p:nvSpPr>
              <p:spPr bwMode="auto">
                <a:xfrm>
                  <a:off x="3961794" y="1985962"/>
                  <a:ext cx="4665286" cy="2413000"/>
                </a:xfrm>
                <a:prstGeom prst="rect">
                  <a:avLst/>
                </a:prstGeom>
                <a:solidFill>
                  <a:schemeClr val="tx1"/>
                </a:solidFill>
                <a:ln w="76200">
                  <a:solidFill>
                    <a:schemeClr val="tx2"/>
                  </a:solidFill>
                  <a:prstDash val="solid"/>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marL="0" marR="0" lvl="0" indent="0" algn="ctr" defTabSz="914102" eaLnBrk="1" fontAlgn="base" latinLnBrk="0" hangingPunct="1">
                    <a:lnSpc>
                      <a:spcPct val="90000"/>
                    </a:lnSpc>
                    <a:spcBef>
                      <a:spcPct val="0"/>
                    </a:spcBef>
                    <a:spcAft>
                      <a:spcPct val="0"/>
                    </a:spcAft>
                    <a:buClrTx/>
                    <a:buSzTx/>
                    <a:buFontTx/>
                    <a:buNone/>
                    <a:tabLst/>
                    <a:defRPr/>
                  </a:pPr>
                  <a:endParaRPr kumimoji="0" lang="en-US" sz="2000" b="0" i="0" u="none" strike="noStrike" kern="0" cap="none" spc="0" normalizeH="0" baseline="0" noProof="0" dirty="0" err="1">
                    <a:ln>
                      <a:noFill/>
                    </a:ln>
                    <a:gradFill>
                      <a:gsLst>
                        <a:gs pos="0">
                          <a:srgbClr val="FFFFFF"/>
                        </a:gs>
                        <a:gs pos="100000">
                          <a:srgbClr val="FFFFFF"/>
                        </a:gs>
                      </a:gsLst>
                      <a:lin ang="5400000" scaled="0"/>
                    </a:gradFill>
                    <a:effectLst/>
                    <a:uLnTx/>
                    <a:uFillTx/>
                    <a:ea typeface="Segoe UI" pitchFamily="34" charset="0"/>
                    <a:cs typeface="Segoe UI" pitchFamily="34" charset="0"/>
                  </a:endParaRPr>
                </a:p>
              </p:txBody>
            </p:sp>
            <p:sp>
              <p:nvSpPr>
                <p:cNvPr id="23" name="Right Bracket 22"/>
                <p:cNvSpPr/>
                <p:nvPr/>
              </p:nvSpPr>
              <p:spPr>
                <a:xfrm>
                  <a:off x="8512014" y="1744662"/>
                  <a:ext cx="373223" cy="2895600"/>
                </a:xfrm>
                <a:prstGeom prst="rightBracket">
                  <a:avLst/>
                </a:prstGeom>
                <a:ln w="76200">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dirty="0">
                    <a:ln>
                      <a:noFill/>
                    </a:ln>
                    <a:solidFill>
                      <a:sysClr val="windowText" lastClr="000000"/>
                    </a:solidFill>
                    <a:effectLst/>
                    <a:uLnTx/>
                    <a:uFillTx/>
                  </a:endParaRPr>
                </a:p>
              </p:txBody>
            </p:sp>
            <p:sp>
              <p:nvSpPr>
                <p:cNvPr id="24" name="Left Bracket 23"/>
                <p:cNvSpPr/>
                <p:nvPr/>
              </p:nvSpPr>
              <p:spPr>
                <a:xfrm>
                  <a:off x="3703637" y="1744662"/>
                  <a:ext cx="373223" cy="2895600"/>
                </a:xfrm>
                <a:prstGeom prst="leftBracket">
                  <a:avLst/>
                </a:prstGeom>
                <a:ln w="76200">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sysClr val="windowText" lastClr="000000"/>
                    </a:solidFill>
                    <a:effectLst/>
                    <a:uLnTx/>
                    <a:uFillTx/>
                  </a:endParaRPr>
                </a:p>
              </p:txBody>
            </p:sp>
          </p:grpSp>
          <p:grpSp>
            <p:nvGrpSpPr>
              <p:cNvPr id="12" name="Group 11"/>
              <p:cNvGrpSpPr/>
              <p:nvPr/>
            </p:nvGrpSpPr>
            <p:grpSpPr>
              <a:xfrm>
                <a:off x="2807930" y="4903780"/>
                <a:ext cx="357523" cy="896425"/>
                <a:chOff x="2807930" y="4903780"/>
                <a:chExt cx="357523" cy="896425"/>
              </a:xfrm>
            </p:grpSpPr>
            <p:cxnSp>
              <p:nvCxnSpPr>
                <p:cNvPr id="18" name="Straight Connector 17"/>
                <p:cNvCxnSpPr/>
                <p:nvPr/>
              </p:nvCxnSpPr>
              <p:spPr>
                <a:xfrm>
                  <a:off x="3165453" y="4903780"/>
                  <a:ext cx="0" cy="896425"/>
                </a:xfrm>
                <a:prstGeom prst="line">
                  <a:avLst/>
                </a:prstGeom>
                <a:ln w="76200">
                  <a:solidFill>
                    <a:schemeClr val="accent6"/>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a:off x="3046278" y="4903780"/>
                  <a:ext cx="0" cy="896425"/>
                </a:xfrm>
                <a:prstGeom prst="line">
                  <a:avLst/>
                </a:prstGeom>
                <a:ln w="76200">
                  <a:solidFill>
                    <a:schemeClr val="accent6"/>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p:nvCxnSpPr>
              <p:spPr>
                <a:xfrm>
                  <a:off x="2927104" y="4903780"/>
                  <a:ext cx="0" cy="896425"/>
                </a:xfrm>
                <a:prstGeom prst="line">
                  <a:avLst/>
                </a:prstGeom>
                <a:ln w="76200">
                  <a:solidFill>
                    <a:schemeClr val="accent6"/>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p:cNvCxnSpPr/>
                <p:nvPr/>
              </p:nvCxnSpPr>
              <p:spPr>
                <a:xfrm>
                  <a:off x="2807930" y="4903780"/>
                  <a:ext cx="0" cy="896425"/>
                </a:xfrm>
                <a:prstGeom prst="line">
                  <a:avLst/>
                </a:prstGeom>
                <a:ln w="76200">
                  <a:solidFill>
                    <a:schemeClr val="accent6"/>
                  </a:solidFill>
                  <a:headEnd type="none"/>
                  <a:tailEnd type="none"/>
                </a:ln>
              </p:spPr>
              <p:style>
                <a:lnRef idx="1">
                  <a:schemeClr val="accent1"/>
                </a:lnRef>
                <a:fillRef idx="0">
                  <a:schemeClr val="accent1"/>
                </a:fillRef>
                <a:effectRef idx="0">
                  <a:schemeClr val="accent1"/>
                </a:effectRef>
                <a:fontRef idx="minor">
                  <a:schemeClr val="tx1"/>
                </a:fontRef>
              </p:style>
            </p:cxnSp>
          </p:grpSp>
          <p:grpSp>
            <p:nvGrpSpPr>
              <p:cNvPr id="13" name="Group 12"/>
              <p:cNvGrpSpPr/>
              <p:nvPr/>
            </p:nvGrpSpPr>
            <p:grpSpPr>
              <a:xfrm>
                <a:off x="1070383" y="4903780"/>
                <a:ext cx="357524" cy="896425"/>
                <a:chOff x="5528956" y="2849562"/>
                <a:chExt cx="729385" cy="1828800"/>
              </a:xfrm>
            </p:grpSpPr>
            <p:cxnSp>
              <p:nvCxnSpPr>
                <p:cNvPr id="14" name="Straight Connector 13"/>
                <p:cNvCxnSpPr/>
                <p:nvPr/>
              </p:nvCxnSpPr>
              <p:spPr>
                <a:xfrm>
                  <a:off x="6258341" y="2849562"/>
                  <a:ext cx="0" cy="1828800"/>
                </a:xfrm>
                <a:prstGeom prst="line">
                  <a:avLst/>
                </a:prstGeom>
                <a:ln w="76200">
                  <a:solidFill>
                    <a:schemeClr val="accent6"/>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a:xfrm>
                  <a:off x="6015212" y="2849562"/>
                  <a:ext cx="0" cy="1828800"/>
                </a:xfrm>
                <a:prstGeom prst="line">
                  <a:avLst/>
                </a:prstGeom>
                <a:ln w="76200">
                  <a:solidFill>
                    <a:schemeClr val="accent6"/>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a:xfrm>
                  <a:off x="5772084" y="2849562"/>
                  <a:ext cx="0" cy="1828800"/>
                </a:xfrm>
                <a:prstGeom prst="line">
                  <a:avLst/>
                </a:prstGeom>
                <a:ln w="76200">
                  <a:solidFill>
                    <a:schemeClr val="accent6"/>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a:xfrm>
                  <a:off x="5528956" y="2849562"/>
                  <a:ext cx="0" cy="1828800"/>
                </a:xfrm>
                <a:prstGeom prst="line">
                  <a:avLst/>
                </a:prstGeom>
                <a:ln w="76200">
                  <a:solidFill>
                    <a:schemeClr val="accent6"/>
                  </a:solidFill>
                  <a:headEnd type="none"/>
                  <a:tailEnd type="none"/>
                </a:ln>
              </p:spPr>
              <p:style>
                <a:lnRef idx="1">
                  <a:schemeClr val="accent1"/>
                </a:lnRef>
                <a:fillRef idx="0">
                  <a:schemeClr val="accent1"/>
                </a:fillRef>
                <a:effectRef idx="0">
                  <a:schemeClr val="accent1"/>
                </a:effectRef>
                <a:fontRef idx="minor">
                  <a:schemeClr val="tx1"/>
                </a:fontRef>
              </p:style>
            </p:cxnSp>
          </p:grpSp>
        </p:grpSp>
        <p:sp>
          <p:nvSpPr>
            <p:cNvPr id="85" name="TextBox 84"/>
            <p:cNvSpPr txBox="1"/>
            <p:nvPr/>
          </p:nvSpPr>
          <p:spPr>
            <a:xfrm>
              <a:off x="427679" y="5593392"/>
              <a:ext cx="3333750" cy="627864"/>
            </a:xfrm>
            <a:prstGeom prst="rect">
              <a:avLst/>
            </a:prstGeom>
            <a:noFill/>
          </p:spPr>
          <p:txBody>
            <a:bodyPr wrap="square" lIns="182880" tIns="146304" rIns="182880" bIns="146304" rtlCol="0">
              <a:spAutoFit/>
            </a:bodyPr>
            <a:lstStyle/>
            <a:p>
              <a:pPr marL="0" marR="0" lvl="0" indent="0" algn="ctr" defTabSz="914400" eaLnBrk="1" fontAlgn="auto" latinLnBrk="0" hangingPunct="1">
                <a:lnSpc>
                  <a:spcPct val="90000"/>
                </a:lnSpc>
                <a:spcBef>
                  <a:spcPts val="0"/>
                </a:spcBef>
                <a:spcAft>
                  <a:spcPts val="600"/>
                </a:spcAft>
                <a:buClrTx/>
                <a:buSzTx/>
                <a:buFontTx/>
                <a:buNone/>
                <a:tabLst/>
                <a:defRPr/>
              </a:pPr>
              <a:r>
                <a:rPr kumimoji="0" lang="en-US" sz="2400" b="0" i="0" u="none" strike="noStrike" kern="0" cap="none" spc="0" normalizeH="0" baseline="0" noProof="0" dirty="0">
                  <a:ln>
                    <a:noFill/>
                  </a:ln>
                  <a:gradFill>
                    <a:gsLst>
                      <a:gs pos="2917">
                        <a:schemeClr val="tx1"/>
                      </a:gs>
                      <a:gs pos="30000">
                        <a:schemeClr val="tx1"/>
                      </a:gs>
                    </a:gsLst>
                    <a:lin ang="5400000" scaled="0"/>
                  </a:gradFill>
                  <a:effectLst/>
                  <a:uLnTx/>
                  <a:uFillTx/>
                </a:rPr>
                <a:t>Docker API / Client</a:t>
              </a:r>
            </a:p>
          </p:txBody>
        </p:sp>
      </p:grpSp>
      <p:grpSp>
        <p:nvGrpSpPr>
          <p:cNvPr id="89" name="Group 88"/>
          <p:cNvGrpSpPr/>
          <p:nvPr/>
        </p:nvGrpSpPr>
        <p:grpSpPr>
          <a:xfrm>
            <a:off x="4186212" y="1157361"/>
            <a:ext cx="3764984" cy="5063895"/>
            <a:chOff x="4186212" y="1157361"/>
            <a:chExt cx="3764984" cy="5063895"/>
          </a:xfrm>
        </p:grpSpPr>
        <p:grpSp>
          <p:nvGrpSpPr>
            <p:cNvPr id="36" name="Group 35"/>
            <p:cNvGrpSpPr/>
            <p:nvPr/>
          </p:nvGrpSpPr>
          <p:grpSpPr>
            <a:xfrm>
              <a:off x="4186212" y="1157361"/>
              <a:ext cx="3764984" cy="4556826"/>
              <a:chOff x="4213508" y="1636150"/>
              <a:chExt cx="3764984" cy="4556826"/>
            </a:xfrm>
          </p:grpSpPr>
          <p:sp>
            <p:nvSpPr>
              <p:cNvPr id="37" name="Rectangle 36"/>
              <p:cNvSpPr/>
              <p:nvPr/>
            </p:nvSpPr>
            <p:spPr bwMode="auto">
              <a:xfrm>
                <a:off x="4213508" y="1636150"/>
                <a:ext cx="3764984" cy="4556826"/>
              </a:xfrm>
              <a:prstGeom prst="rect">
                <a:avLst/>
              </a:prstGeom>
              <a:solidFill>
                <a:schemeClr val="bg2">
                  <a:lumMod val="60000"/>
                  <a:lumOff val="40000"/>
                </a:schemeClr>
              </a:solidFill>
              <a:ln>
                <a:noFill/>
                <a:headEnd type="none" w="med" len="med"/>
                <a:tailEnd type="none" w="med" len="med"/>
              </a:ln>
              <a:effectLst/>
              <a:scene3d>
                <a:camera prst="orthographicFront">
                  <a:rot lat="0" lon="0" rev="0"/>
                </a:camera>
                <a:lightRig rig="twoPt" dir="tl"/>
              </a:scene3d>
            </p:spPr>
            <p:style>
              <a:lnRef idx="0">
                <a:schemeClr val="accent3"/>
              </a:lnRef>
              <a:fillRef idx="3">
                <a:schemeClr val="accent3"/>
              </a:fillRef>
              <a:effectRef idx="3">
                <a:schemeClr val="accent3"/>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marL="0" marR="0" lvl="0" indent="0" algn="ctr" defTabSz="914102" eaLnBrk="1" fontAlgn="base" latinLnBrk="0" hangingPunct="1">
                  <a:lnSpc>
                    <a:spcPct val="90000"/>
                  </a:lnSpc>
                  <a:spcBef>
                    <a:spcPct val="0"/>
                  </a:spcBef>
                  <a:spcAft>
                    <a:spcPct val="0"/>
                  </a:spcAft>
                  <a:buClrTx/>
                  <a:buSzTx/>
                  <a:buFontTx/>
                  <a:buNone/>
                  <a:tabLst/>
                  <a:defRPr/>
                </a:pPr>
                <a:r>
                  <a:rPr kumimoji="0" lang="en-US" sz="2800" b="0" i="0" u="none" strike="noStrike" kern="0" cap="none" spc="0" normalizeH="0" baseline="0" noProof="0" dirty="0">
                    <a:ln>
                      <a:noFill/>
                    </a:ln>
                    <a:solidFill>
                      <a:schemeClr val="tx1"/>
                    </a:solidFill>
                    <a:effectLst/>
                    <a:uLnTx/>
                    <a:uFillTx/>
                    <a:latin typeface="+mj-lt"/>
                  </a:rPr>
                  <a:t>Container Images</a:t>
                </a:r>
                <a:endParaRPr kumimoji="0" lang="en-US" sz="2000" b="0" i="0" u="none" strike="noStrike" kern="0" cap="none" spc="0" normalizeH="0" baseline="0" noProof="0" dirty="0">
                  <a:ln>
                    <a:noFill/>
                  </a:ln>
                  <a:solidFill>
                    <a:schemeClr val="tx1"/>
                  </a:solidFill>
                  <a:effectLst/>
                  <a:uLnTx/>
                  <a:uFillTx/>
                  <a:latin typeface="+mj-lt"/>
                </a:endParaRPr>
              </a:p>
            </p:txBody>
          </p:sp>
          <p:grpSp>
            <p:nvGrpSpPr>
              <p:cNvPr id="38" name="Group 37"/>
              <p:cNvGrpSpPr/>
              <p:nvPr/>
            </p:nvGrpSpPr>
            <p:grpSpPr>
              <a:xfrm>
                <a:off x="4669057" y="2436517"/>
                <a:ext cx="2473032" cy="1381988"/>
                <a:chOff x="3703637" y="1744662"/>
                <a:chExt cx="5181600" cy="2895600"/>
              </a:xfrm>
            </p:grpSpPr>
            <p:sp>
              <p:nvSpPr>
                <p:cNvPr id="64" name="Rectangle 63"/>
                <p:cNvSpPr/>
                <p:nvPr/>
              </p:nvSpPr>
              <p:spPr bwMode="auto">
                <a:xfrm>
                  <a:off x="3961794" y="1985962"/>
                  <a:ext cx="4665286" cy="2413000"/>
                </a:xfrm>
                <a:prstGeom prst="rect">
                  <a:avLst/>
                </a:prstGeom>
                <a:solidFill>
                  <a:schemeClr val="tx1"/>
                </a:solidFill>
                <a:ln w="76200">
                  <a:solidFill>
                    <a:schemeClr val="tx2"/>
                  </a:solidFill>
                  <a:prstDash val="solid"/>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marL="0" marR="0" lvl="0" indent="0" algn="ctr" defTabSz="914102" eaLnBrk="1" fontAlgn="base" latinLnBrk="0" hangingPunct="1">
                    <a:lnSpc>
                      <a:spcPct val="90000"/>
                    </a:lnSpc>
                    <a:spcBef>
                      <a:spcPct val="0"/>
                    </a:spcBef>
                    <a:spcAft>
                      <a:spcPct val="0"/>
                    </a:spcAft>
                    <a:buClrTx/>
                    <a:buSzTx/>
                    <a:buFontTx/>
                    <a:buNone/>
                    <a:tabLst/>
                    <a:defRPr/>
                  </a:pPr>
                  <a:endParaRPr kumimoji="0" lang="en-US" sz="2000" b="0" i="0" u="none" strike="noStrike" kern="0" cap="none" spc="0" normalizeH="0" baseline="0" noProof="0" dirty="0" err="1">
                    <a:ln>
                      <a:noFill/>
                    </a:ln>
                    <a:gradFill>
                      <a:gsLst>
                        <a:gs pos="0">
                          <a:srgbClr val="FFFFFF"/>
                        </a:gs>
                        <a:gs pos="100000">
                          <a:srgbClr val="FFFFFF"/>
                        </a:gs>
                      </a:gsLst>
                      <a:lin ang="5400000" scaled="0"/>
                    </a:gradFill>
                    <a:effectLst/>
                    <a:uLnTx/>
                    <a:uFillTx/>
                    <a:ea typeface="Segoe UI" pitchFamily="34" charset="0"/>
                    <a:cs typeface="Segoe UI" pitchFamily="34" charset="0"/>
                  </a:endParaRPr>
                </a:p>
              </p:txBody>
            </p:sp>
            <p:sp>
              <p:nvSpPr>
                <p:cNvPr id="65" name="Right Bracket 64"/>
                <p:cNvSpPr/>
                <p:nvPr/>
              </p:nvSpPr>
              <p:spPr>
                <a:xfrm>
                  <a:off x="8512014" y="1744662"/>
                  <a:ext cx="373223" cy="2895600"/>
                </a:xfrm>
                <a:prstGeom prst="rightBracket">
                  <a:avLst/>
                </a:prstGeom>
                <a:ln w="76200">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dirty="0">
                    <a:ln>
                      <a:noFill/>
                    </a:ln>
                    <a:solidFill>
                      <a:sysClr val="windowText" lastClr="000000"/>
                    </a:solidFill>
                    <a:effectLst/>
                    <a:uLnTx/>
                    <a:uFillTx/>
                  </a:endParaRPr>
                </a:p>
              </p:txBody>
            </p:sp>
            <p:sp>
              <p:nvSpPr>
                <p:cNvPr id="66" name="Left Bracket 65"/>
                <p:cNvSpPr/>
                <p:nvPr/>
              </p:nvSpPr>
              <p:spPr>
                <a:xfrm>
                  <a:off x="3703637" y="1744662"/>
                  <a:ext cx="373223" cy="2895600"/>
                </a:xfrm>
                <a:prstGeom prst="leftBracket">
                  <a:avLst/>
                </a:prstGeom>
                <a:ln w="76200">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sysClr val="windowText" lastClr="000000"/>
                    </a:solidFill>
                    <a:effectLst/>
                    <a:uLnTx/>
                    <a:uFillTx/>
                  </a:endParaRPr>
                </a:p>
              </p:txBody>
            </p:sp>
          </p:grpSp>
          <p:grpSp>
            <p:nvGrpSpPr>
              <p:cNvPr id="39" name="Group 38"/>
              <p:cNvGrpSpPr/>
              <p:nvPr/>
            </p:nvGrpSpPr>
            <p:grpSpPr>
              <a:xfrm>
                <a:off x="6591653" y="2679299"/>
                <a:ext cx="357523" cy="896425"/>
                <a:chOff x="6591653" y="2679299"/>
                <a:chExt cx="357523" cy="896425"/>
              </a:xfrm>
            </p:grpSpPr>
            <p:cxnSp>
              <p:nvCxnSpPr>
                <p:cNvPr id="60" name="Straight Connector 59"/>
                <p:cNvCxnSpPr/>
                <p:nvPr/>
              </p:nvCxnSpPr>
              <p:spPr>
                <a:xfrm>
                  <a:off x="6949176" y="2679299"/>
                  <a:ext cx="0" cy="896425"/>
                </a:xfrm>
                <a:prstGeom prst="line">
                  <a:avLst/>
                </a:prstGeom>
                <a:ln w="76200">
                  <a:solidFill>
                    <a:srgbClr val="8D6EFF"/>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61" name="Straight Connector 60"/>
                <p:cNvCxnSpPr/>
                <p:nvPr/>
              </p:nvCxnSpPr>
              <p:spPr>
                <a:xfrm>
                  <a:off x="6830001" y="2679299"/>
                  <a:ext cx="0" cy="896425"/>
                </a:xfrm>
                <a:prstGeom prst="line">
                  <a:avLst/>
                </a:prstGeom>
                <a:ln w="76200">
                  <a:solidFill>
                    <a:srgbClr val="8D6EFF"/>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62" name="Straight Connector 61"/>
                <p:cNvCxnSpPr/>
                <p:nvPr/>
              </p:nvCxnSpPr>
              <p:spPr>
                <a:xfrm>
                  <a:off x="6710827" y="2679299"/>
                  <a:ext cx="0" cy="896425"/>
                </a:xfrm>
                <a:prstGeom prst="line">
                  <a:avLst/>
                </a:prstGeom>
                <a:ln w="76200">
                  <a:solidFill>
                    <a:srgbClr val="8D6EFF"/>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63" name="Straight Connector 62"/>
                <p:cNvCxnSpPr/>
                <p:nvPr/>
              </p:nvCxnSpPr>
              <p:spPr>
                <a:xfrm>
                  <a:off x="6591653" y="2679299"/>
                  <a:ext cx="0" cy="896425"/>
                </a:xfrm>
                <a:prstGeom prst="line">
                  <a:avLst/>
                </a:prstGeom>
                <a:ln w="76200">
                  <a:solidFill>
                    <a:srgbClr val="8D6EFF"/>
                  </a:solidFill>
                  <a:headEnd type="none"/>
                  <a:tailEnd type="none"/>
                </a:ln>
              </p:spPr>
              <p:style>
                <a:lnRef idx="1">
                  <a:schemeClr val="accent1"/>
                </a:lnRef>
                <a:fillRef idx="0">
                  <a:schemeClr val="accent1"/>
                </a:fillRef>
                <a:effectRef idx="0">
                  <a:schemeClr val="accent1"/>
                </a:effectRef>
                <a:fontRef idx="minor">
                  <a:schemeClr val="tx1"/>
                </a:fontRef>
              </p:style>
            </p:cxnSp>
          </p:grpSp>
          <p:grpSp>
            <p:nvGrpSpPr>
              <p:cNvPr id="40" name="Group 39"/>
              <p:cNvGrpSpPr/>
              <p:nvPr/>
            </p:nvGrpSpPr>
            <p:grpSpPr>
              <a:xfrm>
                <a:off x="4854106" y="2679299"/>
                <a:ext cx="357524" cy="896425"/>
                <a:chOff x="5528956" y="2849562"/>
                <a:chExt cx="729385" cy="1828800"/>
              </a:xfrm>
            </p:grpSpPr>
            <p:cxnSp>
              <p:nvCxnSpPr>
                <p:cNvPr id="56" name="Straight Connector 55"/>
                <p:cNvCxnSpPr/>
                <p:nvPr/>
              </p:nvCxnSpPr>
              <p:spPr>
                <a:xfrm>
                  <a:off x="6258341" y="2849562"/>
                  <a:ext cx="0" cy="1828800"/>
                </a:xfrm>
                <a:prstGeom prst="line">
                  <a:avLst/>
                </a:prstGeom>
                <a:ln w="76200">
                  <a:solidFill>
                    <a:srgbClr val="8D6EFF"/>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57" name="Straight Connector 56"/>
                <p:cNvCxnSpPr/>
                <p:nvPr/>
              </p:nvCxnSpPr>
              <p:spPr>
                <a:xfrm>
                  <a:off x="6015212" y="2849562"/>
                  <a:ext cx="0" cy="1828800"/>
                </a:xfrm>
                <a:prstGeom prst="line">
                  <a:avLst/>
                </a:prstGeom>
                <a:ln w="76200">
                  <a:solidFill>
                    <a:srgbClr val="8D6EFF"/>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58" name="Straight Connector 57"/>
                <p:cNvCxnSpPr/>
                <p:nvPr/>
              </p:nvCxnSpPr>
              <p:spPr>
                <a:xfrm>
                  <a:off x="5772084" y="2849562"/>
                  <a:ext cx="0" cy="1828800"/>
                </a:xfrm>
                <a:prstGeom prst="line">
                  <a:avLst/>
                </a:prstGeom>
                <a:ln w="76200">
                  <a:solidFill>
                    <a:srgbClr val="8D6EFF"/>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59" name="Straight Connector 58"/>
                <p:cNvCxnSpPr/>
                <p:nvPr/>
              </p:nvCxnSpPr>
              <p:spPr>
                <a:xfrm>
                  <a:off x="5528956" y="2849562"/>
                  <a:ext cx="0" cy="1828800"/>
                </a:xfrm>
                <a:prstGeom prst="line">
                  <a:avLst/>
                </a:prstGeom>
                <a:ln w="76200">
                  <a:solidFill>
                    <a:srgbClr val="8D6EFF"/>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41" name="Rounded Rectangle 40"/>
              <p:cNvSpPr/>
              <p:nvPr/>
            </p:nvSpPr>
            <p:spPr bwMode="auto">
              <a:xfrm>
                <a:off x="5985838" y="3307407"/>
                <a:ext cx="1537104" cy="2586761"/>
              </a:xfrm>
              <a:prstGeom prst="roundRect">
                <a:avLst/>
              </a:prstGeom>
              <a:solidFill>
                <a:srgbClr val="8D6EFF"/>
              </a:solidFill>
              <a:ln w="38100">
                <a:solidFill>
                  <a:schemeClr val="tx1"/>
                </a:solidFill>
                <a:headEnd type="none" w="med" len="med"/>
                <a:tailEnd type="none" w="med" len="med"/>
              </a:ln>
            </p:spPr>
            <p:style>
              <a:lnRef idx="2">
                <a:schemeClr val="accent3">
                  <a:shade val="50000"/>
                </a:schemeClr>
              </a:lnRef>
              <a:fillRef idx="1">
                <a:schemeClr val="accent3"/>
              </a:fillRef>
              <a:effectRef idx="0">
                <a:schemeClr val="accent3"/>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marL="0" marR="0" lvl="0" indent="0" algn="ctr" defTabSz="914102" eaLnBrk="1" fontAlgn="base" latinLnBrk="0" hangingPunct="1">
                  <a:lnSpc>
                    <a:spcPct val="90000"/>
                  </a:lnSpc>
                  <a:spcBef>
                    <a:spcPct val="0"/>
                  </a:spcBef>
                  <a:spcAft>
                    <a:spcPct val="0"/>
                  </a:spcAft>
                  <a:buClrTx/>
                  <a:buSzTx/>
                  <a:buFontTx/>
                  <a:buNone/>
                  <a:tabLst/>
                  <a:defRPr/>
                </a:pPr>
                <a:endParaRPr kumimoji="0" lang="en-US" sz="2000" b="0" i="0" u="none" strike="noStrike" kern="0" cap="none" spc="0" normalizeH="0" baseline="0" noProof="0" dirty="0" err="1">
                  <a:ln>
                    <a:noFill/>
                  </a:ln>
                  <a:gradFill>
                    <a:gsLst>
                      <a:gs pos="0">
                        <a:srgbClr val="FFFFFF"/>
                      </a:gs>
                      <a:gs pos="100000">
                        <a:srgbClr val="FFFFFF"/>
                      </a:gs>
                    </a:gsLst>
                    <a:lin ang="5400000" scaled="0"/>
                  </a:gradFill>
                  <a:effectLst/>
                  <a:uLnTx/>
                  <a:uFillTx/>
                  <a:ea typeface="Segoe UI" pitchFamily="34" charset="0"/>
                  <a:cs typeface="Segoe UI" pitchFamily="34" charset="0"/>
                </a:endParaRPr>
              </a:p>
            </p:txBody>
          </p:sp>
          <p:grpSp>
            <p:nvGrpSpPr>
              <p:cNvPr id="42" name="Group 41"/>
              <p:cNvGrpSpPr/>
              <p:nvPr/>
            </p:nvGrpSpPr>
            <p:grpSpPr>
              <a:xfrm>
                <a:off x="6097426" y="4999853"/>
                <a:ext cx="1313928" cy="670209"/>
                <a:chOff x="6413313" y="5079710"/>
                <a:chExt cx="1340275" cy="683648"/>
              </a:xfrm>
            </p:grpSpPr>
            <p:grpSp>
              <p:nvGrpSpPr>
                <p:cNvPr id="51" name="Group 50"/>
                <p:cNvGrpSpPr/>
                <p:nvPr/>
              </p:nvGrpSpPr>
              <p:grpSpPr>
                <a:xfrm>
                  <a:off x="6413313" y="5079710"/>
                  <a:ext cx="1340275" cy="683648"/>
                  <a:chOff x="8290275" y="-860394"/>
                  <a:chExt cx="1340275" cy="683648"/>
                </a:xfrm>
              </p:grpSpPr>
              <p:sp>
                <p:nvSpPr>
                  <p:cNvPr id="53" name="Left Bracket 52"/>
                  <p:cNvSpPr/>
                  <p:nvPr/>
                </p:nvSpPr>
                <p:spPr>
                  <a:xfrm>
                    <a:off x="8290275" y="-860394"/>
                    <a:ext cx="100285" cy="683648"/>
                  </a:xfrm>
                  <a:prstGeom prst="leftBracket">
                    <a:avLst>
                      <a:gd name="adj" fmla="val 0"/>
                    </a:avLst>
                  </a:prstGeom>
                  <a:ln w="38100">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sysClr val="windowText" lastClr="000000"/>
                      </a:solidFill>
                      <a:effectLst/>
                      <a:uLnTx/>
                      <a:uFillTx/>
                    </a:endParaRPr>
                  </a:p>
                </p:txBody>
              </p:sp>
              <p:sp>
                <p:nvSpPr>
                  <p:cNvPr id="54" name="Rectangle 53"/>
                  <p:cNvSpPr/>
                  <p:nvPr/>
                </p:nvSpPr>
                <p:spPr bwMode="auto">
                  <a:xfrm>
                    <a:off x="8334938" y="-820179"/>
                    <a:ext cx="1253567" cy="603219"/>
                  </a:xfrm>
                  <a:prstGeom prst="rect">
                    <a:avLst/>
                  </a:prstGeom>
                  <a:solidFill>
                    <a:schemeClr val="tx1"/>
                  </a:solidFill>
                  <a:ln>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ctr" anchorCtr="0" forceAA="0" compatLnSpc="1">
                    <a:prstTxWarp prst="textNoShape">
                      <a:avLst/>
                    </a:prstTxWarp>
                    <a:noAutofit/>
                  </a:bodyPr>
                  <a:lstStyle/>
                  <a:p>
                    <a:pPr marL="0" marR="0" lvl="0" indent="0" algn="ctr" defTabSz="914400" eaLnBrk="1" fontAlgn="auto" latinLnBrk="0" hangingPunct="1">
                      <a:lnSpc>
                        <a:spcPct val="90000"/>
                      </a:lnSpc>
                      <a:spcBef>
                        <a:spcPts val="0"/>
                      </a:spcBef>
                      <a:spcAft>
                        <a:spcPts val="0"/>
                      </a:spcAft>
                      <a:buClrTx/>
                      <a:buSzTx/>
                      <a:buFontTx/>
                      <a:buNone/>
                      <a:tabLst/>
                      <a:defRPr/>
                    </a:pPr>
                    <a:endParaRPr kumimoji="0" lang="en-US" sz="1800" b="1" i="0" u="none" strike="noStrike" kern="0" cap="none" spc="0" normalizeH="0" baseline="0" noProof="0" dirty="0">
                      <a:ln>
                        <a:noFill/>
                      </a:ln>
                      <a:gradFill>
                        <a:gsLst>
                          <a:gs pos="2917">
                            <a:schemeClr val="tx1"/>
                          </a:gs>
                          <a:gs pos="30000">
                            <a:schemeClr val="tx1"/>
                          </a:gs>
                        </a:gsLst>
                        <a:lin ang="5400000" scaled="0"/>
                      </a:gradFill>
                      <a:effectLst/>
                      <a:uLnTx/>
                      <a:uFillTx/>
                      <a:latin typeface="+mj-lt"/>
                    </a:endParaRPr>
                  </a:p>
                </p:txBody>
              </p:sp>
              <p:sp>
                <p:nvSpPr>
                  <p:cNvPr id="55" name="Left Bracket 54"/>
                  <p:cNvSpPr/>
                  <p:nvPr/>
                </p:nvSpPr>
                <p:spPr>
                  <a:xfrm rot="10800000">
                    <a:off x="9530265" y="-860394"/>
                    <a:ext cx="100285" cy="683648"/>
                  </a:xfrm>
                  <a:prstGeom prst="leftBracket">
                    <a:avLst>
                      <a:gd name="adj" fmla="val 0"/>
                    </a:avLst>
                  </a:prstGeom>
                  <a:ln w="38100">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sysClr val="windowText" lastClr="000000"/>
                      </a:solidFill>
                      <a:effectLst/>
                      <a:uLnTx/>
                      <a:uFillTx/>
                    </a:endParaRPr>
                  </a:p>
                </p:txBody>
              </p:sp>
            </p:grpSp>
            <p:pic>
              <p:nvPicPr>
                <p:cNvPr id="52" name="Picture 5"/>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469723" y="5220795"/>
                  <a:ext cx="1283865" cy="434607"/>
                </a:xfrm>
                <a:prstGeom prst="rect">
                  <a:avLst/>
                </a:prstGeom>
              </p:spPr>
            </p:pic>
          </p:grpSp>
          <p:grpSp>
            <p:nvGrpSpPr>
              <p:cNvPr id="43" name="Group 42"/>
              <p:cNvGrpSpPr/>
              <p:nvPr/>
            </p:nvGrpSpPr>
            <p:grpSpPr>
              <a:xfrm>
                <a:off x="6097426" y="4232528"/>
                <a:ext cx="1313928" cy="670209"/>
                <a:chOff x="8290275" y="-860394"/>
                <a:chExt cx="1340275" cy="683648"/>
              </a:xfrm>
            </p:grpSpPr>
            <p:sp>
              <p:nvSpPr>
                <p:cNvPr id="48" name="Left Bracket 47"/>
                <p:cNvSpPr/>
                <p:nvPr/>
              </p:nvSpPr>
              <p:spPr>
                <a:xfrm>
                  <a:off x="8290275" y="-860394"/>
                  <a:ext cx="100285" cy="683648"/>
                </a:xfrm>
                <a:prstGeom prst="leftBracket">
                  <a:avLst>
                    <a:gd name="adj" fmla="val 0"/>
                  </a:avLst>
                </a:prstGeom>
                <a:ln w="38100">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sysClr val="windowText" lastClr="000000"/>
                    </a:solidFill>
                    <a:effectLst/>
                    <a:uLnTx/>
                    <a:uFillTx/>
                  </a:endParaRPr>
                </a:p>
              </p:txBody>
            </p:sp>
            <p:sp>
              <p:nvSpPr>
                <p:cNvPr id="49" name="Rectangle 48"/>
                <p:cNvSpPr/>
                <p:nvPr/>
              </p:nvSpPr>
              <p:spPr bwMode="auto">
                <a:xfrm>
                  <a:off x="8334938" y="-820179"/>
                  <a:ext cx="1253567" cy="603219"/>
                </a:xfrm>
                <a:prstGeom prst="rect">
                  <a:avLst/>
                </a:prstGeom>
                <a:solidFill>
                  <a:schemeClr val="tx1"/>
                </a:solidFill>
                <a:ln>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ctr" anchorCtr="0" forceAA="0" compatLnSpc="1">
                  <a:prstTxWarp prst="textNoShape">
                    <a:avLst/>
                  </a:prstTxWarp>
                  <a:noAutofit/>
                </a:bodyPr>
                <a:lstStyle/>
                <a:p>
                  <a:pPr marL="0" marR="0" lvl="0" indent="0" algn="ctr" defTabSz="914400" eaLnBrk="1" fontAlgn="auto" latinLnBrk="0" hangingPunct="1">
                    <a:lnSpc>
                      <a:spcPct val="90000"/>
                    </a:lnSpc>
                    <a:spcBef>
                      <a:spcPts val="0"/>
                    </a:spcBef>
                    <a:spcAft>
                      <a:spcPts val="0"/>
                    </a:spcAft>
                    <a:buClrTx/>
                    <a:buSzTx/>
                    <a:buFontTx/>
                    <a:buNone/>
                    <a:tabLst/>
                    <a:defRPr/>
                  </a:pPr>
                  <a:endParaRPr kumimoji="0" lang="en-US" sz="1800" b="1" i="0" u="none" strike="noStrike" kern="0" cap="none" spc="0" normalizeH="0" baseline="0" noProof="0" dirty="0">
                    <a:ln>
                      <a:noFill/>
                    </a:ln>
                    <a:gradFill>
                      <a:gsLst>
                        <a:gs pos="2917">
                          <a:schemeClr val="tx1"/>
                        </a:gs>
                        <a:gs pos="30000">
                          <a:schemeClr val="tx1"/>
                        </a:gs>
                      </a:gsLst>
                      <a:lin ang="5400000" scaled="0"/>
                    </a:gradFill>
                    <a:effectLst/>
                    <a:uLnTx/>
                    <a:uFillTx/>
                    <a:latin typeface="+mj-lt"/>
                  </a:endParaRPr>
                </a:p>
              </p:txBody>
            </p:sp>
            <p:sp>
              <p:nvSpPr>
                <p:cNvPr id="50" name="Left Bracket 49"/>
                <p:cNvSpPr/>
                <p:nvPr/>
              </p:nvSpPr>
              <p:spPr>
                <a:xfrm rot="10800000">
                  <a:off x="9530265" y="-860394"/>
                  <a:ext cx="100285" cy="683648"/>
                </a:xfrm>
                <a:prstGeom prst="leftBracket">
                  <a:avLst>
                    <a:gd name="adj" fmla="val 0"/>
                  </a:avLst>
                </a:prstGeom>
                <a:ln w="38100">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sysClr val="windowText" lastClr="000000"/>
                    </a:solidFill>
                    <a:effectLst/>
                    <a:uLnTx/>
                    <a:uFillTx/>
                  </a:endParaRPr>
                </a:p>
              </p:txBody>
            </p:sp>
          </p:grpSp>
          <p:grpSp>
            <p:nvGrpSpPr>
              <p:cNvPr id="44" name="Group 43"/>
              <p:cNvGrpSpPr/>
              <p:nvPr/>
            </p:nvGrpSpPr>
            <p:grpSpPr>
              <a:xfrm>
                <a:off x="6097426" y="3510390"/>
                <a:ext cx="1313928" cy="670209"/>
                <a:chOff x="6953187" y="-841261"/>
                <a:chExt cx="1340275" cy="683648"/>
              </a:xfrm>
            </p:grpSpPr>
            <p:sp>
              <p:nvSpPr>
                <p:cNvPr id="45" name="Left Bracket 44"/>
                <p:cNvSpPr/>
                <p:nvPr/>
              </p:nvSpPr>
              <p:spPr>
                <a:xfrm>
                  <a:off x="6953187" y="-841261"/>
                  <a:ext cx="100285" cy="683648"/>
                </a:xfrm>
                <a:prstGeom prst="leftBracket">
                  <a:avLst>
                    <a:gd name="adj" fmla="val 0"/>
                  </a:avLst>
                </a:prstGeom>
                <a:ln w="38100">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sysClr val="windowText" lastClr="000000"/>
                    </a:solidFill>
                    <a:effectLst/>
                    <a:uLnTx/>
                    <a:uFillTx/>
                  </a:endParaRPr>
                </a:p>
              </p:txBody>
            </p:sp>
            <p:sp>
              <p:nvSpPr>
                <p:cNvPr id="46" name="Rectangle 45"/>
                <p:cNvSpPr/>
                <p:nvPr/>
              </p:nvSpPr>
              <p:spPr bwMode="auto">
                <a:xfrm>
                  <a:off x="6997850" y="-801046"/>
                  <a:ext cx="1253567" cy="603219"/>
                </a:xfrm>
                <a:prstGeom prst="rect">
                  <a:avLst/>
                </a:prstGeom>
                <a:noFill/>
                <a:ln w="19050">
                  <a:solidFill>
                    <a:schemeClr val="tx1"/>
                  </a:solidFill>
                  <a:prstDash val="sysDot"/>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ctr" anchorCtr="0" forceAA="0" compatLnSpc="1">
                  <a:prstTxWarp prst="textNoShape">
                    <a:avLst/>
                  </a:prstTxWarp>
                  <a:noAutofit/>
                </a:bodyPr>
                <a:lstStyle/>
                <a:p>
                  <a:pPr marL="0" marR="0" lvl="0" indent="0" algn="ctr" defTabSz="914400" eaLnBrk="1" fontAlgn="auto" latinLnBrk="0" hangingPunct="1">
                    <a:lnSpc>
                      <a:spcPct val="90000"/>
                    </a:lnSpc>
                    <a:spcBef>
                      <a:spcPts val="0"/>
                    </a:spcBef>
                    <a:spcAft>
                      <a:spcPts val="0"/>
                    </a:spcAft>
                    <a:buClrTx/>
                    <a:buSzTx/>
                    <a:buFontTx/>
                    <a:buNone/>
                    <a:tabLst/>
                    <a:defRPr/>
                  </a:pPr>
                  <a:endParaRPr kumimoji="0" lang="en-US" sz="1800" b="1" i="0" u="none" strike="noStrike" kern="0" cap="none" spc="0" normalizeH="0" baseline="0" noProof="0" dirty="0">
                    <a:ln>
                      <a:noFill/>
                    </a:ln>
                    <a:gradFill>
                      <a:gsLst>
                        <a:gs pos="2917">
                          <a:schemeClr val="tx1"/>
                        </a:gs>
                        <a:gs pos="30000">
                          <a:schemeClr val="tx1"/>
                        </a:gs>
                      </a:gsLst>
                      <a:lin ang="5400000" scaled="0"/>
                    </a:gradFill>
                    <a:effectLst/>
                    <a:uLnTx/>
                    <a:uFillTx/>
                    <a:latin typeface="+mj-lt"/>
                  </a:endParaRPr>
                </a:p>
              </p:txBody>
            </p:sp>
            <p:sp>
              <p:nvSpPr>
                <p:cNvPr id="47" name="Left Bracket 46"/>
                <p:cNvSpPr/>
                <p:nvPr/>
              </p:nvSpPr>
              <p:spPr>
                <a:xfrm rot="10800000">
                  <a:off x="8193177" y="-841261"/>
                  <a:ext cx="100285" cy="683648"/>
                </a:xfrm>
                <a:prstGeom prst="leftBracket">
                  <a:avLst>
                    <a:gd name="adj" fmla="val 0"/>
                  </a:avLst>
                </a:prstGeom>
                <a:ln w="38100">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sysClr val="windowText" lastClr="000000"/>
                    </a:solidFill>
                    <a:effectLst/>
                    <a:uLnTx/>
                    <a:uFillTx/>
                  </a:endParaRPr>
                </a:p>
              </p:txBody>
            </p:sp>
          </p:grpSp>
        </p:grpSp>
        <p:sp>
          <p:nvSpPr>
            <p:cNvPr id="86" name="TextBox 85"/>
            <p:cNvSpPr txBox="1"/>
            <p:nvPr/>
          </p:nvSpPr>
          <p:spPr>
            <a:xfrm>
              <a:off x="4211402" y="5593392"/>
              <a:ext cx="3333750" cy="627864"/>
            </a:xfrm>
            <a:prstGeom prst="rect">
              <a:avLst/>
            </a:prstGeom>
            <a:noFill/>
          </p:spPr>
          <p:txBody>
            <a:bodyPr wrap="square" lIns="182880" tIns="146304" rIns="182880" bIns="146304" rtlCol="0">
              <a:spAutoFit/>
            </a:bodyPr>
            <a:lstStyle/>
            <a:p>
              <a:pPr marL="0" marR="0" lvl="0" indent="0" algn="ctr" defTabSz="914400" eaLnBrk="1" fontAlgn="auto" latinLnBrk="0" hangingPunct="1">
                <a:lnSpc>
                  <a:spcPct val="90000"/>
                </a:lnSpc>
                <a:spcBef>
                  <a:spcPts val="0"/>
                </a:spcBef>
                <a:spcAft>
                  <a:spcPts val="600"/>
                </a:spcAft>
                <a:buClrTx/>
                <a:buSzTx/>
                <a:buFontTx/>
                <a:buNone/>
                <a:tabLst/>
                <a:defRPr/>
              </a:pPr>
              <a:r>
                <a:rPr kumimoji="0" lang="en-US" sz="2400" b="0" i="0" u="none" strike="noStrike" kern="0" cap="none" spc="0" normalizeH="0" baseline="0" noProof="0" dirty="0">
                  <a:ln>
                    <a:noFill/>
                  </a:ln>
                  <a:gradFill>
                    <a:gsLst>
                      <a:gs pos="2917">
                        <a:schemeClr val="tx1"/>
                      </a:gs>
                      <a:gs pos="30000">
                        <a:schemeClr val="tx1"/>
                      </a:gs>
                    </a:gsLst>
                    <a:lin ang="5400000" scaled="0"/>
                  </a:gradFill>
                  <a:effectLst/>
                  <a:uLnTx/>
                  <a:uFillTx/>
                </a:rPr>
                <a:t>Docker images</a:t>
              </a:r>
            </a:p>
          </p:txBody>
        </p:sp>
      </p:grpSp>
      <p:grpSp>
        <p:nvGrpSpPr>
          <p:cNvPr id="90" name="Group 89"/>
          <p:cNvGrpSpPr/>
          <p:nvPr/>
        </p:nvGrpSpPr>
        <p:grpSpPr>
          <a:xfrm>
            <a:off x="8160362" y="1157361"/>
            <a:ext cx="3764984" cy="5473238"/>
            <a:chOff x="8160362" y="1157361"/>
            <a:chExt cx="3764984" cy="5473238"/>
          </a:xfrm>
        </p:grpSpPr>
        <p:grpSp>
          <p:nvGrpSpPr>
            <p:cNvPr id="67" name="Group 66"/>
            <p:cNvGrpSpPr/>
            <p:nvPr/>
          </p:nvGrpSpPr>
          <p:grpSpPr>
            <a:xfrm>
              <a:off x="8160362" y="1157361"/>
              <a:ext cx="3764984" cy="4556826"/>
              <a:chOff x="8187658" y="1636150"/>
              <a:chExt cx="3764984" cy="4556826"/>
            </a:xfrm>
          </p:grpSpPr>
          <p:sp>
            <p:nvSpPr>
              <p:cNvPr id="68" name="Rectangle 67"/>
              <p:cNvSpPr/>
              <p:nvPr/>
            </p:nvSpPr>
            <p:spPr bwMode="auto">
              <a:xfrm>
                <a:off x="8187658" y="1636150"/>
                <a:ext cx="3764984" cy="4556826"/>
              </a:xfrm>
              <a:prstGeom prst="rect">
                <a:avLst/>
              </a:prstGeom>
              <a:solidFill>
                <a:schemeClr val="accent5">
                  <a:lumMod val="75000"/>
                </a:schemeClr>
              </a:solidFill>
              <a:ln>
                <a:noFill/>
                <a:headEnd type="none" w="med" len="med"/>
                <a:tailEnd type="none" w="med" len="med"/>
              </a:ln>
            </p:spPr>
            <p:style>
              <a:lnRef idx="2">
                <a:schemeClr val="accent4">
                  <a:shade val="50000"/>
                </a:schemeClr>
              </a:lnRef>
              <a:fillRef idx="1">
                <a:schemeClr val="accent4"/>
              </a:fillRef>
              <a:effectRef idx="0">
                <a:schemeClr val="accent4"/>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marL="0" marR="0" lvl="0" indent="0" algn="ctr" defTabSz="914102" eaLnBrk="1" fontAlgn="base" latinLnBrk="0" hangingPunct="1">
                  <a:lnSpc>
                    <a:spcPct val="90000"/>
                  </a:lnSpc>
                  <a:spcBef>
                    <a:spcPct val="0"/>
                  </a:spcBef>
                  <a:spcAft>
                    <a:spcPct val="0"/>
                  </a:spcAft>
                  <a:buClrTx/>
                  <a:buSzTx/>
                  <a:buFontTx/>
                  <a:buNone/>
                  <a:tabLst/>
                  <a:defRPr/>
                </a:pPr>
                <a:r>
                  <a:rPr kumimoji="0" lang="en-US" sz="2800" b="0" i="0" u="none" strike="noStrike" kern="0" cap="none" spc="0" normalizeH="0" baseline="0" noProof="0" dirty="0">
                    <a:ln>
                      <a:noFill/>
                    </a:ln>
                    <a:solidFill>
                      <a:schemeClr val="tx1"/>
                    </a:solidFill>
                    <a:effectLst/>
                    <a:uLnTx/>
                    <a:uFillTx/>
                    <a:latin typeface="+mj-lt"/>
                  </a:rPr>
                  <a:t>Image Repository</a:t>
                </a:r>
                <a:endParaRPr kumimoji="0" lang="en-US" sz="2000" b="0" i="0" u="none" strike="noStrike" kern="0" cap="none" spc="0" normalizeH="0" baseline="0" noProof="0" dirty="0">
                  <a:ln>
                    <a:noFill/>
                  </a:ln>
                  <a:solidFill>
                    <a:schemeClr val="tx1"/>
                  </a:solidFill>
                  <a:effectLst/>
                  <a:uLnTx/>
                  <a:uFillTx/>
                  <a:latin typeface="+mj-lt"/>
                </a:endParaRPr>
              </a:p>
            </p:txBody>
          </p:sp>
          <p:sp>
            <p:nvSpPr>
              <p:cNvPr id="69" name="Rectangle 68"/>
              <p:cNvSpPr/>
              <p:nvPr/>
            </p:nvSpPr>
            <p:spPr bwMode="auto">
              <a:xfrm>
                <a:off x="9104497" y="2338071"/>
                <a:ext cx="2798064" cy="3685032"/>
              </a:xfrm>
              <a:prstGeom prst="rect">
                <a:avLst/>
              </a:prstGeom>
              <a:gradFill flip="none" rotWithShape="1">
                <a:gsLst>
                  <a:gs pos="11000">
                    <a:srgbClr val="FFFFFF">
                      <a:alpha val="33000"/>
                    </a:srgbClr>
                  </a:gs>
                  <a:gs pos="100000">
                    <a:srgbClr val="FFFFFF">
                      <a:alpha val="0"/>
                    </a:srgbClr>
                  </a:gs>
                </a:gsLst>
                <a:path path="shape">
                  <a:fillToRect l="50000" t="50000" r="50000" b="50000"/>
                </a:path>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eaLnBrk="1" fontAlgn="base" latinLnBrk="0" hangingPunct="1">
                  <a:lnSpc>
                    <a:spcPct val="90000"/>
                  </a:lnSpc>
                  <a:spcBef>
                    <a:spcPct val="0"/>
                  </a:spcBef>
                  <a:spcAft>
                    <a:spcPct val="0"/>
                  </a:spcAft>
                  <a:buClrTx/>
                  <a:buSzTx/>
                  <a:buFontTx/>
                  <a:buNone/>
                  <a:tabLst/>
                  <a:defRPr/>
                </a:pPr>
                <a:endParaRPr kumimoji="0" lang="en-US" sz="2000" b="0" i="0" u="none" strike="noStrike" kern="0" cap="none" spc="0" normalizeH="0" baseline="0" noProof="0" dirty="0" err="1">
                  <a:ln>
                    <a:noFill/>
                  </a:ln>
                  <a:solidFill>
                    <a:schemeClr val="bg1"/>
                  </a:solidFill>
                  <a:effectLst/>
                  <a:uLnTx/>
                  <a:uFillTx/>
                  <a:ea typeface="Segoe UI" pitchFamily="34" charset="0"/>
                  <a:cs typeface="Segoe UI" pitchFamily="34" charset="0"/>
                </a:endParaRPr>
              </a:p>
            </p:txBody>
          </p:sp>
          <p:pic>
            <p:nvPicPr>
              <p:cNvPr id="70" name="Picture 69"/>
              <p:cNvPicPr>
                <a:picLocks noChangeAspect="1"/>
              </p:cNvPicPr>
              <p:nvPr/>
            </p:nvPicPr>
            <p:blipFill>
              <a:blip r:embed="rId5"/>
              <a:stretch>
                <a:fillRect/>
              </a:stretch>
            </p:blipFill>
            <p:spPr>
              <a:xfrm>
                <a:off x="9103628" y="2337384"/>
                <a:ext cx="2799803" cy="3686407"/>
              </a:xfrm>
              <a:prstGeom prst="rect">
                <a:avLst/>
              </a:prstGeom>
            </p:spPr>
          </p:pic>
          <p:sp>
            <p:nvSpPr>
              <p:cNvPr id="71" name="Rounded Rectangle 70"/>
              <p:cNvSpPr/>
              <p:nvPr/>
            </p:nvSpPr>
            <p:spPr bwMode="auto">
              <a:xfrm>
                <a:off x="8535498" y="3181895"/>
                <a:ext cx="1756818" cy="2840790"/>
              </a:xfrm>
              <a:prstGeom prst="roundRect">
                <a:avLst/>
              </a:prstGeom>
              <a:ln w="38100">
                <a:solidFill>
                  <a:schemeClr val="tx2"/>
                </a:solidFill>
                <a:headEnd type="none" w="med" len="med"/>
                <a:tailEnd type="none" w="med" len="med"/>
              </a:ln>
            </p:spPr>
            <p:style>
              <a:lnRef idx="2">
                <a:schemeClr val="accent4">
                  <a:shade val="50000"/>
                </a:schemeClr>
              </a:lnRef>
              <a:fillRef idx="1">
                <a:schemeClr val="accent4"/>
              </a:fillRef>
              <a:effectRef idx="0">
                <a:schemeClr val="accent4"/>
              </a:effectRef>
              <a:fontRef idx="minor">
                <a:schemeClr val="lt1"/>
              </a:fontRef>
            </p:style>
            <p:txBody>
              <a:bodyPr rot="0" spcFirstLastPara="0" vertOverflow="overflow" horzOverflow="overflow" vert="horz" wrap="square" lIns="179285" tIns="0" rIns="179285" bIns="89642" numCol="1" spcCol="0" rtlCol="0" fromWordArt="0" anchor="t" anchorCtr="0" forceAA="0" compatLnSpc="1">
                <a:prstTxWarp prst="textNoShape">
                  <a:avLst/>
                </a:prstTxWarp>
                <a:noAutofit/>
              </a:bodyPr>
              <a:lstStyle/>
              <a:p>
                <a:pPr marL="0" marR="0" lvl="0" indent="0" algn="ctr" defTabSz="914400" eaLnBrk="1" fontAlgn="auto" latinLnBrk="0" hangingPunct="1">
                  <a:lnSpc>
                    <a:spcPct val="90000"/>
                  </a:lnSpc>
                  <a:spcBef>
                    <a:spcPts val="0"/>
                  </a:spcBef>
                  <a:spcAft>
                    <a:spcPts val="588"/>
                  </a:spcAft>
                  <a:buClrTx/>
                  <a:buSzTx/>
                  <a:buFontTx/>
                  <a:buNone/>
                  <a:tabLst/>
                  <a:defRPr/>
                </a:pPr>
                <a:endParaRPr kumimoji="0" lang="en-US" sz="1800" b="1" i="0" u="none" strike="noStrike" kern="0" cap="none" spc="0" normalizeH="0" baseline="0" noProof="0" dirty="0">
                  <a:ln>
                    <a:noFill/>
                  </a:ln>
                  <a:solidFill>
                    <a:schemeClr val="bg1"/>
                  </a:solidFill>
                  <a:effectLst/>
                  <a:uLnTx/>
                  <a:uFillTx/>
                </a:endParaRPr>
              </a:p>
            </p:txBody>
          </p:sp>
          <p:grpSp>
            <p:nvGrpSpPr>
              <p:cNvPr id="72" name="Group 71"/>
              <p:cNvGrpSpPr/>
              <p:nvPr/>
            </p:nvGrpSpPr>
            <p:grpSpPr>
              <a:xfrm>
                <a:off x="8746712" y="3510379"/>
                <a:ext cx="1313928" cy="670209"/>
                <a:chOff x="8290275" y="-860394"/>
                <a:chExt cx="1340275" cy="683648"/>
              </a:xfrm>
            </p:grpSpPr>
            <p:sp>
              <p:nvSpPr>
                <p:cNvPr id="82" name="Left Bracket 81"/>
                <p:cNvSpPr/>
                <p:nvPr/>
              </p:nvSpPr>
              <p:spPr>
                <a:xfrm>
                  <a:off x="8290275" y="-860394"/>
                  <a:ext cx="100285" cy="683648"/>
                </a:xfrm>
                <a:prstGeom prst="leftBracket">
                  <a:avLst>
                    <a:gd name="adj" fmla="val 0"/>
                  </a:avLst>
                </a:prstGeom>
                <a:ln w="38100">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schemeClr val="bg1"/>
                    </a:solidFill>
                    <a:effectLst/>
                    <a:uLnTx/>
                    <a:uFillTx/>
                  </a:endParaRPr>
                </a:p>
              </p:txBody>
            </p:sp>
            <p:sp>
              <p:nvSpPr>
                <p:cNvPr id="83" name="Rectangle 82"/>
                <p:cNvSpPr/>
                <p:nvPr/>
              </p:nvSpPr>
              <p:spPr bwMode="auto">
                <a:xfrm>
                  <a:off x="8334938" y="-820179"/>
                  <a:ext cx="1253567" cy="603219"/>
                </a:xfrm>
                <a:prstGeom prst="rect">
                  <a:avLst/>
                </a:prstGeom>
                <a:solidFill>
                  <a:schemeClr val="tx1"/>
                </a:solidFill>
                <a:ln>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ctr" anchorCtr="0" forceAA="0" compatLnSpc="1">
                  <a:prstTxWarp prst="textNoShape">
                    <a:avLst/>
                  </a:prstTxWarp>
                  <a:noAutofit/>
                </a:bodyPr>
                <a:lstStyle/>
                <a:p>
                  <a:pPr marL="0" marR="0" lvl="0" indent="0" algn="ctr" defTabSz="914400" eaLnBrk="1" fontAlgn="auto" latinLnBrk="0" hangingPunct="1">
                    <a:lnSpc>
                      <a:spcPct val="90000"/>
                    </a:lnSpc>
                    <a:spcBef>
                      <a:spcPts val="0"/>
                    </a:spcBef>
                    <a:spcAft>
                      <a:spcPts val="0"/>
                    </a:spcAft>
                    <a:buClrTx/>
                    <a:buSzTx/>
                    <a:buFontTx/>
                    <a:buNone/>
                    <a:tabLst/>
                    <a:defRPr/>
                  </a:pPr>
                  <a:endParaRPr kumimoji="0" lang="en-US" sz="1800" b="1" i="0" u="none" strike="noStrike" kern="0" cap="none" spc="0" normalizeH="0" baseline="0" noProof="0" dirty="0">
                    <a:ln>
                      <a:noFill/>
                    </a:ln>
                    <a:solidFill>
                      <a:schemeClr val="bg1"/>
                    </a:solidFill>
                    <a:effectLst/>
                    <a:uLnTx/>
                    <a:uFillTx/>
                    <a:latin typeface="+mj-lt"/>
                  </a:endParaRPr>
                </a:p>
              </p:txBody>
            </p:sp>
            <p:sp>
              <p:nvSpPr>
                <p:cNvPr id="84" name="Left Bracket 83"/>
                <p:cNvSpPr/>
                <p:nvPr/>
              </p:nvSpPr>
              <p:spPr>
                <a:xfrm rot="10800000">
                  <a:off x="9530265" y="-860394"/>
                  <a:ext cx="100285" cy="683648"/>
                </a:xfrm>
                <a:prstGeom prst="leftBracket">
                  <a:avLst>
                    <a:gd name="adj" fmla="val 0"/>
                  </a:avLst>
                </a:prstGeom>
                <a:ln w="38100">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schemeClr val="bg1"/>
                    </a:solidFill>
                    <a:effectLst/>
                    <a:uLnTx/>
                    <a:uFillTx/>
                  </a:endParaRPr>
                </a:p>
              </p:txBody>
            </p:sp>
          </p:grpSp>
          <p:grpSp>
            <p:nvGrpSpPr>
              <p:cNvPr id="73" name="Group 72"/>
              <p:cNvGrpSpPr/>
              <p:nvPr/>
            </p:nvGrpSpPr>
            <p:grpSpPr>
              <a:xfrm>
                <a:off x="8747995" y="4297665"/>
                <a:ext cx="1313928" cy="670209"/>
                <a:chOff x="8290275" y="-860394"/>
                <a:chExt cx="1340275" cy="683648"/>
              </a:xfrm>
            </p:grpSpPr>
            <p:sp>
              <p:nvSpPr>
                <p:cNvPr id="79" name="Left Bracket 78"/>
                <p:cNvSpPr/>
                <p:nvPr/>
              </p:nvSpPr>
              <p:spPr>
                <a:xfrm>
                  <a:off x="8290275" y="-860394"/>
                  <a:ext cx="100285" cy="683648"/>
                </a:xfrm>
                <a:prstGeom prst="leftBracket">
                  <a:avLst>
                    <a:gd name="adj" fmla="val 0"/>
                  </a:avLst>
                </a:prstGeom>
                <a:ln w="38100">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schemeClr val="bg1"/>
                    </a:solidFill>
                    <a:effectLst/>
                    <a:uLnTx/>
                    <a:uFillTx/>
                  </a:endParaRPr>
                </a:p>
              </p:txBody>
            </p:sp>
            <p:sp>
              <p:nvSpPr>
                <p:cNvPr id="80" name="Rectangle 79"/>
                <p:cNvSpPr/>
                <p:nvPr/>
              </p:nvSpPr>
              <p:spPr bwMode="auto">
                <a:xfrm>
                  <a:off x="8334938" y="-820179"/>
                  <a:ext cx="1253567" cy="603219"/>
                </a:xfrm>
                <a:prstGeom prst="rect">
                  <a:avLst/>
                </a:prstGeom>
                <a:solidFill>
                  <a:schemeClr val="tx1"/>
                </a:solidFill>
                <a:ln>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ctr" anchorCtr="0" forceAA="0" compatLnSpc="1">
                  <a:prstTxWarp prst="textNoShape">
                    <a:avLst/>
                  </a:prstTxWarp>
                  <a:noAutofit/>
                </a:bodyPr>
                <a:lstStyle/>
                <a:p>
                  <a:pPr marL="0" marR="0" lvl="0" indent="0" algn="ctr" defTabSz="914400" eaLnBrk="1" fontAlgn="auto" latinLnBrk="0" hangingPunct="1">
                    <a:lnSpc>
                      <a:spcPct val="90000"/>
                    </a:lnSpc>
                    <a:spcBef>
                      <a:spcPts val="0"/>
                    </a:spcBef>
                    <a:spcAft>
                      <a:spcPts val="0"/>
                    </a:spcAft>
                    <a:buClrTx/>
                    <a:buSzTx/>
                    <a:buFontTx/>
                    <a:buNone/>
                    <a:tabLst/>
                    <a:defRPr/>
                  </a:pPr>
                  <a:endParaRPr kumimoji="0" lang="en-US" sz="1800" b="1" i="0" u="none" strike="noStrike" kern="0" cap="none" spc="0" normalizeH="0" baseline="0" noProof="0" dirty="0">
                    <a:ln>
                      <a:noFill/>
                    </a:ln>
                    <a:solidFill>
                      <a:schemeClr val="bg1"/>
                    </a:solidFill>
                    <a:effectLst/>
                    <a:uLnTx/>
                    <a:uFillTx/>
                    <a:latin typeface="+mj-lt"/>
                  </a:endParaRPr>
                </a:p>
              </p:txBody>
            </p:sp>
            <p:sp>
              <p:nvSpPr>
                <p:cNvPr id="81" name="Left Bracket 80"/>
                <p:cNvSpPr/>
                <p:nvPr/>
              </p:nvSpPr>
              <p:spPr>
                <a:xfrm rot="10800000">
                  <a:off x="9530265" y="-860394"/>
                  <a:ext cx="100285" cy="683648"/>
                </a:xfrm>
                <a:prstGeom prst="leftBracket">
                  <a:avLst>
                    <a:gd name="adj" fmla="val 0"/>
                  </a:avLst>
                </a:prstGeom>
                <a:ln w="38100">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schemeClr val="bg1"/>
                    </a:solidFill>
                    <a:effectLst/>
                    <a:uLnTx/>
                    <a:uFillTx/>
                  </a:endParaRPr>
                </a:p>
              </p:txBody>
            </p:sp>
          </p:grpSp>
          <p:grpSp>
            <p:nvGrpSpPr>
              <p:cNvPr id="74" name="Group 73"/>
              <p:cNvGrpSpPr/>
              <p:nvPr/>
            </p:nvGrpSpPr>
            <p:grpSpPr>
              <a:xfrm>
                <a:off x="8738555" y="5138165"/>
                <a:ext cx="1313928" cy="670209"/>
                <a:chOff x="8290275" y="-860394"/>
                <a:chExt cx="1340275" cy="683648"/>
              </a:xfrm>
            </p:grpSpPr>
            <p:sp>
              <p:nvSpPr>
                <p:cNvPr id="76" name="Left Bracket 75"/>
                <p:cNvSpPr/>
                <p:nvPr/>
              </p:nvSpPr>
              <p:spPr>
                <a:xfrm>
                  <a:off x="8290275" y="-860394"/>
                  <a:ext cx="100285" cy="683648"/>
                </a:xfrm>
                <a:prstGeom prst="leftBracket">
                  <a:avLst>
                    <a:gd name="adj" fmla="val 0"/>
                  </a:avLst>
                </a:prstGeom>
                <a:ln w="38100">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schemeClr val="bg1"/>
                    </a:solidFill>
                    <a:effectLst/>
                    <a:uLnTx/>
                    <a:uFillTx/>
                  </a:endParaRPr>
                </a:p>
              </p:txBody>
            </p:sp>
            <p:sp>
              <p:nvSpPr>
                <p:cNvPr id="77" name="Rectangle 76"/>
                <p:cNvSpPr/>
                <p:nvPr/>
              </p:nvSpPr>
              <p:spPr bwMode="auto">
                <a:xfrm>
                  <a:off x="8334938" y="-820179"/>
                  <a:ext cx="1253567" cy="603219"/>
                </a:xfrm>
                <a:prstGeom prst="rect">
                  <a:avLst/>
                </a:prstGeom>
                <a:solidFill>
                  <a:schemeClr val="tx1"/>
                </a:solidFill>
                <a:ln>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ctr" anchorCtr="0" forceAA="0" compatLnSpc="1">
                  <a:prstTxWarp prst="textNoShape">
                    <a:avLst/>
                  </a:prstTxWarp>
                  <a:noAutofit/>
                </a:bodyPr>
                <a:lstStyle/>
                <a:p>
                  <a:pPr marL="0" marR="0" lvl="0" indent="0" algn="ctr" defTabSz="914400" eaLnBrk="1" fontAlgn="auto" latinLnBrk="0" hangingPunct="1">
                    <a:lnSpc>
                      <a:spcPct val="90000"/>
                    </a:lnSpc>
                    <a:spcBef>
                      <a:spcPts val="0"/>
                    </a:spcBef>
                    <a:spcAft>
                      <a:spcPts val="0"/>
                    </a:spcAft>
                    <a:buClrTx/>
                    <a:buSzTx/>
                    <a:buFontTx/>
                    <a:buNone/>
                    <a:tabLst/>
                    <a:defRPr/>
                  </a:pPr>
                  <a:endParaRPr kumimoji="0" lang="en-US" sz="1800" b="1" i="0" u="none" strike="noStrike" kern="0" cap="none" spc="0" normalizeH="0" baseline="0" noProof="0" dirty="0">
                    <a:ln>
                      <a:noFill/>
                    </a:ln>
                    <a:solidFill>
                      <a:schemeClr val="bg1"/>
                    </a:solidFill>
                    <a:effectLst/>
                    <a:uLnTx/>
                    <a:uFillTx/>
                    <a:latin typeface="+mj-lt"/>
                  </a:endParaRPr>
                </a:p>
              </p:txBody>
            </p:sp>
            <p:sp>
              <p:nvSpPr>
                <p:cNvPr id="78" name="Left Bracket 77"/>
                <p:cNvSpPr/>
                <p:nvPr/>
              </p:nvSpPr>
              <p:spPr>
                <a:xfrm rot="10800000">
                  <a:off x="9530265" y="-860394"/>
                  <a:ext cx="100285" cy="683648"/>
                </a:xfrm>
                <a:prstGeom prst="leftBracket">
                  <a:avLst>
                    <a:gd name="adj" fmla="val 0"/>
                  </a:avLst>
                </a:prstGeom>
                <a:ln w="38100">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schemeClr val="bg1"/>
                    </a:solidFill>
                    <a:effectLst/>
                    <a:uLnTx/>
                    <a:uFillTx/>
                  </a:endParaRPr>
                </a:p>
              </p:txBody>
            </p:sp>
          </p:grpSp>
          <p:pic>
            <p:nvPicPr>
              <p:cNvPr id="75" name="Picture 74"/>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8738555" y="5268943"/>
                <a:ext cx="1313928" cy="477445"/>
              </a:xfrm>
              <a:prstGeom prst="rect">
                <a:avLst/>
              </a:prstGeom>
            </p:spPr>
          </p:pic>
        </p:grpSp>
        <p:sp>
          <p:nvSpPr>
            <p:cNvPr id="87" name="TextBox 86"/>
            <p:cNvSpPr txBox="1"/>
            <p:nvPr/>
          </p:nvSpPr>
          <p:spPr>
            <a:xfrm>
              <a:off x="8309155" y="5593392"/>
              <a:ext cx="3333750" cy="1037207"/>
            </a:xfrm>
            <a:prstGeom prst="rect">
              <a:avLst/>
            </a:prstGeom>
            <a:noFill/>
          </p:spPr>
          <p:txBody>
            <a:bodyPr wrap="square" lIns="182880" tIns="146304" rIns="182880" bIns="146304" rtlCol="0">
              <a:spAutoFit/>
            </a:bodyPr>
            <a:lstStyle/>
            <a:p>
              <a:pPr marL="0" marR="0" lvl="0" indent="0" algn="ctr" defTabSz="914400" eaLnBrk="1" fontAlgn="auto" latinLnBrk="0" hangingPunct="1">
                <a:lnSpc>
                  <a:spcPct val="90000"/>
                </a:lnSpc>
                <a:spcBef>
                  <a:spcPts val="0"/>
                </a:spcBef>
                <a:spcAft>
                  <a:spcPts val="600"/>
                </a:spcAft>
                <a:buClrTx/>
                <a:buSzTx/>
                <a:buFontTx/>
                <a:buNone/>
                <a:tabLst/>
                <a:defRPr/>
              </a:pPr>
              <a:r>
                <a:rPr kumimoji="0" lang="en-US" sz="2400" b="0" i="0" u="none" strike="noStrike" kern="0" cap="none" spc="0" normalizeH="0" baseline="0" noProof="0" dirty="0">
                  <a:ln>
                    <a:noFill/>
                  </a:ln>
                  <a:gradFill>
                    <a:gsLst>
                      <a:gs pos="2917">
                        <a:schemeClr val="tx1"/>
                      </a:gs>
                      <a:gs pos="30000">
                        <a:schemeClr val="tx1"/>
                      </a:gs>
                    </a:gsLst>
                    <a:lin ang="5400000" scaled="0"/>
                  </a:gradFill>
                  <a:effectLst/>
                  <a:uLnTx/>
                  <a:uFillTx/>
                </a:rPr>
                <a:t>Docker Hub</a:t>
              </a:r>
            </a:p>
            <a:p>
              <a:pPr marL="0" marR="0" lvl="0" indent="0" algn="ctr" defTabSz="914400" eaLnBrk="1" fontAlgn="auto" latinLnBrk="0" hangingPunct="1">
                <a:lnSpc>
                  <a:spcPct val="90000"/>
                </a:lnSpc>
                <a:spcBef>
                  <a:spcPts val="0"/>
                </a:spcBef>
                <a:spcAft>
                  <a:spcPts val="600"/>
                </a:spcAft>
                <a:buClrTx/>
                <a:buSzTx/>
                <a:buFontTx/>
                <a:buNone/>
                <a:tabLst/>
                <a:defRPr/>
              </a:pPr>
              <a:r>
                <a:rPr kumimoji="0" lang="en-US" sz="2400" b="0" i="0" u="none" strike="noStrike" kern="0" cap="none" spc="0" normalizeH="0" baseline="0" noProof="0" dirty="0">
                  <a:ln>
                    <a:noFill/>
                  </a:ln>
                  <a:gradFill>
                    <a:gsLst>
                      <a:gs pos="2917">
                        <a:schemeClr val="tx1"/>
                      </a:gs>
                      <a:gs pos="30000">
                        <a:schemeClr val="tx1"/>
                      </a:gs>
                    </a:gsLst>
                    <a:lin ang="5400000" scaled="0"/>
                  </a:gradFill>
                  <a:effectLst/>
                  <a:uLnTx/>
                  <a:uFillTx/>
                </a:rPr>
                <a:t>(trusted repositories)</a:t>
              </a:r>
            </a:p>
          </p:txBody>
        </p:sp>
      </p:grpSp>
    </p:spTree>
    <p:extLst>
      <p:ext uri="{BB962C8B-B14F-4D97-AF65-F5344CB8AC3E}">
        <p14:creationId xmlns:p14="http://schemas.microsoft.com/office/powerpoint/2010/main" val="197096669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69861" y="2309814"/>
            <a:ext cx="10086517" cy="917575"/>
          </a:xfrm>
          <a:prstGeom prst="rect">
            <a:avLst/>
          </a:prstGeom>
        </p:spPr>
        <p:txBody>
          <a:bodyPr/>
          <a:lstStyle/>
          <a:p>
            <a:r>
              <a:rPr lang="en-US" dirty="0"/>
              <a:t>Demo: Managing VMs using Azure portal</a:t>
            </a:r>
          </a:p>
        </p:txBody>
      </p:sp>
    </p:spTree>
    <p:extLst>
      <p:ext uri="{BB962C8B-B14F-4D97-AF65-F5344CB8AC3E}">
        <p14:creationId xmlns:p14="http://schemas.microsoft.com/office/powerpoint/2010/main" val="40776516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bwMode="auto">
          <a:xfrm>
            <a:off x="509458" y="1317541"/>
            <a:ext cx="5421625" cy="5167553"/>
          </a:xfrm>
          <a:prstGeom prst="rect">
            <a:avLst/>
          </a:prstGeom>
          <a:solidFill>
            <a:schemeClr val="accent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121862" tIns="60931" rIns="121862" bIns="60931" numCol="1" rtlCol="0" anchor="ctr" anchorCtr="0" compatLnSpc="1">
            <a:prstTxWarp prst="textNoShape">
              <a:avLst/>
            </a:prstTxWarp>
          </a:bodyPr>
          <a:lstStyle/>
          <a:p>
            <a:pPr algn="ctr" defTabSz="1218291" fontAlgn="base">
              <a:spcBef>
                <a:spcPct val="0"/>
              </a:spcBef>
              <a:spcAft>
                <a:spcPct val="0"/>
              </a:spcAft>
            </a:pPr>
            <a:endParaRPr lang="en-US" sz="2933" dirty="0">
              <a:gradFill>
                <a:gsLst>
                  <a:gs pos="0">
                    <a:srgbClr val="FFFFFF"/>
                  </a:gs>
                  <a:gs pos="100000">
                    <a:srgbClr val="FFFFFF"/>
                  </a:gs>
                </a:gsLst>
                <a:lin ang="5400000" scaled="0"/>
              </a:gradFill>
            </a:endParaRPr>
          </a:p>
        </p:txBody>
      </p:sp>
      <p:sp>
        <p:nvSpPr>
          <p:cNvPr id="6" name="Rectangle 5"/>
          <p:cNvSpPr/>
          <p:nvPr/>
        </p:nvSpPr>
        <p:spPr bwMode="auto">
          <a:xfrm>
            <a:off x="6260923" y="1317541"/>
            <a:ext cx="5421625" cy="5167553"/>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121862" tIns="60931" rIns="121862" bIns="60931" numCol="1" rtlCol="0" anchor="ctr" anchorCtr="0" compatLnSpc="1">
            <a:prstTxWarp prst="textNoShape">
              <a:avLst/>
            </a:prstTxWarp>
          </a:bodyPr>
          <a:lstStyle/>
          <a:p>
            <a:pPr algn="ctr" defTabSz="1218291" fontAlgn="base">
              <a:spcBef>
                <a:spcPct val="0"/>
              </a:spcBef>
              <a:spcAft>
                <a:spcPct val="0"/>
              </a:spcAft>
            </a:pPr>
            <a:endParaRPr lang="en-US" sz="2933" dirty="0">
              <a:solidFill>
                <a:schemeClr val="bg1"/>
              </a:solidFill>
            </a:endParaRPr>
          </a:p>
        </p:txBody>
      </p:sp>
      <p:sp>
        <p:nvSpPr>
          <p:cNvPr id="2" name="Title 1"/>
          <p:cNvSpPr>
            <a:spLocks noGrp="1"/>
          </p:cNvSpPr>
          <p:nvPr>
            <p:ph type="title" idx="4294967295"/>
          </p:nvPr>
        </p:nvSpPr>
        <p:spPr>
          <a:xfrm>
            <a:off x="1111250" y="342900"/>
            <a:ext cx="8855710" cy="957263"/>
          </a:xfrm>
          <a:prstGeom prst="rect">
            <a:avLst/>
          </a:prstGeom>
        </p:spPr>
        <p:txBody>
          <a:bodyPr/>
          <a:lstStyle/>
          <a:p>
            <a:r>
              <a:rPr lang="en-US" dirty="0"/>
              <a:t>Image Mobility</a:t>
            </a:r>
          </a:p>
        </p:txBody>
      </p:sp>
      <p:sp>
        <p:nvSpPr>
          <p:cNvPr id="3" name="Rectangle 2"/>
          <p:cNvSpPr/>
          <p:nvPr/>
        </p:nvSpPr>
        <p:spPr bwMode="auto">
          <a:xfrm>
            <a:off x="510020" y="1317541"/>
            <a:ext cx="5429858" cy="799890"/>
          </a:xfrm>
          <a:prstGeom prst="rect">
            <a:avLst/>
          </a:prstGeom>
          <a:noFill/>
          <a:ln w="9525" cap="flat" cmpd="sng" algn="ctr">
            <a:noFill/>
            <a:prstDash val="solid"/>
            <a:headEnd type="none" w="med" len="med"/>
            <a:tailEnd type="none" w="med" len="med"/>
          </a:ln>
          <a:effectLst/>
        </p:spPr>
        <p:txBody>
          <a:bodyPr vert="horz" wrap="square" lIns="243737" tIns="60933" rIns="121867" bIns="60933" numCol="1" rtlCol="0" anchor="ctr" anchorCtr="0" compatLnSpc="1">
            <a:prstTxWarp prst="textNoShape">
              <a:avLst/>
            </a:prstTxWarp>
          </a:bodyPr>
          <a:lstStyle/>
          <a:p>
            <a:pPr lvl="0">
              <a:lnSpc>
                <a:spcPct val="90000"/>
              </a:lnSpc>
              <a:buSzPct val="90000"/>
              <a:defRPr/>
            </a:pPr>
            <a:r>
              <a:rPr lang="en-US" sz="2933" kern="0" dirty="0">
                <a:solidFill>
                  <a:schemeClr val="bg1">
                    <a:alpha val="99000"/>
                  </a:schemeClr>
                </a:solidFill>
                <a:latin typeface="Segoe UI Light" pitchFamily="34" charset="0"/>
                <a:ea typeface="Segoe UI" pitchFamily="34" charset="0"/>
                <a:cs typeface="Segoe UI" pitchFamily="34" charset="0"/>
              </a:rPr>
              <a:t>On-Premises</a:t>
            </a:r>
          </a:p>
        </p:txBody>
      </p:sp>
      <p:sp>
        <p:nvSpPr>
          <p:cNvPr id="4" name="Rectangle 3"/>
          <p:cNvSpPr/>
          <p:nvPr/>
        </p:nvSpPr>
        <p:spPr bwMode="auto">
          <a:xfrm>
            <a:off x="6252688" y="1317541"/>
            <a:ext cx="5429858" cy="799890"/>
          </a:xfrm>
          <a:prstGeom prst="rect">
            <a:avLst/>
          </a:prstGeom>
          <a:noFill/>
          <a:ln w="9525" cap="flat" cmpd="sng" algn="ctr">
            <a:noFill/>
            <a:prstDash val="solid"/>
            <a:headEnd type="none" w="med" len="med"/>
            <a:tailEnd type="none" w="med" len="med"/>
          </a:ln>
          <a:effectLst/>
        </p:spPr>
        <p:txBody>
          <a:bodyPr vert="horz" wrap="square" lIns="243737" tIns="60933" rIns="121867" bIns="60933" numCol="1" rtlCol="0" anchor="ctr" anchorCtr="0" compatLnSpc="1">
            <a:prstTxWarp prst="textNoShape">
              <a:avLst/>
            </a:prstTxWarp>
          </a:bodyPr>
          <a:lstStyle/>
          <a:p>
            <a:pPr>
              <a:lnSpc>
                <a:spcPct val="90000"/>
              </a:lnSpc>
              <a:buSzPct val="90000"/>
            </a:pPr>
            <a:r>
              <a:rPr lang="en-US" sz="2933" kern="0" dirty="0">
                <a:solidFill>
                  <a:schemeClr val="bg1">
                    <a:alpha val="99000"/>
                  </a:schemeClr>
                </a:solidFill>
                <a:latin typeface="Segoe UI Light" pitchFamily="34" charset="0"/>
                <a:ea typeface="Segoe UI" pitchFamily="34" charset="0"/>
                <a:cs typeface="Segoe UI" pitchFamily="34" charset="0"/>
              </a:rPr>
              <a:t>Cloud</a:t>
            </a:r>
          </a:p>
        </p:txBody>
      </p:sp>
      <p:sp>
        <p:nvSpPr>
          <p:cNvPr id="8" name="Freeform 128"/>
          <p:cNvSpPr>
            <a:spLocks noChangeAspect="1"/>
          </p:cNvSpPr>
          <p:nvPr/>
        </p:nvSpPr>
        <p:spPr bwMode="black">
          <a:xfrm>
            <a:off x="6400722" y="2898497"/>
            <a:ext cx="5078677" cy="2805533"/>
          </a:xfrm>
          <a:custGeom>
            <a:avLst/>
            <a:gdLst>
              <a:gd name="T0" fmla="*/ 396 w 509"/>
              <a:gd name="T1" fmla="*/ 281 h 281"/>
              <a:gd name="T2" fmla="*/ 57 w 509"/>
              <a:gd name="T3" fmla="*/ 281 h 281"/>
              <a:gd name="T4" fmla="*/ 0 w 509"/>
              <a:gd name="T5" fmla="*/ 223 h 281"/>
              <a:gd name="T6" fmla="*/ 43 w 509"/>
              <a:gd name="T7" fmla="*/ 168 h 281"/>
              <a:gd name="T8" fmla="*/ 110 w 509"/>
              <a:gd name="T9" fmla="*/ 116 h 281"/>
              <a:gd name="T10" fmla="*/ 232 w 509"/>
              <a:gd name="T11" fmla="*/ 0 h 281"/>
              <a:gd name="T12" fmla="*/ 343 w 509"/>
              <a:gd name="T13" fmla="*/ 70 h 281"/>
              <a:gd name="T14" fmla="*/ 396 w 509"/>
              <a:gd name="T15" fmla="*/ 56 h 281"/>
              <a:gd name="T16" fmla="*/ 509 w 509"/>
              <a:gd name="T17" fmla="*/ 169 h 281"/>
              <a:gd name="T18" fmla="*/ 396 w 509"/>
              <a:gd name="T19" fmla="*/ 281 h 2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09" h="281">
                <a:moveTo>
                  <a:pt x="396" y="281"/>
                </a:moveTo>
                <a:cubicBezTo>
                  <a:pt x="57" y="281"/>
                  <a:pt x="57" y="281"/>
                  <a:pt x="57" y="281"/>
                </a:cubicBezTo>
                <a:cubicBezTo>
                  <a:pt x="26" y="281"/>
                  <a:pt x="0" y="255"/>
                  <a:pt x="0" y="223"/>
                </a:cubicBezTo>
                <a:cubicBezTo>
                  <a:pt x="0" y="196"/>
                  <a:pt x="18" y="174"/>
                  <a:pt x="43" y="168"/>
                </a:cubicBezTo>
                <a:cubicBezTo>
                  <a:pt x="55" y="140"/>
                  <a:pt x="80" y="120"/>
                  <a:pt x="110" y="116"/>
                </a:cubicBezTo>
                <a:cubicBezTo>
                  <a:pt x="113" y="52"/>
                  <a:pt x="167" y="0"/>
                  <a:pt x="232" y="0"/>
                </a:cubicBezTo>
                <a:cubicBezTo>
                  <a:pt x="280" y="0"/>
                  <a:pt x="323" y="28"/>
                  <a:pt x="343" y="70"/>
                </a:cubicBezTo>
                <a:cubicBezTo>
                  <a:pt x="359" y="61"/>
                  <a:pt x="377" y="56"/>
                  <a:pt x="396" y="56"/>
                </a:cubicBezTo>
                <a:cubicBezTo>
                  <a:pt x="458" y="56"/>
                  <a:pt x="509" y="107"/>
                  <a:pt x="509" y="169"/>
                </a:cubicBezTo>
                <a:cubicBezTo>
                  <a:pt x="509" y="230"/>
                  <a:pt x="458" y="281"/>
                  <a:pt x="396" y="281"/>
                </a:cubicBezTo>
                <a:close/>
              </a:path>
            </a:pathLst>
          </a:custGeom>
          <a:solidFill>
            <a:srgbClr val="FFFFFF"/>
          </a:solidFill>
          <a:ln>
            <a:noFill/>
          </a:ln>
          <a:extLst/>
        </p:spPr>
        <p:txBody>
          <a:bodyPr vert="horz" wrap="square" lIns="121867" tIns="60933" rIns="121867" bIns="60933" numCol="1" anchor="t" anchorCtr="0" compatLnSpc="1">
            <a:prstTxWarp prst="textNoShape">
              <a:avLst/>
            </a:prstTxWarp>
          </a:bodyPr>
          <a:lstStyle/>
          <a:p>
            <a:endParaRPr lang="en-US" sz="3199" dirty="0"/>
          </a:p>
        </p:txBody>
      </p:sp>
      <p:sp>
        <p:nvSpPr>
          <p:cNvPr id="26" name="Right Arrow 25"/>
          <p:cNvSpPr/>
          <p:nvPr/>
        </p:nvSpPr>
        <p:spPr bwMode="auto">
          <a:xfrm>
            <a:off x="8010520" y="4078053"/>
            <a:ext cx="1234260" cy="572238"/>
          </a:xfrm>
          <a:prstGeom prst="rightArrow">
            <a:avLst/>
          </a:prstGeom>
          <a:solidFill>
            <a:schemeClr val="tx2">
              <a:lumMod val="40000"/>
              <a:lumOff val="6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91408" tIns="45705" rIns="91408" bIns="45705" numCol="1" rtlCol="0" anchor="ctr" anchorCtr="0" compatLnSpc="1">
            <a:prstTxWarp prst="textNoShape">
              <a:avLst/>
            </a:prstTxWarp>
          </a:bodyPr>
          <a:lstStyle/>
          <a:p>
            <a:pPr algn="ctr" defTabSz="913841" fontAlgn="base">
              <a:spcBef>
                <a:spcPts val="200"/>
              </a:spcBef>
              <a:spcAft>
                <a:spcPct val="0"/>
              </a:spcAft>
            </a:pPr>
            <a:endParaRPr lang="en-US" sz="2799" dirty="0">
              <a:ln>
                <a:solidFill>
                  <a:schemeClr val="bg1">
                    <a:alpha val="0"/>
                  </a:schemeClr>
                </a:solidFill>
              </a:ln>
              <a:solidFill>
                <a:schemeClr val="bg1"/>
              </a:solidFill>
            </a:endParaRPr>
          </a:p>
        </p:txBody>
      </p:sp>
      <p:sp>
        <p:nvSpPr>
          <p:cNvPr id="7" name="U-Turn Arrow 6"/>
          <p:cNvSpPr/>
          <p:nvPr/>
        </p:nvSpPr>
        <p:spPr bwMode="auto">
          <a:xfrm>
            <a:off x="4775544" y="2931117"/>
            <a:ext cx="2640912" cy="694907"/>
          </a:xfrm>
          <a:prstGeom prst="uturnArrow">
            <a:avLst>
              <a:gd name="adj1" fmla="val 25000"/>
              <a:gd name="adj2" fmla="val 25000"/>
              <a:gd name="adj3" fmla="val 25000"/>
              <a:gd name="adj4" fmla="val 43750"/>
              <a:gd name="adj5" fmla="val 97879"/>
            </a:avLst>
          </a:prstGeom>
          <a:solidFill>
            <a:schemeClr val="tx2">
              <a:lumMod val="40000"/>
              <a:lumOff val="6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91408" tIns="45705" rIns="91408" bIns="45705" numCol="1" rtlCol="0" anchor="ctr" anchorCtr="0" compatLnSpc="1">
            <a:prstTxWarp prst="textNoShape">
              <a:avLst/>
            </a:prstTxWarp>
          </a:bodyPr>
          <a:lstStyle/>
          <a:p>
            <a:pPr algn="ctr" defTabSz="913841" fontAlgn="base">
              <a:spcBef>
                <a:spcPts val="200"/>
              </a:spcBef>
              <a:spcAft>
                <a:spcPct val="0"/>
              </a:spcAft>
            </a:pPr>
            <a:endParaRPr lang="en-US" sz="2799" dirty="0">
              <a:ln>
                <a:solidFill>
                  <a:schemeClr val="bg1">
                    <a:alpha val="0"/>
                  </a:schemeClr>
                </a:solidFill>
              </a:ln>
              <a:solidFill>
                <a:schemeClr val="bg1"/>
              </a:solidFill>
            </a:endParaRPr>
          </a:p>
        </p:txBody>
      </p:sp>
      <p:sp>
        <p:nvSpPr>
          <p:cNvPr id="29" name="U-Turn Arrow 28"/>
          <p:cNvSpPr/>
          <p:nvPr/>
        </p:nvSpPr>
        <p:spPr bwMode="auto">
          <a:xfrm rot="10800000">
            <a:off x="4775544" y="4876024"/>
            <a:ext cx="2640912" cy="694907"/>
          </a:xfrm>
          <a:prstGeom prst="uturnArrow">
            <a:avLst/>
          </a:prstGeom>
          <a:solidFill>
            <a:schemeClr val="tx2">
              <a:lumMod val="40000"/>
              <a:lumOff val="6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91408" tIns="45705" rIns="91408" bIns="45705" numCol="1" rtlCol="0" anchor="ctr" anchorCtr="0" compatLnSpc="1">
            <a:prstTxWarp prst="textNoShape">
              <a:avLst/>
            </a:prstTxWarp>
          </a:bodyPr>
          <a:lstStyle/>
          <a:p>
            <a:pPr algn="ctr" defTabSz="913841" fontAlgn="base">
              <a:spcBef>
                <a:spcPts val="200"/>
              </a:spcBef>
              <a:spcAft>
                <a:spcPct val="0"/>
              </a:spcAft>
            </a:pPr>
            <a:endParaRPr lang="en-US" sz="2799" dirty="0">
              <a:ln>
                <a:solidFill>
                  <a:schemeClr val="bg1">
                    <a:alpha val="0"/>
                  </a:schemeClr>
                </a:solidFill>
              </a:ln>
              <a:solidFill>
                <a:schemeClr val="bg1"/>
              </a:solidFill>
            </a:endParaRPr>
          </a:p>
        </p:txBody>
      </p:sp>
      <p:grpSp>
        <p:nvGrpSpPr>
          <p:cNvPr id="17" name="Group 16"/>
          <p:cNvGrpSpPr/>
          <p:nvPr/>
        </p:nvGrpSpPr>
        <p:grpSpPr>
          <a:xfrm>
            <a:off x="4369251" y="3657287"/>
            <a:ext cx="1117310" cy="1340771"/>
            <a:chOff x="4369251" y="3657287"/>
            <a:chExt cx="1117310" cy="1340771"/>
          </a:xfrm>
        </p:grpSpPr>
        <p:sp>
          <p:nvSpPr>
            <p:cNvPr id="31" name="Folded Corner 30"/>
            <p:cNvSpPr/>
            <p:nvPr/>
          </p:nvSpPr>
          <p:spPr bwMode="auto">
            <a:xfrm flipV="1">
              <a:off x="4369251" y="3657287"/>
              <a:ext cx="1117310" cy="1340771"/>
            </a:xfrm>
            <a:prstGeom prst="foldedCorner">
              <a:avLst>
                <a:gd name="adj" fmla="val 32319"/>
              </a:avLst>
            </a:prstGeom>
            <a:noFill/>
            <a:ln w="1905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121883" tIns="60941" rIns="121883" bIns="60941" numCol="1" rtlCol="0" anchor="ctr" anchorCtr="0" compatLnSpc="1">
              <a:prstTxWarp prst="textNoShape">
                <a:avLst/>
              </a:prstTxWarp>
            </a:bodyPr>
            <a:lstStyle/>
            <a:p>
              <a:pPr algn="ctr" defTabSz="1218291" fontAlgn="base">
                <a:spcBef>
                  <a:spcPct val="0"/>
                </a:spcBef>
                <a:spcAft>
                  <a:spcPct val="0"/>
                </a:spcAft>
              </a:pPr>
              <a:endParaRPr lang="en-US" sz="2933" dirty="0">
                <a:gradFill>
                  <a:gsLst>
                    <a:gs pos="0">
                      <a:srgbClr val="FFFFFF"/>
                    </a:gs>
                    <a:gs pos="100000">
                      <a:srgbClr val="FFFFFF"/>
                    </a:gs>
                  </a:gsLst>
                  <a:lin ang="5400000" scaled="0"/>
                </a:gradFill>
              </a:endParaRPr>
            </a:p>
          </p:txBody>
        </p:sp>
        <p:sp>
          <p:nvSpPr>
            <p:cNvPr id="32" name="TextBox 31"/>
            <p:cNvSpPr txBox="1"/>
            <p:nvPr/>
          </p:nvSpPr>
          <p:spPr>
            <a:xfrm>
              <a:off x="4369251" y="4151114"/>
              <a:ext cx="1117310" cy="353118"/>
            </a:xfrm>
            <a:prstGeom prst="rect">
              <a:avLst/>
            </a:prstGeom>
            <a:noFill/>
            <a:ln w="9525" cap="flat" cmpd="sng" algn="ctr">
              <a:noFill/>
              <a:prstDash val="solid"/>
              <a:headEnd type="none" w="med" len="med"/>
              <a:tailEnd type="none" w="med" len="med"/>
            </a:ln>
            <a:effectLst/>
          </p:spPr>
          <p:txBody>
            <a:bodyPr vert="horz" wrap="square" lIns="0" tIns="0" rIns="0" bIns="0" numCol="1" rtlCol="0" anchor="ctr" anchorCtr="0" compatLnSpc="1">
              <a:prstTxWarp prst="textNoShape">
                <a:avLst/>
              </a:prstTxWarp>
              <a:noAutofit/>
            </a:bodyPr>
            <a:lstStyle>
              <a:defPPr>
                <a:defRPr lang="en-US"/>
              </a:defPPr>
              <a:lvl1pPr lvl="0">
                <a:lnSpc>
                  <a:spcPct val="90000"/>
                </a:lnSpc>
                <a:buSzPct val="90000"/>
                <a:defRPr sz="2200" kern="0">
                  <a:gradFill>
                    <a:gsLst>
                      <a:gs pos="85000">
                        <a:srgbClr val="FFFFFF"/>
                      </a:gs>
                      <a:gs pos="0">
                        <a:srgbClr val="FFFFFF"/>
                      </a:gs>
                    </a:gsLst>
                    <a:lin ang="5400000" scaled="0"/>
                  </a:gradFill>
                  <a:latin typeface="Segoe UI Light" pitchFamily="34" charset="0"/>
                  <a:ea typeface="Segoe UI" pitchFamily="34" charset="0"/>
                  <a:cs typeface="Segoe UI" pitchFamily="34" charset="0"/>
                </a:defRPr>
              </a:lvl1pPr>
            </a:lstStyle>
            <a:p>
              <a:pPr algn="ctr"/>
              <a:r>
                <a:rPr lang="en-US" sz="1400" dirty="0">
                  <a:solidFill>
                    <a:schemeClr val="bg1">
                      <a:alpha val="99000"/>
                    </a:schemeClr>
                  </a:solidFill>
                  <a:latin typeface="+mn-lt"/>
                </a:rPr>
                <a:t>MyApp.vhd</a:t>
              </a:r>
              <a:endParaRPr lang="en-US" sz="1600" dirty="0">
                <a:solidFill>
                  <a:schemeClr val="bg1">
                    <a:alpha val="99000"/>
                  </a:schemeClr>
                </a:solidFill>
                <a:latin typeface="+mn-lt"/>
              </a:endParaRPr>
            </a:p>
          </p:txBody>
        </p:sp>
      </p:grpSp>
      <p:sp>
        <p:nvSpPr>
          <p:cNvPr id="33" name="Left-Right Arrow 32"/>
          <p:cNvSpPr/>
          <p:nvPr/>
        </p:nvSpPr>
        <p:spPr bwMode="auto">
          <a:xfrm>
            <a:off x="2947220" y="4065932"/>
            <a:ext cx="1234260" cy="572238"/>
          </a:xfrm>
          <a:prstGeom prst="leftRightArrow">
            <a:avLst/>
          </a:prstGeom>
          <a:solidFill>
            <a:schemeClr val="tx2">
              <a:lumMod val="40000"/>
              <a:lumOff val="6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91408" tIns="45705" rIns="91408" bIns="45705" numCol="1" rtlCol="0" anchor="ctr" anchorCtr="0" compatLnSpc="1">
            <a:prstTxWarp prst="textNoShape">
              <a:avLst/>
            </a:prstTxWarp>
          </a:bodyPr>
          <a:lstStyle/>
          <a:p>
            <a:pPr algn="ctr" defTabSz="913841" fontAlgn="base">
              <a:spcBef>
                <a:spcPts val="200"/>
              </a:spcBef>
              <a:spcAft>
                <a:spcPct val="0"/>
              </a:spcAft>
            </a:pPr>
            <a:endParaRPr lang="en-US" sz="2799" dirty="0">
              <a:ln>
                <a:solidFill>
                  <a:schemeClr val="bg1">
                    <a:alpha val="0"/>
                  </a:schemeClr>
                </a:solidFill>
              </a:ln>
              <a:solidFill>
                <a:schemeClr val="bg1"/>
              </a:solidFill>
            </a:endParaRPr>
          </a:p>
        </p:txBody>
      </p:sp>
      <p:pic>
        <p:nvPicPr>
          <p:cNvPr id="10" name="Picture 9"/>
          <p:cNvPicPr>
            <a:picLocks noChangeAspect="1"/>
          </p:cNvPicPr>
          <p:nvPr/>
        </p:nvPicPr>
        <p:blipFill>
          <a:blip r:embed="rId3">
            <a:lum bright="-40000" contrast="-40000"/>
          </a:blip>
          <a:stretch>
            <a:fillRect/>
          </a:stretch>
        </p:blipFill>
        <p:spPr>
          <a:xfrm>
            <a:off x="6668736" y="3626023"/>
            <a:ext cx="1293750" cy="1575000"/>
          </a:xfrm>
          <a:prstGeom prst="rect">
            <a:avLst/>
          </a:prstGeom>
        </p:spPr>
      </p:pic>
      <p:pic>
        <p:nvPicPr>
          <p:cNvPr id="19" name="Picture 18"/>
          <p:cNvPicPr>
            <a:picLocks noChangeAspect="1"/>
          </p:cNvPicPr>
          <p:nvPr/>
        </p:nvPicPr>
        <p:blipFill>
          <a:blip r:embed="rId4">
            <a:lum bright="-40000" contrast="-40000"/>
          </a:blip>
          <a:stretch>
            <a:fillRect/>
          </a:stretch>
        </p:blipFill>
        <p:spPr>
          <a:xfrm>
            <a:off x="9340850" y="3907981"/>
            <a:ext cx="1123499" cy="1026646"/>
          </a:xfrm>
          <a:prstGeom prst="rect">
            <a:avLst/>
          </a:prstGeom>
        </p:spPr>
      </p:pic>
      <p:grpSp>
        <p:nvGrpSpPr>
          <p:cNvPr id="11" name="Group 4"/>
          <p:cNvGrpSpPr>
            <a:grpSpLocks noChangeAspect="1"/>
          </p:cNvGrpSpPr>
          <p:nvPr/>
        </p:nvGrpSpPr>
        <p:grpSpPr bwMode="auto">
          <a:xfrm>
            <a:off x="1555750" y="3908425"/>
            <a:ext cx="1122363" cy="1025525"/>
            <a:chOff x="980" y="2462"/>
            <a:chExt cx="707" cy="646"/>
          </a:xfrm>
        </p:grpSpPr>
        <p:sp>
          <p:nvSpPr>
            <p:cNvPr id="12" name="AutoShape 3"/>
            <p:cNvSpPr>
              <a:spLocks noChangeAspect="1" noChangeArrowheads="1" noTextEdit="1"/>
            </p:cNvSpPr>
            <p:nvPr/>
          </p:nvSpPr>
          <p:spPr bwMode="auto">
            <a:xfrm>
              <a:off x="980" y="2462"/>
              <a:ext cx="707" cy="6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3" name="Freeform 5"/>
            <p:cNvSpPr>
              <a:spLocks/>
            </p:cNvSpPr>
            <p:nvPr/>
          </p:nvSpPr>
          <p:spPr bwMode="auto">
            <a:xfrm>
              <a:off x="1100" y="2967"/>
              <a:ext cx="463" cy="137"/>
            </a:xfrm>
            <a:custGeom>
              <a:avLst/>
              <a:gdLst>
                <a:gd name="T0" fmla="*/ 79 w 112"/>
                <a:gd name="T1" fmla="*/ 0 h 33"/>
                <a:gd name="T2" fmla="*/ 75 w 112"/>
                <a:gd name="T3" fmla="*/ 0 h 33"/>
                <a:gd name="T4" fmla="*/ 35 w 112"/>
                <a:gd name="T5" fmla="*/ 0 h 33"/>
                <a:gd name="T6" fmla="*/ 33 w 112"/>
                <a:gd name="T7" fmla="*/ 0 h 33"/>
                <a:gd name="T8" fmla="*/ 0 w 112"/>
                <a:gd name="T9" fmla="*/ 24 h 33"/>
                <a:gd name="T10" fmla="*/ 0 w 112"/>
                <a:gd name="T11" fmla="*/ 33 h 33"/>
                <a:gd name="T12" fmla="*/ 40 w 112"/>
                <a:gd name="T13" fmla="*/ 33 h 33"/>
                <a:gd name="T14" fmla="*/ 70 w 112"/>
                <a:gd name="T15" fmla="*/ 33 h 33"/>
                <a:gd name="T16" fmla="*/ 112 w 112"/>
                <a:gd name="T17" fmla="*/ 33 h 33"/>
                <a:gd name="T18" fmla="*/ 112 w 112"/>
                <a:gd name="T19" fmla="*/ 24 h 33"/>
                <a:gd name="T20" fmla="*/ 79 w 112"/>
                <a:gd name="T21" fmla="*/ 0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12" h="33">
                  <a:moveTo>
                    <a:pt x="79" y="0"/>
                  </a:moveTo>
                  <a:cubicBezTo>
                    <a:pt x="75" y="0"/>
                    <a:pt x="75" y="0"/>
                    <a:pt x="75" y="0"/>
                  </a:cubicBezTo>
                  <a:cubicBezTo>
                    <a:pt x="35" y="0"/>
                    <a:pt x="35" y="0"/>
                    <a:pt x="35" y="0"/>
                  </a:cubicBezTo>
                  <a:cubicBezTo>
                    <a:pt x="33" y="0"/>
                    <a:pt x="33" y="0"/>
                    <a:pt x="33" y="0"/>
                  </a:cubicBezTo>
                  <a:cubicBezTo>
                    <a:pt x="38" y="22"/>
                    <a:pt x="33" y="24"/>
                    <a:pt x="0" y="24"/>
                  </a:cubicBezTo>
                  <a:cubicBezTo>
                    <a:pt x="0" y="33"/>
                    <a:pt x="0" y="33"/>
                    <a:pt x="0" y="33"/>
                  </a:cubicBezTo>
                  <a:cubicBezTo>
                    <a:pt x="40" y="33"/>
                    <a:pt x="40" y="33"/>
                    <a:pt x="40" y="33"/>
                  </a:cubicBezTo>
                  <a:cubicBezTo>
                    <a:pt x="70" y="33"/>
                    <a:pt x="70" y="33"/>
                    <a:pt x="70" y="33"/>
                  </a:cubicBezTo>
                  <a:cubicBezTo>
                    <a:pt x="112" y="33"/>
                    <a:pt x="112" y="33"/>
                    <a:pt x="112" y="33"/>
                  </a:cubicBezTo>
                  <a:cubicBezTo>
                    <a:pt x="112" y="24"/>
                    <a:pt x="112" y="24"/>
                    <a:pt x="112" y="24"/>
                  </a:cubicBezTo>
                  <a:cubicBezTo>
                    <a:pt x="75" y="24"/>
                    <a:pt x="74" y="22"/>
                    <a:pt x="79"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4" name="Freeform 6"/>
            <p:cNvSpPr>
              <a:spLocks noEditPoints="1"/>
            </p:cNvSpPr>
            <p:nvPr/>
          </p:nvSpPr>
          <p:spPr bwMode="auto">
            <a:xfrm>
              <a:off x="1216" y="2669"/>
              <a:ext cx="248" cy="199"/>
            </a:xfrm>
            <a:custGeom>
              <a:avLst/>
              <a:gdLst>
                <a:gd name="T0" fmla="*/ 0 w 248"/>
                <a:gd name="T1" fmla="*/ 133 h 199"/>
                <a:gd name="T2" fmla="*/ 115 w 248"/>
                <a:gd name="T3" fmla="*/ 199 h 199"/>
                <a:gd name="T4" fmla="*/ 115 w 248"/>
                <a:gd name="T5" fmla="*/ 66 h 199"/>
                <a:gd name="T6" fmla="*/ 0 w 248"/>
                <a:gd name="T7" fmla="*/ 0 h 199"/>
                <a:gd name="T8" fmla="*/ 0 w 248"/>
                <a:gd name="T9" fmla="*/ 133 h 199"/>
                <a:gd name="T10" fmla="*/ 136 w 248"/>
                <a:gd name="T11" fmla="*/ 66 h 199"/>
                <a:gd name="T12" fmla="*/ 136 w 248"/>
                <a:gd name="T13" fmla="*/ 199 h 199"/>
                <a:gd name="T14" fmla="*/ 248 w 248"/>
                <a:gd name="T15" fmla="*/ 133 h 199"/>
                <a:gd name="T16" fmla="*/ 248 w 248"/>
                <a:gd name="T17" fmla="*/ 4 h 199"/>
                <a:gd name="T18" fmla="*/ 136 w 248"/>
                <a:gd name="T19" fmla="*/ 66 h 1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48" h="199">
                  <a:moveTo>
                    <a:pt x="0" y="133"/>
                  </a:moveTo>
                  <a:lnTo>
                    <a:pt x="115" y="199"/>
                  </a:lnTo>
                  <a:lnTo>
                    <a:pt x="115" y="66"/>
                  </a:lnTo>
                  <a:lnTo>
                    <a:pt x="0" y="0"/>
                  </a:lnTo>
                  <a:lnTo>
                    <a:pt x="0" y="133"/>
                  </a:lnTo>
                  <a:close/>
                  <a:moveTo>
                    <a:pt x="136" y="66"/>
                  </a:moveTo>
                  <a:lnTo>
                    <a:pt x="136" y="199"/>
                  </a:lnTo>
                  <a:lnTo>
                    <a:pt x="248" y="133"/>
                  </a:lnTo>
                  <a:lnTo>
                    <a:pt x="248" y="4"/>
                  </a:lnTo>
                  <a:lnTo>
                    <a:pt x="136" y="66"/>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 name="Freeform 7"/>
            <p:cNvSpPr>
              <a:spLocks/>
            </p:cNvSpPr>
            <p:nvPr/>
          </p:nvSpPr>
          <p:spPr bwMode="auto">
            <a:xfrm>
              <a:off x="1228" y="2586"/>
              <a:ext cx="227" cy="133"/>
            </a:xfrm>
            <a:custGeom>
              <a:avLst/>
              <a:gdLst>
                <a:gd name="T0" fmla="*/ 112 w 227"/>
                <a:gd name="T1" fmla="*/ 0 h 133"/>
                <a:gd name="T2" fmla="*/ 0 w 227"/>
                <a:gd name="T3" fmla="*/ 66 h 133"/>
                <a:gd name="T4" fmla="*/ 116 w 227"/>
                <a:gd name="T5" fmla="*/ 133 h 133"/>
                <a:gd name="T6" fmla="*/ 227 w 227"/>
                <a:gd name="T7" fmla="*/ 66 h 133"/>
                <a:gd name="T8" fmla="*/ 112 w 227"/>
                <a:gd name="T9" fmla="*/ 0 h 133"/>
              </a:gdLst>
              <a:ahLst/>
              <a:cxnLst>
                <a:cxn ang="0">
                  <a:pos x="T0" y="T1"/>
                </a:cxn>
                <a:cxn ang="0">
                  <a:pos x="T2" y="T3"/>
                </a:cxn>
                <a:cxn ang="0">
                  <a:pos x="T4" y="T5"/>
                </a:cxn>
                <a:cxn ang="0">
                  <a:pos x="T6" y="T7"/>
                </a:cxn>
                <a:cxn ang="0">
                  <a:pos x="T8" y="T9"/>
                </a:cxn>
              </a:cxnLst>
              <a:rect l="0" t="0" r="r" b="b"/>
              <a:pathLst>
                <a:path w="227" h="133">
                  <a:moveTo>
                    <a:pt x="112" y="0"/>
                  </a:moveTo>
                  <a:lnTo>
                    <a:pt x="0" y="66"/>
                  </a:lnTo>
                  <a:lnTo>
                    <a:pt x="116" y="133"/>
                  </a:lnTo>
                  <a:lnTo>
                    <a:pt x="227" y="66"/>
                  </a:lnTo>
                  <a:lnTo>
                    <a:pt x="112"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 name="Freeform 8"/>
            <p:cNvSpPr>
              <a:spLocks noEditPoints="1"/>
            </p:cNvSpPr>
            <p:nvPr/>
          </p:nvSpPr>
          <p:spPr bwMode="auto">
            <a:xfrm>
              <a:off x="980" y="2466"/>
              <a:ext cx="703" cy="505"/>
            </a:xfrm>
            <a:custGeom>
              <a:avLst/>
              <a:gdLst>
                <a:gd name="T0" fmla="*/ 160 w 170"/>
                <a:gd name="T1" fmla="*/ 10 h 122"/>
                <a:gd name="T2" fmla="*/ 160 w 170"/>
                <a:gd name="T3" fmla="*/ 111 h 122"/>
                <a:gd name="T4" fmla="*/ 11 w 170"/>
                <a:gd name="T5" fmla="*/ 111 h 122"/>
                <a:gd name="T6" fmla="*/ 11 w 170"/>
                <a:gd name="T7" fmla="*/ 10 h 122"/>
                <a:gd name="T8" fmla="*/ 160 w 170"/>
                <a:gd name="T9" fmla="*/ 10 h 122"/>
                <a:gd name="T10" fmla="*/ 161 w 170"/>
                <a:gd name="T11" fmla="*/ 0 h 122"/>
                <a:gd name="T12" fmla="*/ 9 w 170"/>
                <a:gd name="T13" fmla="*/ 0 h 122"/>
                <a:gd name="T14" fmla="*/ 0 w 170"/>
                <a:gd name="T15" fmla="*/ 9 h 122"/>
                <a:gd name="T16" fmla="*/ 0 w 170"/>
                <a:gd name="T17" fmla="*/ 113 h 122"/>
                <a:gd name="T18" fmla="*/ 9 w 170"/>
                <a:gd name="T19" fmla="*/ 122 h 122"/>
                <a:gd name="T20" fmla="*/ 161 w 170"/>
                <a:gd name="T21" fmla="*/ 122 h 122"/>
                <a:gd name="T22" fmla="*/ 170 w 170"/>
                <a:gd name="T23" fmla="*/ 113 h 122"/>
                <a:gd name="T24" fmla="*/ 170 w 170"/>
                <a:gd name="T25" fmla="*/ 9 h 122"/>
                <a:gd name="T26" fmla="*/ 161 w 170"/>
                <a:gd name="T27" fmla="*/ 0 h 1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70" h="122">
                  <a:moveTo>
                    <a:pt x="160" y="10"/>
                  </a:moveTo>
                  <a:cubicBezTo>
                    <a:pt x="160" y="111"/>
                    <a:pt x="160" y="111"/>
                    <a:pt x="160" y="111"/>
                  </a:cubicBezTo>
                  <a:cubicBezTo>
                    <a:pt x="11" y="111"/>
                    <a:pt x="11" y="111"/>
                    <a:pt x="11" y="111"/>
                  </a:cubicBezTo>
                  <a:cubicBezTo>
                    <a:pt x="11" y="10"/>
                    <a:pt x="11" y="10"/>
                    <a:pt x="11" y="10"/>
                  </a:cubicBezTo>
                  <a:cubicBezTo>
                    <a:pt x="160" y="10"/>
                    <a:pt x="160" y="10"/>
                    <a:pt x="160" y="10"/>
                  </a:cubicBezTo>
                  <a:moveTo>
                    <a:pt x="161" y="0"/>
                  </a:moveTo>
                  <a:cubicBezTo>
                    <a:pt x="9" y="0"/>
                    <a:pt x="9" y="0"/>
                    <a:pt x="9" y="0"/>
                  </a:cubicBezTo>
                  <a:cubicBezTo>
                    <a:pt x="4" y="0"/>
                    <a:pt x="0" y="4"/>
                    <a:pt x="0" y="9"/>
                  </a:cubicBezTo>
                  <a:cubicBezTo>
                    <a:pt x="0" y="113"/>
                    <a:pt x="0" y="113"/>
                    <a:pt x="0" y="113"/>
                  </a:cubicBezTo>
                  <a:cubicBezTo>
                    <a:pt x="0" y="118"/>
                    <a:pt x="4" y="122"/>
                    <a:pt x="9" y="122"/>
                  </a:cubicBezTo>
                  <a:cubicBezTo>
                    <a:pt x="161" y="122"/>
                    <a:pt x="161" y="122"/>
                    <a:pt x="161" y="122"/>
                  </a:cubicBezTo>
                  <a:cubicBezTo>
                    <a:pt x="166" y="122"/>
                    <a:pt x="170" y="118"/>
                    <a:pt x="170" y="113"/>
                  </a:cubicBezTo>
                  <a:cubicBezTo>
                    <a:pt x="170" y="9"/>
                    <a:pt x="170" y="9"/>
                    <a:pt x="170" y="9"/>
                  </a:cubicBezTo>
                  <a:cubicBezTo>
                    <a:pt x="170" y="4"/>
                    <a:pt x="166" y="0"/>
                    <a:pt x="161"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214389632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9"/>
                                        </p:tgtEl>
                                        <p:attrNameLst>
                                          <p:attrName>style.visibility</p:attrName>
                                        </p:attrNameLst>
                                      </p:cBhvr>
                                      <p:to>
                                        <p:strVal val="visible"/>
                                      </p:to>
                                    </p:set>
                                    <p:animEffect transition="in" filter="fade">
                                      <p:cBhvr>
                                        <p:cTn id="12" dur="5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29"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111250" y="342900"/>
            <a:ext cx="11080750" cy="957263"/>
          </a:xfrm>
          <a:prstGeom prst="rect">
            <a:avLst/>
          </a:prstGeom>
        </p:spPr>
        <p:txBody>
          <a:bodyPr/>
          <a:lstStyle/>
          <a:p>
            <a:r>
              <a:rPr lang="en-US" dirty="0"/>
              <a:t>VM Extensions</a:t>
            </a:r>
          </a:p>
        </p:txBody>
      </p:sp>
      <p:sp>
        <p:nvSpPr>
          <p:cNvPr id="3" name="Content Placeholder 2"/>
          <p:cNvSpPr>
            <a:spLocks noGrp="1"/>
          </p:cNvSpPr>
          <p:nvPr>
            <p:ph idx="4294967295"/>
          </p:nvPr>
        </p:nvSpPr>
        <p:spPr>
          <a:xfrm>
            <a:off x="1111250" y="1482725"/>
            <a:ext cx="10745470" cy="4419600"/>
          </a:xfrm>
          <a:prstGeom prst="rect">
            <a:avLst/>
          </a:prstGeom>
        </p:spPr>
        <p:txBody>
          <a:bodyPr>
            <a:noAutofit/>
          </a:bodyPr>
          <a:lstStyle/>
          <a:p>
            <a:r>
              <a:rPr lang="en-US" sz="2800" dirty="0"/>
              <a:t>Installable components to customize VM instances</a:t>
            </a:r>
          </a:p>
          <a:p>
            <a:r>
              <a:rPr lang="en-US" sz="2800" dirty="0"/>
              <a:t>Enable various DevOps scenarios</a:t>
            </a:r>
          </a:p>
          <a:p>
            <a:r>
              <a:rPr lang="en-US" sz="2800" dirty="0"/>
              <a:t>Can be added, updated, disabled or removed at any time</a:t>
            </a:r>
          </a:p>
          <a:p>
            <a:r>
              <a:rPr lang="en-US" sz="2800" dirty="0"/>
              <a:t>Managed via portal, Power</a:t>
            </a:r>
            <a:r>
              <a:rPr lang="en-US" altLang="zh-CN" sz="2800" dirty="0"/>
              <a:t>Shell and Management APIs</a:t>
            </a:r>
            <a:endParaRPr lang="en-US" sz="2800" dirty="0"/>
          </a:p>
          <a:p>
            <a:endParaRPr lang="en-US" sz="2800" dirty="0"/>
          </a:p>
          <a:p>
            <a:endParaRPr lang="en-US" sz="2800" dirty="0"/>
          </a:p>
        </p:txBody>
      </p:sp>
      <p:sp>
        <p:nvSpPr>
          <p:cNvPr id="4" name="Slide Number Placeholder 3"/>
          <p:cNvSpPr>
            <a:spLocks noGrp="1"/>
          </p:cNvSpPr>
          <p:nvPr>
            <p:ph type="sldNum" sz="quarter" idx="4294967295"/>
          </p:nvPr>
        </p:nvSpPr>
        <p:spPr>
          <a:xfrm>
            <a:off x="9448800" y="6256338"/>
            <a:ext cx="2743200" cy="365125"/>
          </a:xfrm>
          <a:prstGeom prst="rect">
            <a:avLst/>
          </a:prstGeom>
        </p:spPr>
        <p:txBody>
          <a:bodyPr/>
          <a:lstStyle/>
          <a:p>
            <a:fld id="{0A164282-434E-41D4-9582-783D542A7B68}" type="slidenum">
              <a:rPr lang="en-US" smtClean="0"/>
              <a:pPr/>
              <a:t>32</a:t>
            </a:fld>
            <a:endParaRPr lang="en-US"/>
          </a:p>
        </p:txBody>
      </p:sp>
      <p:sp>
        <p:nvSpPr>
          <p:cNvPr id="8" name="TextBox 7"/>
          <p:cNvSpPr txBox="1"/>
          <p:nvPr/>
        </p:nvSpPr>
        <p:spPr>
          <a:xfrm>
            <a:off x="598120" y="6256216"/>
            <a:ext cx="1792863" cy="369332"/>
          </a:xfrm>
          <a:prstGeom prst="rect">
            <a:avLst/>
          </a:prstGeom>
          <a:noFill/>
        </p:spPr>
        <p:txBody>
          <a:bodyPr wrap="none" rtlCol="0">
            <a:spAutoFit/>
          </a:bodyPr>
          <a:lstStyle/>
          <a:p>
            <a:r>
              <a:rPr lang="en-US" dirty="0">
                <a:solidFill>
                  <a:schemeClr val="bg1"/>
                </a:solidFill>
              </a:rPr>
              <a:t>Microsoft Azure</a:t>
            </a:r>
          </a:p>
        </p:txBody>
      </p:sp>
      <p:pic>
        <p:nvPicPr>
          <p:cNvPr id="6" name="Picture 5"/>
          <p:cNvPicPr>
            <a:picLocks noChangeAspect="1"/>
          </p:cNvPicPr>
          <p:nvPr/>
        </p:nvPicPr>
        <p:blipFill>
          <a:blip r:embed="rId3" cstate="print">
            <a:duotone>
              <a:schemeClr val="accent4">
                <a:shade val="45000"/>
                <a:satMod val="135000"/>
              </a:schemeClr>
              <a:prstClr val="white"/>
            </a:duotone>
            <a:extLst>
              <a:ext uri="{28A0092B-C50C-407E-A947-70E740481C1C}">
                <a14:useLocalDpi xmlns:a14="http://schemas.microsoft.com/office/drawing/2010/main" val="0"/>
              </a:ext>
            </a:extLst>
          </a:blip>
          <a:stretch>
            <a:fillRect/>
          </a:stretch>
        </p:blipFill>
        <p:spPr>
          <a:xfrm>
            <a:off x="4224238" y="3834446"/>
            <a:ext cx="1143519" cy="902236"/>
          </a:xfrm>
          <a:prstGeom prst="rect">
            <a:avLst/>
          </a:prstGeom>
        </p:spPr>
      </p:pic>
      <p:pic>
        <p:nvPicPr>
          <p:cNvPr id="7" name="Picture 6"/>
          <p:cNvPicPr>
            <a:picLocks noChangeAspect="1"/>
          </p:cNvPicPr>
          <p:nvPr/>
        </p:nvPicPr>
        <p:blipFill>
          <a:blip r:embed="rId4" cstate="print">
            <a:duotone>
              <a:schemeClr val="accent4">
                <a:shade val="45000"/>
                <a:satMod val="135000"/>
              </a:schemeClr>
              <a:prstClr val="white"/>
            </a:duotone>
            <a:extLst>
              <a:ext uri="{28A0092B-C50C-407E-A947-70E740481C1C}">
                <a14:useLocalDpi xmlns:a14="http://schemas.microsoft.com/office/drawing/2010/main" val="0"/>
              </a:ext>
            </a:extLst>
          </a:blip>
          <a:stretch>
            <a:fillRect/>
          </a:stretch>
        </p:blipFill>
        <p:spPr>
          <a:xfrm>
            <a:off x="2730785" y="4728735"/>
            <a:ext cx="2410559" cy="1125354"/>
          </a:xfrm>
          <a:prstGeom prst="rect">
            <a:avLst/>
          </a:prstGeom>
        </p:spPr>
      </p:pic>
      <p:pic>
        <p:nvPicPr>
          <p:cNvPr id="9" name="Picture 8"/>
          <p:cNvPicPr>
            <a:picLocks noChangeAspect="1"/>
          </p:cNvPicPr>
          <p:nvPr/>
        </p:nvPicPr>
        <p:blipFill>
          <a:blip r:embed="rId5" cstate="print">
            <a:duotone>
              <a:schemeClr val="accent4">
                <a:shade val="45000"/>
                <a:satMod val="135000"/>
              </a:schemeClr>
              <a:prstClr val="white"/>
            </a:duotone>
            <a:extLst>
              <a:ext uri="{28A0092B-C50C-407E-A947-70E740481C1C}">
                <a14:useLocalDpi xmlns:a14="http://schemas.microsoft.com/office/drawing/2010/main" val="0"/>
              </a:ext>
            </a:extLst>
          </a:blip>
          <a:stretch>
            <a:fillRect/>
          </a:stretch>
        </p:blipFill>
        <p:spPr>
          <a:xfrm>
            <a:off x="5466805" y="4702023"/>
            <a:ext cx="1418503" cy="1173811"/>
          </a:xfrm>
          <a:prstGeom prst="rect">
            <a:avLst/>
          </a:prstGeom>
        </p:spPr>
      </p:pic>
      <p:pic>
        <p:nvPicPr>
          <p:cNvPr id="11" name="Picture 10"/>
          <p:cNvPicPr>
            <a:picLocks noChangeAspect="1"/>
          </p:cNvPicPr>
          <p:nvPr/>
        </p:nvPicPr>
        <p:blipFill rotWithShape="1">
          <a:blip r:embed="rId6">
            <a:duotone>
              <a:schemeClr val="accent4">
                <a:shade val="45000"/>
                <a:satMod val="135000"/>
              </a:schemeClr>
              <a:prstClr val="white"/>
            </a:duotone>
            <a:extLst>
              <a:ext uri="{28A0092B-C50C-407E-A947-70E740481C1C}">
                <a14:useLocalDpi xmlns:a14="http://schemas.microsoft.com/office/drawing/2010/main" val="0"/>
              </a:ext>
            </a:extLst>
          </a:blip>
          <a:srcRect r="4849"/>
          <a:stretch/>
        </p:blipFill>
        <p:spPr>
          <a:xfrm>
            <a:off x="5933993" y="3751390"/>
            <a:ext cx="2640040" cy="1020533"/>
          </a:xfrm>
          <a:prstGeom prst="rect">
            <a:avLst/>
          </a:prstGeom>
        </p:spPr>
      </p:pic>
      <p:pic>
        <p:nvPicPr>
          <p:cNvPr id="12" name="Picture 11"/>
          <p:cNvPicPr>
            <a:picLocks noChangeAspect="1"/>
          </p:cNvPicPr>
          <p:nvPr/>
        </p:nvPicPr>
        <p:blipFill>
          <a:blip r:embed="rId7">
            <a:duotone>
              <a:schemeClr val="accent4">
                <a:shade val="45000"/>
                <a:satMod val="135000"/>
              </a:schemeClr>
              <a:prstClr val="white"/>
            </a:duotone>
            <a:extLst>
              <a:ext uri="{28A0092B-C50C-407E-A947-70E740481C1C}">
                <a14:useLocalDpi xmlns:a14="http://schemas.microsoft.com/office/drawing/2010/main" val="0"/>
              </a:ext>
            </a:extLst>
          </a:blip>
          <a:stretch>
            <a:fillRect/>
          </a:stretch>
        </p:blipFill>
        <p:spPr>
          <a:xfrm>
            <a:off x="7622717" y="4860800"/>
            <a:ext cx="1017771" cy="1017771"/>
          </a:xfrm>
          <a:prstGeom prst="rect">
            <a:avLst/>
          </a:prstGeom>
        </p:spPr>
      </p:pic>
      <p:pic>
        <p:nvPicPr>
          <p:cNvPr id="13" name="Picture 12"/>
          <p:cNvPicPr>
            <a:picLocks noChangeAspect="1"/>
          </p:cNvPicPr>
          <p:nvPr/>
        </p:nvPicPr>
        <p:blipFill>
          <a:blip r:embed="rId8">
            <a:duotone>
              <a:schemeClr val="accent4">
                <a:shade val="45000"/>
                <a:satMod val="135000"/>
              </a:schemeClr>
              <a:prstClr val="white"/>
            </a:duotone>
            <a:extLst>
              <a:ext uri="{28A0092B-C50C-407E-A947-70E740481C1C}">
                <a14:useLocalDpi xmlns:a14="http://schemas.microsoft.com/office/drawing/2010/main" val="0"/>
              </a:ext>
            </a:extLst>
          </a:blip>
          <a:stretch>
            <a:fillRect/>
          </a:stretch>
        </p:blipFill>
        <p:spPr>
          <a:xfrm>
            <a:off x="2675069" y="3898148"/>
            <a:ext cx="873775" cy="873775"/>
          </a:xfrm>
          <a:prstGeom prst="rect">
            <a:avLst/>
          </a:prstGeom>
        </p:spPr>
      </p:pic>
    </p:spTree>
    <p:extLst>
      <p:ext uri="{BB962C8B-B14F-4D97-AF65-F5344CB8AC3E}">
        <p14:creationId xmlns:p14="http://schemas.microsoft.com/office/powerpoint/2010/main" val="14145966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p:cTn id="7" dur="250" fill="hold"/>
                                        <p:tgtEl>
                                          <p:spTgt spid="6"/>
                                        </p:tgtEl>
                                        <p:attrNameLst>
                                          <p:attrName>ppt_w</p:attrName>
                                        </p:attrNameLst>
                                      </p:cBhvr>
                                      <p:tavLst>
                                        <p:tav tm="0">
                                          <p:val>
                                            <p:fltVal val="0"/>
                                          </p:val>
                                        </p:tav>
                                        <p:tav tm="100000">
                                          <p:val>
                                            <p:strVal val="#ppt_w"/>
                                          </p:val>
                                        </p:tav>
                                      </p:tavLst>
                                    </p:anim>
                                    <p:anim calcmode="lin" valueType="num">
                                      <p:cBhvr>
                                        <p:cTn id="8" dur="250" fill="hold"/>
                                        <p:tgtEl>
                                          <p:spTgt spid="6"/>
                                        </p:tgtEl>
                                        <p:attrNameLst>
                                          <p:attrName>ppt_h</p:attrName>
                                        </p:attrNameLst>
                                      </p:cBhvr>
                                      <p:tavLst>
                                        <p:tav tm="0">
                                          <p:val>
                                            <p:fltVal val="0"/>
                                          </p:val>
                                        </p:tav>
                                        <p:tav tm="100000">
                                          <p:val>
                                            <p:strVal val="#ppt_h"/>
                                          </p:val>
                                        </p:tav>
                                      </p:tavLst>
                                    </p:anim>
                                    <p:anim calcmode="lin" valueType="num">
                                      <p:cBhvr>
                                        <p:cTn id="9" dur="250" fill="hold"/>
                                        <p:tgtEl>
                                          <p:spTgt spid="6"/>
                                        </p:tgtEl>
                                        <p:attrNameLst>
                                          <p:attrName>style.rotation</p:attrName>
                                        </p:attrNameLst>
                                      </p:cBhvr>
                                      <p:tavLst>
                                        <p:tav tm="0">
                                          <p:val>
                                            <p:fltVal val="90"/>
                                          </p:val>
                                        </p:tav>
                                        <p:tav tm="100000">
                                          <p:val>
                                            <p:fltVal val="0"/>
                                          </p:val>
                                        </p:tav>
                                      </p:tavLst>
                                    </p:anim>
                                    <p:animEffect transition="in" filter="fade">
                                      <p:cBhvr>
                                        <p:cTn id="10" dur="250"/>
                                        <p:tgtEl>
                                          <p:spTgt spid="6"/>
                                        </p:tgtEl>
                                      </p:cBhvr>
                                    </p:animEffect>
                                  </p:childTnLst>
                                </p:cTn>
                              </p:par>
                              <p:par>
                                <p:cTn id="11" presetID="31" presetClass="entr" presetSubtype="0" fill="hold" nodeType="withEffect">
                                  <p:stCondLst>
                                    <p:cond delay="0"/>
                                  </p:stCondLst>
                                  <p:childTnLst>
                                    <p:set>
                                      <p:cBhvr>
                                        <p:cTn id="12" dur="1" fill="hold">
                                          <p:stCondLst>
                                            <p:cond delay="0"/>
                                          </p:stCondLst>
                                        </p:cTn>
                                        <p:tgtEl>
                                          <p:spTgt spid="7"/>
                                        </p:tgtEl>
                                        <p:attrNameLst>
                                          <p:attrName>style.visibility</p:attrName>
                                        </p:attrNameLst>
                                      </p:cBhvr>
                                      <p:to>
                                        <p:strVal val="visible"/>
                                      </p:to>
                                    </p:set>
                                    <p:anim calcmode="lin" valueType="num">
                                      <p:cBhvr>
                                        <p:cTn id="13" dur="250" fill="hold"/>
                                        <p:tgtEl>
                                          <p:spTgt spid="7"/>
                                        </p:tgtEl>
                                        <p:attrNameLst>
                                          <p:attrName>ppt_w</p:attrName>
                                        </p:attrNameLst>
                                      </p:cBhvr>
                                      <p:tavLst>
                                        <p:tav tm="0">
                                          <p:val>
                                            <p:fltVal val="0"/>
                                          </p:val>
                                        </p:tav>
                                        <p:tav tm="100000">
                                          <p:val>
                                            <p:strVal val="#ppt_w"/>
                                          </p:val>
                                        </p:tav>
                                      </p:tavLst>
                                    </p:anim>
                                    <p:anim calcmode="lin" valueType="num">
                                      <p:cBhvr>
                                        <p:cTn id="14" dur="250" fill="hold"/>
                                        <p:tgtEl>
                                          <p:spTgt spid="7"/>
                                        </p:tgtEl>
                                        <p:attrNameLst>
                                          <p:attrName>ppt_h</p:attrName>
                                        </p:attrNameLst>
                                      </p:cBhvr>
                                      <p:tavLst>
                                        <p:tav tm="0">
                                          <p:val>
                                            <p:fltVal val="0"/>
                                          </p:val>
                                        </p:tav>
                                        <p:tav tm="100000">
                                          <p:val>
                                            <p:strVal val="#ppt_h"/>
                                          </p:val>
                                        </p:tav>
                                      </p:tavLst>
                                    </p:anim>
                                    <p:anim calcmode="lin" valueType="num">
                                      <p:cBhvr>
                                        <p:cTn id="15" dur="250" fill="hold"/>
                                        <p:tgtEl>
                                          <p:spTgt spid="7"/>
                                        </p:tgtEl>
                                        <p:attrNameLst>
                                          <p:attrName>style.rotation</p:attrName>
                                        </p:attrNameLst>
                                      </p:cBhvr>
                                      <p:tavLst>
                                        <p:tav tm="0">
                                          <p:val>
                                            <p:fltVal val="90"/>
                                          </p:val>
                                        </p:tav>
                                        <p:tav tm="100000">
                                          <p:val>
                                            <p:fltVal val="0"/>
                                          </p:val>
                                        </p:tav>
                                      </p:tavLst>
                                    </p:anim>
                                    <p:animEffect transition="in" filter="fade">
                                      <p:cBhvr>
                                        <p:cTn id="16" dur="250"/>
                                        <p:tgtEl>
                                          <p:spTgt spid="7"/>
                                        </p:tgtEl>
                                      </p:cBhvr>
                                    </p:animEffect>
                                  </p:childTnLst>
                                </p:cTn>
                              </p:par>
                              <p:par>
                                <p:cTn id="17" presetID="31" presetClass="entr" presetSubtype="0" fill="hold" nodeType="withEffect">
                                  <p:stCondLst>
                                    <p:cond delay="0"/>
                                  </p:stCondLst>
                                  <p:childTnLst>
                                    <p:set>
                                      <p:cBhvr>
                                        <p:cTn id="18" dur="1" fill="hold">
                                          <p:stCondLst>
                                            <p:cond delay="0"/>
                                          </p:stCondLst>
                                        </p:cTn>
                                        <p:tgtEl>
                                          <p:spTgt spid="9"/>
                                        </p:tgtEl>
                                        <p:attrNameLst>
                                          <p:attrName>style.visibility</p:attrName>
                                        </p:attrNameLst>
                                      </p:cBhvr>
                                      <p:to>
                                        <p:strVal val="visible"/>
                                      </p:to>
                                    </p:set>
                                    <p:anim calcmode="lin" valueType="num">
                                      <p:cBhvr>
                                        <p:cTn id="19" dur="250" fill="hold"/>
                                        <p:tgtEl>
                                          <p:spTgt spid="9"/>
                                        </p:tgtEl>
                                        <p:attrNameLst>
                                          <p:attrName>ppt_w</p:attrName>
                                        </p:attrNameLst>
                                      </p:cBhvr>
                                      <p:tavLst>
                                        <p:tav tm="0">
                                          <p:val>
                                            <p:fltVal val="0"/>
                                          </p:val>
                                        </p:tav>
                                        <p:tav tm="100000">
                                          <p:val>
                                            <p:strVal val="#ppt_w"/>
                                          </p:val>
                                        </p:tav>
                                      </p:tavLst>
                                    </p:anim>
                                    <p:anim calcmode="lin" valueType="num">
                                      <p:cBhvr>
                                        <p:cTn id="20" dur="250" fill="hold"/>
                                        <p:tgtEl>
                                          <p:spTgt spid="9"/>
                                        </p:tgtEl>
                                        <p:attrNameLst>
                                          <p:attrName>ppt_h</p:attrName>
                                        </p:attrNameLst>
                                      </p:cBhvr>
                                      <p:tavLst>
                                        <p:tav tm="0">
                                          <p:val>
                                            <p:fltVal val="0"/>
                                          </p:val>
                                        </p:tav>
                                        <p:tav tm="100000">
                                          <p:val>
                                            <p:strVal val="#ppt_h"/>
                                          </p:val>
                                        </p:tav>
                                      </p:tavLst>
                                    </p:anim>
                                    <p:anim calcmode="lin" valueType="num">
                                      <p:cBhvr>
                                        <p:cTn id="21" dur="250" fill="hold"/>
                                        <p:tgtEl>
                                          <p:spTgt spid="9"/>
                                        </p:tgtEl>
                                        <p:attrNameLst>
                                          <p:attrName>style.rotation</p:attrName>
                                        </p:attrNameLst>
                                      </p:cBhvr>
                                      <p:tavLst>
                                        <p:tav tm="0">
                                          <p:val>
                                            <p:fltVal val="90"/>
                                          </p:val>
                                        </p:tav>
                                        <p:tav tm="100000">
                                          <p:val>
                                            <p:fltVal val="0"/>
                                          </p:val>
                                        </p:tav>
                                      </p:tavLst>
                                    </p:anim>
                                    <p:animEffect transition="in" filter="fade">
                                      <p:cBhvr>
                                        <p:cTn id="22" dur="250"/>
                                        <p:tgtEl>
                                          <p:spTgt spid="9"/>
                                        </p:tgtEl>
                                      </p:cBhvr>
                                    </p:animEffect>
                                  </p:childTnLst>
                                </p:cTn>
                              </p:par>
                              <p:par>
                                <p:cTn id="23" presetID="31" presetClass="entr" presetSubtype="0" fill="hold" nodeType="withEffect">
                                  <p:stCondLst>
                                    <p:cond delay="0"/>
                                  </p:stCondLst>
                                  <p:childTnLst>
                                    <p:set>
                                      <p:cBhvr>
                                        <p:cTn id="24" dur="1" fill="hold">
                                          <p:stCondLst>
                                            <p:cond delay="0"/>
                                          </p:stCondLst>
                                        </p:cTn>
                                        <p:tgtEl>
                                          <p:spTgt spid="11"/>
                                        </p:tgtEl>
                                        <p:attrNameLst>
                                          <p:attrName>style.visibility</p:attrName>
                                        </p:attrNameLst>
                                      </p:cBhvr>
                                      <p:to>
                                        <p:strVal val="visible"/>
                                      </p:to>
                                    </p:set>
                                    <p:anim calcmode="lin" valueType="num">
                                      <p:cBhvr>
                                        <p:cTn id="25" dur="250" fill="hold"/>
                                        <p:tgtEl>
                                          <p:spTgt spid="11"/>
                                        </p:tgtEl>
                                        <p:attrNameLst>
                                          <p:attrName>ppt_w</p:attrName>
                                        </p:attrNameLst>
                                      </p:cBhvr>
                                      <p:tavLst>
                                        <p:tav tm="0">
                                          <p:val>
                                            <p:fltVal val="0"/>
                                          </p:val>
                                        </p:tav>
                                        <p:tav tm="100000">
                                          <p:val>
                                            <p:strVal val="#ppt_w"/>
                                          </p:val>
                                        </p:tav>
                                      </p:tavLst>
                                    </p:anim>
                                    <p:anim calcmode="lin" valueType="num">
                                      <p:cBhvr>
                                        <p:cTn id="26" dur="250" fill="hold"/>
                                        <p:tgtEl>
                                          <p:spTgt spid="11"/>
                                        </p:tgtEl>
                                        <p:attrNameLst>
                                          <p:attrName>ppt_h</p:attrName>
                                        </p:attrNameLst>
                                      </p:cBhvr>
                                      <p:tavLst>
                                        <p:tav tm="0">
                                          <p:val>
                                            <p:fltVal val="0"/>
                                          </p:val>
                                        </p:tav>
                                        <p:tav tm="100000">
                                          <p:val>
                                            <p:strVal val="#ppt_h"/>
                                          </p:val>
                                        </p:tav>
                                      </p:tavLst>
                                    </p:anim>
                                    <p:anim calcmode="lin" valueType="num">
                                      <p:cBhvr>
                                        <p:cTn id="27" dur="250" fill="hold"/>
                                        <p:tgtEl>
                                          <p:spTgt spid="11"/>
                                        </p:tgtEl>
                                        <p:attrNameLst>
                                          <p:attrName>style.rotation</p:attrName>
                                        </p:attrNameLst>
                                      </p:cBhvr>
                                      <p:tavLst>
                                        <p:tav tm="0">
                                          <p:val>
                                            <p:fltVal val="90"/>
                                          </p:val>
                                        </p:tav>
                                        <p:tav tm="100000">
                                          <p:val>
                                            <p:fltVal val="0"/>
                                          </p:val>
                                        </p:tav>
                                      </p:tavLst>
                                    </p:anim>
                                    <p:animEffect transition="in" filter="fade">
                                      <p:cBhvr>
                                        <p:cTn id="28" dur="250"/>
                                        <p:tgtEl>
                                          <p:spTgt spid="11"/>
                                        </p:tgtEl>
                                      </p:cBhvr>
                                    </p:animEffect>
                                  </p:childTnLst>
                                </p:cTn>
                              </p:par>
                              <p:par>
                                <p:cTn id="29" presetID="31" presetClass="entr" presetSubtype="0" fill="hold" nodeType="withEffect">
                                  <p:stCondLst>
                                    <p:cond delay="0"/>
                                  </p:stCondLst>
                                  <p:childTnLst>
                                    <p:set>
                                      <p:cBhvr>
                                        <p:cTn id="30" dur="1" fill="hold">
                                          <p:stCondLst>
                                            <p:cond delay="0"/>
                                          </p:stCondLst>
                                        </p:cTn>
                                        <p:tgtEl>
                                          <p:spTgt spid="12"/>
                                        </p:tgtEl>
                                        <p:attrNameLst>
                                          <p:attrName>style.visibility</p:attrName>
                                        </p:attrNameLst>
                                      </p:cBhvr>
                                      <p:to>
                                        <p:strVal val="visible"/>
                                      </p:to>
                                    </p:set>
                                    <p:anim calcmode="lin" valueType="num">
                                      <p:cBhvr>
                                        <p:cTn id="31" dur="250" fill="hold"/>
                                        <p:tgtEl>
                                          <p:spTgt spid="12"/>
                                        </p:tgtEl>
                                        <p:attrNameLst>
                                          <p:attrName>ppt_w</p:attrName>
                                        </p:attrNameLst>
                                      </p:cBhvr>
                                      <p:tavLst>
                                        <p:tav tm="0">
                                          <p:val>
                                            <p:fltVal val="0"/>
                                          </p:val>
                                        </p:tav>
                                        <p:tav tm="100000">
                                          <p:val>
                                            <p:strVal val="#ppt_w"/>
                                          </p:val>
                                        </p:tav>
                                      </p:tavLst>
                                    </p:anim>
                                    <p:anim calcmode="lin" valueType="num">
                                      <p:cBhvr>
                                        <p:cTn id="32" dur="250" fill="hold"/>
                                        <p:tgtEl>
                                          <p:spTgt spid="12"/>
                                        </p:tgtEl>
                                        <p:attrNameLst>
                                          <p:attrName>ppt_h</p:attrName>
                                        </p:attrNameLst>
                                      </p:cBhvr>
                                      <p:tavLst>
                                        <p:tav tm="0">
                                          <p:val>
                                            <p:fltVal val="0"/>
                                          </p:val>
                                        </p:tav>
                                        <p:tav tm="100000">
                                          <p:val>
                                            <p:strVal val="#ppt_h"/>
                                          </p:val>
                                        </p:tav>
                                      </p:tavLst>
                                    </p:anim>
                                    <p:anim calcmode="lin" valueType="num">
                                      <p:cBhvr>
                                        <p:cTn id="33" dur="250" fill="hold"/>
                                        <p:tgtEl>
                                          <p:spTgt spid="12"/>
                                        </p:tgtEl>
                                        <p:attrNameLst>
                                          <p:attrName>style.rotation</p:attrName>
                                        </p:attrNameLst>
                                      </p:cBhvr>
                                      <p:tavLst>
                                        <p:tav tm="0">
                                          <p:val>
                                            <p:fltVal val="90"/>
                                          </p:val>
                                        </p:tav>
                                        <p:tav tm="100000">
                                          <p:val>
                                            <p:fltVal val="0"/>
                                          </p:val>
                                        </p:tav>
                                      </p:tavLst>
                                    </p:anim>
                                    <p:animEffect transition="in" filter="fade">
                                      <p:cBhvr>
                                        <p:cTn id="34" dur="250"/>
                                        <p:tgtEl>
                                          <p:spTgt spid="12"/>
                                        </p:tgtEl>
                                      </p:cBhvr>
                                    </p:animEffect>
                                  </p:childTnLst>
                                </p:cTn>
                              </p:par>
                              <p:par>
                                <p:cTn id="35" presetID="31" presetClass="entr" presetSubtype="0" fill="hold" nodeType="withEffect">
                                  <p:stCondLst>
                                    <p:cond delay="0"/>
                                  </p:stCondLst>
                                  <p:childTnLst>
                                    <p:set>
                                      <p:cBhvr>
                                        <p:cTn id="36" dur="1" fill="hold">
                                          <p:stCondLst>
                                            <p:cond delay="0"/>
                                          </p:stCondLst>
                                        </p:cTn>
                                        <p:tgtEl>
                                          <p:spTgt spid="13"/>
                                        </p:tgtEl>
                                        <p:attrNameLst>
                                          <p:attrName>style.visibility</p:attrName>
                                        </p:attrNameLst>
                                      </p:cBhvr>
                                      <p:to>
                                        <p:strVal val="visible"/>
                                      </p:to>
                                    </p:set>
                                    <p:anim calcmode="lin" valueType="num">
                                      <p:cBhvr>
                                        <p:cTn id="37" dur="250" fill="hold"/>
                                        <p:tgtEl>
                                          <p:spTgt spid="13"/>
                                        </p:tgtEl>
                                        <p:attrNameLst>
                                          <p:attrName>ppt_w</p:attrName>
                                        </p:attrNameLst>
                                      </p:cBhvr>
                                      <p:tavLst>
                                        <p:tav tm="0">
                                          <p:val>
                                            <p:fltVal val="0"/>
                                          </p:val>
                                        </p:tav>
                                        <p:tav tm="100000">
                                          <p:val>
                                            <p:strVal val="#ppt_w"/>
                                          </p:val>
                                        </p:tav>
                                      </p:tavLst>
                                    </p:anim>
                                    <p:anim calcmode="lin" valueType="num">
                                      <p:cBhvr>
                                        <p:cTn id="38" dur="250" fill="hold"/>
                                        <p:tgtEl>
                                          <p:spTgt spid="13"/>
                                        </p:tgtEl>
                                        <p:attrNameLst>
                                          <p:attrName>ppt_h</p:attrName>
                                        </p:attrNameLst>
                                      </p:cBhvr>
                                      <p:tavLst>
                                        <p:tav tm="0">
                                          <p:val>
                                            <p:fltVal val="0"/>
                                          </p:val>
                                        </p:tav>
                                        <p:tav tm="100000">
                                          <p:val>
                                            <p:strVal val="#ppt_h"/>
                                          </p:val>
                                        </p:tav>
                                      </p:tavLst>
                                    </p:anim>
                                    <p:anim calcmode="lin" valueType="num">
                                      <p:cBhvr>
                                        <p:cTn id="39" dur="250" fill="hold"/>
                                        <p:tgtEl>
                                          <p:spTgt spid="13"/>
                                        </p:tgtEl>
                                        <p:attrNameLst>
                                          <p:attrName>style.rotation</p:attrName>
                                        </p:attrNameLst>
                                      </p:cBhvr>
                                      <p:tavLst>
                                        <p:tav tm="0">
                                          <p:val>
                                            <p:fltVal val="90"/>
                                          </p:val>
                                        </p:tav>
                                        <p:tav tm="100000">
                                          <p:val>
                                            <p:fltVal val="0"/>
                                          </p:val>
                                        </p:tav>
                                      </p:tavLst>
                                    </p:anim>
                                    <p:animEffect transition="in" filter="fade">
                                      <p:cBhvr>
                                        <p:cTn id="40" dur="25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40981" y="2716214"/>
            <a:ext cx="10086517" cy="917575"/>
          </a:xfrm>
          <a:prstGeom prst="rect">
            <a:avLst/>
          </a:prstGeom>
        </p:spPr>
        <p:txBody>
          <a:bodyPr/>
          <a:lstStyle/>
          <a:p>
            <a:r>
              <a:rPr lang="en-US" dirty="0"/>
              <a:t>Demo: </a:t>
            </a:r>
            <a:r>
              <a:rPr lang="en-US" altLang="zh-CN" dirty="0"/>
              <a:t>Add an extension to a VM instance</a:t>
            </a:r>
            <a:endParaRPr lang="en-US" dirty="0"/>
          </a:p>
        </p:txBody>
      </p:sp>
    </p:spTree>
    <p:extLst>
      <p:ext uri="{BB962C8B-B14F-4D97-AF65-F5344CB8AC3E}">
        <p14:creationId xmlns:p14="http://schemas.microsoft.com/office/powerpoint/2010/main" val="31682338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ubtitle 5"/>
          <p:cNvSpPr>
            <a:spLocks noGrp="1"/>
          </p:cNvSpPr>
          <p:nvPr>
            <p:ph type="body" sz="quarter" idx="12"/>
          </p:nvPr>
        </p:nvSpPr>
        <p:spPr>
          <a:xfrm>
            <a:off x="4363134" y="3873501"/>
            <a:ext cx="3465732" cy="1536699"/>
          </a:xfrm>
          <a:prstGeom prst="rect">
            <a:avLst/>
          </a:prstGeom>
        </p:spPr>
        <p:txBody>
          <a:bodyPr anchor="ctr">
            <a:noAutofit/>
          </a:bodyPr>
          <a:lstStyle/>
          <a:p>
            <a:pPr marL="571500" indent="-571500">
              <a:buClr>
                <a:srgbClr val="92D050"/>
              </a:buClr>
              <a:buFont typeface="Wingdings" panose="05000000000000000000" pitchFamily="2" charset="2"/>
              <a:buChar char="à"/>
            </a:pPr>
            <a:r>
              <a:rPr lang="en-US" altLang="zh-CN" dirty="0">
                <a:solidFill>
                  <a:schemeClr val="tx1"/>
                </a:solidFill>
                <a:latin typeface="+mj-lt"/>
                <a:sym typeface="Wingdings" panose="05000000000000000000" pitchFamily="2" charset="2"/>
              </a:rPr>
              <a:t>OS Disks</a:t>
            </a:r>
          </a:p>
          <a:p>
            <a:pPr marL="571500" indent="-571500">
              <a:buClr>
                <a:srgbClr val="92D050"/>
              </a:buClr>
              <a:buFont typeface="Wingdings" panose="05000000000000000000" pitchFamily="2" charset="2"/>
              <a:buChar char="à"/>
            </a:pPr>
            <a:r>
              <a:rPr lang="en-US" altLang="zh-CN" dirty="0">
                <a:solidFill>
                  <a:schemeClr val="tx1"/>
                </a:solidFill>
                <a:latin typeface="+mj-lt"/>
                <a:sym typeface="Wingdings" panose="05000000000000000000" pitchFamily="2" charset="2"/>
              </a:rPr>
              <a:t>Data Disks</a:t>
            </a:r>
            <a:endParaRPr lang="en-US" altLang="zh-CN" dirty="0">
              <a:solidFill>
                <a:schemeClr val="tx1"/>
              </a:solidFill>
              <a:sym typeface="Wingdings" panose="05000000000000000000" pitchFamily="2" charset="2"/>
            </a:endParaRPr>
          </a:p>
        </p:txBody>
      </p:sp>
      <p:sp>
        <p:nvSpPr>
          <p:cNvPr id="5" name="Title 4"/>
          <p:cNvSpPr>
            <a:spLocks noGrp="1"/>
          </p:cNvSpPr>
          <p:nvPr>
            <p:ph type="title"/>
          </p:nvPr>
        </p:nvSpPr>
        <p:spPr>
          <a:prstGeom prst="rect">
            <a:avLst/>
          </a:prstGeom>
        </p:spPr>
        <p:txBody>
          <a:bodyPr>
            <a:normAutofit fontScale="90000"/>
          </a:bodyPr>
          <a:lstStyle/>
          <a:p>
            <a:r>
              <a:rPr lang="en-US" altLang="zh-CN" sz="6600" dirty="0">
                <a:solidFill>
                  <a:schemeClr val="bg2"/>
                </a:solidFill>
              </a:rPr>
              <a:t>Data Persistence</a:t>
            </a:r>
            <a:endParaRPr lang="en-US" sz="6600" dirty="0">
              <a:solidFill>
                <a:schemeClr val="bg2"/>
              </a:solidFill>
            </a:endParaRPr>
          </a:p>
        </p:txBody>
      </p:sp>
    </p:spTree>
    <p:extLst>
      <p:ext uri="{BB962C8B-B14F-4D97-AF65-F5344CB8AC3E}">
        <p14:creationId xmlns:p14="http://schemas.microsoft.com/office/powerpoint/2010/main" val="11180515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fade">
                                      <p:cBhvr>
                                        <p:cTn id="7" dur="500"/>
                                        <p:tgtEl>
                                          <p:spTgt spid="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
                                            <p:txEl>
                                              <p:pRg st="1" end="1"/>
                                            </p:txEl>
                                          </p:spTgt>
                                        </p:tgtEl>
                                        <p:attrNameLst>
                                          <p:attrName>style.visibility</p:attrName>
                                        </p:attrNameLst>
                                      </p:cBhvr>
                                      <p:to>
                                        <p:strVal val="visible"/>
                                      </p:to>
                                    </p:set>
                                    <p:animEffect transition="in" filter="fade">
                                      <p:cBhvr>
                                        <p:cTn id="12" dur="500"/>
                                        <p:tgtEl>
                                          <p:spTgt spid="6">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uiExpand="1" build="p"/>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prstGeom prst="rect">
            <a:avLst/>
          </a:prstGeom>
        </p:spPr>
        <p:txBody>
          <a:bodyPr/>
          <a:lstStyle/>
          <a:p>
            <a:r>
              <a:rPr lang="en-US" dirty="0"/>
              <a:t>Disks and Images</a:t>
            </a:r>
          </a:p>
        </p:txBody>
      </p:sp>
      <p:grpSp>
        <p:nvGrpSpPr>
          <p:cNvPr id="4" name="Group 3"/>
          <p:cNvGrpSpPr/>
          <p:nvPr/>
        </p:nvGrpSpPr>
        <p:grpSpPr>
          <a:xfrm>
            <a:off x="1597778" y="538637"/>
            <a:ext cx="8996445" cy="4627818"/>
            <a:chOff x="1597778" y="584357"/>
            <a:chExt cx="8996445" cy="4627818"/>
          </a:xfrm>
        </p:grpSpPr>
        <p:sp>
          <p:nvSpPr>
            <p:cNvPr id="9" name="Rectangle 8"/>
            <p:cNvSpPr/>
            <p:nvPr/>
          </p:nvSpPr>
          <p:spPr bwMode="auto">
            <a:xfrm>
              <a:off x="3761505" y="584357"/>
              <a:ext cx="6832717" cy="2138899"/>
            </a:xfrm>
            <a:prstGeom prst="rect">
              <a:avLst/>
            </a:prstGeom>
            <a:solidFill>
              <a:schemeClr val="bg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121862" tIns="60931" rIns="121862" bIns="60931" numCol="1" rtlCol="0" anchor="ctr" anchorCtr="0" compatLnSpc="1">
              <a:prstTxWarp prst="textNoShape">
                <a:avLst/>
              </a:prstTxWarp>
            </a:bodyPr>
            <a:lstStyle/>
            <a:p>
              <a:pPr algn="ctr" defTabSz="1218291" fontAlgn="base">
                <a:spcBef>
                  <a:spcPct val="0"/>
                </a:spcBef>
                <a:spcAft>
                  <a:spcPct val="0"/>
                </a:spcAft>
              </a:pPr>
              <a:endParaRPr lang="en-US" sz="2933" dirty="0">
                <a:gradFill>
                  <a:gsLst>
                    <a:gs pos="0">
                      <a:srgbClr val="FFFFFF"/>
                    </a:gs>
                    <a:gs pos="100000">
                      <a:srgbClr val="FFFFFF"/>
                    </a:gs>
                  </a:gsLst>
                  <a:lin ang="5400000" scaled="0"/>
                </a:gradFill>
              </a:endParaRPr>
            </a:p>
          </p:txBody>
        </p:sp>
        <p:grpSp>
          <p:nvGrpSpPr>
            <p:cNvPr id="6" name="Group 5"/>
            <p:cNvGrpSpPr/>
            <p:nvPr/>
          </p:nvGrpSpPr>
          <p:grpSpPr>
            <a:xfrm>
              <a:off x="1597778" y="584357"/>
              <a:ext cx="2081170" cy="2138899"/>
              <a:chOff x="829782" y="750015"/>
              <a:chExt cx="1758428" cy="1807205"/>
            </a:xfrm>
          </p:grpSpPr>
          <p:sp>
            <p:nvSpPr>
              <p:cNvPr id="27" name="Rectangle 26"/>
              <p:cNvSpPr/>
              <p:nvPr/>
            </p:nvSpPr>
            <p:spPr bwMode="auto">
              <a:xfrm>
                <a:off x="829782" y="750015"/>
                <a:ext cx="1758428" cy="1807205"/>
              </a:xfrm>
              <a:prstGeom prst="rect">
                <a:avLst/>
              </a:prstGeom>
              <a:solidFill>
                <a:schemeClr val="accent2"/>
              </a:solidFill>
              <a:ln w="9525" cap="flat" cmpd="sng" algn="ctr">
                <a:noFill/>
                <a:prstDash val="solid"/>
                <a:headEnd type="none" w="med" len="med"/>
                <a:tailEnd type="none" w="med" len="med"/>
              </a:ln>
              <a:effectLst/>
            </p:spPr>
            <p:txBody>
              <a:bodyPr vert="horz" wrap="square" lIns="121878" tIns="121878" rIns="121878" bIns="121878" numCol="1" rtlCol="0" anchor="t" anchorCtr="0" compatLnSpc="1">
                <a:prstTxWarp prst="textNoShape">
                  <a:avLst/>
                </a:prstTxWarp>
              </a:bodyPr>
              <a:lstStyle/>
              <a:p>
                <a:pPr lvl="0">
                  <a:lnSpc>
                    <a:spcPct val="90000"/>
                  </a:lnSpc>
                  <a:buSzPct val="90000"/>
                  <a:defRPr/>
                </a:pPr>
                <a:r>
                  <a:rPr lang="en-US" sz="2800" b="1" u="sng" kern="0" dirty="0">
                    <a:gradFill>
                      <a:gsLst>
                        <a:gs pos="85000">
                          <a:srgbClr val="FFFFFF"/>
                        </a:gs>
                        <a:gs pos="0">
                          <a:srgbClr val="FFFFFF"/>
                        </a:gs>
                      </a:gsLst>
                      <a:lin ang="5400000" scaled="0"/>
                    </a:gradFill>
                    <a:latin typeface="Segoe UI Light" pitchFamily="34" charset="0"/>
                    <a:ea typeface="Segoe UI" pitchFamily="34" charset="0"/>
                    <a:cs typeface="Segoe UI" pitchFamily="34" charset="0"/>
                  </a:rPr>
                  <a:t>OS Images</a:t>
                </a:r>
              </a:p>
              <a:p>
                <a:pPr marL="380841" indent="-380841">
                  <a:lnSpc>
                    <a:spcPct val="90000"/>
                  </a:lnSpc>
                  <a:buSzPct val="90000"/>
                  <a:buFont typeface="Arial" pitchFamily="34" charset="0"/>
                  <a:buChar char="•"/>
                  <a:defRPr/>
                </a:pPr>
                <a:endParaRPr lang="en-US" sz="1200" b="1" kern="0" dirty="0">
                  <a:gradFill>
                    <a:gsLst>
                      <a:gs pos="85000">
                        <a:srgbClr val="FFFFFF"/>
                      </a:gs>
                      <a:gs pos="0">
                        <a:srgbClr val="FFFFFF"/>
                      </a:gs>
                    </a:gsLst>
                    <a:lin ang="5400000" scaled="0"/>
                  </a:gradFill>
                  <a:latin typeface="Segoe UI Light" pitchFamily="34" charset="0"/>
                  <a:ea typeface="Segoe UI" pitchFamily="34" charset="0"/>
                  <a:cs typeface="Segoe UI" pitchFamily="34" charset="0"/>
                </a:endParaRPr>
              </a:p>
              <a:p>
                <a:pPr marL="380841" indent="-380841">
                  <a:lnSpc>
                    <a:spcPct val="90000"/>
                  </a:lnSpc>
                  <a:buSzPct val="90000"/>
                  <a:buFont typeface="Arial" pitchFamily="34" charset="0"/>
                  <a:buChar char="•"/>
                  <a:defRPr/>
                </a:pPr>
                <a:r>
                  <a:rPr lang="en-US" sz="2000" b="1" kern="0" dirty="0">
                    <a:gradFill>
                      <a:gsLst>
                        <a:gs pos="85000">
                          <a:srgbClr val="FFFFFF"/>
                        </a:gs>
                        <a:gs pos="0">
                          <a:srgbClr val="FFFFFF"/>
                        </a:gs>
                      </a:gsLst>
                      <a:lin ang="5400000" scaled="0"/>
                    </a:gradFill>
                    <a:latin typeface="Segoe UI Light" pitchFamily="34" charset="0"/>
                    <a:ea typeface="Segoe UI" pitchFamily="34" charset="0"/>
                    <a:cs typeface="Segoe UI" pitchFamily="34" charset="0"/>
                  </a:rPr>
                  <a:t>Microsoft</a:t>
                </a:r>
              </a:p>
              <a:p>
                <a:pPr marL="380841" indent="-380841">
                  <a:lnSpc>
                    <a:spcPct val="90000"/>
                  </a:lnSpc>
                  <a:buSzPct val="90000"/>
                  <a:buFont typeface="Arial" pitchFamily="34" charset="0"/>
                  <a:buChar char="•"/>
                  <a:defRPr/>
                </a:pPr>
                <a:r>
                  <a:rPr lang="en-US" sz="2000" b="1" kern="0" dirty="0">
                    <a:gradFill>
                      <a:gsLst>
                        <a:gs pos="85000">
                          <a:srgbClr val="FFFFFF"/>
                        </a:gs>
                        <a:gs pos="0">
                          <a:srgbClr val="FFFFFF"/>
                        </a:gs>
                      </a:gsLst>
                      <a:lin ang="5400000" scaled="0"/>
                    </a:gradFill>
                    <a:latin typeface="Segoe UI Light" pitchFamily="34" charset="0"/>
                    <a:ea typeface="Segoe UI" pitchFamily="34" charset="0"/>
                    <a:cs typeface="Segoe UI" pitchFamily="34" charset="0"/>
                  </a:rPr>
                  <a:t>Partner </a:t>
                </a:r>
              </a:p>
              <a:p>
                <a:pPr marL="380841" indent="-380841">
                  <a:lnSpc>
                    <a:spcPct val="90000"/>
                  </a:lnSpc>
                  <a:buSzPct val="90000"/>
                  <a:buFont typeface="Arial" pitchFamily="34" charset="0"/>
                  <a:buChar char="•"/>
                  <a:defRPr/>
                </a:pPr>
                <a:r>
                  <a:rPr lang="en-US" sz="2000" b="1" kern="0" dirty="0">
                    <a:gradFill>
                      <a:gsLst>
                        <a:gs pos="85000">
                          <a:srgbClr val="FFFFFF"/>
                        </a:gs>
                        <a:gs pos="0">
                          <a:srgbClr val="FFFFFF"/>
                        </a:gs>
                      </a:gsLst>
                      <a:lin ang="5400000" scaled="0"/>
                    </a:gradFill>
                    <a:latin typeface="Segoe UI Light" pitchFamily="34" charset="0"/>
                    <a:ea typeface="Segoe UI" pitchFamily="34" charset="0"/>
                    <a:cs typeface="Segoe UI" pitchFamily="34" charset="0"/>
                  </a:rPr>
                  <a:t>User</a:t>
                </a:r>
              </a:p>
            </p:txBody>
          </p:sp>
          <p:sp>
            <p:nvSpPr>
              <p:cNvPr id="28" name="Freeform 79"/>
              <p:cNvSpPr>
                <a:spLocks noEditPoints="1"/>
              </p:cNvSpPr>
              <p:nvPr/>
            </p:nvSpPr>
            <p:spPr bwMode="black">
              <a:xfrm>
                <a:off x="955079" y="2086919"/>
                <a:ext cx="281064" cy="379964"/>
              </a:xfrm>
              <a:custGeom>
                <a:avLst/>
                <a:gdLst>
                  <a:gd name="T0" fmla="*/ 1441 w 1615"/>
                  <a:gd name="T1" fmla="*/ 131 h 2179"/>
                  <a:gd name="T2" fmla="*/ 1344 w 1615"/>
                  <a:gd name="T3" fmla="*/ 16 h 2179"/>
                  <a:gd name="T4" fmla="*/ 306 w 1615"/>
                  <a:gd name="T5" fmla="*/ 0 h 2179"/>
                  <a:gd name="T6" fmla="*/ 62 w 1615"/>
                  <a:gd name="T7" fmla="*/ 171 h 2179"/>
                  <a:gd name="T8" fmla="*/ 174 w 1615"/>
                  <a:gd name="T9" fmla="*/ 131 h 2179"/>
                  <a:gd name="T10" fmla="*/ 174 w 1615"/>
                  <a:gd name="T11" fmla="*/ 180 h 2179"/>
                  <a:gd name="T12" fmla="*/ 0 w 1615"/>
                  <a:gd name="T13" fmla="*/ 2005 h 2179"/>
                  <a:gd name="T14" fmla="*/ 1441 w 1615"/>
                  <a:gd name="T15" fmla="*/ 2179 h 2179"/>
                  <a:gd name="T16" fmla="*/ 1615 w 1615"/>
                  <a:gd name="T17" fmla="*/ 354 h 2179"/>
                  <a:gd name="T18" fmla="*/ 1518 w 1615"/>
                  <a:gd name="T19" fmla="*/ 2005 h 2179"/>
                  <a:gd name="T20" fmla="*/ 174 w 1615"/>
                  <a:gd name="T21" fmla="*/ 2082 h 2179"/>
                  <a:gd name="T22" fmla="*/ 97 w 1615"/>
                  <a:gd name="T23" fmla="*/ 354 h 2179"/>
                  <a:gd name="T24" fmla="*/ 1441 w 1615"/>
                  <a:gd name="T25" fmla="*/ 277 h 2179"/>
                  <a:gd name="T26" fmla="*/ 1518 w 1615"/>
                  <a:gd name="T27" fmla="*/ 2005 h 2179"/>
                  <a:gd name="T28" fmla="*/ 241 w 1615"/>
                  <a:gd name="T29" fmla="*/ 1038 h 2179"/>
                  <a:gd name="T30" fmla="*/ 532 w 1615"/>
                  <a:gd name="T31" fmla="*/ 1339 h 2179"/>
                  <a:gd name="T32" fmla="*/ 713 w 1615"/>
                  <a:gd name="T33" fmla="*/ 1304 h 2179"/>
                  <a:gd name="T34" fmla="*/ 695 w 1615"/>
                  <a:gd name="T35" fmla="*/ 1594 h 2179"/>
                  <a:gd name="T36" fmla="*/ 1375 w 1615"/>
                  <a:gd name="T37" fmla="*/ 1038 h 2179"/>
                  <a:gd name="T38" fmla="*/ 808 w 1615"/>
                  <a:gd name="T39" fmla="*/ 1206 h 2179"/>
                  <a:gd name="T40" fmla="*/ 808 w 1615"/>
                  <a:gd name="T41" fmla="*/ 870 h 2179"/>
                  <a:gd name="T42" fmla="*/ 808 w 1615"/>
                  <a:gd name="T43" fmla="*/ 1206 h 2179"/>
                  <a:gd name="T44" fmla="*/ 652 w 1615"/>
                  <a:gd name="T45" fmla="*/ 1331 h 2179"/>
                  <a:gd name="T46" fmla="*/ 453 w 1615"/>
                  <a:gd name="T47" fmla="*/ 1481 h 2179"/>
                  <a:gd name="T48" fmla="*/ 258 w 1615"/>
                  <a:gd name="T49" fmla="*/ 1960 h 2179"/>
                  <a:gd name="T50" fmla="*/ 534 w 1615"/>
                  <a:gd name="T51" fmla="*/ 1842 h 2179"/>
                  <a:gd name="T52" fmla="*/ 702 w 1615"/>
                  <a:gd name="T53" fmla="*/ 1467 h 2179"/>
                  <a:gd name="T54" fmla="*/ 418 w 1615"/>
                  <a:gd name="T55" fmla="*/ 1872 h 2179"/>
                  <a:gd name="T56" fmla="*/ 284 w 1615"/>
                  <a:gd name="T57" fmla="*/ 1780 h 2179"/>
                  <a:gd name="T58" fmla="*/ 418 w 1615"/>
                  <a:gd name="T59" fmla="*/ 1872 h 2179"/>
                  <a:gd name="T60" fmla="*/ 204 w 1615"/>
                  <a:gd name="T61" fmla="*/ 323 h 2179"/>
                  <a:gd name="T62" fmla="*/ 204 w 1615"/>
                  <a:gd name="T63" fmla="*/ 428 h 2179"/>
                  <a:gd name="T64" fmla="*/ 1418 w 1615"/>
                  <a:gd name="T65" fmla="*/ 323 h 2179"/>
                  <a:gd name="T66" fmla="*/ 1418 w 1615"/>
                  <a:gd name="T67" fmla="*/ 428 h 2179"/>
                  <a:gd name="T68" fmla="*/ 1418 w 1615"/>
                  <a:gd name="T69" fmla="*/ 323 h 2179"/>
                  <a:gd name="T70" fmla="*/ 1366 w 1615"/>
                  <a:gd name="T71" fmla="*/ 1978 h 2179"/>
                  <a:gd name="T72" fmla="*/ 1471 w 1615"/>
                  <a:gd name="T73" fmla="*/ 1978 h 21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615" h="2179">
                    <a:moveTo>
                      <a:pt x="174" y="131"/>
                    </a:moveTo>
                    <a:cubicBezTo>
                      <a:pt x="1441" y="131"/>
                      <a:pt x="1441" y="131"/>
                      <a:pt x="1441" y="131"/>
                    </a:cubicBezTo>
                    <a:cubicBezTo>
                      <a:pt x="1465" y="131"/>
                      <a:pt x="1488" y="136"/>
                      <a:pt x="1509" y="145"/>
                    </a:cubicBezTo>
                    <a:cubicBezTo>
                      <a:pt x="1344" y="16"/>
                      <a:pt x="1344" y="16"/>
                      <a:pt x="1344" y="16"/>
                    </a:cubicBezTo>
                    <a:cubicBezTo>
                      <a:pt x="1333" y="7"/>
                      <a:pt x="1312" y="0"/>
                      <a:pt x="1298" y="0"/>
                    </a:cubicBezTo>
                    <a:cubicBezTo>
                      <a:pt x="306" y="0"/>
                      <a:pt x="306" y="0"/>
                      <a:pt x="306" y="0"/>
                    </a:cubicBezTo>
                    <a:cubicBezTo>
                      <a:pt x="292" y="0"/>
                      <a:pt x="271" y="7"/>
                      <a:pt x="260" y="16"/>
                    </a:cubicBezTo>
                    <a:cubicBezTo>
                      <a:pt x="62" y="171"/>
                      <a:pt x="62" y="171"/>
                      <a:pt x="62" y="171"/>
                    </a:cubicBezTo>
                    <a:cubicBezTo>
                      <a:pt x="64" y="171"/>
                      <a:pt x="64" y="171"/>
                      <a:pt x="64" y="171"/>
                    </a:cubicBezTo>
                    <a:cubicBezTo>
                      <a:pt x="94" y="146"/>
                      <a:pt x="132" y="131"/>
                      <a:pt x="174" y="131"/>
                    </a:cubicBezTo>
                    <a:close/>
                    <a:moveTo>
                      <a:pt x="1441" y="180"/>
                    </a:moveTo>
                    <a:cubicBezTo>
                      <a:pt x="174" y="180"/>
                      <a:pt x="174" y="180"/>
                      <a:pt x="174" y="180"/>
                    </a:cubicBezTo>
                    <a:cubicBezTo>
                      <a:pt x="78" y="180"/>
                      <a:pt x="0" y="258"/>
                      <a:pt x="0" y="354"/>
                    </a:cubicBezTo>
                    <a:cubicBezTo>
                      <a:pt x="0" y="2005"/>
                      <a:pt x="0" y="2005"/>
                      <a:pt x="0" y="2005"/>
                    </a:cubicBezTo>
                    <a:cubicBezTo>
                      <a:pt x="0" y="2101"/>
                      <a:pt x="78" y="2179"/>
                      <a:pt x="174" y="2179"/>
                    </a:cubicBezTo>
                    <a:cubicBezTo>
                      <a:pt x="1441" y="2179"/>
                      <a:pt x="1441" y="2179"/>
                      <a:pt x="1441" y="2179"/>
                    </a:cubicBezTo>
                    <a:cubicBezTo>
                      <a:pt x="1537" y="2179"/>
                      <a:pt x="1615" y="2101"/>
                      <a:pt x="1615" y="2005"/>
                    </a:cubicBezTo>
                    <a:cubicBezTo>
                      <a:pt x="1615" y="354"/>
                      <a:pt x="1615" y="354"/>
                      <a:pt x="1615" y="354"/>
                    </a:cubicBezTo>
                    <a:cubicBezTo>
                      <a:pt x="1615" y="258"/>
                      <a:pt x="1537" y="180"/>
                      <a:pt x="1441" y="180"/>
                    </a:cubicBezTo>
                    <a:close/>
                    <a:moveTo>
                      <a:pt x="1518" y="2005"/>
                    </a:moveTo>
                    <a:cubicBezTo>
                      <a:pt x="1518" y="2047"/>
                      <a:pt x="1484" y="2082"/>
                      <a:pt x="1441" y="2082"/>
                    </a:cubicBezTo>
                    <a:cubicBezTo>
                      <a:pt x="174" y="2082"/>
                      <a:pt x="174" y="2082"/>
                      <a:pt x="174" y="2082"/>
                    </a:cubicBezTo>
                    <a:cubicBezTo>
                      <a:pt x="132" y="2082"/>
                      <a:pt x="97" y="2047"/>
                      <a:pt x="97" y="2005"/>
                    </a:cubicBezTo>
                    <a:cubicBezTo>
                      <a:pt x="97" y="354"/>
                      <a:pt x="97" y="354"/>
                      <a:pt x="97" y="354"/>
                    </a:cubicBezTo>
                    <a:cubicBezTo>
                      <a:pt x="97" y="312"/>
                      <a:pt x="132" y="277"/>
                      <a:pt x="174" y="277"/>
                    </a:cubicBezTo>
                    <a:cubicBezTo>
                      <a:pt x="1441" y="277"/>
                      <a:pt x="1441" y="277"/>
                      <a:pt x="1441" y="277"/>
                    </a:cubicBezTo>
                    <a:cubicBezTo>
                      <a:pt x="1484" y="277"/>
                      <a:pt x="1518" y="312"/>
                      <a:pt x="1518" y="354"/>
                    </a:cubicBezTo>
                    <a:lnTo>
                      <a:pt x="1518" y="2005"/>
                    </a:lnTo>
                    <a:close/>
                    <a:moveTo>
                      <a:pt x="808" y="471"/>
                    </a:moveTo>
                    <a:cubicBezTo>
                      <a:pt x="494" y="471"/>
                      <a:pt x="241" y="725"/>
                      <a:pt x="241" y="1038"/>
                    </a:cubicBezTo>
                    <a:cubicBezTo>
                      <a:pt x="241" y="1201"/>
                      <a:pt x="309" y="1347"/>
                      <a:pt x="419" y="1451"/>
                    </a:cubicBezTo>
                    <a:cubicBezTo>
                      <a:pt x="532" y="1339"/>
                      <a:pt x="532" y="1339"/>
                      <a:pt x="532" y="1339"/>
                    </a:cubicBezTo>
                    <a:cubicBezTo>
                      <a:pt x="565" y="1305"/>
                      <a:pt x="610" y="1286"/>
                      <a:pt x="652" y="1286"/>
                    </a:cubicBezTo>
                    <a:cubicBezTo>
                      <a:pt x="675" y="1286"/>
                      <a:pt x="696" y="1292"/>
                      <a:pt x="713" y="1304"/>
                    </a:cubicBezTo>
                    <a:cubicBezTo>
                      <a:pt x="762" y="1337"/>
                      <a:pt x="775" y="1416"/>
                      <a:pt x="744" y="1486"/>
                    </a:cubicBezTo>
                    <a:cubicBezTo>
                      <a:pt x="695" y="1594"/>
                      <a:pt x="695" y="1594"/>
                      <a:pt x="695" y="1594"/>
                    </a:cubicBezTo>
                    <a:cubicBezTo>
                      <a:pt x="731" y="1601"/>
                      <a:pt x="769" y="1605"/>
                      <a:pt x="808" y="1605"/>
                    </a:cubicBezTo>
                    <a:cubicBezTo>
                      <a:pt x="1121" y="1605"/>
                      <a:pt x="1375" y="1351"/>
                      <a:pt x="1375" y="1038"/>
                    </a:cubicBezTo>
                    <a:cubicBezTo>
                      <a:pt x="1375" y="725"/>
                      <a:pt x="1121" y="471"/>
                      <a:pt x="808" y="471"/>
                    </a:cubicBezTo>
                    <a:close/>
                    <a:moveTo>
                      <a:pt x="808" y="1206"/>
                    </a:moveTo>
                    <a:cubicBezTo>
                      <a:pt x="715" y="1206"/>
                      <a:pt x="640" y="1131"/>
                      <a:pt x="640" y="1038"/>
                    </a:cubicBezTo>
                    <a:cubicBezTo>
                      <a:pt x="640" y="945"/>
                      <a:pt x="715" y="870"/>
                      <a:pt x="808" y="870"/>
                    </a:cubicBezTo>
                    <a:cubicBezTo>
                      <a:pt x="900" y="870"/>
                      <a:pt x="976" y="945"/>
                      <a:pt x="976" y="1038"/>
                    </a:cubicBezTo>
                    <a:cubicBezTo>
                      <a:pt x="976" y="1131"/>
                      <a:pt x="900" y="1206"/>
                      <a:pt x="808" y="1206"/>
                    </a:cubicBezTo>
                    <a:close/>
                    <a:moveTo>
                      <a:pt x="687" y="1341"/>
                    </a:moveTo>
                    <a:cubicBezTo>
                      <a:pt x="678" y="1334"/>
                      <a:pt x="665" y="1331"/>
                      <a:pt x="652" y="1331"/>
                    </a:cubicBezTo>
                    <a:cubicBezTo>
                      <a:pt x="623" y="1331"/>
                      <a:pt x="590" y="1345"/>
                      <a:pt x="564" y="1371"/>
                    </a:cubicBezTo>
                    <a:cubicBezTo>
                      <a:pt x="453" y="1481"/>
                      <a:pt x="453" y="1481"/>
                      <a:pt x="453" y="1481"/>
                    </a:cubicBezTo>
                    <a:cubicBezTo>
                      <a:pt x="271" y="1660"/>
                      <a:pt x="271" y="1660"/>
                      <a:pt x="271" y="1660"/>
                    </a:cubicBezTo>
                    <a:cubicBezTo>
                      <a:pt x="170" y="1760"/>
                      <a:pt x="164" y="1895"/>
                      <a:pt x="258" y="1960"/>
                    </a:cubicBezTo>
                    <a:cubicBezTo>
                      <a:pt x="286" y="1979"/>
                      <a:pt x="315" y="1988"/>
                      <a:pt x="346" y="1988"/>
                    </a:cubicBezTo>
                    <a:cubicBezTo>
                      <a:pt x="419" y="1988"/>
                      <a:pt x="493" y="1935"/>
                      <a:pt x="534" y="1842"/>
                    </a:cubicBezTo>
                    <a:cubicBezTo>
                      <a:pt x="650" y="1583"/>
                      <a:pt x="650" y="1583"/>
                      <a:pt x="650" y="1583"/>
                    </a:cubicBezTo>
                    <a:cubicBezTo>
                      <a:pt x="702" y="1467"/>
                      <a:pt x="702" y="1467"/>
                      <a:pt x="702" y="1467"/>
                    </a:cubicBezTo>
                    <a:cubicBezTo>
                      <a:pt x="724" y="1418"/>
                      <a:pt x="717" y="1362"/>
                      <a:pt x="687" y="1341"/>
                    </a:cubicBezTo>
                    <a:close/>
                    <a:moveTo>
                      <a:pt x="418" y="1872"/>
                    </a:moveTo>
                    <a:cubicBezTo>
                      <a:pt x="392" y="1909"/>
                      <a:pt x="341" y="1919"/>
                      <a:pt x="304" y="1893"/>
                    </a:cubicBezTo>
                    <a:cubicBezTo>
                      <a:pt x="267" y="1867"/>
                      <a:pt x="258" y="1817"/>
                      <a:pt x="284" y="1780"/>
                    </a:cubicBezTo>
                    <a:cubicBezTo>
                      <a:pt x="310" y="1743"/>
                      <a:pt x="360" y="1734"/>
                      <a:pt x="397" y="1759"/>
                    </a:cubicBezTo>
                    <a:cubicBezTo>
                      <a:pt x="434" y="1785"/>
                      <a:pt x="443" y="1836"/>
                      <a:pt x="418" y="1872"/>
                    </a:cubicBezTo>
                    <a:close/>
                    <a:moveTo>
                      <a:pt x="256" y="376"/>
                    </a:moveTo>
                    <a:cubicBezTo>
                      <a:pt x="256" y="346"/>
                      <a:pt x="233" y="323"/>
                      <a:pt x="204" y="323"/>
                    </a:cubicBezTo>
                    <a:cubicBezTo>
                      <a:pt x="174" y="323"/>
                      <a:pt x="151" y="346"/>
                      <a:pt x="151" y="376"/>
                    </a:cubicBezTo>
                    <a:cubicBezTo>
                      <a:pt x="151" y="405"/>
                      <a:pt x="174" y="428"/>
                      <a:pt x="204" y="428"/>
                    </a:cubicBezTo>
                    <a:cubicBezTo>
                      <a:pt x="233" y="428"/>
                      <a:pt x="256" y="405"/>
                      <a:pt x="256" y="376"/>
                    </a:cubicBezTo>
                    <a:close/>
                    <a:moveTo>
                      <a:pt x="1418" y="323"/>
                    </a:moveTo>
                    <a:cubicBezTo>
                      <a:pt x="1389" y="323"/>
                      <a:pt x="1366" y="346"/>
                      <a:pt x="1366" y="376"/>
                    </a:cubicBezTo>
                    <a:cubicBezTo>
                      <a:pt x="1366" y="405"/>
                      <a:pt x="1389" y="428"/>
                      <a:pt x="1418" y="428"/>
                    </a:cubicBezTo>
                    <a:cubicBezTo>
                      <a:pt x="1448" y="428"/>
                      <a:pt x="1471" y="405"/>
                      <a:pt x="1471" y="376"/>
                    </a:cubicBezTo>
                    <a:cubicBezTo>
                      <a:pt x="1471" y="346"/>
                      <a:pt x="1448" y="323"/>
                      <a:pt x="1418" y="323"/>
                    </a:cubicBezTo>
                    <a:close/>
                    <a:moveTo>
                      <a:pt x="1418" y="1925"/>
                    </a:moveTo>
                    <a:cubicBezTo>
                      <a:pt x="1389" y="1925"/>
                      <a:pt x="1366" y="1949"/>
                      <a:pt x="1366" y="1978"/>
                    </a:cubicBezTo>
                    <a:cubicBezTo>
                      <a:pt x="1366" y="2007"/>
                      <a:pt x="1389" y="2031"/>
                      <a:pt x="1418" y="2031"/>
                    </a:cubicBezTo>
                    <a:cubicBezTo>
                      <a:pt x="1448" y="2031"/>
                      <a:pt x="1471" y="2007"/>
                      <a:pt x="1471" y="1978"/>
                    </a:cubicBezTo>
                    <a:cubicBezTo>
                      <a:pt x="1471" y="1949"/>
                      <a:pt x="1448" y="1925"/>
                      <a:pt x="1418" y="1925"/>
                    </a:cubicBezTo>
                    <a:close/>
                  </a:path>
                </a:pathLst>
              </a:custGeom>
              <a:solidFill>
                <a:srgbClr val="FFFFFF"/>
              </a:solidFill>
              <a:ln>
                <a:noFill/>
              </a:ln>
            </p:spPr>
            <p:txBody>
              <a:bodyPr vert="horz" wrap="square" lIns="109703" tIns="54851" rIns="109703" bIns="54851" numCol="1" anchor="t" anchorCtr="0" compatLnSpc="1">
                <a:prstTxWarp prst="textNoShape">
                  <a:avLst/>
                </a:prstTxWarp>
              </a:bodyPr>
              <a:lstStyle/>
              <a:p>
                <a:endParaRPr lang="en-US" sz="2133" dirty="0"/>
              </a:p>
            </p:txBody>
          </p:sp>
          <p:sp>
            <p:nvSpPr>
              <p:cNvPr id="30" name="Freeform 79"/>
              <p:cNvSpPr>
                <a:spLocks noEditPoints="1"/>
              </p:cNvSpPr>
              <p:nvPr/>
            </p:nvSpPr>
            <p:spPr bwMode="black">
              <a:xfrm>
                <a:off x="1387219" y="2086919"/>
                <a:ext cx="281064" cy="379964"/>
              </a:xfrm>
              <a:custGeom>
                <a:avLst/>
                <a:gdLst>
                  <a:gd name="T0" fmla="*/ 1441 w 1615"/>
                  <a:gd name="T1" fmla="*/ 131 h 2179"/>
                  <a:gd name="T2" fmla="*/ 1344 w 1615"/>
                  <a:gd name="T3" fmla="*/ 16 h 2179"/>
                  <a:gd name="T4" fmla="*/ 306 w 1615"/>
                  <a:gd name="T5" fmla="*/ 0 h 2179"/>
                  <a:gd name="T6" fmla="*/ 62 w 1615"/>
                  <a:gd name="T7" fmla="*/ 171 h 2179"/>
                  <a:gd name="T8" fmla="*/ 174 w 1615"/>
                  <a:gd name="T9" fmla="*/ 131 h 2179"/>
                  <a:gd name="T10" fmla="*/ 174 w 1615"/>
                  <a:gd name="T11" fmla="*/ 180 h 2179"/>
                  <a:gd name="T12" fmla="*/ 0 w 1615"/>
                  <a:gd name="T13" fmla="*/ 2005 h 2179"/>
                  <a:gd name="T14" fmla="*/ 1441 w 1615"/>
                  <a:gd name="T15" fmla="*/ 2179 h 2179"/>
                  <a:gd name="T16" fmla="*/ 1615 w 1615"/>
                  <a:gd name="T17" fmla="*/ 354 h 2179"/>
                  <a:gd name="T18" fmla="*/ 1518 w 1615"/>
                  <a:gd name="T19" fmla="*/ 2005 h 2179"/>
                  <a:gd name="T20" fmla="*/ 174 w 1615"/>
                  <a:gd name="T21" fmla="*/ 2082 h 2179"/>
                  <a:gd name="T22" fmla="*/ 97 w 1615"/>
                  <a:gd name="T23" fmla="*/ 354 h 2179"/>
                  <a:gd name="T24" fmla="*/ 1441 w 1615"/>
                  <a:gd name="T25" fmla="*/ 277 h 2179"/>
                  <a:gd name="T26" fmla="*/ 1518 w 1615"/>
                  <a:gd name="T27" fmla="*/ 2005 h 2179"/>
                  <a:gd name="T28" fmla="*/ 241 w 1615"/>
                  <a:gd name="T29" fmla="*/ 1038 h 2179"/>
                  <a:gd name="T30" fmla="*/ 532 w 1615"/>
                  <a:gd name="T31" fmla="*/ 1339 h 2179"/>
                  <a:gd name="T32" fmla="*/ 713 w 1615"/>
                  <a:gd name="T33" fmla="*/ 1304 h 2179"/>
                  <a:gd name="T34" fmla="*/ 695 w 1615"/>
                  <a:gd name="T35" fmla="*/ 1594 h 2179"/>
                  <a:gd name="T36" fmla="*/ 1375 w 1615"/>
                  <a:gd name="T37" fmla="*/ 1038 h 2179"/>
                  <a:gd name="T38" fmla="*/ 808 w 1615"/>
                  <a:gd name="T39" fmla="*/ 1206 h 2179"/>
                  <a:gd name="T40" fmla="*/ 808 w 1615"/>
                  <a:gd name="T41" fmla="*/ 870 h 2179"/>
                  <a:gd name="T42" fmla="*/ 808 w 1615"/>
                  <a:gd name="T43" fmla="*/ 1206 h 2179"/>
                  <a:gd name="T44" fmla="*/ 652 w 1615"/>
                  <a:gd name="T45" fmla="*/ 1331 h 2179"/>
                  <a:gd name="T46" fmla="*/ 453 w 1615"/>
                  <a:gd name="T47" fmla="*/ 1481 h 2179"/>
                  <a:gd name="T48" fmla="*/ 258 w 1615"/>
                  <a:gd name="T49" fmla="*/ 1960 h 2179"/>
                  <a:gd name="T50" fmla="*/ 534 w 1615"/>
                  <a:gd name="T51" fmla="*/ 1842 h 2179"/>
                  <a:gd name="T52" fmla="*/ 702 w 1615"/>
                  <a:gd name="T53" fmla="*/ 1467 h 2179"/>
                  <a:gd name="T54" fmla="*/ 418 w 1615"/>
                  <a:gd name="T55" fmla="*/ 1872 h 2179"/>
                  <a:gd name="T56" fmla="*/ 284 w 1615"/>
                  <a:gd name="T57" fmla="*/ 1780 h 2179"/>
                  <a:gd name="T58" fmla="*/ 418 w 1615"/>
                  <a:gd name="T59" fmla="*/ 1872 h 2179"/>
                  <a:gd name="T60" fmla="*/ 204 w 1615"/>
                  <a:gd name="T61" fmla="*/ 323 h 2179"/>
                  <a:gd name="T62" fmla="*/ 204 w 1615"/>
                  <a:gd name="T63" fmla="*/ 428 h 2179"/>
                  <a:gd name="T64" fmla="*/ 1418 w 1615"/>
                  <a:gd name="T65" fmla="*/ 323 h 2179"/>
                  <a:gd name="T66" fmla="*/ 1418 w 1615"/>
                  <a:gd name="T67" fmla="*/ 428 h 2179"/>
                  <a:gd name="T68" fmla="*/ 1418 w 1615"/>
                  <a:gd name="T69" fmla="*/ 323 h 2179"/>
                  <a:gd name="T70" fmla="*/ 1366 w 1615"/>
                  <a:gd name="T71" fmla="*/ 1978 h 2179"/>
                  <a:gd name="T72" fmla="*/ 1471 w 1615"/>
                  <a:gd name="T73" fmla="*/ 1978 h 21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615" h="2179">
                    <a:moveTo>
                      <a:pt x="174" y="131"/>
                    </a:moveTo>
                    <a:cubicBezTo>
                      <a:pt x="1441" y="131"/>
                      <a:pt x="1441" y="131"/>
                      <a:pt x="1441" y="131"/>
                    </a:cubicBezTo>
                    <a:cubicBezTo>
                      <a:pt x="1465" y="131"/>
                      <a:pt x="1488" y="136"/>
                      <a:pt x="1509" y="145"/>
                    </a:cubicBezTo>
                    <a:cubicBezTo>
                      <a:pt x="1344" y="16"/>
                      <a:pt x="1344" y="16"/>
                      <a:pt x="1344" y="16"/>
                    </a:cubicBezTo>
                    <a:cubicBezTo>
                      <a:pt x="1333" y="7"/>
                      <a:pt x="1312" y="0"/>
                      <a:pt x="1298" y="0"/>
                    </a:cubicBezTo>
                    <a:cubicBezTo>
                      <a:pt x="306" y="0"/>
                      <a:pt x="306" y="0"/>
                      <a:pt x="306" y="0"/>
                    </a:cubicBezTo>
                    <a:cubicBezTo>
                      <a:pt x="292" y="0"/>
                      <a:pt x="271" y="7"/>
                      <a:pt x="260" y="16"/>
                    </a:cubicBezTo>
                    <a:cubicBezTo>
                      <a:pt x="62" y="171"/>
                      <a:pt x="62" y="171"/>
                      <a:pt x="62" y="171"/>
                    </a:cubicBezTo>
                    <a:cubicBezTo>
                      <a:pt x="64" y="171"/>
                      <a:pt x="64" y="171"/>
                      <a:pt x="64" y="171"/>
                    </a:cubicBezTo>
                    <a:cubicBezTo>
                      <a:pt x="94" y="146"/>
                      <a:pt x="132" y="131"/>
                      <a:pt x="174" y="131"/>
                    </a:cubicBezTo>
                    <a:close/>
                    <a:moveTo>
                      <a:pt x="1441" y="180"/>
                    </a:moveTo>
                    <a:cubicBezTo>
                      <a:pt x="174" y="180"/>
                      <a:pt x="174" y="180"/>
                      <a:pt x="174" y="180"/>
                    </a:cubicBezTo>
                    <a:cubicBezTo>
                      <a:pt x="78" y="180"/>
                      <a:pt x="0" y="258"/>
                      <a:pt x="0" y="354"/>
                    </a:cubicBezTo>
                    <a:cubicBezTo>
                      <a:pt x="0" y="2005"/>
                      <a:pt x="0" y="2005"/>
                      <a:pt x="0" y="2005"/>
                    </a:cubicBezTo>
                    <a:cubicBezTo>
                      <a:pt x="0" y="2101"/>
                      <a:pt x="78" y="2179"/>
                      <a:pt x="174" y="2179"/>
                    </a:cubicBezTo>
                    <a:cubicBezTo>
                      <a:pt x="1441" y="2179"/>
                      <a:pt x="1441" y="2179"/>
                      <a:pt x="1441" y="2179"/>
                    </a:cubicBezTo>
                    <a:cubicBezTo>
                      <a:pt x="1537" y="2179"/>
                      <a:pt x="1615" y="2101"/>
                      <a:pt x="1615" y="2005"/>
                    </a:cubicBezTo>
                    <a:cubicBezTo>
                      <a:pt x="1615" y="354"/>
                      <a:pt x="1615" y="354"/>
                      <a:pt x="1615" y="354"/>
                    </a:cubicBezTo>
                    <a:cubicBezTo>
                      <a:pt x="1615" y="258"/>
                      <a:pt x="1537" y="180"/>
                      <a:pt x="1441" y="180"/>
                    </a:cubicBezTo>
                    <a:close/>
                    <a:moveTo>
                      <a:pt x="1518" y="2005"/>
                    </a:moveTo>
                    <a:cubicBezTo>
                      <a:pt x="1518" y="2047"/>
                      <a:pt x="1484" y="2082"/>
                      <a:pt x="1441" y="2082"/>
                    </a:cubicBezTo>
                    <a:cubicBezTo>
                      <a:pt x="174" y="2082"/>
                      <a:pt x="174" y="2082"/>
                      <a:pt x="174" y="2082"/>
                    </a:cubicBezTo>
                    <a:cubicBezTo>
                      <a:pt x="132" y="2082"/>
                      <a:pt x="97" y="2047"/>
                      <a:pt x="97" y="2005"/>
                    </a:cubicBezTo>
                    <a:cubicBezTo>
                      <a:pt x="97" y="354"/>
                      <a:pt x="97" y="354"/>
                      <a:pt x="97" y="354"/>
                    </a:cubicBezTo>
                    <a:cubicBezTo>
                      <a:pt x="97" y="312"/>
                      <a:pt x="132" y="277"/>
                      <a:pt x="174" y="277"/>
                    </a:cubicBezTo>
                    <a:cubicBezTo>
                      <a:pt x="1441" y="277"/>
                      <a:pt x="1441" y="277"/>
                      <a:pt x="1441" y="277"/>
                    </a:cubicBezTo>
                    <a:cubicBezTo>
                      <a:pt x="1484" y="277"/>
                      <a:pt x="1518" y="312"/>
                      <a:pt x="1518" y="354"/>
                    </a:cubicBezTo>
                    <a:lnTo>
                      <a:pt x="1518" y="2005"/>
                    </a:lnTo>
                    <a:close/>
                    <a:moveTo>
                      <a:pt x="808" y="471"/>
                    </a:moveTo>
                    <a:cubicBezTo>
                      <a:pt x="494" y="471"/>
                      <a:pt x="241" y="725"/>
                      <a:pt x="241" y="1038"/>
                    </a:cubicBezTo>
                    <a:cubicBezTo>
                      <a:pt x="241" y="1201"/>
                      <a:pt x="309" y="1347"/>
                      <a:pt x="419" y="1451"/>
                    </a:cubicBezTo>
                    <a:cubicBezTo>
                      <a:pt x="532" y="1339"/>
                      <a:pt x="532" y="1339"/>
                      <a:pt x="532" y="1339"/>
                    </a:cubicBezTo>
                    <a:cubicBezTo>
                      <a:pt x="565" y="1305"/>
                      <a:pt x="610" y="1286"/>
                      <a:pt x="652" y="1286"/>
                    </a:cubicBezTo>
                    <a:cubicBezTo>
                      <a:pt x="675" y="1286"/>
                      <a:pt x="696" y="1292"/>
                      <a:pt x="713" y="1304"/>
                    </a:cubicBezTo>
                    <a:cubicBezTo>
                      <a:pt x="762" y="1337"/>
                      <a:pt x="775" y="1416"/>
                      <a:pt x="744" y="1486"/>
                    </a:cubicBezTo>
                    <a:cubicBezTo>
                      <a:pt x="695" y="1594"/>
                      <a:pt x="695" y="1594"/>
                      <a:pt x="695" y="1594"/>
                    </a:cubicBezTo>
                    <a:cubicBezTo>
                      <a:pt x="731" y="1601"/>
                      <a:pt x="769" y="1605"/>
                      <a:pt x="808" y="1605"/>
                    </a:cubicBezTo>
                    <a:cubicBezTo>
                      <a:pt x="1121" y="1605"/>
                      <a:pt x="1375" y="1351"/>
                      <a:pt x="1375" y="1038"/>
                    </a:cubicBezTo>
                    <a:cubicBezTo>
                      <a:pt x="1375" y="725"/>
                      <a:pt x="1121" y="471"/>
                      <a:pt x="808" y="471"/>
                    </a:cubicBezTo>
                    <a:close/>
                    <a:moveTo>
                      <a:pt x="808" y="1206"/>
                    </a:moveTo>
                    <a:cubicBezTo>
                      <a:pt x="715" y="1206"/>
                      <a:pt x="640" y="1131"/>
                      <a:pt x="640" y="1038"/>
                    </a:cubicBezTo>
                    <a:cubicBezTo>
                      <a:pt x="640" y="945"/>
                      <a:pt x="715" y="870"/>
                      <a:pt x="808" y="870"/>
                    </a:cubicBezTo>
                    <a:cubicBezTo>
                      <a:pt x="900" y="870"/>
                      <a:pt x="976" y="945"/>
                      <a:pt x="976" y="1038"/>
                    </a:cubicBezTo>
                    <a:cubicBezTo>
                      <a:pt x="976" y="1131"/>
                      <a:pt x="900" y="1206"/>
                      <a:pt x="808" y="1206"/>
                    </a:cubicBezTo>
                    <a:close/>
                    <a:moveTo>
                      <a:pt x="687" y="1341"/>
                    </a:moveTo>
                    <a:cubicBezTo>
                      <a:pt x="678" y="1334"/>
                      <a:pt x="665" y="1331"/>
                      <a:pt x="652" y="1331"/>
                    </a:cubicBezTo>
                    <a:cubicBezTo>
                      <a:pt x="623" y="1331"/>
                      <a:pt x="590" y="1345"/>
                      <a:pt x="564" y="1371"/>
                    </a:cubicBezTo>
                    <a:cubicBezTo>
                      <a:pt x="453" y="1481"/>
                      <a:pt x="453" y="1481"/>
                      <a:pt x="453" y="1481"/>
                    </a:cubicBezTo>
                    <a:cubicBezTo>
                      <a:pt x="271" y="1660"/>
                      <a:pt x="271" y="1660"/>
                      <a:pt x="271" y="1660"/>
                    </a:cubicBezTo>
                    <a:cubicBezTo>
                      <a:pt x="170" y="1760"/>
                      <a:pt x="164" y="1895"/>
                      <a:pt x="258" y="1960"/>
                    </a:cubicBezTo>
                    <a:cubicBezTo>
                      <a:pt x="286" y="1979"/>
                      <a:pt x="315" y="1988"/>
                      <a:pt x="346" y="1988"/>
                    </a:cubicBezTo>
                    <a:cubicBezTo>
                      <a:pt x="419" y="1988"/>
                      <a:pt x="493" y="1935"/>
                      <a:pt x="534" y="1842"/>
                    </a:cubicBezTo>
                    <a:cubicBezTo>
                      <a:pt x="650" y="1583"/>
                      <a:pt x="650" y="1583"/>
                      <a:pt x="650" y="1583"/>
                    </a:cubicBezTo>
                    <a:cubicBezTo>
                      <a:pt x="702" y="1467"/>
                      <a:pt x="702" y="1467"/>
                      <a:pt x="702" y="1467"/>
                    </a:cubicBezTo>
                    <a:cubicBezTo>
                      <a:pt x="724" y="1418"/>
                      <a:pt x="717" y="1362"/>
                      <a:pt x="687" y="1341"/>
                    </a:cubicBezTo>
                    <a:close/>
                    <a:moveTo>
                      <a:pt x="418" y="1872"/>
                    </a:moveTo>
                    <a:cubicBezTo>
                      <a:pt x="392" y="1909"/>
                      <a:pt x="341" y="1919"/>
                      <a:pt x="304" y="1893"/>
                    </a:cubicBezTo>
                    <a:cubicBezTo>
                      <a:pt x="267" y="1867"/>
                      <a:pt x="258" y="1817"/>
                      <a:pt x="284" y="1780"/>
                    </a:cubicBezTo>
                    <a:cubicBezTo>
                      <a:pt x="310" y="1743"/>
                      <a:pt x="360" y="1734"/>
                      <a:pt x="397" y="1759"/>
                    </a:cubicBezTo>
                    <a:cubicBezTo>
                      <a:pt x="434" y="1785"/>
                      <a:pt x="443" y="1836"/>
                      <a:pt x="418" y="1872"/>
                    </a:cubicBezTo>
                    <a:close/>
                    <a:moveTo>
                      <a:pt x="256" y="376"/>
                    </a:moveTo>
                    <a:cubicBezTo>
                      <a:pt x="256" y="346"/>
                      <a:pt x="233" y="323"/>
                      <a:pt x="204" y="323"/>
                    </a:cubicBezTo>
                    <a:cubicBezTo>
                      <a:pt x="174" y="323"/>
                      <a:pt x="151" y="346"/>
                      <a:pt x="151" y="376"/>
                    </a:cubicBezTo>
                    <a:cubicBezTo>
                      <a:pt x="151" y="405"/>
                      <a:pt x="174" y="428"/>
                      <a:pt x="204" y="428"/>
                    </a:cubicBezTo>
                    <a:cubicBezTo>
                      <a:pt x="233" y="428"/>
                      <a:pt x="256" y="405"/>
                      <a:pt x="256" y="376"/>
                    </a:cubicBezTo>
                    <a:close/>
                    <a:moveTo>
                      <a:pt x="1418" y="323"/>
                    </a:moveTo>
                    <a:cubicBezTo>
                      <a:pt x="1389" y="323"/>
                      <a:pt x="1366" y="346"/>
                      <a:pt x="1366" y="376"/>
                    </a:cubicBezTo>
                    <a:cubicBezTo>
                      <a:pt x="1366" y="405"/>
                      <a:pt x="1389" y="428"/>
                      <a:pt x="1418" y="428"/>
                    </a:cubicBezTo>
                    <a:cubicBezTo>
                      <a:pt x="1448" y="428"/>
                      <a:pt x="1471" y="405"/>
                      <a:pt x="1471" y="376"/>
                    </a:cubicBezTo>
                    <a:cubicBezTo>
                      <a:pt x="1471" y="346"/>
                      <a:pt x="1448" y="323"/>
                      <a:pt x="1418" y="323"/>
                    </a:cubicBezTo>
                    <a:close/>
                    <a:moveTo>
                      <a:pt x="1418" y="1925"/>
                    </a:moveTo>
                    <a:cubicBezTo>
                      <a:pt x="1389" y="1925"/>
                      <a:pt x="1366" y="1949"/>
                      <a:pt x="1366" y="1978"/>
                    </a:cubicBezTo>
                    <a:cubicBezTo>
                      <a:pt x="1366" y="2007"/>
                      <a:pt x="1389" y="2031"/>
                      <a:pt x="1418" y="2031"/>
                    </a:cubicBezTo>
                    <a:cubicBezTo>
                      <a:pt x="1448" y="2031"/>
                      <a:pt x="1471" y="2007"/>
                      <a:pt x="1471" y="1978"/>
                    </a:cubicBezTo>
                    <a:cubicBezTo>
                      <a:pt x="1471" y="1949"/>
                      <a:pt x="1448" y="1925"/>
                      <a:pt x="1418" y="1925"/>
                    </a:cubicBezTo>
                    <a:close/>
                  </a:path>
                </a:pathLst>
              </a:custGeom>
              <a:solidFill>
                <a:srgbClr val="FFFFFF"/>
              </a:solidFill>
              <a:ln>
                <a:noFill/>
              </a:ln>
            </p:spPr>
            <p:txBody>
              <a:bodyPr vert="horz" wrap="square" lIns="109703" tIns="54851" rIns="109703" bIns="54851" numCol="1" anchor="t" anchorCtr="0" compatLnSpc="1">
                <a:prstTxWarp prst="textNoShape">
                  <a:avLst/>
                </a:prstTxWarp>
              </a:bodyPr>
              <a:lstStyle/>
              <a:p>
                <a:endParaRPr lang="en-US" sz="2133" dirty="0"/>
              </a:p>
            </p:txBody>
          </p:sp>
          <p:sp>
            <p:nvSpPr>
              <p:cNvPr id="32" name="Freeform 79"/>
              <p:cNvSpPr>
                <a:spLocks noEditPoints="1"/>
              </p:cNvSpPr>
              <p:nvPr/>
            </p:nvSpPr>
            <p:spPr bwMode="black">
              <a:xfrm>
                <a:off x="1801433" y="2094653"/>
                <a:ext cx="281064" cy="379964"/>
              </a:xfrm>
              <a:custGeom>
                <a:avLst/>
                <a:gdLst>
                  <a:gd name="T0" fmla="*/ 1441 w 1615"/>
                  <a:gd name="T1" fmla="*/ 131 h 2179"/>
                  <a:gd name="T2" fmla="*/ 1344 w 1615"/>
                  <a:gd name="T3" fmla="*/ 16 h 2179"/>
                  <a:gd name="T4" fmla="*/ 306 w 1615"/>
                  <a:gd name="T5" fmla="*/ 0 h 2179"/>
                  <a:gd name="T6" fmla="*/ 62 w 1615"/>
                  <a:gd name="T7" fmla="*/ 171 h 2179"/>
                  <a:gd name="T8" fmla="*/ 174 w 1615"/>
                  <a:gd name="T9" fmla="*/ 131 h 2179"/>
                  <a:gd name="T10" fmla="*/ 174 w 1615"/>
                  <a:gd name="T11" fmla="*/ 180 h 2179"/>
                  <a:gd name="T12" fmla="*/ 0 w 1615"/>
                  <a:gd name="T13" fmla="*/ 2005 h 2179"/>
                  <a:gd name="T14" fmla="*/ 1441 w 1615"/>
                  <a:gd name="T15" fmla="*/ 2179 h 2179"/>
                  <a:gd name="T16" fmla="*/ 1615 w 1615"/>
                  <a:gd name="T17" fmla="*/ 354 h 2179"/>
                  <a:gd name="T18" fmla="*/ 1518 w 1615"/>
                  <a:gd name="T19" fmla="*/ 2005 h 2179"/>
                  <a:gd name="T20" fmla="*/ 174 w 1615"/>
                  <a:gd name="T21" fmla="*/ 2082 h 2179"/>
                  <a:gd name="T22" fmla="*/ 97 w 1615"/>
                  <a:gd name="T23" fmla="*/ 354 h 2179"/>
                  <a:gd name="T24" fmla="*/ 1441 w 1615"/>
                  <a:gd name="T25" fmla="*/ 277 h 2179"/>
                  <a:gd name="T26" fmla="*/ 1518 w 1615"/>
                  <a:gd name="T27" fmla="*/ 2005 h 2179"/>
                  <a:gd name="T28" fmla="*/ 241 w 1615"/>
                  <a:gd name="T29" fmla="*/ 1038 h 2179"/>
                  <a:gd name="T30" fmla="*/ 532 w 1615"/>
                  <a:gd name="T31" fmla="*/ 1339 h 2179"/>
                  <a:gd name="T32" fmla="*/ 713 w 1615"/>
                  <a:gd name="T33" fmla="*/ 1304 h 2179"/>
                  <a:gd name="T34" fmla="*/ 695 w 1615"/>
                  <a:gd name="T35" fmla="*/ 1594 h 2179"/>
                  <a:gd name="T36" fmla="*/ 1375 w 1615"/>
                  <a:gd name="T37" fmla="*/ 1038 h 2179"/>
                  <a:gd name="T38" fmla="*/ 808 w 1615"/>
                  <a:gd name="T39" fmla="*/ 1206 h 2179"/>
                  <a:gd name="T40" fmla="*/ 808 w 1615"/>
                  <a:gd name="T41" fmla="*/ 870 h 2179"/>
                  <a:gd name="T42" fmla="*/ 808 w 1615"/>
                  <a:gd name="T43" fmla="*/ 1206 h 2179"/>
                  <a:gd name="T44" fmla="*/ 652 w 1615"/>
                  <a:gd name="T45" fmla="*/ 1331 h 2179"/>
                  <a:gd name="T46" fmla="*/ 453 w 1615"/>
                  <a:gd name="T47" fmla="*/ 1481 h 2179"/>
                  <a:gd name="T48" fmla="*/ 258 w 1615"/>
                  <a:gd name="T49" fmla="*/ 1960 h 2179"/>
                  <a:gd name="T50" fmla="*/ 534 w 1615"/>
                  <a:gd name="T51" fmla="*/ 1842 h 2179"/>
                  <a:gd name="T52" fmla="*/ 702 w 1615"/>
                  <a:gd name="T53" fmla="*/ 1467 h 2179"/>
                  <a:gd name="T54" fmla="*/ 418 w 1615"/>
                  <a:gd name="T55" fmla="*/ 1872 h 2179"/>
                  <a:gd name="T56" fmla="*/ 284 w 1615"/>
                  <a:gd name="T57" fmla="*/ 1780 h 2179"/>
                  <a:gd name="T58" fmla="*/ 418 w 1615"/>
                  <a:gd name="T59" fmla="*/ 1872 h 2179"/>
                  <a:gd name="T60" fmla="*/ 204 w 1615"/>
                  <a:gd name="T61" fmla="*/ 323 h 2179"/>
                  <a:gd name="T62" fmla="*/ 204 w 1615"/>
                  <a:gd name="T63" fmla="*/ 428 h 2179"/>
                  <a:gd name="T64" fmla="*/ 1418 w 1615"/>
                  <a:gd name="T65" fmla="*/ 323 h 2179"/>
                  <a:gd name="T66" fmla="*/ 1418 w 1615"/>
                  <a:gd name="T67" fmla="*/ 428 h 2179"/>
                  <a:gd name="T68" fmla="*/ 1418 w 1615"/>
                  <a:gd name="T69" fmla="*/ 323 h 2179"/>
                  <a:gd name="T70" fmla="*/ 1366 w 1615"/>
                  <a:gd name="T71" fmla="*/ 1978 h 2179"/>
                  <a:gd name="T72" fmla="*/ 1471 w 1615"/>
                  <a:gd name="T73" fmla="*/ 1978 h 21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615" h="2179">
                    <a:moveTo>
                      <a:pt x="174" y="131"/>
                    </a:moveTo>
                    <a:cubicBezTo>
                      <a:pt x="1441" y="131"/>
                      <a:pt x="1441" y="131"/>
                      <a:pt x="1441" y="131"/>
                    </a:cubicBezTo>
                    <a:cubicBezTo>
                      <a:pt x="1465" y="131"/>
                      <a:pt x="1488" y="136"/>
                      <a:pt x="1509" y="145"/>
                    </a:cubicBezTo>
                    <a:cubicBezTo>
                      <a:pt x="1344" y="16"/>
                      <a:pt x="1344" y="16"/>
                      <a:pt x="1344" y="16"/>
                    </a:cubicBezTo>
                    <a:cubicBezTo>
                      <a:pt x="1333" y="7"/>
                      <a:pt x="1312" y="0"/>
                      <a:pt x="1298" y="0"/>
                    </a:cubicBezTo>
                    <a:cubicBezTo>
                      <a:pt x="306" y="0"/>
                      <a:pt x="306" y="0"/>
                      <a:pt x="306" y="0"/>
                    </a:cubicBezTo>
                    <a:cubicBezTo>
                      <a:pt x="292" y="0"/>
                      <a:pt x="271" y="7"/>
                      <a:pt x="260" y="16"/>
                    </a:cubicBezTo>
                    <a:cubicBezTo>
                      <a:pt x="62" y="171"/>
                      <a:pt x="62" y="171"/>
                      <a:pt x="62" y="171"/>
                    </a:cubicBezTo>
                    <a:cubicBezTo>
                      <a:pt x="64" y="171"/>
                      <a:pt x="64" y="171"/>
                      <a:pt x="64" y="171"/>
                    </a:cubicBezTo>
                    <a:cubicBezTo>
                      <a:pt x="94" y="146"/>
                      <a:pt x="132" y="131"/>
                      <a:pt x="174" y="131"/>
                    </a:cubicBezTo>
                    <a:close/>
                    <a:moveTo>
                      <a:pt x="1441" y="180"/>
                    </a:moveTo>
                    <a:cubicBezTo>
                      <a:pt x="174" y="180"/>
                      <a:pt x="174" y="180"/>
                      <a:pt x="174" y="180"/>
                    </a:cubicBezTo>
                    <a:cubicBezTo>
                      <a:pt x="78" y="180"/>
                      <a:pt x="0" y="258"/>
                      <a:pt x="0" y="354"/>
                    </a:cubicBezTo>
                    <a:cubicBezTo>
                      <a:pt x="0" y="2005"/>
                      <a:pt x="0" y="2005"/>
                      <a:pt x="0" y="2005"/>
                    </a:cubicBezTo>
                    <a:cubicBezTo>
                      <a:pt x="0" y="2101"/>
                      <a:pt x="78" y="2179"/>
                      <a:pt x="174" y="2179"/>
                    </a:cubicBezTo>
                    <a:cubicBezTo>
                      <a:pt x="1441" y="2179"/>
                      <a:pt x="1441" y="2179"/>
                      <a:pt x="1441" y="2179"/>
                    </a:cubicBezTo>
                    <a:cubicBezTo>
                      <a:pt x="1537" y="2179"/>
                      <a:pt x="1615" y="2101"/>
                      <a:pt x="1615" y="2005"/>
                    </a:cubicBezTo>
                    <a:cubicBezTo>
                      <a:pt x="1615" y="354"/>
                      <a:pt x="1615" y="354"/>
                      <a:pt x="1615" y="354"/>
                    </a:cubicBezTo>
                    <a:cubicBezTo>
                      <a:pt x="1615" y="258"/>
                      <a:pt x="1537" y="180"/>
                      <a:pt x="1441" y="180"/>
                    </a:cubicBezTo>
                    <a:close/>
                    <a:moveTo>
                      <a:pt x="1518" y="2005"/>
                    </a:moveTo>
                    <a:cubicBezTo>
                      <a:pt x="1518" y="2047"/>
                      <a:pt x="1484" y="2082"/>
                      <a:pt x="1441" y="2082"/>
                    </a:cubicBezTo>
                    <a:cubicBezTo>
                      <a:pt x="174" y="2082"/>
                      <a:pt x="174" y="2082"/>
                      <a:pt x="174" y="2082"/>
                    </a:cubicBezTo>
                    <a:cubicBezTo>
                      <a:pt x="132" y="2082"/>
                      <a:pt x="97" y="2047"/>
                      <a:pt x="97" y="2005"/>
                    </a:cubicBezTo>
                    <a:cubicBezTo>
                      <a:pt x="97" y="354"/>
                      <a:pt x="97" y="354"/>
                      <a:pt x="97" y="354"/>
                    </a:cubicBezTo>
                    <a:cubicBezTo>
                      <a:pt x="97" y="312"/>
                      <a:pt x="132" y="277"/>
                      <a:pt x="174" y="277"/>
                    </a:cubicBezTo>
                    <a:cubicBezTo>
                      <a:pt x="1441" y="277"/>
                      <a:pt x="1441" y="277"/>
                      <a:pt x="1441" y="277"/>
                    </a:cubicBezTo>
                    <a:cubicBezTo>
                      <a:pt x="1484" y="277"/>
                      <a:pt x="1518" y="312"/>
                      <a:pt x="1518" y="354"/>
                    </a:cubicBezTo>
                    <a:lnTo>
                      <a:pt x="1518" y="2005"/>
                    </a:lnTo>
                    <a:close/>
                    <a:moveTo>
                      <a:pt x="808" y="471"/>
                    </a:moveTo>
                    <a:cubicBezTo>
                      <a:pt x="494" y="471"/>
                      <a:pt x="241" y="725"/>
                      <a:pt x="241" y="1038"/>
                    </a:cubicBezTo>
                    <a:cubicBezTo>
                      <a:pt x="241" y="1201"/>
                      <a:pt x="309" y="1347"/>
                      <a:pt x="419" y="1451"/>
                    </a:cubicBezTo>
                    <a:cubicBezTo>
                      <a:pt x="532" y="1339"/>
                      <a:pt x="532" y="1339"/>
                      <a:pt x="532" y="1339"/>
                    </a:cubicBezTo>
                    <a:cubicBezTo>
                      <a:pt x="565" y="1305"/>
                      <a:pt x="610" y="1286"/>
                      <a:pt x="652" y="1286"/>
                    </a:cubicBezTo>
                    <a:cubicBezTo>
                      <a:pt x="675" y="1286"/>
                      <a:pt x="696" y="1292"/>
                      <a:pt x="713" y="1304"/>
                    </a:cubicBezTo>
                    <a:cubicBezTo>
                      <a:pt x="762" y="1337"/>
                      <a:pt x="775" y="1416"/>
                      <a:pt x="744" y="1486"/>
                    </a:cubicBezTo>
                    <a:cubicBezTo>
                      <a:pt x="695" y="1594"/>
                      <a:pt x="695" y="1594"/>
                      <a:pt x="695" y="1594"/>
                    </a:cubicBezTo>
                    <a:cubicBezTo>
                      <a:pt x="731" y="1601"/>
                      <a:pt x="769" y="1605"/>
                      <a:pt x="808" y="1605"/>
                    </a:cubicBezTo>
                    <a:cubicBezTo>
                      <a:pt x="1121" y="1605"/>
                      <a:pt x="1375" y="1351"/>
                      <a:pt x="1375" y="1038"/>
                    </a:cubicBezTo>
                    <a:cubicBezTo>
                      <a:pt x="1375" y="725"/>
                      <a:pt x="1121" y="471"/>
                      <a:pt x="808" y="471"/>
                    </a:cubicBezTo>
                    <a:close/>
                    <a:moveTo>
                      <a:pt x="808" y="1206"/>
                    </a:moveTo>
                    <a:cubicBezTo>
                      <a:pt x="715" y="1206"/>
                      <a:pt x="640" y="1131"/>
                      <a:pt x="640" y="1038"/>
                    </a:cubicBezTo>
                    <a:cubicBezTo>
                      <a:pt x="640" y="945"/>
                      <a:pt x="715" y="870"/>
                      <a:pt x="808" y="870"/>
                    </a:cubicBezTo>
                    <a:cubicBezTo>
                      <a:pt x="900" y="870"/>
                      <a:pt x="976" y="945"/>
                      <a:pt x="976" y="1038"/>
                    </a:cubicBezTo>
                    <a:cubicBezTo>
                      <a:pt x="976" y="1131"/>
                      <a:pt x="900" y="1206"/>
                      <a:pt x="808" y="1206"/>
                    </a:cubicBezTo>
                    <a:close/>
                    <a:moveTo>
                      <a:pt x="687" y="1341"/>
                    </a:moveTo>
                    <a:cubicBezTo>
                      <a:pt x="678" y="1334"/>
                      <a:pt x="665" y="1331"/>
                      <a:pt x="652" y="1331"/>
                    </a:cubicBezTo>
                    <a:cubicBezTo>
                      <a:pt x="623" y="1331"/>
                      <a:pt x="590" y="1345"/>
                      <a:pt x="564" y="1371"/>
                    </a:cubicBezTo>
                    <a:cubicBezTo>
                      <a:pt x="453" y="1481"/>
                      <a:pt x="453" y="1481"/>
                      <a:pt x="453" y="1481"/>
                    </a:cubicBezTo>
                    <a:cubicBezTo>
                      <a:pt x="271" y="1660"/>
                      <a:pt x="271" y="1660"/>
                      <a:pt x="271" y="1660"/>
                    </a:cubicBezTo>
                    <a:cubicBezTo>
                      <a:pt x="170" y="1760"/>
                      <a:pt x="164" y="1895"/>
                      <a:pt x="258" y="1960"/>
                    </a:cubicBezTo>
                    <a:cubicBezTo>
                      <a:pt x="286" y="1979"/>
                      <a:pt x="315" y="1988"/>
                      <a:pt x="346" y="1988"/>
                    </a:cubicBezTo>
                    <a:cubicBezTo>
                      <a:pt x="419" y="1988"/>
                      <a:pt x="493" y="1935"/>
                      <a:pt x="534" y="1842"/>
                    </a:cubicBezTo>
                    <a:cubicBezTo>
                      <a:pt x="650" y="1583"/>
                      <a:pt x="650" y="1583"/>
                      <a:pt x="650" y="1583"/>
                    </a:cubicBezTo>
                    <a:cubicBezTo>
                      <a:pt x="702" y="1467"/>
                      <a:pt x="702" y="1467"/>
                      <a:pt x="702" y="1467"/>
                    </a:cubicBezTo>
                    <a:cubicBezTo>
                      <a:pt x="724" y="1418"/>
                      <a:pt x="717" y="1362"/>
                      <a:pt x="687" y="1341"/>
                    </a:cubicBezTo>
                    <a:close/>
                    <a:moveTo>
                      <a:pt x="418" y="1872"/>
                    </a:moveTo>
                    <a:cubicBezTo>
                      <a:pt x="392" y="1909"/>
                      <a:pt x="341" y="1919"/>
                      <a:pt x="304" y="1893"/>
                    </a:cubicBezTo>
                    <a:cubicBezTo>
                      <a:pt x="267" y="1867"/>
                      <a:pt x="258" y="1817"/>
                      <a:pt x="284" y="1780"/>
                    </a:cubicBezTo>
                    <a:cubicBezTo>
                      <a:pt x="310" y="1743"/>
                      <a:pt x="360" y="1734"/>
                      <a:pt x="397" y="1759"/>
                    </a:cubicBezTo>
                    <a:cubicBezTo>
                      <a:pt x="434" y="1785"/>
                      <a:pt x="443" y="1836"/>
                      <a:pt x="418" y="1872"/>
                    </a:cubicBezTo>
                    <a:close/>
                    <a:moveTo>
                      <a:pt x="256" y="376"/>
                    </a:moveTo>
                    <a:cubicBezTo>
                      <a:pt x="256" y="346"/>
                      <a:pt x="233" y="323"/>
                      <a:pt x="204" y="323"/>
                    </a:cubicBezTo>
                    <a:cubicBezTo>
                      <a:pt x="174" y="323"/>
                      <a:pt x="151" y="346"/>
                      <a:pt x="151" y="376"/>
                    </a:cubicBezTo>
                    <a:cubicBezTo>
                      <a:pt x="151" y="405"/>
                      <a:pt x="174" y="428"/>
                      <a:pt x="204" y="428"/>
                    </a:cubicBezTo>
                    <a:cubicBezTo>
                      <a:pt x="233" y="428"/>
                      <a:pt x="256" y="405"/>
                      <a:pt x="256" y="376"/>
                    </a:cubicBezTo>
                    <a:close/>
                    <a:moveTo>
                      <a:pt x="1418" y="323"/>
                    </a:moveTo>
                    <a:cubicBezTo>
                      <a:pt x="1389" y="323"/>
                      <a:pt x="1366" y="346"/>
                      <a:pt x="1366" y="376"/>
                    </a:cubicBezTo>
                    <a:cubicBezTo>
                      <a:pt x="1366" y="405"/>
                      <a:pt x="1389" y="428"/>
                      <a:pt x="1418" y="428"/>
                    </a:cubicBezTo>
                    <a:cubicBezTo>
                      <a:pt x="1448" y="428"/>
                      <a:pt x="1471" y="405"/>
                      <a:pt x="1471" y="376"/>
                    </a:cubicBezTo>
                    <a:cubicBezTo>
                      <a:pt x="1471" y="346"/>
                      <a:pt x="1448" y="323"/>
                      <a:pt x="1418" y="323"/>
                    </a:cubicBezTo>
                    <a:close/>
                    <a:moveTo>
                      <a:pt x="1418" y="1925"/>
                    </a:moveTo>
                    <a:cubicBezTo>
                      <a:pt x="1389" y="1925"/>
                      <a:pt x="1366" y="1949"/>
                      <a:pt x="1366" y="1978"/>
                    </a:cubicBezTo>
                    <a:cubicBezTo>
                      <a:pt x="1366" y="2007"/>
                      <a:pt x="1389" y="2031"/>
                      <a:pt x="1418" y="2031"/>
                    </a:cubicBezTo>
                    <a:cubicBezTo>
                      <a:pt x="1448" y="2031"/>
                      <a:pt x="1471" y="2007"/>
                      <a:pt x="1471" y="1978"/>
                    </a:cubicBezTo>
                    <a:cubicBezTo>
                      <a:pt x="1471" y="1949"/>
                      <a:pt x="1448" y="1925"/>
                      <a:pt x="1418" y="1925"/>
                    </a:cubicBezTo>
                    <a:close/>
                  </a:path>
                </a:pathLst>
              </a:custGeom>
              <a:solidFill>
                <a:srgbClr val="FFFFFF"/>
              </a:solidFill>
              <a:ln>
                <a:noFill/>
              </a:ln>
            </p:spPr>
            <p:txBody>
              <a:bodyPr vert="horz" wrap="square" lIns="109703" tIns="54851" rIns="109703" bIns="54851" numCol="1" anchor="t" anchorCtr="0" compatLnSpc="1">
                <a:prstTxWarp prst="textNoShape">
                  <a:avLst/>
                </a:prstTxWarp>
              </a:bodyPr>
              <a:lstStyle/>
              <a:p>
                <a:endParaRPr lang="en-US" sz="2133" dirty="0"/>
              </a:p>
            </p:txBody>
          </p:sp>
          <p:sp>
            <p:nvSpPr>
              <p:cNvPr id="38" name="Freeform 79"/>
              <p:cNvSpPr>
                <a:spLocks noEditPoints="1"/>
              </p:cNvSpPr>
              <p:nvPr/>
            </p:nvSpPr>
            <p:spPr bwMode="black">
              <a:xfrm>
                <a:off x="2209019" y="2086919"/>
                <a:ext cx="281064" cy="379964"/>
              </a:xfrm>
              <a:custGeom>
                <a:avLst/>
                <a:gdLst>
                  <a:gd name="T0" fmla="*/ 1441 w 1615"/>
                  <a:gd name="T1" fmla="*/ 131 h 2179"/>
                  <a:gd name="T2" fmla="*/ 1344 w 1615"/>
                  <a:gd name="T3" fmla="*/ 16 h 2179"/>
                  <a:gd name="T4" fmla="*/ 306 w 1615"/>
                  <a:gd name="T5" fmla="*/ 0 h 2179"/>
                  <a:gd name="T6" fmla="*/ 62 w 1615"/>
                  <a:gd name="T7" fmla="*/ 171 h 2179"/>
                  <a:gd name="T8" fmla="*/ 174 w 1615"/>
                  <a:gd name="T9" fmla="*/ 131 h 2179"/>
                  <a:gd name="T10" fmla="*/ 174 w 1615"/>
                  <a:gd name="T11" fmla="*/ 180 h 2179"/>
                  <a:gd name="T12" fmla="*/ 0 w 1615"/>
                  <a:gd name="T13" fmla="*/ 2005 h 2179"/>
                  <a:gd name="T14" fmla="*/ 1441 w 1615"/>
                  <a:gd name="T15" fmla="*/ 2179 h 2179"/>
                  <a:gd name="T16" fmla="*/ 1615 w 1615"/>
                  <a:gd name="T17" fmla="*/ 354 h 2179"/>
                  <a:gd name="T18" fmla="*/ 1518 w 1615"/>
                  <a:gd name="T19" fmla="*/ 2005 h 2179"/>
                  <a:gd name="T20" fmla="*/ 174 w 1615"/>
                  <a:gd name="T21" fmla="*/ 2082 h 2179"/>
                  <a:gd name="T22" fmla="*/ 97 w 1615"/>
                  <a:gd name="T23" fmla="*/ 354 h 2179"/>
                  <a:gd name="T24" fmla="*/ 1441 w 1615"/>
                  <a:gd name="T25" fmla="*/ 277 h 2179"/>
                  <a:gd name="T26" fmla="*/ 1518 w 1615"/>
                  <a:gd name="T27" fmla="*/ 2005 h 2179"/>
                  <a:gd name="T28" fmla="*/ 241 w 1615"/>
                  <a:gd name="T29" fmla="*/ 1038 h 2179"/>
                  <a:gd name="T30" fmla="*/ 532 w 1615"/>
                  <a:gd name="T31" fmla="*/ 1339 h 2179"/>
                  <a:gd name="T32" fmla="*/ 713 w 1615"/>
                  <a:gd name="T33" fmla="*/ 1304 h 2179"/>
                  <a:gd name="T34" fmla="*/ 695 w 1615"/>
                  <a:gd name="T35" fmla="*/ 1594 h 2179"/>
                  <a:gd name="T36" fmla="*/ 1375 w 1615"/>
                  <a:gd name="T37" fmla="*/ 1038 h 2179"/>
                  <a:gd name="T38" fmla="*/ 808 w 1615"/>
                  <a:gd name="T39" fmla="*/ 1206 h 2179"/>
                  <a:gd name="T40" fmla="*/ 808 w 1615"/>
                  <a:gd name="T41" fmla="*/ 870 h 2179"/>
                  <a:gd name="T42" fmla="*/ 808 w 1615"/>
                  <a:gd name="T43" fmla="*/ 1206 h 2179"/>
                  <a:gd name="T44" fmla="*/ 652 w 1615"/>
                  <a:gd name="T45" fmla="*/ 1331 h 2179"/>
                  <a:gd name="T46" fmla="*/ 453 w 1615"/>
                  <a:gd name="T47" fmla="*/ 1481 h 2179"/>
                  <a:gd name="T48" fmla="*/ 258 w 1615"/>
                  <a:gd name="T49" fmla="*/ 1960 h 2179"/>
                  <a:gd name="T50" fmla="*/ 534 w 1615"/>
                  <a:gd name="T51" fmla="*/ 1842 h 2179"/>
                  <a:gd name="T52" fmla="*/ 702 w 1615"/>
                  <a:gd name="T53" fmla="*/ 1467 h 2179"/>
                  <a:gd name="T54" fmla="*/ 418 w 1615"/>
                  <a:gd name="T55" fmla="*/ 1872 h 2179"/>
                  <a:gd name="T56" fmla="*/ 284 w 1615"/>
                  <a:gd name="T57" fmla="*/ 1780 h 2179"/>
                  <a:gd name="T58" fmla="*/ 418 w 1615"/>
                  <a:gd name="T59" fmla="*/ 1872 h 2179"/>
                  <a:gd name="T60" fmla="*/ 204 w 1615"/>
                  <a:gd name="T61" fmla="*/ 323 h 2179"/>
                  <a:gd name="T62" fmla="*/ 204 w 1615"/>
                  <a:gd name="T63" fmla="*/ 428 h 2179"/>
                  <a:gd name="T64" fmla="*/ 1418 w 1615"/>
                  <a:gd name="T65" fmla="*/ 323 h 2179"/>
                  <a:gd name="T66" fmla="*/ 1418 w 1615"/>
                  <a:gd name="T67" fmla="*/ 428 h 2179"/>
                  <a:gd name="T68" fmla="*/ 1418 w 1615"/>
                  <a:gd name="T69" fmla="*/ 323 h 2179"/>
                  <a:gd name="T70" fmla="*/ 1366 w 1615"/>
                  <a:gd name="T71" fmla="*/ 1978 h 2179"/>
                  <a:gd name="T72" fmla="*/ 1471 w 1615"/>
                  <a:gd name="T73" fmla="*/ 1978 h 21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615" h="2179">
                    <a:moveTo>
                      <a:pt x="174" y="131"/>
                    </a:moveTo>
                    <a:cubicBezTo>
                      <a:pt x="1441" y="131"/>
                      <a:pt x="1441" y="131"/>
                      <a:pt x="1441" y="131"/>
                    </a:cubicBezTo>
                    <a:cubicBezTo>
                      <a:pt x="1465" y="131"/>
                      <a:pt x="1488" y="136"/>
                      <a:pt x="1509" y="145"/>
                    </a:cubicBezTo>
                    <a:cubicBezTo>
                      <a:pt x="1344" y="16"/>
                      <a:pt x="1344" y="16"/>
                      <a:pt x="1344" y="16"/>
                    </a:cubicBezTo>
                    <a:cubicBezTo>
                      <a:pt x="1333" y="7"/>
                      <a:pt x="1312" y="0"/>
                      <a:pt x="1298" y="0"/>
                    </a:cubicBezTo>
                    <a:cubicBezTo>
                      <a:pt x="306" y="0"/>
                      <a:pt x="306" y="0"/>
                      <a:pt x="306" y="0"/>
                    </a:cubicBezTo>
                    <a:cubicBezTo>
                      <a:pt x="292" y="0"/>
                      <a:pt x="271" y="7"/>
                      <a:pt x="260" y="16"/>
                    </a:cubicBezTo>
                    <a:cubicBezTo>
                      <a:pt x="62" y="171"/>
                      <a:pt x="62" y="171"/>
                      <a:pt x="62" y="171"/>
                    </a:cubicBezTo>
                    <a:cubicBezTo>
                      <a:pt x="64" y="171"/>
                      <a:pt x="64" y="171"/>
                      <a:pt x="64" y="171"/>
                    </a:cubicBezTo>
                    <a:cubicBezTo>
                      <a:pt x="94" y="146"/>
                      <a:pt x="132" y="131"/>
                      <a:pt x="174" y="131"/>
                    </a:cubicBezTo>
                    <a:close/>
                    <a:moveTo>
                      <a:pt x="1441" y="180"/>
                    </a:moveTo>
                    <a:cubicBezTo>
                      <a:pt x="174" y="180"/>
                      <a:pt x="174" y="180"/>
                      <a:pt x="174" y="180"/>
                    </a:cubicBezTo>
                    <a:cubicBezTo>
                      <a:pt x="78" y="180"/>
                      <a:pt x="0" y="258"/>
                      <a:pt x="0" y="354"/>
                    </a:cubicBezTo>
                    <a:cubicBezTo>
                      <a:pt x="0" y="2005"/>
                      <a:pt x="0" y="2005"/>
                      <a:pt x="0" y="2005"/>
                    </a:cubicBezTo>
                    <a:cubicBezTo>
                      <a:pt x="0" y="2101"/>
                      <a:pt x="78" y="2179"/>
                      <a:pt x="174" y="2179"/>
                    </a:cubicBezTo>
                    <a:cubicBezTo>
                      <a:pt x="1441" y="2179"/>
                      <a:pt x="1441" y="2179"/>
                      <a:pt x="1441" y="2179"/>
                    </a:cubicBezTo>
                    <a:cubicBezTo>
                      <a:pt x="1537" y="2179"/>
                      <a:pt x="1615" y="2101"/>
                      <a:pt x="1615" y="2005"/>
                    </a:cubicBezTo>
                    <a:cubicBezTo>
                      <a:pt x="1615" y="354"/>
                      <a:pt x="1615" y="354"/>
                      <a:pt x="1615" y="354"/>
                    </a:cubicBezTo>
                    <a:cubicBezTo>
                      <a:pt x="1615" y="258"/>
                      <a:pt x="1537" y="180"/>
                      <a:pt x="1441" y="180"/>
                    </a:cubicBezTo>
                    <a:close/>
                    <a:moveTo>
                      <a:pt x="1518" y="2005"/>
                    </a:moveTo>
                    <a:cubicBezTo>
                      <a:pt x="1518" y="2047"/>
                      <a:pt x="1484" y="2082"/>
                      <a:pt x="1441" y="2082"/>
                    </a:cubicBezTo>
                    <a:cubicBezTo>
                      <a:pt x="174" y="2082"/>
                      <a:pt x="174" y="2082"/>
                      <a:pt x="174" y="2082"/>
                    </a:cubicBezTo>
                    <a:cubicBezTo>
                      <a:pt x="132" y="2082"/>
                      <a:pt x="97" y="2047"/>
                      <a:pt x="97" y="2005"/>
                    </a:cubicBezTo>
                    <a:cubicBezTo>
                      <a:pt x="97" y="354"/>
                      <a:pt x="97" y="354"/>
                      <a:pt x="97" y="354"/>
                    </a:cubicBezTo>
                    <a:cubicBezTo>
                      <a:pt x="97" y="312"/>
                      <a:pt x="132" y="277"/>
                      <a:pt x="174" y="277"/>
                    </a:cubicBezTo>
                    <a:cubicBezTo>
                      <a:pt x="1441" y="277"/>
                      <a:pt x="1441" y="277"/>
                      <a:pt x="1441" y="277"/>
                    </a:cubicBezTo>
                    <a:cubicBezTo>
                      <a:pt x="1484" y="277"/>
                      <a:pt x="1518" y="312"/>
                      <a:pt x="1518" y="354"/>
                    </a:cubicBezTo>
                    <a:lnTo>
                      <a:pt x="1518" y="2005"/>
                    </a:lnTo>
                    <a:close/>
                    <a:moveTo>
                      <a:pt x="808" y="471"/>
                    </a:moveTo>
                    <a:cubicBezTo>
                      <a:pt x="494" y="471"/>
                      <a:pt x="241" y="725"/>
                      <a:pt x="241" y="1038"/>
                    </a:cubicBezTo>
                    <a:cubicBezTo>
                      <a:pt x="241" y="1201"/>
                      <a:pt x="309" y="1347"/>
                      <a:pt x="419" y="1451"/>
                    </a:cubicBezTo>
                    <a:cubicBezTo>
                      <a:pt x="532" y="1339"/>
                      <a:pt x="532" y="1339"/>
                      <a:pt x="532" y="1339"/>
                    </a:cubicBezTo>
                    <a:cubicBezTo>
                      <a:pt x="565" y="1305"/>
                      <a:pt x="610" y="1286"/>
                      <a:pt x="652" y="1286"/>
                    </a:cubicBezTo>
                    <a:cubicBezTo>
                      <a:pt x="675" y="1286"/>
                      <a:pt x="696" y="1292"/>
                      <a:pt x="713" y="1304"/>
                    </a:cubicBezTo>
                    <a:cubicBezTo>
                      <a:pt x="762" y="1337"/>
                      <a:pt x="775" y="1416"/>
                      <a:pt x="744" y="1486"/>
                    </a:cubicBezTo>
                    <a:cubicBezTo>
                      <a:pt x="695" y="1594"/>
                      <a:pt x="695" y="1594"/>
                      <a:pt x="695" y="1594"/>
                    </a:cubicBezTo>
                    <a:cubicBezTo>
                      <a:pt x="731" y="1601"/>
                      <a:pt x="769" y="1605"/>
                      <a:pt x="808" y="1605"/>
                    </a:cubicBezTo>
                    <a:cubicBezTo>
                      <a:pt x="1121" y="1605"/>
                      <a:pt x="1375" y="1351"/>
                      <a:pt x="1375" y="1038"/>
                    </a:cubicBezTo>
                    <a:cubicBezTo>
                      <a:pt x="1375" y="725"/>
                      <a:pt x="1121" y="471"/>
                      <a:pt x="808" y="471"/>
                    </a:cubicBezTo>
                    <a:close/>
                    <a:moveTo>
                      <a:pt x="808" y="1206"/>
                    </a:moveTo>
                    <a:cubicBezTo>
                      <a:pt x="715" y="1206"/>
                      <a:pt x="640" y="1131"/>
                      <a:pt x="640" y="1038"/>
                    </a:cubicBezTo>
                    <a:cubicBezTo>
                      <a:pt x="640" y="945"/>
                      <a:pt x="715" y="870"/>
                      <a:pt x="808" y="870"/>
                    </a:cubicBezTo>
                    <a:cubicBezTo>
                      <a:pt x="900" y="870"/>
                      <a:pt x="976" y="945"/>
                      <a:pt x="976" y="1038"/>
                    </a:cubicBezTo>
                    <a:cubicBezTo>
                      <a:pt x="976" y="1131"/>
                      <a:pt x="900" y="1206"/>
                      <a:pt x="808" y="1206"/>
                    </a:cubicBezTo>
                    <a:close/>
                    <a:moveTo>
                      <a:pt x="687" y="1341"/>
                    </a:moveTo>
                    <a:cubicBezTo>
                      <a:pt x="678" y="1334"/>
                      <a:pt x="665" y="1331"/>
                      <a:pt x="652" y="1331"/>
                    </a:cubicBezTo>
                    <a:cubicBezTo>
                      <a:pt x="623" y="1331"/>
                      <a:pt x="590" y="1345"/>
                      <a:pt x="564" y="1371"/>
                    </a:cubicBezTo>
                    <a:cubicBezTo>
                      <a:pt x="453" y="1481"/>
                      <a:pt x="453" y="1481"/>
                      <a:pt x="453" y="1481"/>
                    </a:cubicBezTo>
                    <a:cubicBezTo>
                      <a:pt x="271" y="1660"/>
                      <a:pt x="271" y="1660"/>
                      <a:pt x="271" y="1660"/>
                    </a:cubicBezTo>
                    <a:cubicBezTo>
                      <a:pt x="170" y="1760"/>
                      <a:pt x="164" y="1895"/>
                      <a:pt x="258" y="1960"/>
                    </a:cubicBezTo>
                    <a:cubicBezTo>
                      <a:pt x="286" y="1979"/>
                      <a:pt x="315" y="1988"/>
                      <a:pt x="346" y="1988"/>
                    </a:cubicBezTo>
                    <a:cubicBezTo>
                      <a:pt x="419" y="1988"/>
                      <a:pt x="493" y="1935"/>
                      <a:pt x="534" y="1842"/>
                    </a:cubicBezTo>
                    <a:cubicBezTo>
                      <a:pt x="650" y="1583"/>
                      <a:pt x="650" y="1583"/>
                      <a:pt x="650" y="1583"/>
                    </a:cubicBezTo>
                    <a:cubicBezTo>
                      <a:pt x="702" y="1467"/>
                      <a:pt x="702" y="1467"/>
                      <a:pt x="702" y="1467"/>
                    </a:cubicBezTo>
                    <a:cubicBezTo>
                      <a:pt x="724" y="1418"/>
                      <a:pt x="717" y="1362"/>
                      <a:pt x="687" y="1341"/>
                    </a:cubicBezTo>
                    <a:close/>
                    <a:moveTo>
                      <a:pt x="418" y="1872"/>
                    </a:moveTo>
                    <a:cubicBezTo>
                      <a:pt x="392" y="1909"/>
                      <a:pt x="341" y="1919"/>
                      <a:pt x="304" y="1893"/>
                    </a:cubicBezTo>
                    <a:cubicBezTo>
                      <a:pt x="267" y="1867"/>
                      <a:pt x="258" y="1817"/>
                      <a:pt x="284" y="1780"/>
                    </a:cubicBezTo>
                    <a:cubicBezTo>
                      <a:pt x="310" y="1743"/>
                      <a:pt x="360" y="1734"/>
                      <a:pt x="397" y="1759"/>
                    </a:cubicBezTo>
                    <a:cubicBezTo>
                      <a:pt x="434" y="1785"/>
                      <a:pt x="443" y="1836"/>
                      <a:pt x="418" y="1872"/>
                    </a:cubicBezTo>
                    <a:close/>
                    <a:moveTo>
                      <a:pt x="256" y="376"/>
                    </a:moveTo>
                    <a:cubicBezTo>
                      <a:pt x="256" y="346"/>
                      <a:pt x="233" y="323"/>
                      <a:pt x="204" y="323"/>
                    </a:cubicBezTo>
                    <a:cubicBezTo>
                      <a:pt x="174" y="323"/>
                      <a:pt x="151" y="346"/>
                      <a:pt x="151" y="376"/>
                    </a:cubicBezTo>
                    <a:cubicBezTo>
                      <a:pt x="151" y="405"/>
                      <a:pt x="174" y="428"/>
                      <a:pt x="204" y="428"/>
                    </a:cubicBezTo>
                    <a:cubicBezTo>
                      <a:pt x="233" y="428"/>
                      <a:pt x="256" y="405"/>
                      <a:pt x="256" y="376"/>
                    </a:cubicBezTo>
                    <a:close/>
                    <a:moveTo>
                      <a:pt x="1418" y="323"/>
                    </a:moveTo>
                    <a:cubicBezTo>
                      <a:pt x="1389" y="323"/>
                      <a:pt x="1366" y="346"/>
                      <a:pt x="1366" y="376"/>
                    </a:cubicBezTo>
                    <a:cubicBezTo>
                      <a:pt x="1366" y="405"/>
                      <a:pt x="1389" y="428"/>
                      <a:pt x="1418" y="428"/>
                    </a:cubicBezTo>
                    <a:cubicBezTo>
                      <a:pt x="1448" y="428"/>
                      <a:pt x="1471" y="405"/>
                      <a:pt x="1471" y="376"/>
                    </a:cubicBezTo>
                    <a:cubicBezTo>
                      <a:pt x="1471" y="346"/>
                      <a:pt x="1448" y="323"/>
                      <a:pt x="1418" y="323"/>
                    </a:cubicBezTo>
                    <a:close/>
                    <a:moveTo>
                      <a:pt x="1418" y="1925"/>
                    </a:moveTo>
                    <a:cubicBezTo>
                      <a:pt x="1389" y="1925"/>
                      <a:pt x="1366" y="1949"/>
                      <a:pt x="1366" y="1978"/>
                    </a:cubicBezTo>
                    <a:cubicBezTo>
                      <a:pt x="1366" y="2007"/>
                      <a:pt x="1389" y="2031"/>
                      <a:pt x="1418" y="2031"/>
                    </a:cubicBezTo>
                    <a:cubicBezTo>
                      <a:pt x="1448" y="2031"/>
                      <a:pt x="1471" y="2007"/>
                      <a:pt x="1471" y="1978"/>
                    </a:cubicBezTo>
                    <a:cubicBezTo>
                      <a:pt x="1471" y="1949"/>
                      <a:pt x="1448" y="1925"/>
                      <a:pt x="1418" y="1925"/>
                    </a:cubicBezTo>
                    <a:close/>
                  </a:path>
                </a:pathLst>
              </a:custGeom>
              <a:solidFill>
                <a:srgbClr val="FFFFFF"/>
              </a:solidFill>
              <a:ln>
                <a:noFill/>
              </a:ln>
            </p:spPr>
            <p:txBody>
              <a:bodyPr vert="horz" wrap="square" lIns="109703" tIns="54851" rIns="109703" bIns="54851" numCol="1" anchor="t" anchorCtr="0" compatLnSpc="1">
                <a:prstTxWarp prst="textNoShape">
                  <a:avLst/>
                </a:prstTxWarp>
              </a:bodyPr>
              <a:lstStyle/>
              <a:p>
                <a:endParaRPr lang="en-US" sz="2133" dirty="0"/>
              </a:p>
            </p:txBody>
          </p:sp>
        </p:grpSp>
        <p:grpSp>
          <p:nvGrpSpPr>
            <p:cNvPr id="7" name="Group 6"/>
            <p:cNvGrpSpPr/>
            <p:nvPr/>
          </p:nvGrpSpPr>
          <p:grpSpPr>
            <a:xfrm>
              <a:off x="1597779" y="3073276"/>
              <a:ext cx="2088743" cy="2126266"/>
              <a:chOff x="3055099" y="760689"/>
              <a:chExt cx="1764827" cy="1796531"/>
            </a:xfrm>
          </p:grpSpPr>
          <p:sp>
            <p:nvSpPr>
              <p:cNvPr id="39" name="Rectangle 38"/>
              <p:cNvSpPr/>
              <p:nvPr/>
            </p:nvSpPr>
            <p:spPr bwMode="auto">
              <a:xfrm>
                <a:off x="3055099" y="760689"/>
                <a:ext cx="1764827" cy="1796531"/>
              </a:xfrm>
              <a:prstGeom prst="rect">
                <a:avLst/>
              </a:prstGeom>
              <a:solidFill>
                <a:schemeClr val="accent2"/>
              </a:solidFill>
              <a:ln w="9525" cap="flat" cmpd="sng" algn="ctr">
                <a:noFill/>
                <a:prstDash val="solid"/>
                <a:headEnd type="none" w="med" len="med"/>
                <a:tailEnd type="none" w="med" len="med"/>
              </a:ln>
              <a:effectLst/>
            </p:spPr>
            <p:txBody>
              <a:bodyPr vert="horz" wrap="square" lIns="121878" tIns="121878" rIns="121878" bIns="121878" numCol="1" rtlCol="0" anchor="t" anchorCtr="0" compatLnSpc="1">
                <a:prstTxWarp prst="textNoShape">
                  <a:avLst/>
                </a:prstTxWarp>
              </a:bodyPr>
              <a:lstStyle/>
              <a:p>
                <a:pPr lvl="0">
                  <a:lnSpc>
                    <a:spcPct val="90000"/>
                  </a:lnSpc>
                  <a:buSzPct val="90000"/>
                  <a:defRPr/>
                </a:pPr>
                <a:r>
                  <a:rPr lang="en-US" sz="2800" b="1" u="sng" kern="0" dirty="0">
                    <a:gradFill>
                      <a:gsLst>
                        <a:gs pos="85000">
                          <a:srgbClr val="FFFFFF"/>
                        </a:gs>
                        <a:gs pos="0">
                          <a:srgbClr val="FFFFFF"/>
                        </a:gs>
                      </a:gsLst>
                      <a:lin ang="5400000" scaled="0"/>
                    </a:gradFill>
                    <a:latin typeface="Segoe UI Light" pitchFamily="34" charset="0"/>
                    <a:ea typeface="Segoe UI" pitchFamily="34" charset="0"/>
                    <a:cs typeface="Segoe UI" pitchFamily="34" charset="0"/>
                  </a:rPr>
                  <a:t>Disks</a:t>
                </a:r>
              </a:p>
              <a:p>
                <a:pPr lvl="0">
                  <a:lnSpc>
                    <a:spcPct val="90000"/>
                  </a:lnSpc>
                  <a:buSzPct val="90000"/>
                  <a:defRPr/>
                </a:pPr>
                <a:endParaRPr lang="en-US" sz="1400" b="1" u="sng" kern="0" dirty="0">
                  <a:gradFill>
                    <a:gsLst>
                      <a:gs pos="85000">
                        <a:srgbClr val="FFFFFF"/>
                      </a:gs>
                      <a:gs pos="0">
                        <a:srgbClr val="FFFFFF"/>
                      </a:gs>
                    </a:gsLst>
                    <a:lin ang="5400000" scaled="0"/>
                  </a:gradFill>
                  <a:latin typeface="Segoe UI Light" pitchFamily="34" charset="0"/>
                  <a:ea typeface="Segoe UI" pitchFamily="34" charset="0"/>
                  <a:cs typeface="Segoe UI" pitchFamily="34" charset="0"/>
                </a:endParaRPr>
              </a:p>
              <a:p>
                <a:pPr marL="380841" indent="-380841">
                  <a:lnSpc>
                    <a:spcPct val="90000"/>
                  </a:lnSpc>
                  <a:buSzPct val="90000"/>
                  <a:buFont typeface="Arial" pitchFamily="34" charset="0"/>
                  <a:buChar char="•"/>
                  <a:defRPr/>
                </a:pPr>
                <a:r>
                  <a:rPr lang="en-US" sz="2000" b="1" kern="0" dirty="0">
                    <a:gradFill>
                      <a:gsLst>
                        <a:gs pos="85000">
                          <a:srgbClr val="FFFFFF"/>
                        </a:gs>
                        <a:gs pos="0">
                          <a:srgbClr val="FFFFFF"/>
                        </a:gs>
                      </a:gsLst>
                      <a:lin ang="5400000" scaled="0"/>
                    </a:gradFill>
                    <a:latin typeface="Segoe UI Light" pitchFamily="34" charset="0"/>
                    <a:ea typeface="Segoe UI" pitchFamily="34" charset="0"/>
                    <a:cs typeface="Segoe UI" pitchFamily="34" charset="0"/>
                  </a:rPr>
                  <a:t>OS Disks </a:t>
                </a:r>
              </a:p>
              <a:p>
                <a:pPr marL="380841" indent="-380841">
                  <a:lnSpc>
                    <a:spcPct val="90000"/>
                  </a:lnSpc>
                  <a:buSzPct val="90000"/>
                  <a:buFont typeface="Arial" pitchFamily="34" charset="0"/>
                  <a:buChar char="•"/>
                  <a:defRPr/>
                </a:pPr>
                <a:r>
                  <a:rPr lang="en-US" sz="2000" b="1" kern="0" dirty="0">
                    <a:gradFill>
                      <a:gsLst>
                        <a:gs pos="85000">
                          <a:srgbClr val="FFFFFF"/>
                        </a:gs>
                        <a:gs pos="0">
                          <a:srgbClr val="FFFFFF"/>
                        </a:gs>
                      </a:gsLst>
                      <a:lin ang="5400000" scaled="0"/>
                    </a:gradFill>
                    <a:latin typeface="Segoe UI Light" pitchFamily="34" charset="0"/>
                    <a:ea typeface="Segoe UI" pitchFamily="34" charset="0"/>
                    <a:cs typeface="Segoe UI" pitchFamily="34" charset="0"/>
                  </a:rPr>
                  <a:t>Data Disks</a:t>
                </a:r>
              </a:p>
            </p:txBody>
          </p:sp>
          <p:sp>
            <p:nvSpPr>
              <p:cNvPr id="21" name="Freeform 79"/>
              <p:cNvSpPr>
                <a:spLocks noEditPoints="1"/>
              </p:cNvSpPr>
              <p:nvPr/>
            </p:nvSpPr>
            <p:spPr bwMode="black">
              <a:xfrm>
                <a:off x="3145506" y="2079185"/>
                <a:ext cx="281064" cy="379964"/>
              </a:xfrm>
              <a:custGeom>
                <a:avLst/>
                <a:gdLst>
                  <a:gd name="T0" fmla="*/ 1441 w 1615"/>
                  <a:gd name="T1" fmla="*/ 131 h 2179"/>
                  <a:gd name="T2" fmla="*/ 1344 w 1615"/>
                  <a:gd name="T3" fmla="*/ 16 h 2179"/>
                  <a:gd name="T4" fmla="*/ 306 w 1615"/>
                  <a:gd name="T5" fmla="*/ 0 h 2179"/>
                  <a:gd name="T6" fmla="*/ 62 w 1615"/>
                  <a:gd name="T7" fmla="*/ 171 h 2179"/>
                  <a:gd name="T8" fmla="*/ 174 w 1615"/>
                  <a:gd name="T9" fmla="*/ 131 h 2179"/>
                  <a:gd name="T10" fmla="*/ 174 w 1615"/>
                  <a:gd name="T11" fmla="*/ 180 h 2179"/>
                  <a:gd name="T12" fmla="*/ 0 w 1615"/>
                  <a:gd name="T13" fmla="*/ 2005 h 2179"/>
                  <a:gd name="T14" fmla="*/ 1441 w 1615"/>
                  <a:gd name="T15" fmla="*/ 2179 h 2179"/>
                  <a:gd name="T16" fmla="*/ 1615 w 1615"/>
                  <a:gd name="T17" fmla="*/ 354 h 2179"/>
                  <a:gd name="T18" fmla="*/ 1518 w 1615"/>
                  <a:gd name="T19" fmla="*/ 2005 h 2179"/>
                  <a:gd name="T20" fmla="*/ 174 w 1615"/>
                  <a:gd name="T21" fmla="*/ 2082 h 2179"/>
                  <a:gd name="T22" fmla="*/ 97 w 1615"/>
                  <a:gd name="T23" fmla="*/ 354 h 2179"/>
                  <a:gd name="T24" fmla="*/ 1441 w 1615"/>
                  <a:gd name="T25" fmla="*/ 277 h 2179"/>
                  <a:gd name="T26" fmla="*/ 1518 w 1615"/>
                  <a:gd name="T27" fmla="*/ 2005 h 2179"/>
                  <a:gd name="T28" fmla="*/ 241 w 1615"/>
                  <a:gd name="T29" fmla="*/ 1038 h 2179"/>
                  <a:gd name="T30" fmla="*/ 532 w 1615"/>
                  <a:gd name="T31" fmla="*/ 1339 h 2179"/>
                  <a:gd name="T32" fmla="*/ 713 w 1615"/>
                  <a:gd name="T33" fmla="*/ 1304 h 2179"/>
                  <a:gd name="T34" fmla="*/ 695 w 1615"/>
                  <a:gd name="T35" fmla="*/ 1594 h 2179"/>
                  <a:gd name="T36" fmla="*/ 1375 w 1615"/>
                  <a:gd name="T37" fmla="*/ 1038 h 2179"/>
                  <a:gd name="T38" fmla="*/ 808 w 1615"/>
                  <a:gd name="T39" fmla="*/ 1206 h 2179"/>
                  <a:gd name="T40" fmla="*/ 808 w 1615"/>
                  <a:gd name="T41" fmla="*/ 870 h 2179"/>
                  <a:gd name="T42" fmla="*/ 808 w 1615"/>
                  <a:gd name="T43" fmla="*/ 1206 h 2179"/>
                  <a:gd name="T44" fmla="*/ 652 w 1615"/>
                  <a:gd name="T45" fmla="*/ 1331 h 2179"/>
                  <a:gd name="T46" fmla="*/ 453 w 1615"/>
                  <a:gd name="T47" fmla="*/ 1481 h 2179"/>
                  <a:gd name="T48" fmla="*/ 258 w 1615"/>
                  <a:gd name="T49" fmla="*/ 1960 h 2179"/>
                  <a:gd name="T50" fmla="*/ 534 w 1615"/>
                  <a:gd name="T51" fmla="*/ 1842 h 2179"/>
                  <a:gd name="T52" fmla="*/ 702 w 1615"/>
                  <a:gd name="T53" fmla="*/ 1467 h 2179"/>
                  <a:gd name="T54" fmla="*/ 418 w 1615"/>
                  <a:gd name="T55" fmla="*/ 1872 h 2179"/>
                  <a:gd name="T56" fmla="*/ 284 w 1615"/>
                  <a:gd name="T57" fmla="*/ 1780 h 2179"/>
                  <a:gd name="T58" fmla="*/ 418 w 1615"/>
                  <a:gd name="T59" fmla="*/ 1872 h 2179"/>
                  <a:gd name="T60" fmla="*/ 204 w 1615"/>
                  <a:gd name="T61" fmla="*/ 323 h 2179"/>
                  <a:gd name="T62" fmla="*/ 204 w 1615"/>
                  <a:gd name="T63" fmla="*/ 428 h 2179"/>
                  <a:gd name="T64" fmla="*/ 1418 w 1615"/>
                  <a:gd name="T65" fmla="*/ 323 h 2179"/>
                  <a:gd name="T66" fmla="*/ 1418 w 1615"/>
                  <a:gd name="T67" fmla="*/ 428 h 2179"/>
                  <a:gd name="T68" fmla="*/ 1418 w 1615"/>
                  <a:gd name="T69" fmla="*/ 323 h 2179"/>
                  <a:gd name="T70" fmla="*/ 1366 w 1615"/>
                  <a:gd name="T71" fmla="*/ 1978 h 2179"/>
                  <a:gd name="T72" fmla="*/ 1471 w 1615"/>
                  <a:gd name="T73" fmla="*/ 1978 h 21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615" h="2179">
                    <a:moveTo>
                      <a:pt x="174" y="131"/>
                    </a:moveTo>
                    <a:cubicBezTo>
                      <a:pt x="1441" y="131"/>
                      <a:pt x="1441" y="131"/>
                      <a:pt x="1441" y="131"/>
                    </a:cubicBezTo>
                    <a:cubicBezTo>
                      <a:pt x="1465" y="131"/>
                      <a:pt x="1488" y="136"/>
                      <a:pt x="1509" y="145"/>
                    </a:cubicBezTo>
                    <a:cubicBezTo>
                      <a:pt x="1344" y="16"/>
                      <a:pt x="1344" y="16"/>
                      <a:pt x="1344" y="16"/>
                    </a:cubicBezTo>
                    <a:cubicBezTo>
                      <a:pt x="1333" y="7"/>
                      <a:pt x="1312" y="0"/>
                      <a:pt x="1298" y="0"/>
                    </a:cubicBezTo>
                    <a:cubicBezTo>
                      <a:pt x="306" y="0"/>
                      <a:pt x="306" y="0"/>
                      <a:pt x="306" y="0"/>
                    </a:cubicBezTo>
                    <a:cubicBezTo>
                      <a:pt x="292" y="0"/>
                      <a:pt x="271" y="7"/>
                      <a:pt x="260" y="16"/>
                    </a:cubicBezTo>
                    <a:cubicBezTo>
                      <a:pt x="62" y="171"/>
                      <a:pt x="62" y="171"/>
                      <a:pt x="62" y="171"/>
                    </a:cubicBezTo>
                    <a:cubicBezTo>
                      <a:pt x="64" y="171"/>
                      <a:pt x="64" y="171"/>
                      <a:pt x="64" y="171"/>
                    </a:cubicBezTo>
                    <a:cubicBezTo>
                      <a:pt x="94" y="146"/>
                      <a:pt x="132" y="131"/>
                      <a:pt x="174" y="131"/>
                    </a:cubicBezTo>
                    <a:close/>
                    <a:moveTo>
                      <a:pt x="1441" y="180"/>
                    </a:moveTo>
                    <a:cubicBezTo>
                      <a:pt x="174" y="180"/>
                      <a:pt x="174" y="180"/>
                      <a:pt x="174" y="180"/>
                    </a:cubicBezTo>
                    <a:cubicBezTo>
                      <a:pt x="78" y="180"/>
                      <a:pt x="0" y="258"/>
                      <a:pt x="0" y="354"/>
                    </a:cubicBezTo>
                    <a:cubicBezTo>
                      <a:pt x="0" y="2005"/>
                      <a:pt x="0" y="2005"/>
                      <a:pt x="0" y="2005"/>
                    </a:cubicBezTo>
                    <a:cubicBezTo>
                      <a:pt x="0" y="2101"/>
                      <a:pt x="78" y="2179"/>
                      <a:pt x="174" y="2179"/>
                    </a:cubicBezTo>
                    <a:cubicBezTo>
                      <a:pt x="1441" y="2179"/>
                      <a:pt x="1441" y="2179"/>
                      <a:pt x="1441" y="2179"/>
                    </a:cubicBezTo>
                    <a:cubicBezTo>
                      <a:pt x="1537" y="2179"/>
                      <a:pt x="1615" y="2101"/>
                      <a:pt x="1615" y="2005"/>
                    </a:cubicBezTo>
                    <a:cubicBezTo>
                      <a:pt x="1615" y="354"/>
                      <a:pt x="1615" y="354"/>
                      <a:pt x="1615" y="354"/>
                    </a:cubicBezTo>
                    <a:cubicBezTo>
                      <a:pt x="1615" y="258"/>
                      <a:pt x="1537" y="180"/>
                      <a:pt x="1441" y="180"/>
                    </a:cubicBezTo>
                    <a:close/>
                    <a:moveTo>
                      <a:pt x="1518" y="2005"/>
                    </a:moveTo>
                    <a:cubicBezTo>
                      <a:pt x="1518" y="2047"/>
                      <a:pt x="1484" y="2082"/>
                      <a:pt x="1441" y="2082"/>
                    </a:cubicBezTo>
                    <a:cubicBezTo>
                      <a:pt x="174" y="2082"/>
                      <a:pt x="174" y="2082"/>
                      <a:pt x="174" y="2082"/>
                    </a:cubicBezTo>
                    <a:cubicBezTo>
                      <a:pt x="132" y="2082"/>
                      <a:pt x="97" y="2047"/>
                      <a:pt x="97" y="2005"/>
                    </a:cubicBezTo>
                    <a:cubicBezTo>
                      <a:pt x="97" y="354"/>
                      <a:pt x="97" y="354"/>
                      <a:pt x="97" y="354"/>
                    </a:cubicBezTo>
                    <a:cubicBezTo>
                      <a:pt x="97" y="312"/>
                      <a:pt x="132" y="277"/>
                      <a:pt x="174" y="277"/>
                    </a:cubicBezTo>
                    <a:cubicBezTo>
                      <a:pt x="1441" y="277"/>
                      <a:pt x="1441" y="277"/>
                      <a:pt x="1441" y="277"/>
                    </a:cubicBezTo>
                    <a:cubicBezTo>
                      <a:pt x="1484" y="277"/>
                      <a:pt x="1518" y="312"/>
                      <a:pt x="1518" y="354"/>
                    </a:cubicBezTo>
                    <a:lnTo>
                      <a:pt x="1518" y="2005"/>
                    </a:lnTo>
                    <a:close/>
                    <a:moveTo>
                      <a:pt x="808" y="471"/>
                    </a:moveTo>
                    <a:cubicBezTo>
                      <a:pt x="494" y="471"/>
                      <a:pt x="241" y="725"/>
                      <a:pt x="241" y="1038"/>
                    </a:cubicBezTo>
                    <a:cubicBezTo>
                      <a:pt x="241" y="1201"/>
                      <a:pt x="309" y="1347"/>
                      <a:pt x="419" y="1451"/>
                    </a:cubicBezTo>
                    <a:cubicBezTo>
                      <a:pt x="532" y="1339"/>
                      <a:pt x="532" y="1339"/>
                      <a:pt x="532" y="1339"/>
                    </a:cubicBezTo>
                    <a:cubicBezTo>
                      <a:pt x="565" y="1305"/>
                      <a:pt x="610" y="1286"/>
                      <a:pt x="652" y="1286"/>
                    </a:cubicBezTo>
                    <a:cubicBezTo>
                      <a:pt x="675" y="1286"/>
                      <a:pt x="696" y="1292"/>
                      <a:pt x="713" y="1304"/>
                    </a:cubicBezTo>
                    <a:cubicBezTo>
                      <a:pt x="762" y="1337"/>
                      <a:pt x="775" y="1416"/>
                      <a:pt x="744" y="1486"/>
                    </a:cubicBezTo>
                    <a:cubicBezTo>
                      <a:pt x="695" y="1594"/>
                      <a:pt x="695" y="1594"/>
                      <a:pt x="695" y="1594"/>
                    </a:cubicBezTo>
                    <a:cubicBezTo>
                      <a:pt x="731" y="1601"/>
                      <a:pt x="769" y="1605"/>
                      <a:pt x="808" y="1605"/>
                    </a:cubicBezTo>
                    <a:cubicBezTo>
                      <a:pt x="1121" y="1605"/>
                      <a:pt x="1375" y="1351"/>
                      <a:pt x="1375" y="1038"/>
                    </a:cubicBezTo>
                    <a:cubicBezTo>
                      <a:pt x="1375" y="725"/>
                      <a:pt x="1121" y="471"/>
                      <a:pt x="808" y="471"/>
                    </a:cubicBezTo>
                    <a:close/>
                    <a:moveTo>
                      <a:pt x="808" y="1206"/>
                    </a:moveTo>
                    <a:cubicBezTo>
                      <a:pt x="715" y="1206"/>
                      <a:pt x="640" y="1131"/>
                      <a:pt x="640" y="1038"/>
                    </a:cubicBezTo>
                    <a:cubicBezTo>
                      <a:pt x="640" y="945"/>
                      <a:pt x="715" y="870"/>
                      <a:pt x="808" y="870"/>
                    </a:cubicBezTo>
                    <a:cubicBezTo>
                      <a:pt x="900" y="870"/>
                      <a:pt x="976" y="945"/>
                      <a:pt x="976" y="1038"/>
                    </a:cubicBezTo>
                    <a:cubicBezTo>
                      <a:pt x="976" y="1131"/>
                      <a:pt x="900" y="1206"/>
                      <a:pt x="808" y="1206"/>
                    </a:cubicBezTo>
                    <a:close/>
                    <a:moveTo>
                      <a:pt x="687" y="1341"/>
                    </a:moveTo>
                    <a:cubicBezTo>
                      <a:pt x="678" y="1334"/>
                      <a:pt x="665" y="1331"/>
                      <a:pt x="652" y="1331"/>
                    </a:cubicBezTo>
                    <a:cubicBezTo>
                      <a:pt x="623" y="1331"/>
                      <a:pt x="590" y="1345"/>
                      <a:pt x="564" y="1371"/>
                    </a:cubicBezTo>
                    <a:cubicBezTo>
                      <a:pt x="453" y="1481"/>
                      <a:pt x="453" y="1481"/>
                      <a:pt x="453" y="1481"/>
                    </a:cubicBezTo>
                    <a:cubicBezTo>
                      <a:pt x="271" y="1660"/>
                      <a:pt x="271" y="1660"/>
                      <a:pt x="271" y="1660"/>
                    </a:cubicBezTo>
                    <a:cubicBezTo>
                      <a:pt x="170" y="1760"/>
                      <a:pt x="164" y="1895"/>
                      <a:pt x="258" y="1960"/>
                    </a:cubicBezTo>
                    <a:cubicBezTo>
                      <a:pt x="286" y="1979"/>
                      <a:pt x="315" y="1988"/>
                      <a:pt x="346" y="1988"/>
                    </a:cubicBezTo>
                    <a:cubicBezTo>
                      <a:pt x="419" y="1988"/>
                      <a:pt x="493" y="1935"/>
                      <a:pt x="534" y="1842"/>
                    </a:cubicBezTo>
                    <a:cubicBezTo>
                      <a:pt x="650" y="1583"/>
                      <a:pt x="650" y="1583"/>
                      <a:pt x="650" y="1583"/>
                    </a:cubicBezTo>
                    <a:cubicBezTo>
                      <a:pt x="702" y="1467"/>
                      <a:pt x="702" y="1467"/>
                      <a:pt x="702" y="1467"/>
                    </a:cubicBezTo>
                    <a:cubicBezTo>
                      <a:pt x="724" y="1418"/>
                      <a:pt x="717" y="1362"/>
                      <a:pt x="687" y="1341"/>
                    </a:cubicBezTo>
                    <a:close/>
                    <a:moveTo>
                      <a:pt x="418" y="1872"/>
                    </a:moveTo>
                    <a:cubicBezTo>
                      <a:pt x="392" y="1909"/>
                      <a:pt x="341" y="1919"/>
                      <a:pt x="304" y="1893"/>
                    </a:cubicBezTo>
                    <a:cubicBezTo>
                      <a:pt x="267" y="1867"/>
                      <a:pt x="258" y="1817"/>
                      <a:pt x="284" y="1780"/>
                    </a:cubicBezTo>
                    <a:cubicBezTo>
                      <a:pt x="310" y="1743"/>
                      <a:pt x="360" y="1734"/>
                      <a:pt x="397" y="1759"/>
                    </a:cubicBezTo>
                    <a:cubicBezTo>
                      <a:pt x="434" y="1785"/>
                      <a:pt x="443" y="1836"/>
                      <a:pt x="418" y="1872"/>
                    </a:cubicBezTo>
                    <a:close/>
                    <a:moveTo>
                      <a:pt x="256" y="376"/>
                    </a:moveTo>
                    <a:cubicBezTo>
                      <a:pt x="256" y="346"/>
                      <a:pt x="233" y="323"/>
                      <a:pt x="204" y="323"/>
                    </a:cubicBezTo>
                    <a:cubicBezTo>
                      <a:pt x="174" y="323"/>
                      <a:pt x="151" y="346"/>
                      <a:pt x="151" y="376"/>
                    </a:cubicBezTo>
                    <a:cubicBezTo>
                      <a:pt x="151" y="405"/>
                      <a:pt x="174" y="428"/>
                      <a:pt x="204" y="428"/>
                    </a:cubicBezTo>
                    <a:cubicBezTo>
                      <a:pt x="233" y="428"/>
                      <a:pt x="256" y="405"/>
                      <a:pt x="256" y="376"/>
                    </a:cubicBezTo>
                    <a:close/>
                    <a:moveTo>
                      <a:pt x="1418" y="323"/>
                    </a:moveTo>
                    <a:cubicBezTo>
                      <a:pt x="1389" y="323"/>
                      <a:pt x="1366" y="346"/>
                      <a:pt x="1366" y="376"/>
                    </a:cubicBezTo>
                    <a:cubicBezTo>
                      <a:pt x="1366" y="405"/>
                      <a:pt x="1389" y="428"/>
                      <a:pt x="1418" y="428"/>
                    </a:cubicBezTo>
                    <a:cubicBezTo>
                      <a:pt x="1448" y="428"/>
                      <a:pt x="1471" y="405"/>
                      <a:pt x="1471" y="376"/>
                    </a:cubicBezTo>
                    <a:cubicBezTo>
                      <a:pt x="1471" y="346"/>
                      <a:pt x="1448" y="323"/>
                      <a:pt x="1418" y="323"/>
                    </a:cubicBezTo>
                    <a:close/>
                    <a:moveTo>
                      <a:pt x="1418" y="1925"/>
                    </a:moveTo>
                    <a:cubicBezTo>
                      <a:pt x="1389" y="1925"/>
                      <a:pt x="1366" y="1949"/>
                      <a:pt x="1366" y="1978"/>
                    </a:cubicBezTo>
                    <a:cubicBezTo>
                      <a:pt x="1366" y="2007"/>
                      <a:pt x="1389" y="2031"/>
                      <a:pt x="1418" y="2031"/>
                    </a:cubicBezTo>
                    <a:cubicBezTo>
                      <a:pt x="1448" y="2031"/>
                      <a:pt x="1471" y="2007"/>
                      <a:pt x="1471" y="1978"/>
                    </a:cubicBezTo>
                    <a:cubicBezTo>
                      <a:pt x="1471" y="1949"/>
                      <a:pt x="1448" y="1925"/>
                      <a:pt x="1418" y="1925"/>
                    </a:cubicBezTo>
                    <a:close/>
                  </a:path>
                </a:pathLst>
              </a:custGeom>
              <a:solidFill>
                <a:srgbClr val="FFFFFF"/>
              </a:solidFill>
              <a:ln>
                <a:noFill/>
              </a:ln>
            </p:spPr>
            <p:txBody>
              <a:bodyPr vert="horz" wrap="square" lIns="109703" tIns="54851" rIns="109703" bIns="54851" numCol="1" anchor="t" anchorCtr="0" compatLnSpc="1">
                <a:prstTxWarp prst="textNoShape">
                  <a:avLst/>
                </a:prstTxWarp>
              </a:bodyPr>
              <a:lstStyle/>
              <a:p>
                <a:endParaRPr lang="en-US" sz="2133" dirty="0"/>
              </a:p>
            </p:txBody>
          </p:sp>
          <p:sp>
            <p:nvSpPr>
              <p:cNvPr id="22" name="Freeform 79"/>
              <p:cNvSpPr>
                <a:spLocks noEditPoints="1"/>
              </p:cNvSpPr>
              <p:nvPr/>
            </p:nvSpPr>
            <p:spPr bwMode="black">
              <a:xfrm>
                <a:off x="3577646" y="2079185"/>
                <a:ext cx="281064" cy="379964"/>
              </a:xfrm>
              <a:custGeom>
                <a:avLst/>
                <a:gdLst>
                  <a:gd name="T0" fmla="*/ 1441 w 1615"/>
                  <a:gd name="T1" fmla="*/ 131 h 2179"/>
                  <a:gd name="T2" fmla="*/ 1344 w 1615"/>
                  <a:gd name="T3" fmla="*/ 16 h 2179"/>
                  <a:gd name="T4" fmla="*/ 306 w 1615"/>
                  <a:gd name="T5" fmla="*/ 0 h 2179"/>
                  <a:gd name="T6" fmla="*/ 62 w 1615"/>
                  <a:gd name="T7" fmla="*/ 171 h 2179"/>
                  <a:gd name="T8" fmla="*/ 174 w 1615"/>
                  <a:gd name="T9" fmla="*/ 131 h 2179"/>
                  <a:gd name="T10" fmla="*/ 174 w 1615"/>
                  <a:gd name="T11" fmla="*/ 180 h 2179"/>
                  <a:gd name="T12" fmla="*/ 0 w 1615"/>
                  <a:gd name="T13" fmla="*/ 2005 h 2179"/>
                  <a:gd name="T14" fmla="*/ 1441 w 1615"/>
                  <a:gd name="T15" fmla="*/ 2179 h 2179"/>
                  <a:gd name="T16" fmla="*/ 1615 w 1615"/>
                  <a:gd name="T17" fmla="*/ 354 h 2179"/>
                  <a:gd name="T18" fmla="*/ 1518 w 1615"/>
                  <a:gd name="T19" fmla="*/ 2005 h 2179"/>
                  <a:gd name="T20" fmla="*/ 174 w 1615"/>
                  <a:gd name="T21" fmla="*/ 2082 h 2179"/>
                  <a:gd name="T22" fmla="*/ 97 w 1615"/>
                  <a:gd name="T23" fmla="*/ 354 h 2179"/>
                  <a:gd name="T24" fmla="*/ 1441 w 1615"/>
                  <a:gd name="T25" fmla="*/ 277 h 2179"/>
                  <a:gd name="T26" fmla="*/ 1518 w 1615"/>
                  <a:gd name="T27" fmla="*/ 2005 h 2179"/>
                  <a:gd name="T28" fmla="*/ 241 w 1615"/>
                  <a:gd name="T29" fmla="*/ 1038 h 2179"/>
                  <a:gd name="T30" fmla="*/ 532 w 1615"/>
                  <a:gd name="T31" fmla="*/ 1339 h 2179"/>
                  <a:gd name="T32" fmla="*/ 713 w 1615"/>
                  <a:gd name="T33" fmla="*/ 1304 h 2179"/>
                  <a:gd name="T34" fmla="*/ 695 w 1615"/>
                  <a:gd name="T35" fmla="*/ 1594 h 2179"/>
                  <a:gd name="T36" fmla="*/ 1375 w 1615"/>
                  <a:gd name="T37" fmla="*/ 1038 h 2179"/>
                  <a:gd name="T38" fmla="*/ 808 w 1615"/>
                  <a:gd name="T39" fmla="*/ 1206 h 2179"/>
                  <a:gd name="T40" fmla="*/ 808 w 1615"/>
                  <a:gd name="T41" fmla="*/ 870 h 2179"/>
                  <a:gd name="T42" fmla="*/ 808 w 1615"/>
                  <a:gd name="T43" fmla="*/ 1206 h 2179"/>
                  <a:gd name="T44" fmla="*/ 652 w 1615"/>
                  <a:gd name="T45" fmla="*/ 1331 h 2179"/>
                  <a:gd name="T46" fmla="*/ 453 w 1615"/>
                  <a:gd name="T47" fmla="*/ 1481 h 2179"/>
                  <a:gd name="T48" fmla="*/ 258 w 1615"/>
                  <a:gd name="T49" fmla="*/ 1960 h 2179"/>
                  <a:gd name="T50" fmla="*/ 534 w 1615"/>
                  <a:gd name="T51" fmla="*/ 1842 h 2179"/>
                  <a:gd name="T52" fmla="*/ 702 w 1615"/>
                  <a:gd name="T53" fmla="*/ 1467 h 2179"/>
                  <a:gd name="T54" fmla="*/ 418 w 1615"/>
                  <a:gd name="T55" fmla="*/ 1872 h 2179"/>
                  <a:gd name="T56" fmla="*/ 284 w 1615"/>
                  <a:gd name="T57" fmla="*/ 1780 h 2179"/>
                  <a:gd name="T58" fmla="*/ 418 w 1615"/>
                  <a:gd name="T59" fmla="*/ 1872 h 2179"/>
                  <a:gd name="T60" fmla="*/ 204 w 1615"/>
                  <a:gd name="T61" fmla="*/ 323 h 2179"/>
                  <a:gd name="T62" fmla="*/ 204 w 1615"/>
                  <a:gd name="T63" fmla="*/ 428 h 2179"/>
                  <a:gd name="T64" fmla="*/ 1418 w 1615"/>
                  <a:gd name="T65" fmla="*/ 323 h 2179"/>
                  <a:gd name="T66" fmla="*/ 1418 w 1615"/>
                  <a:gd name="T67" fmla="*/ 428 h 2179"/>
                  <a:gd name="T68" fmla="*/ 1418 w 1615"/>
                  <a:gd name="T69" fmla="*/ 323 h 2179"/>
                  <a:gd name="T70" fmla="*/ 1366 w 1615"/>
                  <a:gd name="T71" fmla="*/ 1978 h 2179"/>
                  <a:gd name="T72" fmla="*/ 1471 w 1615"/>
                  <a:gd name="T73" fmla="*/ 1978 h 21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615" h="2179">
                    <a:moveTo>
                      <a:pt x="174" y="131"/>
                    </a:moveTo>
                    <a:cubicBezTo>
                      <a:pt x="1441" y="131"/>
                      <a:pt x="1441" y="131"/>
                      <a:pt x="1441" y="131"/>
                    </a:cubicBezTo>
                    <a:cubicBezTo>
                      <a:pt x="1465" y="131"/>
                      <a:pt x="1488" y="136"/>
                      <a:pt x="1509" y="145"/>
                    </a:cubicBezTo>
                    <a:cubicBezTo>
                      <a:pt x="1344" y="16"/>
                      <a:pt x="1344" y="16"/>
                      <a:pt x="1344" y="16"/>
                    </a:cubicBezTo>
                    <a:cubicBezTo>
                      <a:pt x="1333" y="7"/>
                      <a:pt x="1312" y="0"/>
                      <a:pt x="1298" y="0"/>
                    </a:cubicBezTo>
                    <a:cubicBezTo>
                      <a:pt x="306" y="0"/>
                      <a:pt x="306" y="0"/>
                      <a:pt x="306" y="0"/>
                    </a:cubicBezTo>
                    <a:cubicBezTo>
                      <a:pt x="292" y="0"/>
                      <a:pt x="271" y="7"/>
                      <a:pt x="260" y="16"/>
                    </a:cubicBezTo>
                    <a:cubicBezTo>
                      <a:pt x="62" y="171"/>
                      <a:pt x="62" y="171"/>
                      <a:pt x="62" y="171"/>
                    </a:cubicBezTo>
                    <a:cubicBezTo>
                      <a:pt x="64" y="171"/>
                      <a:pt x="64" y="171"/>
                      <a:pt x="64" y="171"/>
                    </a:cubicBezTo>
                    <a:cubicBezTo>
                      <a:pt x="94" y="146"/>
                      <a:pt x="132" y="131"/>
                      <a:pt x="174" y="131"/>
                    </a:cubicBezTo>
                    <a:close/>
                    <a:moveTo>
                      <a:pt x="1441" y="180"/>
                    </a:moveTo>
                    <a:cubicBezTo>
                      <a:pt x="174" y="180"/>
                      <a:pt x="174" y="180"/>
                      <a:pt x="174" y="180"/>
                    </a:cubicBezTo>
                    <a:cubicBezTo>
                      <a:pt x="78" y="180"/>
                      <a:pt x="0" y="258"/>
                      <a:pt x="0" y="354"/>
                    </a:cubicBezTo>
                    <a:cubicBezTo>
                      <a:pt x="0" y="2005"/>
                      <a:pt x="0" y="2005"/>
                      <a:pt x="0" y="2005"/>
                    </a:cubicBezTo>
                    <a:cubicBezTo>
                      <a:pt x="0" y="2101"/>
                      <a:pt x="78" y="2179"/>
                      <a:pt x="174" y="2179"/>
                    </a:cubicBezTo>
                    <a:cubicBezTo>
                      <a:pt x="1441" y="2179"/>
                      <a:pt x="1441" y="2179"/>
                      <a:pt x="1441" y="2179"/>
                    </a:cubicBezTo>
                    <a:cubicBezTo>
                      <a:pt x="1537" y="2179"/>
                      <a:pt x="1615" y="2101"/>
                      <a:pt x="1615" y="2005"/>
                    </a:cubicBezTo>
                    <a:cubicBezTo>
                      <a:pt x="1615" y="354"/>
                      <a:pt x="1615" y="354"/>
                      <a:pt x="1615" y="354"/>
                    </a:cubicBezTo>
                    <a:cubicBezTo>
                      <a:pt x="1615" y="258"/>
                      <a:pt x="1537" y="180"/>
                      <a:pt x="1441" y="180"/>
                    </a:cubicBezTo>
                    <a:close/>
                    <a:moveTo>
                      <a:pt x="1518" y="2005"/>
                    </a:moveTo>
                    <a:cubicBezTo>
                      <a:pt x="1518" y="2047"/>
                      <a:pt x="1484" y="2082"/>
                      <a:pt x="1441" y="2082"/>
                    </a:cubicBezTo>
                    <a:cubicBezTo>
                      <a:pt x="174" y="2082"/>
                      <a:pt x="174" y="2082"/>
                      <a:pt x="174" y="2082"/>
                    </a:cubicBezTo>
                    <a:cubicBezTo>
                      <a:pt x="132" y="2082"/>
                      <a:pt x="97" y="2047"/>
                      <a:pt x="97" y="2005"/>
                    </a:cubicBezTo>
                    <a:cubicBezTo>
                      <a:pt x="97" y="354"/>
                      <a:pt x="97" y="354"/>
                      <a:pt x="97" y="354"/>
                    </a:cubicBezTo>
                    <a:cubicBezTo>
                      <a:pt x="97" y="312"/>
                      <a:pt x="132" y="277"/>
                      <a:pt x="174" y="277"/>
                    </a:cubicBezTo>
                    <a:cubicBezTo>
                      <a:pt x="1441" y="277"/>
                      <a:pt x="1441" y="277"/>
                      <a:pt x="1441" y="277"/>
                    </a:cubicBezTo>
                    <a:cubicBezTo>
                      <a:pt x="1484" y="277"/>
                      <a:pt x="1518" y="312"/>
                      <a:pt x="1518" y="354"/>
                    </a:cubicBezTo>
                    <a:lnTo>
                      <a:pt x="1518" y="2005"/>
                    </a:lnTo>
                    <a:close/>
                    <a:moveTo>
                      <a:pt x="808" y="471"/>
                    </a:moveTo>
                    <a:cubicBezTo>
                      <a:pt x="494" y="471"/>
                      <a:pt x="241" y="725"/>
                      <a:pt x="241" y="1038"/>
                    </a:cubicBezTo>
                    <a:cubicBezTo>
                      <a:pt x="241" y="1201"/>
                      <a:pt x="309" y="1347"/>
                      <a:pt x="419" y="1451"/>
                    </a:cubicBezTo>
                    <a:cubicBezTo>
                      <a:pt x="532" y="1339"/>
                      <a:pt x="532" y="1339"/>
                      <a:pt x="532" y="1339"/>
                    </a:cubicBezTo>
                    <a:cubicBezTo>
                      <a:pt x="565" y="1305"/>
                      <a:pt x="610" y="1286"/>
                      <a:pt x="652" y="1286"/>
                    </a:cubicBezTo>
                    <a:cubicBezTo>
                      <a:pt x="675" y="1286"/>
                      <a:pt x="696" y="1292"/>
                      <a:pt x="713" y="1304"/>
                    </a:cubicBezTo>
                    <a:cubicBezTo>
                      <a:pt x="762" y="1337"/>
                      <a:pt x="775" y="1416"/>
                      <a:pt x="744" y="1486"/>
                    </a:cubicBezTo>
                    <a:cubicBezTo>
                      <a:pt x="695" y="1594"/>
                      <a:pt x="695" y="1594"/>
                      <a:pt x="695" y="1594"/>
                    </a:cubicBezTo>
                    <a:cubicBezTo>
                      <a:pt x="731" y="1601"/>
                      <a:pt x="769" y="1605"/>
                      <a:pt x="808" y="1605"/>
                    </a:cubicBezTo>
                    <a:cubicBezTo>
                      <a:pt x="1121" y="1605"/>
                      <a:pt x="1375" y="1351"/>
                      <a:pt x="1375" y="1038"/>
                    </a:cubicBezTo>
                    <a:cubicBezTo>
                      <a:pt x="1375" y="725"/>
                      <a:pt x="1121" y="471"/>
                      <a:pt x="808" y="471"/>
                    </a:cubicBezTo>
                    <a:close/>
                    <a:moveTo>
                      <a:pt x="808" y="1206"/>
                    </a:moveTo>
                    <a:cubicBezTo>
                      <a:pt x="715" y="1206"/>
                      <a:pt x="640" y="1131"/>
                      <a:pt x="640" y="1038"/>
                    </a:cubicBezTo>
                    <a:cubicBezTo>
                      <a:pt x="640" y="945"/>
                      <a:pt x="715" y="870"/>
                      <a:pt x="808" y="870"/>
                    </a:cubicBezTo>
                    <a:cubicBezTo>
                      <a:pt x="900" y="870"/>
                      <a:pt x="976" y="945"/>
                      <a:pt x="976" y="1038"/>
                    </a:cubicBezTo>
                    <a:cubicBezTo>
                      <a:pt x="976" y="1131"/>
                      <a:pt x="900" y="1206"/>
                      <a:pt x="808" y="1206"/>
                    </a:cubicBezTo>
                    <a:close/>
                    <a:moveTo>
                      <a:pt x="687" y="1341"/>
                    </a:moveTo>
                    <a:cubicBezTo>
                      <a:pt x="678" y="1334"/>
                      <a:pt x="665" y="1331"/>
                      <a:pt x="652" y="1331"/>
                    </a:cubicBezTo>
                    <a:cubicBezTo>
                      <a:pt x="623" y="1331"/>
                      <a:pt x="590" y="1345"/>
                      <a:pt x="564" y="1371"/>
                    </a:cubicBezTo>
                    <a:cubicBezTo>
                      <a:pt x="453" y="1481"/>
                      <a:pt x="453" y="1481"/>
                      <a:pt x="453" y="1481"/>
                    </a:cubicBezTo>
                    <a:cubicBezTo>
                      <a:pt x="271" y="1660"/>
                      <a:pt x="271" y="1660"/>
                      <a:pt x="271" y="1660"/>
                    </a:cubicBezTo>
                    <a:cubicBezTo>
                      <a:pt x="170" y="1760"/>
                      <a:pt x="164" y="1895"/>
                      <a:pt x="258" y="1960"/>
                    </a:cubicBezTo>
                    <a:cubicBezTo>
                      <a:pt x="286" y="1979"/>
                      <a:pt x="315" y="1988"/>
                      <a:pt x="346" y="1988"/>
                    </a:cubicBezTo>
                    <a:cubicBezTo>
                      <a:pt x="419" y="1988"/>
                      <a:pt x="493" y="1935"/>
                      <a:pt x="534" y="1842"/>
                    </a:cubicBezTo>
                    <a:cubicBezTo>
                      <a:pt x="650" y="1583"/>
                      <a:pt x="650" y="1583"/>
                      <a:pt x="650" y="1583"/>
                    </a:cubicBezTo>
                    <a:cubicBezTo>
                      <a:pt x="702" y="1467"/>
                      <a:pt x="702" y="1467"/>
                      <a:pt x="702" y="1467"/>
                    </a:cubicBezTo>
                    <a:cubicBezTo>
                      <a:pt x="724" y="1418"/>
                      <a:pt x="717" y="1362"/>
                      <a:pt x="687" y="1341"/>
                    </a:cubicBezTo>
                    <a:close/>
                    <a:moveTo>
                      <a:pt x="418" y="1872"/>
                    </a:moveTo>
                    <a:cubicBezTo>
                      <a:pt x="392" y="1909"/>
                      <a:pt x="341" y="1919"/>
                      <a:pt x="304" y="1893"/>
                    </a:cubicBezTo>
                    <a:cubicBezTo>
                      <a:pt x="267" y="1867"/>
                      <a:pt x="258" y="1817"/>
                      <a:pt x="284" y="1780"/>
                    </a:cubicBezTo>
                    <a:cubicBezTo>
                      <a:pt x="310" y="1743"/>
                      <a:pt x="360" y="1734"/>
                      <a:pt x="397" y="1759"/>
                    </a:cubicBezTo>
                    <a:cubicBezTo>
                      <a:pt x="434" y="1785"/>
                      <a:pt x="443" y="1836"/>
                      <a:pt x="418" y="1872"/>
                    </a:cubicBezTo>
                    <a:close/>
                    <a:moveTo>
                      <a:pt x="256" y="376"/>
                    </a:moveTo>
                    <a:cubicBezTo>
                      <a:pt x="256" y="346"/>
                      <a:pt x="233" y="323"/>
                      <a:pt x="204" y="323"/>
                    </a:cubicBezTo>
                    <a:cubicBezTo>
                      <a:pt x="174" y="323"/>
                      <a:pt x="151" y="346"/>
                      <a:pt x="151" y="376"/>
                    </a:cubicBezTo>
                    <a:cubicBezTo>
                      <a:pt x="151" y="405"/>
                      <a:pt x="174" y="428"/>
                      <a:pt x="204" y="428"/>
                    </a:cubicBezTo>
                    <a:cubicBezTo>
                      <a:pt x="233" y="428"/>
                      <a:pt x="256" y="405"/>
                      <a:pt x="256" y="376"/>
                    </a:cubicBezTo>
                    <a:close/>
                    <a:moveTo>
                      <a:pt x="1418" y="323"/>
                    </a:moveTo>
                    <a:cubicBezTo>
                      <a:pt x="1389" y="323"/>
                      <a:pt x="1366" y="346"/>
                      <a:pt x="1366" y="376"/>
                    </a:cubicBezTo>
                    <a:cubicBezTo>
                      <a:pt x="1366" y="405"/>
                      <a:pt x="1389" y="428"/>
                      <a:pt x="1418" y="428"/>
                    </a:cubicBezTo>
                    <a:cubicBezTo>
                      <a:pt x="1448" y="428"/>
                      <a:pt x="1471" y="405"/>
                      <a:pt x="1471" y="376"/>
                    </a:cubicBezTo>
                    <a:cubicBezTo>
                      <a:pt x="1471" y="346"/>
                      <a:pt x="1448" y="323"/>
                      <a:pt x="1418" y="323"/>
                    </a:cubicBezTo>
                    <a:close/>
                    <a:moveTo>
                      <a:pt x="1418" y="1925"/>
                    </a:moveTo>
                    <a:cubicBezTo>
                      <a:pt x="1389" y="1925"/>
                      <a:pt x="1366" y="1949"/>
                      <a:pt x="1366" y="1978"/>
                    </a:cubicBezTo>
                    <a:cubicBezTo>
                      <a:pt x="1366" y="2007"/>
                      <a:pt x="1389" y="2031"/>
                      <a:pt x="1418" y="2031"/>
                    </a:cubicBezTo>
                    <a:cubicBezTo>
                      <a:pt x="1448" y="2031"/>
                      <a:pt x="1471" y="2007"/>
                      <a:pt x="1471" y="1978"/>
                    </a:cubicBezTo>
                    <a:cubicBezTo>
                      <a:pt x="1471" y="1949"/>
                      <a:pt x="1448" y="1925"/>
                      <a:pt x="1418" y="1925"/>
                    </a:cubicBezTo>
                    <a:close/>
                  </a:path>
                </a:pathLst>
              </a:custGeom>
              <a:solidFill>
                <a:srgbClr val="FFFFFF"/>
              </a:solidFill>
              <a:ln>
                <a:noFill/>
              </a:ln>
            </p:spPr>
            <p:txBody>
              <a:bodyPr vert="horz" wrap="square" lIns="109703" tIns="54851" rIns="109703" bIns="54851" numCol="1" anchor="t" anchorCtr="0" compatLnSpc="1">
                <a:prstTxWarp prst="textNoShape">
                  <a:avLst/>
                </a:prstTxWarp>
              </a:bodyPr>
              <a:lstStyle/>
              <a:p>
                <a:endParaRPr lang="en-US" sz="2133" dirty="0"/>
              </a:p>
            </p:txBody>
          </p:sp>
          <p:sp>
            <p:nvSpPr>
              <p:cNvPr id="23" name="Freeform 79"/>
              <p:cNvSpPr>
                <a:spLocks noEditPoints="1"/>
              </p:cNvSpPr>
              <p:nvPr/>
            </p:nvSpPr>
            <p:spPr bwMode="black">
              <a:xfrm>
                <a:off x="3991860" y="2086919"/>
                <a:ext cx="281064" cy="379964"/>
              </a:xfrm>
              <a:custGeom>
                <a:avLst/>
                <a:gdLst>
                  <a:gd name="T0" fmla="*/ 1441 w 1615"/>
                  <a:gd name="T1" fmla="*/ 131 h 2179"/>
                  <a:gd name="T2" fmla="*/ 1344 w 1615"/>
                  <a:gd name="T3" fmla="*/ 16 h 2179"/>
                  <a:gd name="T4" fmla="*/ 306 w 1615"/>
                  <a:gd name="T5" fmla="*/ 0 h 2179"/>
                  <a:gd name="T6" fmla="*/ 62 w 1615"/>
                  <a:gd name="T7" fmla="*/ 171 h 2179"/>
                  <a:gd name="T8" fmla="*/ 174 w 1615"/>
                  <a:gd name="T9" fmla="*/ 131 h 2179"/>
                  <a:gd name="T10" fmla="*/ 174 w 1615"/>
                  <a:gd name="T11" fmla="*/ 180 h 2179"/>
                  <a:gd name="T12" fmla="*/ 0 w 1615"/>
                  <a:gd name="T13" fmla="*/ 2005 h 2179"/>
                  <a:gd name="T14" fmla="*/ 1441 w 1615"/>
                  <a:gd name="T15" fmla="*/ 2179 h 2179"/>
                  <a:gd name="T16" fmla="*/ 1615 w 1615"/>
                  <a:gd name="T17" fmla="*/ 354 h 2179"/>
                  <a:gd name="T18" fmla="*/ 1518 w 1615"/>
                  <a:gd name="T19" fmla="*/ 2005 h 2179"/>
                  <a:gd name="T20" fmla="*/ 174 w 1615"/>
                  <a:gd name="T21" fmla="*/ 2082 h 2179"/>
                  <a:gd name="T22" fmla="*/ 97 w 1615"/>
                  <a:gd name="T23" fmla="*/ 354 h 2179"/>
                  <a:gd name="T24" fmla="*/ 1441 w 1615"/>
                  <a:gd name="T25" fmla="*/ 277 h 2179"/>
                  <a:gd name="T26" fmla="*/ 1518 w 1615"/>
                  <a:gd name="T27" fmla="*/ 2005 h 2179"/>
                  <a:gd name="T28" fmla="*/ 241 w 1615"/>
                  <a:gd name="T29" fmla="*/ 1038 h 2179"/>
                  <a:gd name="T30" fmla="*/ 532 w 1615"/>
                  <a:gd name="T31" fmla="*/ 1339 h 2179"/>
                  <a:gd name="T32" fmla="*/ 713 w 1615"/>
                  <a:gd name="T33" fmla="*/ 1304 h 2179"/>
                  <a:gd name="T34" fmla="*/ 695 w 1615"/>
                  <a:gd name="T35" fmla="*/ 1594 h 2179"/>
                  <a:gd name="T36" fmla="*/ 1375 w 1615"/>
                  <a:gd name="T37" fmla="*/ 1038 h 2179"/>
                  <a:gd name="T38" fmla="*/ 808 w 1615"/>
                  <a:gd name="T39" fmla="*/ 1206 h 2179"/>
                  <a:gd name="T40" fmla="*/ 808 w 1615"/>
                  <a:gd name="T41" fmla="*/ 870 h 2179"/>
                  <a:gd name="T42" fmla="*/ 808 w 1615"/>
                  <a:gd name="T43" fmla="*/ 1206 h 2179"/>
                  <a:gd name="T44" fmla="*/ 652 w 1615"/>
                  <a:gd name="T45" fmla="*/ 1331 h 2179"/>
                  <a:gd name="T46" fmla="*/ 453 w 1615"/>
                  <a:gd name="T47" fmla="*/ 1481 h 2179"/>
                  <a:gd name="T48" fmla="*/ 258 w 1615"/>
                  <a:gd name="T49" fmla="*/ 1960 h 2179"/>
                  <a:gd name="T50" fmla="*/ 534 w 1615"/>
                  <a:gd name="T51" fmla="*/ 1842 h 2179"/>
                  <a:gd name="T52" fmla="*/ 702 w 1615"/>
                  <a:gd name="T53" fmla="*/ 1467 h 2179"/>
                  <a:gd name="T54" fmla="*/ 418 w 1615"/>
                  <a:gd name="T55" fmla="*/ 1872 h 2179"/>
                  <a:gd name="T56" fmla="*/ 284 w 1615"/>
                  <a:gd name="T57" fmla="*/ 1780 h 2179"/>
                  <a:gd name="T58" fmla="*/ 418 w 1615"/>
                  <a:gd name="T59" fmla="*/ 1872 h 2179"/>
                  <a:gd name="T60" fmla="*/ 204 w 1615"/>
                  <a:gd name="T61" fmla="*/ 323 h 2179"/>
                  <a:gd name="T62" fmla="*/ 204 w 1615"/>
                  <a:gd name="T63" fmla="*/ 428 h 2179"/>
                  <a:gd name="T64" fmla="*/ 1418 w 1615"/>
                  <a:gd name="T65" fmla="*/ 323 h 2179"/>
                  <a:gd name="T66" fmla="*/ 1418 w 1615"/>
                  <a:gd name="T67" fmla="*/ 428 h 2179"/>
                  <a:gd name="T68" fmla="*/ 1418 w 1615"/>
                  <a:gd name="T69" fmla="*/ 323 h 2179"/>
                  <a:gd name="T70" fmla="*/ 1366 w 1615"/>
                  <a:gd name="T71" fmla="*/ 1978 h 2179"/>
                  <a:gd name="T72" fmla="*/ 1471 w 1615"/>
                  <a:gd name="T73" fmla="*/ 1978 h 21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615" h="2179">
                    <a:moveTo>
                      <a:pt x="174" y="131"/>
                    </a:moveTo>
                    <a:cubicBezTo>
                      <a:pt x="1441" y="131"/>
                      <a:pt x="1441" y="131"/>
                      <a:pt x="1441" y="131"/>
                    </a:cubicBezTo>
                    <a:cubicBezTo>
                      <a:pt x="1465" y="131"/>
                      <a:pt x="1488" y="136"/>
                      <a:pt x="1509" y="145"/>
                    </a:cubicBezTo>
                    <a:cubicBezTo>
                      <a:pt x="1344" y="16"/>
                      <a:pt x="1344" y="16"/>
                      <a:pt x="1344" y="16"/>
                    </a:cubicBezTo>
                    <a:cubicBezTo>
                      <a:pt x="1333" y="7"/>
                      <a:pt x="1312" y="0"/>
                      <a:pt x="1298" y="0"/>
                    </a:cubicBezTo>
                    <a:cubicBezTo>
                      <a:pt x="306" y="0"/>
                      <a:pt x="306" y="0"/>
                      <a:pt x="306" y="0"/>
                    </a:cubicBezTo>
                    <a:cubicBezTo>
                      <a:pt x="292" y="0"/>
                      <a:pt x="271" y="7"/>
                      <a:pt x="260" y="16"/>
                    </a:cubicBezTo>
                    <a:cubicBezTo>
                      <a:pt x="62" y="171"/>
                      <a:pt x="62" y="171"/>
                      <a:pt x="62" y="171"/>
                    </a:cubicBezTo>
                    <a:cubicBezTo>
                      <a:pt x="64" y="171"/>
                      <a:pt x="64" y="171"/>
                      <a:pt x="64" y="171"/>
                    </a:cubicBezTo>
                    <a:cubicBezTo>
                      <a:pt x="94" y="146"/>
                      <a:pt x="132" y="131"/>
                      <a:pt x="174" y="131"/>
                    </a:cubicBezTo>
                    <a:close/>
                    <a:moveTo>
                      <a:pt x="1441" y="180"/>
                    </a:moveTo>
                    <a:cubicBezTo>
                      <a:pt x="174" y="180"/>
                      <a:pt x="174" y="180"/>
                      <a:pt x="174" y="180"/>
                    </a:cubicBezTo>
                    <a:cubicBezTo>
                      <a:pt x="78" y="180"/>
                      <a:pt x="0" y="258"/>
                      <a:pt x="0" y="354"/>
                    </a:cubicBezTo>
                    <a:cubicBezTo>
                      <a:pt x="0" y="2005"/>
                      <a:pt x="0" y="2005"/>
                      <a:pt x="0" y="2005"/>
                    </a:cubicBezTo>
                    <a:cubicBezTo>
                      <a:pt x="0" y="2101"/>
                      <a:pt x="78" y="2179"/>
                      <a:pt x="174" y="2179"/>
                    </a:cubicBezTo>
                    <a:cubicBezTo>
                      <a:pt x="1441" y="2179"/>
                      <a:pt x="1441" y="2179"/>
                      <a:pt x="1441" y="2179"/>
                    </a:cubicBezTo>
                    <a:cubicBezTo>
                      <a:pt x="1537" y="2179"/>
                      <a:pt x="1615" y="2101"/>
                      <a:pt x="1615" y="2005"/>
                    </a:cubicBezTo>
                    <a:cubicBezTo>
                      <a:pt x="1615" y="354"/>
                      <a:pt x="1615" y="354"/>
                      <a:pt x="1615" y="354"/>
                    </a:cubicBezTo>
                    <a:cubicBezTo>
                      <a:pt x="1615" y="258"/>
                      <a:pt x="1537" y="180"/>
                      <a:pt x="1441" y="180"/>
                    </a:cubicBezTo>
                    <a:close/>
                    <a:moveTo>
                      <a:pt x="1518" y="2005"/>
                    </a:moveTo>
                    <a:cubicBezTo>
                      <a:pt x="1518" y="2047"/>
                      <a:pt x="1484" y="2082"/>
                      <a:pt x="1441" y="2082"/>
                    </a:cubicBezTo>
                    <a:cubicBezTo>
                      <a:pt x="174" y="2082"/>
                      <a:pt x="174" y="2082"/>
                      <a:pt x="174" y="2082"/>
                    </a:cubicBezTo>
                    <a:cubicBezTo>
                      <a:pt x="132" y="2082"/>
                      <a:pt x="97" y="2047"/>
                      <a:pt x="97" y="2005"/>
                    </a:cubicBezTo>
                    <a:cubicBezTo>
                      <a:pt x="97" y="354"/>
                      <a:pt x="97" y="354"/>
                      <a:pt x="97" y="354"/>
                    </a:cubicBezTo>
                    <a:cubicBezTo>
                      <a:pt x="97" y="312"/>
                      <a:pt x="132" y="277"/>
                      <a:pt x="174" y="277"/>
                    </a:cubicBezTo>
                    <a:cubicBezTo>
                      <a:pt x="1441" y="277"/>
                      <a:pt x="1441" y="277"/>
                      <a:pt x="1441" y="277"/>
                    </a:cubicBezTo>
                    <a:cubicBezTo>
                      <a:pt x="1484" y="277"/>
                      <a:pt x="1518" y="312"/>
                      <a:pt x="1518" y="354"/>
                    </a:cubicBezTo>
                    <a:lnTo>
                      <a:pt x="1518" y="2005"/>
                    </a:lnTo>
                    <a:close/>
                    <a:moveTo>
                      <a:pt x="808" y="471"/>
                    </a:moveTo>
                    <a:cubicBezTo>
                      <a:pt x="494" y="471"/>
                      <a:pt x="241" y="725"/>
                      <a:pt x="241" y="1038"/>
                    </a:cubicBezTo>
                    <a:cubicBezTo>
                      <a:pt x="241" y="1201"/>
                      <a:pt x="309" y="1347"/>
                      <a:pt x="419" y="1451"/>
                    </a:cubicBezTo>
                    <a:cubicBezTo>
                      <a:pt x="532" y="1339"/>
                      <a:pt x="532" y="1339"/>
                      <a:pt x="532" y="1339"/>
                    </a:cubicBezTo>
                    <a:cubicBezTo>
                      <a:pt x="565" y="1305"/>
                      <a:pt x="610" y="1286"/>
                      <a:pt x="652" y="1286"/>
                    </a:cubicBezTo>
                    <a:cubicBezTo>
                      <a:pt x="675" y="1286"/>
                      <a:pt x="696" y="1292"/>
                      <a:pt x="713" y="1304"/>
                    </a:cubicBezTo>
                    <a:cubicBezTo>
                      <a:pt x="762" y="1337"/>
                      <a:pt x="775" y="1416"/>
                      <a:pt x="744" y="1486"/>
                    </a:cubicBezTo>
                    <a:cubicBezTo>
                      <a:pt x="695" y="1594"/>
                      <a:pt x="695" y="1594"/>
                      <a:pt x="695" y="1594"/>
                    </a:cubicBezTo>
                    <a:cubicBezTo>
                      <a:pt x="731" y="1601"/>
                      <a:pt x="769" y="1605"/>
                      <a:pt x="808" y="1605"/>
                    </a:cubicBezTo>
                    <a:cubicBezTo>
                      <a:pt x="1121" y="1605"/>
                      <a:pt x="1375" y="1351"/>
                      <a:pt x="1375" y="1038"/>
                    </a:cubicBezTo>
                    <a:cubicBezTo>
                      <a:pt x="1375" y="725"/>
                      <a:pt x="1121" y="471"/>
                      <a:pt x="808" y="471"/>
                    </a:cubicBezTo>
                    <a:close/>
                    <a:moveTo>
                      <a:pt x="808" y="1206"/>
                    </a:moveTo>
                    <a:cubicBezTo>
                      <a:pt x="715" y="1206"/>
                      <a:pt x="640" y="1131"/>
                      <a:pt x="640" y="1038"/>
                    </a:cubicBezTo>
                    <a:cubicBezTo>
                      <a:pt x="640" y="945"/>
                      <a:pt x="715" y="870"/>
                      <a:pt x="808" y="870"/>
                    </a:cubicBezTo>
                    <a:cubicBezTo>
                      <a:pt x="900" y="870"/>
                      <a:pt x="976" y="945"/>
                      <a:pt x="976" y="1038"/>
                    </a:cubicBezTo>
                    <a:cubicBezTo>
                      <a:pt x="976" y="1131"/>
                      <a:pt x="900" y="1206"/>
                      <a:pt x="808" y="1206"/>
                    </a:cubicBezTo>
                    <a:close/>
                    <a:moveTo>
                      <a:pt x="687" y="1341"/>
                    </a:moveTo>
                    <a:cubicBezTo>
                      <a:pt x="678" y="1334"/>
                      <a:pt x="665" y="1331"/>
                      <a:pt x="652" y="1331"/>
                    </a:cubicBezTo>
                    <a:cubicBezTo>
                      <a:pt x="623" y="1331"/>
                      <a:pt x="590" y="1345"/>
                      <a:pt x="564" y="1371"/>
                    </a:cubicBezTo>
                    <a:cubicBezTo>
                      <a:pt x="453" y="1481"/>
                      <a:pt x="453" y="1481"/>
                      <a:pt x="453" y="1481"/>
                    </a:cubicBezTo>
                    <a:cubicBezTo>
                      <a:pt x="271" y="1660"/>
                      <a:pt x="271" y="1660"/>
                      <a:pt x="271" y="1660"/>
                    </a:cubicBezTo>
                    <a:cubicBezTo>
                      <a:pt x="170" y="1760"/>
                      <a:pt x="164" y="1895"/>
                      <a:pt x="258" y="1960"/>
                    </a:cubicBezTo>
                    <a:cubicBezTo>
                      <a:pt x="286" y="1979"/>
                      <a:pt x="315" y="1988"/>
                      <a:pt x="346" y="1988"/>
                    </a:cubicBezTo>
                    <a:cubicBezTo>
                      <a:pt x="419" y="1988"/>
                      <a:pt x="493" y="1935"/>
                      <a:pt x="534" y="1842"/>
                    </a:cubicBezTo>
                    <a:cubicBezTo>
                      <a:pt x="650" y="1583"/>
                      <a:pt x="650" y="1583"/>
                      <a:pt x="650" y="1583"/>
                    </a:cubicBezTo>
                    <a:cubicBezTo>
                      <a:pt x="702" y="1467"/>
                      <a:pt x="702" y="1467"/>
                      <a:pt x="702" y="1467"/>
                    </a:cubicBezTo>
                    <a:cubicBezTo>
                      <a:pt x="724" y="1418"/>
                      <a:pt x="717" y="1362"/>
                      <a:pt x="687" y="1341"/>
                    </a:cubicBezTo>
                    <a:close/>
                    <a:moveTo>
                      <a:pt x="418" y="1872"/>
                    </a:moveTo>
                    <a:cubicBezTo>
                      <a:pt x="392" y="1909"/>
                      <a:pt x="341" y="1919"/>
                      <a:pt x="304" y="1893"/>
                    </a:cubicBezTo>
                    <a:cubicBezTo>
                      <a:pt x="267" y="1867"/>
                      <a:pt x="258" y="1817"/>
                      <a:pt x="284" y="1780"/>
                    </a:cubicBezTo>
                    <a:cubicBezTo>
                      <a:pt x="310" y="1743"/>
                      <a:pt x="360" y="1734"/>
                      <a:pt x="397" y="1759"/>
                    </a:cubicBezTo>
                    <a:cubicBezTo>
                      <a:pt x="434" y="1785"/>
                      <a:pt x="443" y="1836"/>
                      <a:pt x="418" y="1872"/>
                    </a:cubicBezTo>
                    <a:close/>
                    <a:moveTo>
                      <a:pt x="256" y="376"/>
                    </a:moveTo>
                    <a:cubicBezTo>
                      <a:pt x="256" y="346"/>
                      <a:pt x="233" y="323"/>
                      <a:pt x="204" y="323"/>
                    </a:cubicBezTo>
                    <a:cubicBezTo>
                      <a:pt x="174" y="323"/>
                      <a:pt x="151" y="346"/>
                      <a:pt x="151" y="376"/>
                    </a:cubicBezTo>
                    <a:cubicBezTo>
                      <a:pt x="151" y="405"/>
                      <a:pt x="174" y="428"/>
                      <a:pt x="204" y="428"/>
                    </a:cubicBezTo>
                    <a:cubicBezTo>
                      <a:pt x="233" y="428"/>
                      <a:pt x="256" y="405"/>
                      <a:pt x="256" y="376"/>
                    </a:cubicBezTo>
                    <a:close/>
                    <a:moveTo>
                      <a:pt x="1418" y="323"/>
                    </a:moveTo>
                    <a:cubicBezTo>
                      <a:pt x="1389" y="323"/>
                      <a:pt x="1366" y="346"/>
                      <a:pt x="1366" y="376"/>
                    </a:cubicBezTo>
                    <a:cubicBezTo>
                      <a:pt x="1366" y="405"/>
                      <a:pt x="1389" y="428"/>
                      <a:pt x="1418" y="428"/>
                    </a:cubicBezTo>
                    <a:cubicBezTo>
                      <a:pt x="1448" y="428"/>
                      <a:pt x="1471" y="405"/>
                      <a:pt x="1471" y="376"/>
                    </a:cubicBezTo>
                    <a:cubicBezTo>
                      <a:pt x="1471" y="346"/>
                      <a:pt x="1448" y="323"/>
                      <a:pt x="1418" y="323"/>
                    </a:cubicBezTo>
                    <a:close/>
                    <a:moveTo>
                      <a:pt x="1418" y="1925"/>
                    </a:moveTo>
                    <a:cubicBezTo>
                      <a:pt x="1389" y="1925"/>
                      <a:pt x="1366" y="1949"/>
                      <a:pt x="1366" y="1978"/>
                    </a:cubicBezTo>
                    <a:cubicBezTo>
                      <a:pt x="1366" y="2007"/>
                      <a:pt x="1389" y="2031"/>
                      <a:pt x="1418" y="2031"/>
                    </a:cubicBezTo>
                    <a:cubicBezTo>
                      <a:pt x="1448" y="2031"/>
                      <a:pt x="1471" y="2007"/>
                      <a:pt x="1471" y="1978"/>
                    </a:cubicBezTo>
                    <a:cubicBezTo>
                      <a:pt x="1471" y="1949"/>
                      <a:pt x="1448" y="1925"/>
                      <a:pt x="1418" y="1925"/>
                    </a:cubicBezTo>
                    <a:close/>
                  </a:path>
                </a:pathLst>
              </a:custGeom>
              <a:solidFill>
                <a:srgbClr val="FFFFFF"/>
              </a:solidFill>
              <a:ln>
                <a:noFill/>
              </a:ln>
            </p:spPr>
            <p:txBody>
              <a:bodyPr vert="horz" wrap="square" lIns="109703" tIns="54851" rIns="109703" bIns="54851" numCol="1" anchor="t" anchorCtr="0" compatLnSpc="1">
                <a:prstTxWarp prst="textNoShape">
                  <a:avLst/>
                </a:prstTxWarp>
              </a:bodyPr>
              <a:lstStyle/>
              <a:p>
                <a:endParaRPr lang="en-US" sz="2133" dirty="0"/>
              </a:p>
            </p:txBody>
          </p:sp>
          <p:sp>
            <p:nvSpPr>
              <p:cNvPr id="24" name="Freeform 79"/>
              <p:cNvSpPr>
                <a:spLocks noEditPoints="1"/>
              </p:cNvSpPr>
              <p:nvPr/>
            </p:nvSpPr>
            <p:spPr bwMode="black">
              <a:xfrm>
                <a:off x="4399446" y="2079185"/>
                <a:ext cx="281064" cy="379964"/>
              </a:xfrm>
              <a:custGeom>
                <a:avLst/>
                <a:gdLst>
                  <a:gd name="T0" fmla="*/ 1441 w 1615"/>
                  <a:gd name="T1" fmla="*/ 131 h 2179"/>
                  <a:gd name="T2" fmla="*/ 1344 w 1615"/>
                  <a:gd name="T3" fmla="*/ 16 h 2179"/>
                  <a:gd name="T4" fmla="*/ 306 w 1615"/>
                  <a:gd name="T5" fmla="*/ 0 h 2179"/>
                  <a:gd name="T6" fmla="*/ 62 w 1615"/>
                  <a:gd name="T7" fmla="*/ 171 h 2179"/>
                  <a:gd name="T8" fmla="*/ 174 w 1615"/>
                  <a:gd name="T9" fmla="*/ 131 h 2179"/>
                  <a:gd name="T10" fmla="*/ 174 w 1615"/>
                  <a:gd name="T11" fmla="*/ 180 h 2179"/>
                  <a:gd name="T12" fmla="*/ 0 w 1615"/>
                  <a:gd name="T13" fmla="*/ 2005 h 2179"/>
                  <a:gd name="T14" fmla="*/ 1441 w 1615"/>
                  <a:gd name="T15" fmla="*/ 2179 h 2179"/>
                  <a:gd name="T16" fmla="*/ 1615 w 1615"/>
                  <a:gd name="T17" fmla="*/ 354 h 2179"/>
                  <a:gd name="T18" fmla="*/ 1518 w 1615"/>
                  <a:gd name="T19" fmla="*/ 2005 h 2179"/>
                  <a:gd name="T20" fmla="*/ 174 w 1615"/>
                  <a:gd name="T21" fmla="*/ 2082 h 2179"/>
                  <a:gd name="T22" fmla="*/ 97 w 1615"/>
                  <a:gd name="T23" fmla="*/ 354 h 2179"/>
                  <a:gd name="T24" fmla="*/ 1441 w 1615"/>
                  <a:gd name="T25" fmla="*/ 277 h 2179"/>
                  <a:gd name="T26" fmla="*/ 1518 w 1615"/>
                  <a:gd name="T27" fmla="*/ 2005 h 2179"/>
                  <a:gd name="T28" fmla="*/ 241 w 1615"/>
                  <a:gd name="T29" fmla="*/ 1038 h 2179"/>
                  <a:gd name="T30" fmla="*/ 532 w 1615"/>
                  <a:gd name="T31" fmla="*/ 1339 h 2179"/>
                  <a:gd name="T32" fmla="*/ 713 w 1615"/>
                  <a:gd name="T33" fmla="*/ 1304 h 2179"/>
                  <a:gd name="T34" fmla="*/ 695 w 1615"/>
                  <a:gd name="T35" fmla="*/ 1594 h 2179"/>
                  <a:gd name="T36" fmla="*/ 1375 w 1615"/>
                  <a:gd name="T37" fmla="*/ 1038 h 2179"/>
                  <a:gd name="T38" fmla="*/ 808 w 1615"/>
                  <a:gd name="T39" fmla="*/ 1206 h 2179"/>
                  <a:gd name="T40" fmla="*/ 808 w 1615"/>
                  <a:gd name="T41" fmla="*/ 870 h 2179"/>
                  <a:gd name="T42" fmla="*/ 808 w 1615"/>
                  <a:gd name="T43" fmla="*/ 1206 h 2179"/>
                  <a:gd name="T44" fmla="*/ 652 w 1615"/>
                  <a:gd name="T45" fmla="*/ 1331 h 2179"/>
                  <a:gd name="T46" fmla="*/ 453 w 1615"/>
                  <a:gd name="T47" fmla="*/ 1481 h 2179"/>
                  <a:gd name="T48" fmla="*/ 258 w 1615"/>
                  <a:gd name="T49" fmla="*/ 1960 h 2179"/>
                  <a:gd name="T50" fmla="*/ 534 w 1615"/>
                  <a:gd name="T51" fmla="*/ 1842 h 2179"/>
                  <a:gd name="T52" fmla="*/ 702 w 1615"/>
                  <a:gd name="T53" fmla="*/ 1467 h 2179"/>
                  <a:gd name="T54" fmla="*/ 418 w 1615"/>
                  <a:gd name="T55" fmla="*/ 1872 h 2179"/>
                  <a:gd name="T56" fmla="*/ 284 w 1615"/>
                  <a:gd name="T57" fmla="*/ 1780 h 2179"/>
                  <a:gd name="T58" fmla="*/ 418 w 1615"/>
                  <a:gd name="T59" fmla="*/ 1872 h 2179"/>
                  <a:gd name="T60" fmla="*/ 204 w 1615"/>
                  <a:gd name="T61" fmla="*/ 323 h 2179"/>
                  <a:gd name="T62" fmla="*/ 204 w 1615"/>
                  <a:gd name="T63" fmla="*/ 428 h 2179"/>
                  <a:gd name="T64" fmla="*/ 1418 w 1615"/>
                  <a:gd name="T65" fmla="*/ 323 h 2179"/>
                  <a:gd name="T66" fmla="*/ 1418 w 1615"/>
                  <a:gd name="T67" fmla="*/ 428 h 2179"/>
                  <a:gd name="T68" fmla="*/ 1418 w 1615"/>
                  <a:gd name="T69" fmla="*/ 323 h 2179"/>
                  <a:gd name="T70" fmla="*/ 1366 w 1615"/>
                  <a:gd name="T71" fmla="*/ 1978 h 2179"/>
                  <a:gd name="T72" fmla="*/ 1471 w 1615"/>
                  <a:gd name="T73" fmla="*/ 1978 h 21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615" h="2179">
                    <a:moveTo>
                      <a:pt x="174" y="131"/>
                    </a:moveTo>
                    <a:cubicBezTo>
                      <a:pt x="1441" y="131"/>
                      <a:pt x="1441" y="131"/>
                      <a:pt x="1441" y="131"/>
                    </a:cubicBezTo>
                    <a:cubicBezTo>
                      <a:pt x="1465" y="131"/>
                      <a:pt x="1488" y="136"/>
                      <a:pt x="1509" y="145"/>
                    </a:cubicBezTo>
                    <a:cubicBezTo>
                      <a:pt x="1344" y="16"/>
                      <a:pt x="1344" y="16"/>
                      <a:pt x="1344" y="16"/>
                    </a:cubicBezTo>
                    <a:cubicBezTo>
                      <a:pt x="1333" y="7"/>
                      <a:pt x="1312" y="0"/>
                      <a:pt x="1298" y="0"/>
                    </a:cubicBezTo>
                    <a:cubicBezTo>
                      <a:pt x="306" y="0"/>
                      <a:pt x="306" y="0"/>
                      <a:pt x="306" y="0"/>
                    </a:cubicBezTo>
                    <a:cubicBezTo>
                      <a:pt x="292" y="0"/>
                      <a:pt x="271" y="7"/>
                      <a:pt x="260" y="16"/>
                    </a:cubicBezTo>
                    <a:cubicBezTo>
                      <a:pt x="62" y="171"/>
                      <a:pt x="62" y="171"/>
                      <a:pt x="62" y="171"/>
                    </a:cubicBezTo>
                    <a:cubicBezTo>
                      <a:pt x="64" y="171"/>
                      <a:pt x="64" y="171"/>
                      <a:pt x="64" y="171"/>
                    </a:cubicBezTo>
                    <a:cubicBezTo>
                      <a:pt x="94" y="146"/>
                      <a:pt x="132" y="131"/>
                      <a:pt x="174" y="131"/>
                    </a:cubicBezTo>
                    <a:close/>
                    <a:moveTo>
                      <a:pt x="1441" y="180"/>
                    </a:moveTo>
                    <a:cubicBezTo>
                      <a:pt x="174" y="180"/>
                      <a:pt x="174" y="180"/>
                      <a:pt x="174" y="180"/>
                    </a:cubicBezTo>
                    <a:cubicBezTo>
                      <a:pt x="78" y="180"/>
                      <a:pt x="0" y="258"/>
                      <a:pt x="0" y="354"/>
                    </a:cubicBezTo>
                    <a:cubicBezTo>
                      <a:pt x="0" y="2005"/>
                      <a:pt x="0" y="2005"/>
                      <a:pt x="0" y="2005"/>
                    </a:cubicBezTo>
                    <a:cubicBezTo>
                      <a:pt x="0" y="2101"/>
                      <a:pt x="78" y="2179"/>
                      <a:pt x="174" y="2179"/>
                    </a:cubicBezTo>
                    <a:cubicBezTo>
                      <a:pt x="1441" y="2179"/>
                      <a:pt x="1441" y="2179"/>
                      <a:pt x="1441" y="2179"/>
                    </a:cubicBezTo>
                    <a:cubicBezTo>
                      <a:pt x="1537" y="2179"/>
                      <a:pt x="1615" y="2101"/>
                      <a:pt x="1615" y="2005"/>
                    </a:cubicBezTo>
                    <a:cubicBezTo>
                      <a:pt x="1615" y="354"/>
                      <a:pt x="1615" y="354"/>
                      <a:pt x="1615" y="354"/>
                    </a:cubicBezTo>
                    <a:cubicBezTo>
                      <a:pt x="1615" y="258"/>
                      <a:pt x="1537" y="180"/>
                      <a:pt x="1441" y="180"/>
                    </a:cubicBezTo>
                    <a:close/>
                    <a:moveTo>
                      <a:pt x="1518" y="2005"/>
                    </a:moveTo>
                    <a:cubicBezTo>
                      <a:pt x="1518" y="2047"/>
                      <a:pt x="1484" y="2082"/>
                      <a:pt x="1441" y="2082"/>
                    </a:cubicBezTo>
                    <a:cubicBezTo>
                      <a:pt x="174" y="2082"/>
                      <a:pt x="174" y="2082"/>
                      <a:pt x="174" y="2082"/>
                    </a:cubicBezTo>
                    <a:cubicBezTo>
                      <a:pt x="132" y="2082"/>
                      <a:pt x="97" y="2047"/>
                      <a:pt x="97" y="2005"/>
                    </a:cubicBezTo>
                    <a:cubicBezTo>
                      <a:pt x="97" y="354"/>
                      <a:pt x="97" y="354"/>
                      <a:pt x="97" y="354"/>
                    </a:cubicBezTo>
                    <a:cubicBezTo>
                      <a:pt x="97" y="312"/>
                      <a:pt x="132" y="277"/>
                      <a:pt x="174" y="277"/>
                    </a:cubicBezTo>
                    <a:cubicBezTo>
                      <a:pt x="1441" y="277"/>
                      <a:pt x="1441" y="277"/>
                      <a:pt x="1441" y="277"/>
                    </a:cubicBezTo>
                    <a:cubicBezTo>
                      <a:pt x="1484" y="277"/>
                      <a:pt x="1518" y="312"/>
                      <a:pt x="1518" y="354"/>
                    </a:cubicBezTo>
                    <a:lnTo>
                      <a:pt x="1518" y="2005"/>
                    </a:lnTo>
                    <a:close/>
                    <a:moveTo>
                      <a:pt x="808" y="471"/>
                    </a:moveTo>
                    <a:cubicBezTo>
                      <a:pt x="494" y="471"/>
                      <a:pt x="241" y="725"/>
                      <a:pt x="241" y="1038"/>
                    </a:cubicBezTo>
                    <a:cubicBezTo>
                      <a:pt x="241" y="1201"/>
                      <a:pt x="309" y="1347"/>
                      <a:pt x="419" y="1451"/>
                    </a:cubicBezTo>
                    <a:cubicBezTo>
                      <a:pt x="532" y="1339"/>
                      <a:pt x="532" y="1339"/>
                      <a:pt x="532" y="1339"/>
                    </a:cubicBezTo>
                    <a:cubicBezTo>
                      <a:pt x="565" y="1305"/>
                      <a:pt x="610" y="1286"/>
                      <a:pt x="652" y="1286"/>
                    </a:cubicBezTo>
                    <a:cubicBezTo>
                      <a:pt x="675" y="1286"/>
                      <a:pt x="696" y="1292"/>
                      <a:pt x="713" y="1304"/>
                    </a:cubicBezTo>
                    <a:cubicBezTo>
                      <a:pt x="762" y="1337"/>
                      <a:pt x="775" y="1416"/>
                      <a:pt x="744" y="1486"/>
                    </a:cubicBezTo>
                    <a:cubicBezTo>
                      <a:pt x="695" y="1594"/>
                      <a:pt x="695" y="1594"/>
                      <a:pt x="695" y="1594"/>
                    </a:cubicBezTo>
                    <a:cubicBezTo>
                      <a:pt x="731" y="1601"/>
                      <a:pt x="769" y="1605"/>
                      <a:pt x="808" y="1605"/>
                    </a:cubicBezTo>
                    <a:cubicBezTo>
                      <a:pt x="1121" y="1605"/>
                      <a:pt x="1375" y="1351"/>
                      <a:pt x="1375" y="1038"/>
                    </a:cubicBezTo>
                    <a:cubicBezTo>
                      <a:pt x="1375" y="725"/>
                      <a:pt x="1121" y="471"/>
                      <a:pt x="808" y="471"/>
                    </a:cubicBezTo>
                    <a:close/>
                    <a:moveTo>
                      <a:pt x="808" y="1206"/>
                    </a:moveTo>
                    <a:cubicBezTo>
                      <a:pt x="715" y="1206"/>
                      <a:pt x="640" y="1131"/>
                      <a:pt x="640" y="1038"/>
                    </a:cubicBezTo>
                    <a:cubicBezTo>
                      <a:pt x="640" y="945"/>
                      <a:pt x="715" y="870"/>
                      <a:pt x="808" y="870"/>
                    </a:cubicBezTo>
                    <a:cubicBezTo>
                      <a:pt x="900" y="870"/>
                      <a:pt x="976" y="945"/>
                      <a:pt x="976" y="1038"/>
                    </a:cubicBezTo>
                    <a:cubicBezTo>
                      <a:pt x="976" y="1131"/>
                      <a:pt x="900" y="1206"/>
                      <a:pt x="808" y="1206"/>
                    </a:cubicBezTo>
                    <a:close/>
                    <a:moveTo>
                      <a:pt x="687" y="1341"/>
                    </a:moveTo>
                    <a:cubicBezTo>
                      <a:pt x="678" y="1334"/>
                      <a:pt x="665" y="1331"/>
                      <a:pt x="652" y="1331"/>
                    </a:cubicBezTo>
                    <a:cubicBezTo>
                      <a:pt x="623" y="1331"/>
                      <a:pt x="590" y="1345"/>
                      <a:pt x="564" y="1371"/>
                    </a:cubicBezTo>
                    <a:cubicBezTo>
                      <a:pt x="453" y="1481"/>
                      <a:pt x="453" y="1481"/>
                      <a:pt x="453" y="1481"/>
                    </a:cubicBezTo>
                    <a:cubicBezTo>
                      <a:pt x="271" y="1660"/>
                      <a:pt x="271" y="1660"/>
                      <a:pt x="271" y="1660"/>
                    </a:cubicBezTo>
                    <a:cubicBezTo>
                      <a:pt x="170" y="1760"/>
                      <a:pt x="164" y="1895"/>
                      <a:pt x="258" y="1960"/>
                    </a:cubicBezTo>
                    <a:cubicBezTo>
                      <a:pt x="286" y="1979"/>
                      <a:pt x="315" y="1988"/>
                      <a:pt x="346" y="1988"/>
                    </a:cubicBezTo>
                    <a:cubicBezTo>
                      <a:pt x="419" y="1988"/>
                      <a:pt x="493" y="1935"/>
                      <a:pt x="534" y="1842"/>
                    </a:cubicBezTo>
                    <a:cubicBezTo>
                      <a:pt x="650" y="1583"/>
                      <a:pt x="650" y="1583"/>
                      <a:pt x="650" y="1583"/>
                    </a:cubicBezTo>
                    <a:cubicBezTo>
                      <a:pt x="702" y="1467"/>
                      <a:pt x="702" y="1467"/>
                      <a:pt x="702" y="1467"/>
                    </a:cubicBezTo>
                    <a:cubicBezTo>
                      <a:pt x="724" y="1418"/>
                      <a:pt x="717" y="1362"/>
                      <a:pt x="687" y="1341"/>
                    </a:cubicBezTo>
                    <a:close/>
                    <a:moveTo>
                      <a:pt x="418" y="1872"/>
                    </a:moveTo>
                    <a:cubicBezTo>
                      <a:pt x="392" y="1909"/>
                      <a:pt x="341" y="1919"/>
                      <a:pt x="304" y="1893"/>
                    </a:cubicBezTo>
                    <a:cubicBezTo>
                      <a:pt x="267" y="1867"/>
                      <a:pt x="258" y="1817"/>
                      <a:pt x="284" y="1780"/>
                    </a:cubicBezTo>
                    <a:cubicBezTo>
                      <a:pt x="310" y="1743"/>
                      <a:pt x="360" y="1734"/>
                      <a:pt x="397" y="1759"/>
                    </a:cubicBezTo>
                    <a:cubicBezTo>
                      <a:pt x="434" y="1785"/>
                      <a:pt x="443" y="1836"/>
                      <a:pt x="418" y="1872"/>
                    </a:cubicBezTo>
                    <a:close/>
                    <a:moveTo>
                      <a:pt x="256" y="376"/>
                    </a:moveTo>
                    <a:cubicBezTo>
                      <a:pt x="256" y="346"/>
                      <a:pt x="233" y="323"/>
                      <a:pt x="204" y="323"/>
                    </a:cubicBezTo>
                    <a:cubicBezTo>
                      <a:pt x="174" y="323"/>
                      <a:pt x="151" y="346"/>
                      <a:pt x="151" y="376"/>
                    </a:cubicBezTo>
                    <a:cubicBezTo>
                      <a:pt x="151" y="405"/>
                      <a:pt x="174" y="428"/>
                      <a:pt x="204" y="428"/>
                    </a:cubicBezTo>
                    <a:cubicBezTo>
                      <a:pt x="233" y="428"/>
                      <a:pt x="256" y="405"/>
                      <a:pt x="256" y="376"/>
                    </a:cubicBezTo>
                    <a:close/>
                    <a:moveTo>
                      <a:pt x="1418" y="323"/>
                    </a:moveTo>
                    <a:cubicBezTo>
                      <a:pt x="1389" y="323"/>
                      <a:pt x="1366" y="346"/>
                      <a:pt x="1366" y="376"/>
                    </a:cubicBezTo>
                    <a:cubicBezTo>
                      <a:pt x="1366" y="405"/>
                      <a:pt x="1389" y="428"/>
                      <a:pt x="1418" y="428"/>
                    </a:cubicBezTo>
                    <a:cubicBezTo>
                      <a:pt x="1448" y="428"/>
                      <a:pt x="1471" y="405"/>
                      <a:pt x="1471" y="376"/>
                    </a:cubicBezTo>
                    <a:cubicBezTo>
                      <a:pt x="1471" y="346"/>
                      <a:pt x="1448" y="323"/>
                      <a:pt x="1418" y="323"/>
                    </a:cubicBezTo>
                    <a:close/>
                    <a:moveTo>
                      <a:pt x="1418" y="1925"/>
                    </a:moveTo>
                    <a:cubicBezTo>
                      <a:pt x="1389" y="1925"/>
                      <a:pt x="1366" y="1949"/>
                      <a:pt x="1366" y="1978"/>
                    </a:cubicBezTo>
                    <a:cubicBezTo>
                      <a:pt x="1366" y="2007"/>
                      <a:pt x="1389" y="2031"/>
                      <a:pt x="1418" y="2031"/>
                    </a:cubicBezTo>
                    <a:cubicBezTo>
                      <a:pt x="1448" y="2031"/>
                      <a:pt x="1471" y="2007"/>
                      <a:pt x="1471" y="1978"/>
                    </a:cubicBezTo>
                    <a:cubicBezTo>
                      <a:pt x="1471" y="1949"/>
                      <a:pt x="1448" y="1925"/>
                      <a:pt x="1418" y="1925"/>
                    </a:cubicBezTo>
                    <a:close/>
                  </a:path>
                </a:pathLst>
              </a:custGeom>
              <a:solidFill>
                <a:srgbClr val="FFFFFF"/>
              </a:solidFill>
              <a:ln>
                <a:noFill/>
              </a:ln>
            </p:spPr>
            <p:txBody>
              <a:bodyPr vert="horz" wrap="square" lIns="109703" tIns="54851" rIns="109703" bIns="54851" numCol="1" anchor="t" anchorCtr="0" compatLnSpc="1">
                <a:prstTxWarp prst="textNoShape">
                  <a:avLst/>
                </a:prstTxWarp>
              </a:bodyPr>
              <a:lstStyle/>
              <a:p>
                <a:endParaRPr lang="en-US" sz="2133" dirty="0"/>
              </a:p>
            </p:txBody>
          </p:sp>
        </p:grpSp>
        <p:sp>
          <p:nvSpPr>
            <p:cNvPr id="8" name="TextBox 7"/>
            <p:cNvSpPr txBox="1"/>
            <p:nvPr/>
          </p:nvSpPr>
          <p:spPr>
            <a:xfrm>
              <a:off x="3888372" y="976268"/>
              <a:ext cx="6594260" cy="1355080"/>
            </a:xfrm>
            <a:prstGeom prst="rect">
              <a:avLst/>
            </a:prstGeom>
            <a:noFill/>
          </p:spPr>
          <p:txBody>
            <a:bodyPr wrap="square" lIns="0" tIns="0" rIns="0" bIns="0" rtlCol="0">
              <a:spAutoFit/>
            </a:bodyPr>
            <a:lstStyle/>
            <a:p>
              <a:pPr>
                <a:lnSpc>
                  <a:spcPct val="90000"/>
                </a:lnSpc>
                <a:spcBef>
                  <a:spcPct val="20000"/>
                </a:spcBef>
                <a:buSzPct val="80000"/>
              </a:pPr>
              <a:r>
                <a:rPr lang="en-US" sz="2800" dirty="0">
                  <a:solidFill>
                    <a:sysClr val="windowText" lastClr="000000"/>
                  </a:solidFill>
                </a:rPr>
                <a:t>Base OS image for new Virtual Machines</a:t>
              </a:r>
            </a:p>
            <a:p>
              <a:pPr>
                <a:lnSpc>
                  <a:spcPct val="90000"/>
                </a:lnSpc>
                <a:spcBef>
                  <a:spcPct val="20000"/>
                </a:spcBef>
                <a:buSzPct val="80000"/>
              </a:pPr>
              <a:r>
                <a:rPr lang="en-US" sz="2800" dirty="0">
                  <a:solidFill>
                    <a:sysClr val="windowText" lastClr="000000"/>
                  </a:solidFill>
                </a:rPr>
                <a:t>Sys-Prepped/Generalized/Read Only </a:t>
              </a:r>
            </a:p>
            <a:p>
              <a:pPr>
                <a:lnSpc>
                  <a:spcPct val="90000"/>
                </a:lnSpc>
                <a:spcBef>
                  <a:spcPct val="20000"/>
                </a:spcBef>
                <a:buSzPct val="80000"/>
              </a:pPr>
              <a:r>
                <a:rPr lang="en-US" sz="2800" dirty="0">
                  <a:solidFill>
                    <a:sysClr val="windowText" lastClr="000000"/>
                  </a:solidFill>
                </a:rPr>
                <a:t>Created by uploading or by capture</a:t>
              </a:r>
            </a:p>
          </p:txBody>
        </p:sp>
        <p:sp>
          <p:nvSpPr>
            <p:cNvPr id="37" name="Rectangle 36"/>
            <p:cNvSpPr/>
            <p:nvPr/>
          </p:nvSpPr>
          <p:spPr bwMode="auto">
            <a:xfrm>
              <a:off x="3776792" y="3073276"/>
              <a:ext cx="6817431" cy="2138899"/>
            </a:xfrm>
            <a:prstGeom prst="rect">
              <a:avLst/>
            </a:prstGeom>
            <a:solidFill>
              <a:schemeClr val="bg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121862" tIns="60931" rIns="121862" bIns="60931" numCol="1" rtlCol="0" anchor="ctr" anchorCtr="0" compatLnSpc="1">
              <a:prstTxWarp prst="textNoShape">
                <a:avLst/>
              </a:prstTxWarp>
            </a:bodyPr>
            <a:lstStyle/>
            <a:p>
              <a:pPr algn="ctr" defTabSz="1218291" fontAlgn="base">
                <a:spcBef>
                  <a:spcPct val="0"/>
                </a:spcBef>
                <a:spcAft>
                  <a:spcPct val="0"/>
                </a:spcAft>
              </a:pPr>
              <a:endParaRPr lang="en-US" sz="2933" dirty="0">
                <a:gradFill>
                  <a:gsLst>
                    <a:gs pos="0">
                      <a:srgbClr val="FFFFFF"/>
                    </a:gs>
                    <a:gs pos="100000">
                      <a:srgbClr val="FFFFFF"/>
                    </a:gs>
                  </a:gsLst>
                  <a:lin ang="5400000" scaled="0"/>
                </a:gradFill>
              </a:endParaRPr>
            </a:p>
          </p:txBody>
        </p:sp>
        <p:sp>
          <p:nvSpPr>
            <p:cNvPr id="36" name="TextBox 35"/>
            <p:cNvSpPr txBox="1"/>
            <p:nvPr/>
          </p:nvSpPr>
          <p:spPr>
            <a:xfrm>
              <a:off x="3999957" y="3458871"/>
              <a:ext cx="6025631" cy="1249573"/>
            </a:xfrm>
            <a:prstGeom prst="rect">
              <a:avLst/>
            </a:prstGeom>
            <a:noFill/>
          </p:spPr>
          <p:txBody>
            <a:bodyPr wrap="square" lIns="0" tIns="0" rIns="0" bIns="0" rtlCol="0" anchor="ctr">
              <a:spAutoFit/>
            </a:bodyPr>
            <a:lstStyle/>
            <a:p>
              <a:pPr>
                <a:lnSpc>
                  <a:spcPct val="90000"/>
                </a:lnSpc>
                <a:spcBef>
                  <a:spcPct val="20000"/>
                </a:spcBef>
                <a:buSzPct val="80000"/>
              </a:pPr>
              <a:r>
                <a:rPr lang="en-US" sz="2800" dirty="0">
                  <a:solidFill>
                    <a:sysClr val="windowText" lastClr="000000"/>
                  </a:solidFill>
                </a:rPr>
                <a:t>Writable Disks for Virtual Machines</a:t>
              </a:r>
            </a:p>
            <a:p>
              <a:pPr>
                <a:lnSpc>
                  <a:spcPct val="90000"/>
                </a:lnSpc>
                <a:spcBef>
                  <a:spcPct val="20000"/>
                </a:spcBef>
                <a:buSzPct val="80000"/>
              </a:pPr>
              <a:r>
                <a:rPr lang="en-US" sz="2800" dirty="0">
                  <a:solidFill>
                    <a:sysClr val="windowText" lastClr="000000"/>
                  </a:solidFill>
                </a:rPr>
                <a:t>Created during VM creation or during upload of existing VHDs.  </a:t>
              </a:r>
            </a:p>
          </p:txBody>
        </p:sp>
      </p:grpSp>
    </p:spTree>
    <p:extLst>
      <p:ext uri="{BB962C8B-B14F-4D97-AF65-F5344CB8AC3E}">
        <p14:creationId xmlns:p14="http://schemas.microsoft.com/office/powerpoint/2010/main" val="467151320"/>
      </p:ext>
    </p:extLst>
  </p:cSld>
  <p:clrMapOvr>
    <a:masterClrMapping/>
  </p:clrMapOvr>
  <p:transition>
    <p:fade/>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111250" y="342900"/>
            <a:ext cx="11080750" cy="957263"/>
          </a:xfrm>
          <a:prstGeom prst="rect">
            <a:avLst/>
          </a:prstGeom>
        </p:spPr>
        <p:txBody>
          <a:bodyPr/>
          <a:lstStyle/>
          <a:p>
            <a:r>
              <a:rPr lang="en-US" dirty="0"/>
              <a:t>VM disk layout</a:t>
            </a:r>
          </a:p>
        </p:txBody>
      </p:sp>
      <p:pic>
        <p:nvPicPr>
          <p:cNvPr id="35844"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3113337"/>
            <a:ext cx="9511410" cy="3494764"/>
          </a:xfrm>
          <a:prstGeom prst="rect">
            <a:avLst/>
          </a:prstGeom>
          <a:ln>
            <a:noFill/>
          </a:ln>
          <a:effectLst>
            <a:reflection blurRad="12700" stA="30000" endPos="30000" dist="5000" dir="5400000" sy="-100000" algn="bl" rotWithShape="0"/>
          </a:effectLst>
          <a:scene3d>
            <a:camera prst="perspectiveContrastingLeftFacing">
              <a:rot lat="300000" lon="19800000" rev="0"/>
            </a:camera>
            <a:lightRig rig="threePt" dir="t">
              <a:rot lat="0" lon="0" rev="2700000"/>
            </a:lightRig>
          </a:scene3d>
          <a:sp3d>
            <a:bevelT w="63500" h="50800"/>
          </a:sp3d>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13" name="Straight Arrow Connector 12"/>
          <p:cNvCxnSpPr>
            <a:stCxn id="7" idx="2"/>
          </p:cNvCxnSpPr>
          <p:nvPr/>
        </p:nvCxnSpPr>
        <p:spPr>
          <a:xfrm>
            <a:off x="3273767" y="2986305"/>
            <a:ext cx="452413" cy="1311375"/>
          </a:xfrm>
          <a:prstGeom prst="straightConnector1">
            <a:avLst/>
          </a:prstGeom>
          <a:ln w="57150">
            <a:solidFill>
              <a:srgbClr val="FFC000"/>
            </a:solidFill>
            <a:tailEnd type="arrow"/>
          </a:ln>
        </p:spPr>
        <p:style>
          <a:lnRef idx="3">
            <a:schemeClr val="accent2"/>
          </a:lnRef>
          <a:fillRef idx="0">
            <a:schemeClr val="accent2"/>
          </a:fillRef>
          <a:effectRef idx="2">
            <a:schemeClr val="accent2"/>
          </a:effectRef>
          <a:fontRef idx="minor">
            <a:schemeClr val="tx1"/>
          </a:fontRef>
        </p:style>
      </p:cxnSp>
      <p:sp>
        <p:nvSpPr>
          <p:cNvPr id="9" name="Rectangle 8"/>
          <p:cNvSpPr/>
          <p:nvPr/>
        </p:nvSpPr>
        <p:spPr bwMode="auto">
          <a:xfrm>
            <a:off x="4457399" y="1321482"/>
            <a:ext cx="3375427" cy="1649896"/>
          </a:xfrm>
          <a:prstGeom prst="rect">
            <a:avLst/>
          </a:prstGeom>
          <a:solidFill>
            <a:schemeClr val="accent1"/>
          </a:solidFill>
          <a:ln>
            <a:noFill/>
            <a:headEnd type="none" w="med" len="med"/>
            <a:tailEnd type="none" w="med" len="med"/>
          </a:ln>
        </p:spPr>
        <p:style>
          <a:lnRef idx="1">
            <a:schemeClr val="accent2"/>
          </a:lnRef>
          <a:fillRef idx="3">
            <a:schemeClr val="accent2"/>
          </a:fillRef>
          <a:effectRef idx="2">
            <a:schemeClr val="accent2"/>
          </a:effectRef>
          <a:fontRef idx="minor">
            <a:schemeClr val="lt1"/>
          </a:fontRef>
        </p:style>
        <p:txBody>
          <a:bodyPr vert="horz" wrap="square" lIns="91412" tIns="45707" rIns="91412" bIns="45707" numCol="1" rtlCol="0" anchor="ctr" anchorCtr="0" compatLnSpc="1">
            <a:prstTxWarp prst="textNoShape">
              <a:avLst/>
            </a:prstTxWarp>
          </a:bodyPr>
          <a:lstStyle/>
          <a:p>
            <a:pPr defTabSz="913870"/>
            <a:r>
              <a:rPr lang="en-US" sz="2199" b="1" u="sng" dirty="0">
                <a:solidFill>
                  <a:srgbClr val="FFFFFF">
                    <a:alpha val="98824"/>
                  </a:srgbClr>
                </a:solidFill>
                <a:latin typeface="Segoe UI" pitchFamily="34" charset="0"/>
                <a:ea typeface="Segoe UI" pitchFamily="34" charset="0"/>
                <a:cs typeface="Segoe UI" pitchFamily="34" charset="0"/>
              </a:rPr>
              <a:t>Temporary Storage Disk</a:t>
            </a:r>
          </a:p>
          <a:p>
            <a:pPr marL="342814" indent="-342814" defTabSz="913870">
              <a:buFont typeface="Arial" pitchFamily="34" charset="0"/>
              <a:buChar char="•"/>
            </a:pPr>
            <a:r>
              <a:rPr lang="en-US" sz="2199" dirty="0">
                <a:solidFill>
                  <a:srgbClr val="FFFFFF">
                    <a:alpha val="98824"/>
                  </a:srgbClr>
                </a:solidFill>
                <a:latin typeface="Segoe UI" pitchFamily="34" charset="0"/>
                <a:ea typeface="Segoe UI" pitchFamily="34" charset="0"/>
                <a:cs typeface="Segoe UI" pitchFamily="34" charset="0"/>
              </a:rPr>
              <a:t>Local (Not Persistent)</a:t>
            </a:r>
          </a:p>
          <a:p>
            <a:pPr marL="342814" indent="-342814" defTabSz="913870">
              <a:buFont typeface="Arial" pitchFamily="34" charset="0"/>
              <a:buChar char="•"/>
            </a:pPr>
            <a:r>
              <a:rPr lang="en-US" sz="2199" dirty="0">
                <a:solidFill>
                  <a:srgbClr val="FFFFFF">
                    <a:alpha val="98824"/>
                  </a:srgbClr>
                </a:solidFill>
                <a:latin typeface="Segoe UI" pitchFamily="34" charset="0"/>
                <a:ea typeface="Segoe UI" pitchFamily="34" charset="0"/>
                <a:cs typeface="Segoe UI" pitchFamily="34" charset="0"/>
              </a:rPr>
              <a:t>SATA</a:t>
            </a:r>
          </a:p>
          <a:p>
            <a:pPr marL="342814" indent="-342814" defTabSz="913870">
              <a:buFont typeface="Arial" pitchFamily="34" charset="0"/>
              <a:buChar char="•"/>
            </a:pPr>
            <a:r>
              <a:rPr lang="en-US" sz="2199" b="1" dirty="0">
                <a:solidFill>
                  <a:srgbClr val="FFFFFF">
                    <a:alpha val="98824"/>
                  </a:srgbClr>
                </a:solidFill>
                <a:latin typeface="Segoe UI" pitchFamily="34" charset="0"/>
                <a:ea typeface="Segoe UI" pitchFamily="34" charset="0"/>
                <a:cs typeface="Segoe UI" pitchFamily="34" charset="0"/>
              </a:rPr>
              <a:t>Drive D:</a:t>
            </a:r>
          </a:p>
        </p:txBody>
      </p:sp>
      <p:cxnSp>
        <p:nvCxnSpPr>
          <p:cNvPr id="10" name="Straight Arrow Connector 9"/>
          <p:cNvCxnSpPr>
            <a:stCxn id="9" idx="2"/>
          </p:cNvCxnSpPr>
          <p:nvPr/>
        </p:nvCxnSpPr>
        <p:spPr>
          <a:xfrm flipH="1">
            <a:off x="5280660" y="2971378"/>
            <a:ext cx="864453" cy="1326302"/>
          </a:xfrm>
          <a:prstGeom prst="straightConnector1">
            <a:avLst/>
          </a:prstGeom>
          <a:ln w="57150">
            <a:solidFill>
              <a:srgbClr val="FFC000"/>
            </a:solidFill>
            <a:tailEnd type="arrow"/>
          </a:ln>
        </p:spPr>
        <p:style>
          <a:lnRef idx="3">
            <a:schemeClr val="accent2"/>
          </a:lnRef>
          <a:fillRef idx="0">
            <a:schemeClr val="accent2"/>
          </a:fillRef>
          <a:effectRef idx="2">
            <a:schemeClr val="accent2"/>
          </a:effectRef>
          <a:fontRef idx="minor">
            <a:schemeClr val="tx1"/>
          </a:fontRef>
        </p:style>
      </p:cxnSp>
      <p:sp>
        <p:nvSpPr>
          <p:cNvPr id="11" name="Rectangle 10"/>
          <p:cNvSpPr/>
          <p:nvPr/>
        </p:nvSpPr>
        <p:spPr bwMode="auto">
          <a:xfrm>
            <a:off x="8060272" y="1336408"/>
            <a:ext cx="3809008" cy="1634970"/>
          </a:xfrm>
          <a:prstGeom prst="rect">
            <a:avLst/>
          </a:prstGeom>
          <a:solidFill>
            <a:schemeClr val="accent2"/>
          </a:solidFill>
          <a:ln>
            <a:noFill/>
            <a:headEnd type="none" w="med" len="med"/>
            <a:tailEnd type="none" w="med" len="med"/>
          </a:ln>
        </p:spPr>
        <p:style>
          <a:lnRef idx="1">
            <a:schemeClr val="accent2"/>
          </a:lnRef>
          <a:fillRef idx="3">
            <a:schemeClr val="accent2"/>
          </a:fillRef>
          <a:effectRef idx="2">
            <a:schemeClr val="accent2"/>
          </a:effectRef>
          <a:fontRef idx="minor">
            <a:schemeClr val="lt1"/>
          </a:fontRef>
        </p:style>
        <p:txBody>
          <a:bodyPr vert="horz" wrap="square" lIns="91412" tIns="45707" rIns="91412" bIns="45707" numCol="1" rtlCol="0" anchor="ctr" anchorCtr="0" compatLnSpc="1">
            <a:prstTxWarp prst="textNoShape">
              <a:avLst/>
            </a:prstTxWarp>
          </a:bodyPr>
          <a:lstStyle/>
          <a:p>
            <a:pPr defTabSz="913870"/>
            <a:r>
              <a:rPr lang="en-US" sz="2199" b="1" u="sng" dirty="0">
                <a:solidFill>
                  <a:srgbClr val="FFFFFF">
                    <a:alpha val="98824"/>
                  </a:srgbClr>
                </a:solidFill>
                <a:latin typeface="Segoe UI" pitchFamily="34" charset="0"/>
                <a:ea typeface="Segoe UI" pitchFamily="34" charset="0"/>
                <a:cs typeface="Segoe UI" pitchFamily="34" charset="0"/>
              </a:rPr>
              <a:t>Data Disk(s)</a:t>
            </a:r>
          </a:p>
          <a:p>
            <a:pPr marL="342814" indent="-342814" defTabSz="913870">
              <a:buFont typeface="Arial" pitchFamily="34" charset="0"/>
              <a:buChar char="•"/>
            </a:pPr>
            <a:r>
              <a:rPr lang="en-US" sz="2199" dirty="0">
                <a:solidFill>
                  <a:srgbClr val="FFFFFF">
                    <a:alpha val="98824"/>
                  </a:srgbClr>
                </a:solidFill>
                <a:latin typeface="Segoe UI" pitchFamily="34" charset="0"/>
                <a:ea typeface="Segoe UI" pitchFamily="34" charset="0"/>
                <a:cs typeface="Segoe UI" pitchFamily="34" charset="0"/>
              </a:rPr>
              <a:t>Persistent</a:t>
            </a:r>
          </a:p>
          <a:p>
            <a:pPr marL="342814" indent="-342814" defTabSz="913870">
              <a:buFont typeface="Arial" pitchFamily="34" charset="0"/>
              <a:buChar char="•"/>
            </a:pPr>
            <a:r>
              <a:rPr lang="en-US" sz="2199" dirty="0">
                <a:solidFill>
                  <a:srgbClr val="FFFFFF">
                    <a:alpha val="98824"/>
                  </a:srgbClr>
                </a:solidFill>
                <a:latin typeface="Segoe UI" pitchFamily="34" charset="0"/>
                <a:ea typeface="Segoe UI" pitchFamily="34" charset="0"/>
                <a:cs typeface="Segoe UI" pitchFamily="34" charset="0"/>
              </a:rPr>
              <a:t>SCSI</a:t>
            </a:r>
          </a:p>
          <a:p>
            <a:pPr marL="342814" indent="-342814" defTabSz="913870">
              <a:buFont typeface="Arial" pitchFamily="34" charset="0"/>
              <a:buChar char="•"/>
            </a:pPr>
            <a:r>
              <a:rPr lang="en-US" sz="2199" b="1" dirty="0">
                <a:solidFill>
                  <a:srgbClr val="FFFFFF">
                    <a:alpha val="98824"/>
                  </a:srgbClr>
                </a:solidFill>
                <a:latin typeface="Segoe UI" pitchFamily="34" charset="0"/>
                <a:ea typeface="Segoe UI" pitchFamily="34" charset="0"/>
                <a:cs typeface="Segoe UI" pitchFamily="34" charset="0"/>
              </a:rPr>
              <a:t>Customer Defined Letter</a:t>
            </a:r>
          </a:p>
        </p:txBody>
      </p:sp>
      <p:cxnSp>
        <p:nvCxnSpPr>
          <p:cNvPr id="12" name="Straight Arrow Connector 11"/>
          <p:cNvCxnSpPr>
            <a:stCxn id="11" idx="2"/>
          </p:cNvCxnSpPr>
          <p:nvPr/>
        </p:nvCxnSpPr>
        <p:spPr>
          <a:xfrm flipH="1">
            <a:off x="7406640" y="2971378"/>
            <a:ext cx="2558136" cy="1497752"/>
          </a:xfrm>
          <a:prstGeom prst="straightConnector1">
            <a:avLst/>
          </a:prstGeom>
          <a:ln w="57150">
            <a:solidFill>
              <a:srgbClr val="FFC000"/>
            </a:solidFill>
            <a:tailEnd type="arrow"/>
          </a:ln>
        </p:spPr>
        <p:style>
          <a:lnRef idx="3">
            <a:schemeClr val="accent2"/>
          </a:lnRef>
          <a:fillRef idx="0">
            <a:schemeClr val="accent2"/>
          </a:fillRef>
          <a:effectRef idx="2">
            <a:schemeClr val="accent2"/>
          </a:effectRef>
          <a:fontRef idx="minor">
            <a:schemeClr val="tx1"/>
          </a:fontRef>
        </p:style>
      </p:cxnSp>
      <p:sp>
        <p:nvSpPr>
          <p:cNvPr id="7" name="Rectangle 6"/>
          <p:cNvSpPr/>
          <p:nvPr/>
        </p:nvSpPr>
        <p:spPr bwMode="auto">
          <a:xfrm>
            <a:off x="2365310" y="1336408"/>
            <a:ext cx="1816914" cy="1649897"/>
          </a:xfrm>
          <a:prstGeom prst="rect">
            <a:avLst/>
          </a:prstGeom>
          <a:solidFill>
            <a:schemeClr val="tx2"/>
          </a:solidFill>
          <a:ln>
            <a:noFill/>
            <a:headEnd type="none" w="med" len="med"/>
            <a:tailEnd type="none" w="med" len="med"/>
          </a:ln>
        </p:spPr>
        <p:style>
          <a:lnRef idx="1">
            <a:schemeClr val="accent2"/>
          </a:lnRef>
          <a:fillRef idx="3">
            <a:schemeClr val="accent2"/>
          </a:fillRef>
          <a:effectRef idx="2">
            <a:schemeClr val="accent2"/>
          </a:effectRef>
          <a:fontRef idx="minor">
            <a:schemeClr val="lt1"/>
          </a:fontRef>
        </p:style>
        <p:txBody>
          <a:bodyPr vert="horz" wrap="square" lIns="91412" tIns="45707" rIns="91412" bIns="45707" numCol="1" rtlCol="0" anchor="ctr" anchorCtr="0" compatLnSpc="1">
            <a:prstTxWarp prst="textNoShape">
              <a:avLst/>
            </a:prstTxWarp>
          </a:bodyPr>
          <a:lstStyle/>
          <a:p>
            <a:pPr defTabSz="913870"/>
            <a:r>
              <a:rPr lang="en-US" sz="2199" b="1" u="sng" dirty="0">
                <a:solidFill>
                  <a:srgbClr val="FFFFFF">
                    <a:alpha val="98824"/>
                  </a:srgbClr>
                </a:solidFill>
                <a:latin typeface="Segoe UI" pitchFamily="34" charset="0"/>
                <a:ea typeface="Segoe UI" pitchFamily="34" charset="0"/>
                <a:cs typeface="Segoe UI" pitchFamily="34" charset="0"/>
              </a:rPr>
              <a:t>OS Disk</a:t>
            </a:r>
          </a:p>
          <a:p>
            <a:pPr marL="342814" indent="-342814" defTabSz="913870">
              <a:buFont typeface="Arial" pitchFamily="34" charset="0"/>
              <a:buChar char="•"/>
            </a:pPr>
            <a:r>
              <a:rPr lang="en-US" sz="2199" dirty="0">
                <a:solidFill>
                  <a:srgbClr val="FFFFFF">
                    <a:alpha val="98824"/>
                  </a:srgbClr>
                </a:solidFill>
                <a:latin typeface="Segoe UI" pitchFamily="34" charset="0"/>
                <a:ea typeface="Segoe UI" pitchFamily="34" charset="0"/>
                <a:cs typeface="Segoe UI" pitchFamily="34" charset="0"/>
              </a:rPr>
              <a:t>Persistent</a:t>
            </a:r>
          </a:p>
          <a:p>
            <a:pPr marL="342814" indent="-342814" defTabSz="913870">
              <a:buFont typeface="Arial" pitchFamily="34" charset="0"/>
              <a:buChar char="•"/>
            </a:pPr>
            <a:r>
              <a:rPr lang="en-US" sz="2199" dirty="0">
                <a:solidFill>
                  <a:srgbClr val="FFFFFF">
                    <a:alpha val="98824"/>
                  </a:srgbClr>
                </a:solidFill>
                <a:latin typeface="Segoe UI" pitchFamily="34" charset="0"/>
                <a:ea typeface="Segoe UI" pitchFamily="34" charset="0"/>
                <a:cs typeface="Segoe UI" pitchFamily="34" charset="0"/>
              </a:rPr>
              <a:t>SATA</a:t>
            </a:r>
          </a:p>
          <a:p>
            <a:pPr marL="342814" indent="-342814" defTabSz="913870">
              <a:buFont typeface="Arial" pitchFamily="34" charset="0"/>
              <a:buChar char="•"/>
            </a:pPr>
            <a:r>
              <a:rPr lang="en-US" sz="2199" b="1" dirty="0">
                <a:solidFill>
                  <a:srgbClr val="FFFFFF">
                    <a:alpha val="98824"/>
                  </a:srgbClr>
                </a:solidFill>
                <a:latin typeface="Segoe UI" pitchFamily="34" charset="0"/>
                <a:ea typeface="Segoe UI" pitchFamily="34" charset="0"/>
                <a:cs typeface="Segoe UI" pitchFamily="34" charset="0"/>
              </a:rPr>
              <a:t>Drive C:</a:t>
            </a:r>
          </a:p>
        </p:txBody>
      </p:sp>
    </p:spTree>
    <p:custDataLst>
      <p:tags r:id="rId1"/>
    </p:custDataLst>
    <p:extLst>
      <p:ext uri="{BB962C8B-B14F-4D97-AF65-F5344CB8AC3E}">
        <p14:creationId xmlns:p14="http://schemas.microsoft.com/office/powerpoint/2010/main" val="2713614987"/>
      </p:ext>
    </p:extLst>
  </p:cSld>
  <p:clrMapOvr>
    <a:masterClrMapping/>
  </p:clrMapOvr>
  <p:transition advTm="16679">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35844"/>
                                        </p:tgtEl>
                                        <p:attrNameLst>
                                          <p:attrName>style.visibility</p:attrName>
                                        </p:attrNameLst>
                                      </p:cBhvr>
                                      <p:to>
                                        <p:strVal val="visible"/>
                                      </p:to>
                                    </p:set>
                                    <p:anim calcmode="lin" valueType="num">
                                      <p:cBhvr additive="base">
                                        <p:cTn id="7" dur="500" fill="hold"/>
                                        <p:tgtEl>
                                          <p:spTgt spid="35844"/>
                                        </p:tgtEl>
                                        <p:attrNameLst>
                                          <p:attrName>ppt_x</p:attrName>
                                        </p:attrNameLst>
                                      </p:cBhvr>
                                      <p:tavLst>
                                        <p:tav tm="0">
                                          <p:val>
                                            <p:strVal val="0-#ppt_w/2"/>
                                          </p:val>
                                        </p:tav>
                                        <p:tav tm="100000">
                                          <p:val>
                                            <p:strVal val="#ppt_x"/>
                                          </p:val>
                                        </p:tav>
                                      </p:tavLst>
                                    </p:anim>
                                    <p:anim calcmode="lin" valueType="num">
                                      <p:cBhvr additive="base">
                                        <p:cTn id="8" dur="500" fill="hold"/>
                                        <p:tgtEl>
                                          <p:spTgt spid="35844"/>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childTnLst>
                          </p:cTn>
                        </p:par>
                        <p:par>
                          <p:cTn id="14" fill="hold">
                            <p:stCondLst>
                              <p:cond delay="500"/>
                            </p:stCondLst>
                            <p:childTnLst>
                              <p:par>
                                <p:cTn id="15" presetID="22" presetClass="entr" presetSubtype="1" fill="hold" nodeType="afterEffect">
                                  <p:stCondLst>
                                    <p:cond delay="0"/>
                                  </p:stCondLst>
                                  <p:childTnLst>
                                    <p:set>
                                      <p:cBhvr>
                                        <p:cTn id="16" dur="1" fill="hold">
                                          <p:stCondLst>
                                            <p:cond delay="0"/>
                                          </p:stCondLst>
                                        </p:cTn>
                                        <p:tgtEl>
                                          <p:spTgt spid="13"/>
                                        </p:tgtEl>
                                        <p:attrNameLst>
                                          <p:attrName>style.visibility</p:attrName>
                                        </p:attrNameLst>
                                      </p:cBhvr>
                                      <p:to>
                                        <p:strVal val="visible"/>
                                      </p:to>
                                    </p:set>
                                    <p:animEffect transition="in" filter="wipe(up)">
                                      <p:cBhvr>
                                        <p:cTn id="17" dur="500"/>
                                        <p:tgtEl>
                                          <p:spTgt spid="13"/>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fade">
                                      <p:cBhvr>
                                        <p:cTn id="22" dur="500"/>
                                        <p:tgtEl>
                                          <p:spTgt spid="9"/>
                                        </p:tgtEl>
                                      </p:cBhvr>
                                    </p:animEffect>
                                  </p:childTnLst>
                                </p:cTn>
                              </p:par>
                            </p:childTnLst>
                          </p:cTn>
                        </p:par>
                        <p:par>
                          <p:cTn id="23" fill="hold">
                            <p:stCondLst>
                              <p:cond delay="500"/>
                            </p:stCondLst>
                            <p:childTnLst>
                              <p:par>
                                <p:cTn id="24" presetID="22" presetClass="entr" presetSubtype="1" fill="hold" nodeType="afterEffect">
                                  <p:stCondLst>
                                    <p:cond delay="0"/>
                                  </p:stCondLst>
                                  <p:childTnLst>
                                    <p:set>
                                      <p:cBhvr>
                                        <p:cTn id="25" dur="1" fill="hold">
                                          <p:stCondLst>
                                            <p:cond delay="0"/>
                                          </p:stCondLst>
                                        </p:cTn>
                                        <p:tgtEl>
                                          <p:spTgt spid="10"/>
                                        </p:tgtEl>
                                        <p:attrNameLst>
                                          <p:attrName>style.visibility</p:attrName>
                                        </p:attrNameLst>
                                      </p:cBhvr>
                                      <p:to>
                                        <p:strVal val="visible"/>
                                      </p:to>
                                    </p:set>
                                    <p:animEffect transition="in" filter="wipe(up)">
                                      <p:cBhvr>
                                        <p:cTn id="26" dur="500"/>
                                        <p:tgtEl>
                                          <p:spTgt spid="10"/>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11"/>
                                        </p:tgtEl>
                                        <p:attrNameLst>
                                          <p:attrName>style.visibility</p:attrName>
                                        </p:attrNameLst>
                                      </p:cBhvr>
                                      <p:to>
                                        <p:strVal val="visible"/>
                                      </p:to>
                                    </p:set>
                                    <p:animEffect transition="in" filter="fade">
                                      <p:cBhvr>
                                        <p:cTn id="31" dur="500"/>
                                        <p:tgtEl>
                                          <p:spTgt spid="11"/>
                                        </p:tgtEl>
                                      </p:cBhvr>
                                    </p:animEffect>
                                  </p:childTnLst>
                                </p:cTn>
                              </p:par>
                            </p:childTnLst>
                          </p:cTn>
                        </p:par>
                        <p:par>
                          <p:cTn id="32" fill="hold">
                            <p:stCondLst>
                              <p:cond delay="500"/>
                            </p:stCondLst>
                            <p:childTnLst>
                              <p:par>
                                <p:cTn id="33" presetID="22" presetClass="entr" presetSubtype="1" fill="hold" nodeType="afterEffect">
                                  <p:stCondLst>
                                    <p:cond delay="0"/>
                                  </p:stCondLst>
                                  <p:childTnLst>
                                    <p:set>
                                      <p:cBhvr>
                                        <p:cTn id="34" dur="1" fill="hold">
                                          <p:stCondLst>
                                            <p:cond delay="0"/>
                                          </p:stCondLst>
                                        </p:cTn>
                                        <p:tgtEl>
                                          <p:spTgt spid="12"/>
                                        </p:tgtEl>
                                        <p:attrNameLst>
                                          <p:attrName>style.visibility</p:attrName>
                                        </p:attrNameLst>
                                      </p:cBhvr>
                                      <p:to>
                                        <p:strVal val="visible"/>
                                      </p:to>
                                    </p:set>
                                    <p:animEffect transition="in" filter="wipe(up)">
                                      <p:cBhvr>
                                        <p:cTn id="35"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1" grpId="0" animBg="1"/>
      <p:bldP spid="7" grpId="0"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p:cNvSpPr>
            <a:spLocks noGrp="1"/>
          </p:cNvSpPr>
          <p:nvPr>
            <p:ph type="body" sz="quarter" idx="4294967295"/>
          </p:nvPr>
        </p:nvSpPr>
        <p:spPr>
          <a:xfrm>
            <a:off x="548640" y="1412875"/>
            <a:ext cx="10487660" cy="4570413"/>
          </a:xfrm>
          <a:prstGeom prst="rect">
            <a:avLst/>
          </a:prstGeom>
        </p:spPr>
        <p:txBody>
          <a:bodyPr/>
          <a:lstStyle/>
          <a:p>
            <a:pPr>
              <a:defRPr/>
            </a:pPr>
            <a:r>
              <a:rPr lang="en-US" sz="3200" dirty="0"/>
              <a:t>Never Place Critical </a:t>
            </a:r>
            <a:r>
              <a:rPr lang="en-US" sz="3200" dirty="0" err="1"/>
              <a:t>Unreplicated</a:t>
            </a:r>
            <a:r>
              <a:rPr lang="en-US" sz="3200" dirty="0"/>
              <a:t> Data on Temp Drive!!</a:t>
            </a:r>
          </a:p>
          <a:p>
            <a:pPr lvl="1">
              <a:defRPr/>
            </a:pPr>
            <a:endParaRPr lang="en-US" sz="1600" dirty="0"/>
          </a:p>
          <a:p>
            <a:pPr>
              <a:defRPr/>
            </a:pPr>
            <a:r>
              <a:rPr lang="en-US" sz="3200" dirty="0"/>
              <a:t>Use for SQL </a:t>
            </a:r>
            <a:r>
              <a:rPr lang="en-US" sz="3200" dirty="0" err="1"/>
              <a:t>TempDB</a:t>
            </a:r>
            <a:r>
              <a:rPr lang="en-US" sz="3200" dirty="0"/>
              <a:t> and Buffer Pool Extension on D-Series and G-Series VM Sizes Only (SSD Temp Disks)</a:t>
            </a:r>
          </a:p>
          <a:p>
            <a:pPr lvl="1">
              <a:defRPr/>
            </a:pPr>
            <a:r>
              <a:rPr lang="en-US" sz="1600" dirty="0"/>
              <a:t>Detailed instructions: </a:t>
            </a:r>
            <a:r>
              <a:rPr lang="en-US" sz="1600" dirty="0">
                <a:hlinkClick r:id="rId2"/>
              </a:rPr>
              <a:t>http://blogs.technet.com/b/dataplatforminsider/archive/2014/09/25/using-ssds-in-azure-vms-to-store-sql-server-tempdb-and-buffer-pool-extensions.aspx</a:t>
            </a:r>
            <a:r>
              <a:rPr lang="en-US" sz="1600" dirty="0"/>
              <a:t> </a:t>
            </a:r>
          </a:p>
          <a:p>
            <a:pPr lvl="1">
              <a:defRPr/>
            </a:pPr>
            <a:endParaRPr lang="en-US" sz="1600" dirty="0"/>
          </a:p>
          <a:p>
            <a:pPr>
              <a:defRPr/>
            </a:pPr>
            <a:r>
              <a:rPr lang="en-US" sz="3200" dirty="0"/>
              <a:t>Use Scheduled Tasks to Configure Temporary Disk</a:t>
            </a:r>
          </a:p>
          <a:p>
            <a:pPr lvl="1">
              <a:defRPr/>
            </a:pPr>
            <a:endParaRPr lang="en-US" sz="1600" dirty="0"/>
          </a:p>
          <a:p>
            <a:pPr>
              <a:defRPr/>
            </a:pPr>
            <a:r>
              <a:rPr lang="en-US" sz="3200" dirty="0"/>
              <a:t>Test Scheduled Tasks via Resize VM Operation</a:t>
            </a:r>
          </a:p>
        </p:txBody>
      </p:sp>
      <p:sp>
        <p:nvSpPr>
          <p:cNvPr id="32770" name="Title 3"/>
          <p:cNvSpPr>
            <a:spLocks noGrp="1"/>
          </p:cNvSpPr>
          <p:nvPr>
            <p:ph type="title" idx="4294967295"/>
          </p:nvPr>
        </p:nvSpPr>
        <p:spPr bwMode="auto">
          <a:xfrm>
            <a:off x="214313" y="233363"/>
            <a:ext cx="11977687" cy="1077912"/>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21903" tIns="60952" rIns="121903" bIns="60952" numCol="1" rtlCol="0" anchor="t" anchorCtr="0" compatLnSpc="1">
            <a:prstTxWarp prst="textNoShape">
              <a:avLst/>
            </a:prstTxWarp>
            <a:noAutofit/>
          </a:bodyPr>
          <a:lstStyle/>
          <a:p>
            <a:r>
              <a:rPr lang="en-US" altLang="en-US" sz="4313" dirty="0"/>
              <a:t>Temporary Drive Guidance</a:t>
            </a:r>
          </a:p>
        </p:txBody>
      </p:sp>
    </p:spTree>
    <p:extLst>
      <p:ext uri="{BB962C8B-B14F-4D97-AF65-F5344CB8AC3E}">
        <p14:creationId xmlns:p14="http://schemas.microsoft.com/office/powerpoint/2010/main" val="278405586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idx="4294967295"/>
          </p:nvPr>
        </p:nvSpPr>
        <p:spPr>
          <a:xfrm>
            <a:off x="1111250" y="342900"/>
            <a:ext cx="11080750" cy="957263"/>
          </a:xfrm>
          <a:prstGeom prst="rect">
            <a:avLst/>
          </a:prstGeom>
        </p:spPr>
        <p:txBody>
          <a:bodyPr/>
          <a:lstStyle/>
          <a:p>
            <a:r>
              <a:rPr lang="en-US" dirty="0"/>
              <a:t>Persistent Disks and Highly Durable</a:t>
            </a:r>
          </a:p>
        </p:txBody>
      </p:sp>
      <p:sp>
        <p:nvSpPr>
          <p:cNvPr id="5" name="Rectangle 4"/>
          <p:cNvSpPr/>
          <p:nvPr/>
        </p:nvSpPr>
        <p:spPr bwMode="auto">
          <a:xfrm>
            <a:off x="7028713" y="3217739"/>
            <a:ext cx="4653834" cy="3240858"/>
          </a:xfrm>
          <a:prstGeom prst="rect">
            <a:avLst/>
          </a:prstGeom>
          <a:solidFill>
            <a:schemeClr val="accent3"/>
          </a:solidFill>
          <a:ln w="9525" cap="flat" cmpd="sng" algn="ctr">
            <a:noFill/>
            <a:prstDash val="solid"/>
            <a:headEnd type="none" w="med" len="med"/>
            <a:tailEnd type="none" w="med" len="med"/>
          </a:ln>
          <a:effectLst/>
        </p:spPr>
        <p:txBody>
          <a:bodyPr vert="horz" wrap="square" lIns="121851" tIns="121851" rIns="121851" bIns="121851" numCol="1" rtlCol="0" anchor="b" anchorCtr="0" compatLnSpc="1">
            <a:prstTxWarp prst="textNoShape">
              <a:avLst/>
            </a:prstTxWarp>
          </a:bodyPr>
          <a:lstStyle/>
          <a:p>
            <a:pPr>
              <a:lnSpc>
                <a:spcPct val="90000"/>
              </a:lnSpc>
              <a:buSzPct val="90000"/>
              <a:defRPr/>
            </a:pPr>
            <a:r>
              <a:rPr lang="en-US" sz="2933" kern="0" dirty="0">
                <a:gradFill>
                  <a:gsLst>
                    <a:gs pos="85000">
                      <a:srgbClr val="FFFFFF"/>
                    </a:gs>
                    <a:gs pos="0">
                      <a:srgbClr val="FFFFFF"/>
                    </a:gs>
                  </a:gsLst>
                  <a:lin ang="5400000" scaled="0"/>
                </a:gradFill>
                <a:latin typeface="Segoe UI Light" pitchFamily="34" charset="0"/>
                <a:ea typeface="Segoe UI" pitchFamily="34" charset="0"/>
                <a:cs typeface="Segoe UI" pitchFamily="34" charset="0"/>
              </a:rPr>
              <a:t>Microsoft Azure Storage</a:t>
            </a:r>
          </a:p>
        </p:txBody>
      </p:sp>
      <p:sp>
        <p:nvSpPr>
          <p:cNvPr id="6" name="Rectangle 5"/>
          <p:cNvSpPr/>
          <p:nvPr/>
        </p:nvSpPr>
        <p:spPr bwMode="auto">
          <a:xfrm>
            <a:off x="509458" y="1278340"/>
            <a:ext cx="3752921" cy="2442016"/>
          </a:xfrm>
          <a:prstGeom prst="rect">
            <a:avLst/>
          </a:prstGeom>
          <a:solidFill>
            <a:schemeClr val="accent2"/>
          </a:solidFill>
          <a:ln w="9525" cap="flat" cmpd="sng" algn="ctr">
            <a:noFill/>
            <a:prstDash val="solid"/>
            <a:headEnd type="none" w="med" len="med"/>
            <a:tailEnd type="none" w="med" len="med"/>
          </a:ln>
          <a:effectLst/>
        </p:spPr>
        <p:txBody>
          <a:bodyPr vert="horz" wrap="square" lIns="121851" tIns="121851" rIns="121851" bIns="121851" numCol="1" rtlCol="0" anchor="b" anchorCtr="0" compatLnSpc="1">
            <a:prstTxWarp prst="textNoShape">
              <a:avLst/>
            </a:prstTxWarp>
          </a:bodyPr>
          <a:lstStyle/>
          <a:p>
            <a:pPr>
              <a:lnSpc>
                <a:spcPct val="90000"/>
              </a:lnSpc>
              <a:buSzPct val="90000"/>
              <a:defRPr/>
            </a:pPr>
            <a:r>
              <a:rPr lang="en-US" sz="2666" kern="0" dirty="0">
                <a:gradFill>
                  <a:gsLst>
                    <a:gs pos="85000">
                      <a:srgbClr val="FFFFFF"/>
                    </a:gs>
                    <a:gs pos="0">
                      <a:srgbClr val="FFFFFF"/>
                    </a:gs>
                  </a:gsLst>
                  <a:lin ang="5400000" scaled="0"/>
                </a:gradFill>
                <a:latin typeface="Segoe UI Light" pitchFamily="34" charset="0"/>
                <a:ea typeface="Segoe UI" pitchFamily="34" charset="0"/>
                <a:cs typeface="Segoe UI" pitchFamily="34" charset="0"/>
              </a:rPr>
              <a:t>Microsoft Azure Storage </a:t>
            </a:r>
            <a:r>
              <a:rPr lang="en-US" sz="3199" kern="0" dirty="0">
                <a:gradFill>
                  <a:gsLst>
                    <a:gs pos="85000">
                      <a:srgbClr val="FFFFFF"/>
                    </a:gs>
                    <a:gs pos="0">
                      <a:srgbClr val="FFFFFF"/>
                    </a:gs>
                  </a:gsLst>
                  <a:lin ang="5400000" scaled="0"/>
                </a:gradFill>
                <a:latin typeface="Segoe UI Light" pitchFamily="34" charset="0"/>
                <a:ea typeface="Segoe UI" pitchFamily="34" charset="0"/>
                <a:cs typeface="Segoe UI" pitchFamily="34" charset="0"/>
              </a:rPr>
              <a:t>(Disaster Recovery)</a:t>
            </a:r>
          </a:p>
        </p:txBody>
      </p:sp>
      <p:sp>
        <p:nvSpPr>
          <p:cNvPr id="10" name="Freeform 79"/>
          <p:cNvSpPr>
            <a:spLocks noEditPoints="1"/>
          </p:cNvSpPr>
          <p:nvPr/>
        </p:nvSpPr>
        <p:spPr bwMode="black">
          <a:xfrm>
            <a:off x="9015544" y="3646487"/>
            <a:ext cx="680167" cy="919500"/>
          </a:xfrm>
          <a:custGeom>
            <a:avLst/>
            <a:gdLst>
              <a:gd name="T0" fmla="*/ 1441 w 1615"/>
              <a:gd name="T1" fmla="*/ 131 h 2179"/>
              <a:gd name="T2" fmla="*/ 1344 w 1615"/>
              <a:gd name="T3" fmla="*/ 16 h 2179"/>
              <a:gd name="T4" fmla="*/ 306 w 1615"/>
              <a:gd name="T5" fmla="*/ 0 h 2179"/>
              <a:gd name="T6" fmla="*/ 62 w 1615"/>
              <a:gd name="T7" fmla="*/ 171 h 2179"/>
              <a:gd name="T8" fmla="*/ 174 w 1615"/>
              <a:gd name="T9" fmla="*/ 131 h 2179"/>
              <a:gd name="T10" fmla="*/ 174 w 1615"/>
              <a:gd name="T11" fmla="*/ 180 h 2179"/>
              <a:gd name="T12" fmla="*/ 0 w 1615"/>
              <a:gd name="T13" fmla="*/ 2005 h 2179"/>
              <a:gd name="T14" fmla="*/ 1441 w 1615"/>
              <a:gd name="T15" fmla="*/ 2179 h 2179"/>
              <a:gd name="T16" fmla="*/ 1615 w 1615"/>
              <a:gd name="T17" fmla="*/ 354 h 2179"/>
              <a:gd name="T18" fmla="*/ 1518 w 1615"/>
              <a:gd name="T19" fmla="*/ 2005 h 2179"/>
              <a:gd name="T20" fmla="*/ 174 w 1615"/>
              <a:gd name="T21" fmla="*/ 2082 h 2179"/>
              <a:gd name="T22" fmla="*/ 97 w 1615"/>
              <a:gd name="T23" fmla="*/ 354 h 2179"/>
              <a:gd name="T24" fmla="*/ 1441 w 1615"/>
              <a:gd name="T25" fmla="*/ 277 h 2179"/>
              <a:gd name="T26" fmla="*/ 1518 w 1615"/>
              <a:gd name="T27" fmla="*/ 2005 h 2179"/>
              <a:gd name="T28" fmla="*/ 241 w 1615"/>
              <a:gd name="T29" fmla="*/ 1038 h 2179"/>
              <a:gd name="T30" fmla="*/ 532 w 1615"/>
              <a:gd name="T31" fmla="*/ 1339 h 2179"/>
              <a:gd name="T32" fmla="*/ 713 w 1615"/>
              <a:gd name="T33" fmla="*/ 1304 h 2179"/>
              <a:gd name="T34" fmla="*/ 695 w 1615"/>
              <a:gd name="T35" fmla="*/ 1594 h 2179"/>
              <a:gd name="T36" fmla="*/ 1375 w 1615"/>
              <a:gd name="T37" fmla="*/ 1038 h 2179"/>
              <a:gd name="T38" fmla="*/ 808 w 1615"/>
              <a:gd name="T39" fmla="*/ 1206 h 2179"/>
              <a:gd name="T40" fmla="*/ 808 w 1615"/>
              <a:gd name="T41" fmla="*/ 870 h 2179"/>
              <a:gd name="T42" fmla="*/ 808 w 1615"/>
              <a:gd name="T43" fmla="*/ 1206 h 2179"/>
              <a:gd name="T44" fmla="*/ 652 w 1615"/>
              <a:gd name="T45" fmla="*/ 1331 h 2179"/>
              <a:gd name="T46" fmla="*/ 453 w 1615"/>
              <a:gd name="T47" fmla="*/ 1481 h 2179"/>
              <a:gd name="T48" fmla="*/ 258 w 1615"/>
              <a:gd name="T49" fmla="*/ 1960 h 2179"/>
              <a:gd name="T50" fmla="*/ 534 w 1615"/>
              <a:gd name="T51" fmla="*/ 1842 h 2179"/>
              <a:gd name="T52" fmla="*/ 702 w 1615"/>
              <a:gd name="T53" fmla="*/ 1467 h 2179"/>
              <a:gd name="T54" fmla="*/ 418 w 1615"/>
              <a:gd name="T55" fmla="*/ 1872 h 2179"/>
              <a:gd name="T56" fmla="*/ 284 w 1615"/>
              <a:gd name="T57" fmla="*/ 1780 h 2179"/>
              <a:gd name="T58" fmla="*/ 418 w 1615"/>
              <a:gd name="T59" fmla="*/ 1872 h 2179"/>
              <a:gd name="T60" fmla="*/ 204 w 1615"/>
              <a:gd name="T61" fmla="*/ 323 h 2179"/>
              <a:gd name="T62" fmla="*/ 204 w 1615"/>
              <a:gd name="T63" fmla="*/ 428 h 2179"/>
              <a:gd name="T64" fmla="*/ 1418 w 1615"/>
              <a:gd name="T65" fmla="*/ 323 h 2179"/>
              <a:gd name="T66" fmla="*/ 1418 w 1615"/>
              <a:gd name="T67" fmla="*/ 428 h 2179"/>
              <a:gd name="T68" fmla="*/ 1418 w 1615"/>
              <a:gd name="T69" fmla="*/ 323 h 2179"/>
              <a:gd name="T70" fmla="*/ 1366 w 1615"/>
              <a:gd name="T71" fmla="*/ 1978 h 2179"/>
              <a:gd name="T72" fmla="*/ 1471 w 1615"/>
              <a:gd name="T73" fmla="*/ 1978 h 21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615" h="2179">
                <a:moveTo>
                  <a:pt x="174" y="131"/>
                </a:moveTo>
                <a:cubicBezTo>
                  <a:pt x="1441" y="131"/>
                  <a:pt x="1441" y="131"/>
                  <a:pt x="1441" y="131"/>
                </a:cubicBezTo>
                <a:cubicBezTo>
                  <a:pt x="1465" y="131"/>
                  <a:pt x="1488" y="136"/>
                  <a:pt x="1509" y="145"/>
                </a:cubicBezTo>
                <a:cubicBezTo>
                  <a:pt x="1344" y="16"/>
                  <a:pt x="1344" y="16"/>
                  <a:pt x="1344" y="16"/>
                </a:cubicBezTo>
                <a:cubicBezTo>
                  <a:pt x="1333" y="7"/>
                  <a:pt x="1312" y="0"/>
                  <a:pt x="1298" y="0"/>
                </a:cubicBezTo>
                <a:cubicBezTo>
                  <a:pt x="306" y="0"/>
                  <a:pt x="306" y="0"/>
                  <a:pt x="306" y="0"/>
                </a:cubicBezTo>
                <a:cubicBezTo>
                  <a:pt x="292" y="0"/>
                  <a:pt x="271" y="7"/>
                  <a:pt x="260" y="16"/>
                </a:cubicBezTo>
                <a:cubicBezTo>
                  <a:pt x="62" y="171"/>
                  <a:pt x="62" y="171"/>
                  <a:pt x="62" y="171"/>
                </a:cubicBezTo>
                <a:cubicBezTo>
                  <a:pt x="64" y="171"/>
                  <a:pt x="64" y="171"/>
                  <a:pt x="64" y="171"/>
                </a:cubicBezTo>
                <a:cubicBezTo>
                  <a:pt x="94" y="146"/>
                  <a:pt x="132" y="131"/>
                  <a:pt x="174" y="131"/>
                </a:cubicBezTo>
                <a:close/>
                <a:moveTo>
                  <a:pt x="1441" y="180"/>
                </a:moveTo>
                <a:cubicBezTo>
                  <a:pt x="174" y="180"/>
                  <a:pt x="174" y="180"/>
                  <a:pt x="174" y="180"/>
                </a:cubicBezTo>
                <a:cubicBezTo>
                  <a:pt x="78" y="180"/>
                  <a:pt x="0" y="258"/>
                  <a:pt x="0" y="354"/>
                </a:cubicBezTo>
                <a:cubicBezTo>
                  <a:pt x="0" y="2005"/>
                  <a:pt x="0" y="2005"/>
                  <a:pt x="0" y="2005"/>
                </a:cubicBezTo>
                <a:cubicBezTo>
                  <a:pt x="0" y="2101"/>
                  <a:pt x="78" y="2179"/>
                  <a:pt x="174" y="2179"/>
                </a:cubicBezTo>
                <a:cubicBezTo>
                  <a:pt x="1441" y="2179"/>
                  <a:pt x="1441" y="2179"/>
                  <a:pt x="1441" y="2179"/>
                </a:cubicBezTo>
                <a:cubicBezTo>
                  <a:pt x="1537" y="2179"/>
                  <a:pt x="1615" y="2101"/>
                  <a:pt x="1615" y="2005"/>
                </a:cubicBezTo>
                <a:cubicBezTo>
                  <a:pt x="1615" y="354"/>
                  <a:pt x="1615" y="354"/>
                  <a:pt x="1615" y="354"/>
                </a:cubicBezTo>
                <a:cubicBezTo>
                  <a:pt x="1615" y="258"/>
                  <a:pt x="1537" y="180"/>
                  <a:pt x="1441" y="180"/>
                </a:cubicBezTo>
                <a:close/>
                <a:moveTo>
                  <a:pt x="1518" y="2005"/>
                </a:moveTo>
                <a:cubicBezTo>
                  <a:pt x="1518" y="2047"/>
                  <a:pt x="1484" y="2082"/>
                  <a:pt x="1441" y="2082"/>
                </a:cubicBezTo>
                <a:cubicBezTo>
                  <a:pt x="174" y="2082"/>
                  <a:pt x="174" y="2082"/>
                  <a:pt x="174" y="2082"/>
                </a:cubicBezTo>
                <a:cubicBezTo>
                  <a:pt x="132" y="2082"/>
                  <a:pt x="97" y="2047"/>
                  <a:pt x="97" y="2005"/>
                </a:cubicBezTo>
                <a:cubicBezTo>
                  <a:pt x="97" y="354"/>
                  <a:pt x="97" y="354"/>
                  <a:pt x="97" y="354"/>
                </a:cubicBezTo>
                <a:cubicBezTo>
                  <a:pt x="97" y="312"/>
                  <a:pt x="132" y="277"/>
                  <a:pt x="174" y="277"/>
                </a:cubicBezTo>
                <a:cubicBezTo>
                  <a:pt x="1441" y="277"/>
                  <a:pt x="1441" y="277"/>
                  <a:pt x="1441" y="277"/>
                </a:cubicBezTo>
                <a:cubicBezTo>
                  <a:pt x="1484" y="277"/>
                  <a:pt x="1518" y="312"/>
                  <a:pt x="1518" y="354"/>
                </a:cubicBezTo>
                <a:lnTo>
                  <a:pt x="1518" y="2005"/>
                </a:lnTo>
                <a:close/>
                <a:moveTo>
                  <a:pt x="808" y="471"/>
                </a:moveTo>
                <a:cubicBezTo>
                  <a:pt x="494" y="471"/>
                  <a:pt x="241" y="725"/>
                  <a:pt x="241" y="1038"/>
                </a:cubicBezTo>
                <a:cubicBezTo>
                  <a:pt x="241" y="1201"/>
                  <a:pt x="309" y="1347"/>
                  <a:pt x="419" y="1451"/>
                </a:cubicBezTo>
                <a:cubicBezTo>
                  <a:pt x="532" y="1339"/>
                  <a:pt x="532" y="1339"/>
                  <a:pt x="532" y="1339"/>
                </a:cubicBezTo>
                <a:cubicBezTo>
                  <a:pt x="565" y="1305"/>
                  <a:pt x="610" y="1286"/>
                  <a:pt x="652" y="1286"/>
                </a:cubicBezTo>
                <a:cubicBezTo>
                  <a:pt x="675" y="1286"/>
                  <a:pt x="696" y="1292"/>
                  <a:pt x="713" y="1304"/>
                </a:cubicBezTo>
                <a:cubicBezTo>
                  <a:pt x="762" y="1337"/>
                  <a:pt x="775" y="1416"/>
                  <a:pt x="744" y="1486"/>
                </a:cubicBezTo>
                <a:cubicBezTo>
                  <a:pt x="695" y="1594"/>
                  <a:pt x="695" y="1594"/>
                  <a:pt x="695" y="1594"/>
                </a:cubicBezTo>
                <a:cubicBezTo>
                  <a:pt x="731" y="1601"/>
                  <a:pt x="769" y="1605"/>
                  <a:pt x="808" y="1605"/>
                </a:cubicBezTo>
                <a:cubicBezTo>
                  <a:pt x="1121" y="1605"/>
                  <a:pt x="1375" y="1351"/>
                  <a:pt x="1375" y="1038"/>
                </a:cubicBezTo>
                <a:cubicBezTo>
                  <a:pt x="1375" y="725"/>
                  <a:pt x="1121" y="471"/>
                  <a:pt x="808" y="471"/>
                </a:cubicBezTo>
                <a:close/>
                <a:moveTo>
                  <a:pt x="808" y="1206"/>
                </a:moveTo>
                <a:cubicBezTo>
                  <a:pt x="715" y="1206"/>
                  <a:pt x="640" y="1131"/>
                  <a:pt x="640" y="1038"/>
                </a:cubicBezTo>
                <a:cubicBezTo>
                  <a:pt x="640" y="945"/>
                  <a:pt x="715" y="870"/>
                  <a:pt x="808" y="870"/>
                </a:cubicBezTo>
                <a:cubicBezTo>
                  <a:pt x="900" y="870"/>
                  <a:pt x="976" y="945"/>
                  <a:pt x="976" y="1038"/>
                </a:cubicBezTo>
                <a:cubicBezTo>
                  <a:pt x="976" y="1131"/>
                  <a:pt x="900" y="1206"/>
                  <a:pt x="808" y="1206"/>
                </a:cubicBezTo>
                <a:close/>
                <a:moveTo>
                  <a:pt x="687" y="1341"/>
                </a:moveTo>
                <a:cubicBezTo>
                  <a:pt x="678" y="1334"/>
                  <a:pt x="665" y="1331"/>
                  <a:pt x="652" y="1331"/>
                </a:cubicBezTo>
                <a:cubicBezTo>
                  <a:pt x="623" y="1331"/>
                  <a:pt x="590" y="1345"/>
                  <a:pt x="564" y="1371"/>
                </a:cubicBezTo>
                <a:cubicBezTo>
                  <a:pt x="453" y="1481"/>
                  <a:pt x="453" y="1481"/>
                  <a:pt x="453" y="1481"/>
                </a:cubicBezTo>
                <a:cubicBezTo>
                  <a:pt x="271" y="1660"/>
                  <a:pt x="271" y="1660"/>
                  <a:pt x="271" y="1660"/>
                </a:cubicBezTo>
                <a:cubicBezTo>
                  <a:pt x="170" y="1760"/>
                  <a:pt x="164" y="1895"/>
                  <a:pt x="258" y="1960"/>
                </a:cubicBezTo>
                <a:cubicBezTo>
                  <a:pt x="286" y="1979"/>
                  <a:pt x="315" y="1988"/>
                  <a:pt x="346" y="1988"/>
                </a:cubicBezTo>
                <a:cubicBezTo>
                  <a:pt x="419" y="1988"/>
                  <a:pt x="493" y="1935"/>
                  <a:pt x="534" y="1842"/>
                </a:cubicBezTo>
                <a:cubicBezTo>
                  <a:pt x="650" y="1583"/>
                  <a:pt x="650" y="1583"/>
                  <a:pt x="650" y="1583"/>
                </a:cubicBezTo>
                <a:cubicBezTo>
                  <a:pt x="702" y="1467"/>
                  <a:pt x="702" y="1467"/>
                  <a:pt x="702" y="1467"/>
                </a:cubicBezTo>
                <a:cubicBezTo>
                  <a:pt x="724" y="1418"/>
                  <a:pt x="717" y="1362"/>
                  <a:pt x="687" y="1341"/>
                </a:cubicBezTo>
                <a:close/>
                <a:moveTo>
                  <a:pt x="418" y="1872"/>
                </a:moveTo>
                <a:cubicBezTo>
                  <a:pt x="392" y="1909"/>
                  <a:pt x="341" y="1919"/>
                  <a:pt x="304" y="1893"/>
                </a:cubicBezTo>
                <a:cubicBezTo>
                  <a:pt x="267" y="1867"/>
                  <a:pt x="258" y="1817"/>
                  <a:pt x="284" y="1780"/>
                </a:cubicBezTo>
                <a:cubicBezTo>
                  <a:pt x="310" y="1743"/>
                  <a:pt x="360" y="1734"/>
                  <a:pt x="397" y="1759"/>
                </a:cubicBezTo>
                <a:cubicBezTo>
                  <a:pt x="434" y="1785"/>
                  <a:pt x="443" y="1836"/>
                  <a:pt x="418" y="1872"/>
                </a:cubicBezTo>
                <a:close/>
                <a:moveTo>
                  <a:pt x="256" y="376"/>
                </a:moveTo>
                <a:cubicBezTo>
                  <a:pt x="256" y="346"/>
                  <a:pt x="233" y="323"/>
                  <a:pt x="204" y="323"/>
                </a:cubicBezTo>
                <a:cubicBezTo>
                  <a:pt x="174" y="323"/>
                  <a:pt x="151" y="346"/>
                  <a:pt x="151" y="376"/>
                </a:cubicBezTo>
                <a:cubicBezTo>
                  <a:pt x="151" y="405"/>
                  <a:pt x="174" y="428"/>
                  <a:pt x="204" y="428"/>
                </a:cubicBezTo>
                <a:cubicBezTo>
                  <a:pt x="233" y="428"/>
                  <a:pt x="256" y="405"/>
                  <a:pt x="256" y="376"/>
                </a:cubicBezTo>
                <a:close/>
                <a:moveTo>
                  <a:pt x="1418" y="323"/>
                </a:moveTo>
                <a:cubicBezTo>
                  <a:pt x="1389" y="323"/>
                  <a:pt x="1366" y="346"/>
                  <a:pt x="1366" y="376"/>
                </a:cubicBezTo>
                <a:cubicBezTo>
                  <a:pt x="1366" y="405"/>
                  <a:pt x="1389" y="428"/>
                  <a:pt x="1418" y="428"/>
                </a:cubicBezTo>
                <a:cubicBezTo>
                  <a:pt x="1448" y="428"/>
                  <a:pt x="1471" y="405"/>
                  <a:pt x="1471" y="376"/>
                </a:cubicBezTo>
                <a:cubicBezTo>
                  <a:pt x="1471" y="346"/>
                  <a:pt x="1448" y="323"/>
                  <a:pt x="1418" y="323"/>
                </a:cubicBezTo>
                <a:close/>
                <a:moveTo>
                  <a:pt x="1418" y="1925"/>
                </a:moveTo>
                <a:cubicBezTo>
                  <a:pt x="1389" y="1925"/>
                  <a:pt x="1366" y="1949"/>
                  <a:pt x="1366" y="1978"/>
                </a:cubicBezTo>
                <a:cubicBezTo>
                  <a:pt x="1366" y="2007"/>
                  <a:pt x="1389" y="2031"/>
                  <a:pt x="1418" y="2031"/>
                </a:cubicBezTo>
                <a:cubicBezTo>
                  <a:pt x="1448" y="2031"/>
                  <a:pt x="1471" y="2007"/>
                  <a:pt x="1471" y="1978"/>
                </a:cubicBezTo>
                <a:cubicBezTo>
                  <a:pt x="1471" y="1949"/>
                  <a:pt x="1448" y="1925"/>
                  <a:pt x="1418" y="1925"/>
                </a:cubicBezTo>
                <a:close/>
              </a:path>
            </a:pathLst>
          </a:custGeom>
          <a:solidFill>
            <a:srgbClr val="FFFFFF"/>
          </a:solidFill>
          <a:ln>
            <a:noFill/>
          </a:ln>
        </p:spPr>
        <p:txBody>
          <a:bodyPr vert="horz" wrap="square" lIns="109683" tIns="54838" rIns="109683" bIns="54838" numCol="1" anchor="t" anchorCtr="0" compatLnSpc="1">
            <a:prstTxWarp prst="textNoShape">
              <a:avLst/>
            </a:prstTxWarp>
          </a:bodyPr>
          <a:lstStyle/>
          <a:p>
            <a:endParaRPr lang="en-US" sz="2133" dirty="0">
              <a:solidFill>
                <a:srgbClr val="292929"/>
              </a:solidFill>
            </a:endParaRPr>
          </a:p>
        </p:txBody>
      </p:sp>
      <p:sp>
        <p:nvSpPr>
          <p:cNvPr id="12" name="Freeform 79"/>
          <p:cNvSpPr>
            <a:spLocks noEditPoints="1"/>
          </p:cNvSpPr>
          <p:nvPr/>
        </p:nvSpPr>
        <p:spPr bwMode="black">
          <a:xfrm>
            <a:off x="10061311" y="3646487"/>
            <a:ext cx="680167" cy="919500"/>
          </a:xfrm>
          <a:custGeom>
            <a:avLst/>
            <a:gdLst>
              <a:gd name="T0" fmla="*/ 1441 w 1615"/>
              <a:gd name="T1" fmla="*/ 131 h 2179"/>
              <a:gd name="T2" fmla="*/ 1344 w 1615"/>
              <a:gd name="T3" fmla="*/ 16 h 2179"/>
              <a:gd name="T4" fmla="*/ 306 w 1615"/>
              <a:gd name="T5" fmla="*/ 0 h 2179"/>
              <a:gd name="T6" fmla="*/ 62 w 1615"/>
              <a:gd name="T7" fmla="*/ 171 h 2179"/>
              <a:gd name="T8" fmla="*/ 174 w 1615"/>
              <a:gd name="T9" fmla="*/ 131 h 2179"/>
              <a:gd name="T10" fmla="*/ 174 w 1615"/>
              <a:gd name="T11" fmla="*/ 180 h 2179"/>
              <a:gd name="T12" fmla="*/ 0 w 1615"/>
              <a:gd name="T13" fmla="*/ 2005 h 2179"/>
              <a:gd name="T14" fmla="*/ 1441 w 1615"/>
              <a:gd name="T15" fmla="*/ 2179 h 2179"/>
              <a:gd name="T16" fmla="*/ 1615 w 1615"/>
              <a:gd name="T17" fmla="*/ 354 h 2179"/>
              <a:gd name="T18" fmla="*/ 1518 w 1615"/>
              <a:gd name="T19" fmla="*/ 2005 h 2179"/>
              <a:gd name="T20" fmla="*/ 174 w 1615"/>
              <a:gd name="T21" fmla="*/ 2082 h 2179"/>
              <a:gd name="T22" fmla="*/ 97 w 1615"/>
              <a:gd name="T23" fmla="*/ 354 h 2179"/>
              <a:gd name="T24" fmla="*/ 1441 w 1615"/>
              <a:gd name="T25" fmla="*/ 277 h 2179"/>
              <a:gd name="T26" fmla="*/ 1518 w 1615"/>
              <a:gd name="T27" fmla="*/ 2005 h 2179"/>
              <a:gd name="T28" fmla="*/ 241 w 1615"/>
              <a:gd name="T29" fmla="*/ 1038 h 2179"/>
              <a:gd name="T30" fmla="*/ 532 w 1615"/>
              <a:gd name="T31" fmla="*/ 1339 h 2179"/>
              <a:gd name="T32" fmla="*/ 713 w 1615"/>
              <a:gd name="T33" fmla="*/ 1304 h 2179"/>
              <a:gd name="T34" fmla="*/ 695 w 1615"/>
              <a:gd name="T35" fmla="*/ 1594 h 2179"/>
              <a:gd name="T36" fmla="*/ 1375 w 1615"/>
              <a:gd name="T37" fmla="*/ 1038 h 2179"/>
              <a:gd name="T38" fmla="*/ 808 w 1615"/>
              <a:gd name="T39" fmla="*/ 1206 h 2179"/>
              <a:gd name="T40" fmla="*/ 808 w 1615"/>
              <a:gd name="T41" fmla="*/ 870 h 2179"/>
              <a:gd name="T42" fmla="*/ 808 w 1615"/>
              <a:gd name="T43" fmla="*/ 1206 h 2179"/>
              <a:gd name="T44" fmla="*/ 652 w 1615"/>
              <a:gd name="T45" fmla="*/ 1331 h 2179"/>
              <a:gd name="T46" fmla="*/ 453 w 1615"/>
              <a:gd name="T47" fmla="*/ 1481 h 2179"/>
              <a:gd name="T48" fmla="*/ 258 w 1615"/>
              <a:gd name="T49" fmla="*/ 1960 h 2179"/>
              <a:gd name="T50" fmla="*/ 534 w 1615"/>
              <a:gd name="T51" fmla="*/ 1842 h 2179"/>
              <a:gd name="T52" fmla="*/ 702 w 1615"/>
              <a:gd name="T53" fmla="*/ 1467 h 2179"/>
              <a:gd name="T54" fmla="*/ 418 w 1615"/>
              <a:gd name="T55" fmla="*/ 1872 h 2179"/>
              <a:gd name="T56" fmla="*/ 284 w 1615"/>
              <a:gd name="T57" fmla="*/ 1780 h 2179"/>
              <a:gd name="T58" fmla="*/ 418 w 1615"/>
              <a:gd name="T59" fmla="*/ 1872 h 2179"/>
              <a:gd name="T60" fmla="*/ 204 w 1615"/>
              <a:gd name="T61" fmla="*/ 323 h 2179"/>
              <a:gd name="T62" fmla="*/ 204 w 1615"/>
              <a:gd name="T63" fmla="*/ 428 h 2179"/>
              <a:gd name="T64" fmla="*/ 1418 w 1615"/>
              <a:gd name="T65" fmla="*/ 323 h 2179"/>
              <a:gd name="T66" fmla="*/ 1418 w 1615"/>
              <a:gd name="T67" fmla="*/ 428 h 2179"/>
              <a:gd name="T68" fmla="*/ 1418 w 1615"/>
              <a:gd name="T69" fmla="*/ 323 h 2179"/>
              <a:gd name="T70" fmla="*/ 1366 w 1615"/>
              <a:gd name="T71" fmla="*/ 1978 h 2179"/>
              <a:gd name="T72" fmla="*/ 1471 w 1615"/>
              <a:gd name="T73" fmla="*/ 1978 h 21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615" h="2179">
                <a:moveTo>
                  <a:pt x="174" y="131"/>
                </a:moveTo>
                <a:cubicBezTo>
                  <a:pt x="1441" y="131"/>
                  <a:pt x="1441" y="131"/>
                  <a:pt x="1441" y="131"/>
                </a:cubicBezTo>
                <a:cubicBezTo>
                  <a:pt x="1465" y="131"/>
                  <a:pt x="1488" y="136"/>
                  <a:pt x="1509" y="145"/>
                </a:cubicBezTo>
                <a:cubicBezTo>
                  <a:pt x="1344" y="16"/>
                  <a:pt x="1344" y="16"/>
                  <a:pt x="1344" y="16"/>
                </a:cubicBezTo>
                <a:cubicBezTo>
                  <a:pt x="1333" y="7"/>
                  <a:pt x="1312" y="0"/>
                  <a:pt x="1298" y="0"/>
                </a:cubicBezTo>
                <a:cubicBezTo>
                  <a:pt x="306" y="0"/>
                  <a:pt x="306" y="0"/>
                  <a:pt x="306" y="0"/>
                </a:cubicBezTo>
                <a:cubicBezTo>
                  <a:pt x="292" y="0"/>
                  <a:pt x="271" y="7"/>
                  <a:pt x="260" y="16"/>
                </a:cubicBezTo>
                <a:cubicBezTo>
                  <a:pt x="62" y="171"/>
                  <a:pt x="62" y="171"/>
                  <a:pt x="62" y="171"/>
                </a:cubicBezTo>
                <a:cubicBezTo>
                  <a:pt x="64" y="171"/>
                  <a:pt x="64" y="171"/>
                  <a:pt x="64" y="171"/>
                </a:cubicBezTo>
                <a:cubicBezTo>
                  <a:pt x="94" y="146"/>
                  <a:pt x="132" y="131"/>
                  <a:pt x="174" y="131"/>
                </a:cubicBezTo>
                <a:close/>
                <a:moveTo>
                  <a:pt x="1441" y="180"/>
                </a:moveTo>
                <a:cubicBezTo>
                  <a:pt x="174" y="180"/>
                  <a:pt x="174" y="180"/>
                  <a:pt x="174" y="180"/>
                </a:cubicBezTo>
                <a:cubicBezTo>
                  <a:pt x="78" y="180"/>
                  <a:pt x="0" y="258"/>
                  <a:pt x="0" y="354"/>
                </a:cubicBezTo>
                <a:cubicBezTo>
                  <a:pt x="0" y="2005"/>
                  <a:pt x="0" y="2005"/>
                  <a:pt x="0" y="2005"/>
                </a:cubicBezTo>
                <a:cubicBezTo>
                  <a:pt x="0" y="2101"/>
                  <a:pt x="78" y="2179"/>
                  <a:pt x="174" y="2179"/>
                </a:cubicBezTo>
                <a:cubicBezTo>
                  <a:pt x="1441" y="2179"/>
                  <a:pt x="1441" y="2179"/>
                  <a:pt x="1441" y="2179"/>
                </a:cubicBezTo>
                <a:cubicBezTo>
                  <a:pt x="1537" y="2179"/>
                  <a:pt x="1615" y="2101"/>
                  <a:pt x="1615" y="2005"/>
                </a:cubicBezTo>
                <a:cubicBezTo>
                  <a:pt x="1615" y="354"/>
                  <a:pt x="1615" y="354"/>
                  <a:pt x="1615" y="354"/>
                </a:cubicBezTo>
                <a:cubicBezTo>
                  <a:pt x="1615" y="258"/>
                  <a:pt x="1537" y="180"/>
                  <a:pt x="1441" y="180"/>
                </a:cubicBezTo>
                <a:close/>
                <a:moveTo>
                  <a:pt x="1518" y="2005"/>
                </a:moveTo>
                <a:cubicBezTo>
                  <a:pt x="1518" y="2047"/>
                  <a:pt x="1484" y="2082"/>
                  <a:pt x="1441" y="2082"/>
                </a:cubicBezTo>
                <a:cubicBezTo>
                  <a:pt x="174" y="2082"/>
                  <a:pt x="174" y="2082"/>
                  <a:pt x="174" y="2082"/>
                </a:cubicBezTo>
                <a:cubicBezTo>
                  <a:pt x="132" y="2082"/>
                  <a:pt x="97" y="2047"/>
                  <a:pt x="97" y="2005"/>
                </a:cubicBezTo>
                <a:cubicBezTo>
                  <a:pt x="97" y="354"/>
                  <a:pt x="97" y="354"/>
                  <a:pt x="97" y="354"/>
                </a:cubicBezTo>
                <a:cubicBezTo>
                  <a:pt x="97" y="312"/>
                  <a:pt x="132" y="277"/>
                  <a:pt x="174" y="277"/>
                </a:cubicBezTo>
                <a:cubicBezTo>
                  <a:pt x="1441" y="277"/>
                  <a:pt x="1441" y="277"/>
                  <a:pt x="1441" y="277"/>
                </a:cubicBezTo>
                <a:cubicBezTo>
                  <a:pt x="1484" y="277"/>
                  <a:pt x="1518" y="312"/>
                  <a:pt x="1518" y="354"/>
                </a:cubicBezTo>
                <a:lnTo>
                  <a:pt x="1518" y="2005"/>
                </a:lnTo>
                <a:close/>
                <a:moveTo>
                  <a:pt x="808" y="471"/>
                </a:moveTo>
                <a:cubicBezTo>
                  <a:pt x="494" y="471"/>
                  <a:pt x="241" y="725"/>
                  <a:pt x="241" y="1038"/>
                </a:cubicBezTo>
                <a:cubicBezTo>
                  <a:pt x="241" y="1201"/>
                  <a:pt x="309" y="1347"/>
                  <a:pt x="419" y="1451"/>
                </a:cubicBezTo>
                <a:cubicBezTo>
                  <a:pt x="532" y="1339"/>
                  <a:pt x="532" y="1339"/>
                  <a:pt x="532" y="1339"/>
                </a:cubicBezTo>
                <a:cubicBezTo>
                  <a:pt x="565" y="1305"/>
                  <a:pt x="610" y="1286"/>
                  <a:pt x="652" y="1286"/>
                </a:cubicBezTo>
                <a:cubicBezTo>
                  <a:pt x="675" y="1286"/>
                  <a:pt x="696" y="1292"/>
                  <a:pt x="713" y="1304"/>
                </a:cubicBezTo>
                <a:cubicBezTo>
                  <a:pt x="762" y="1337"/>
                  <a:pt x="775" y="1416"/>
                  <a:pt x="744" y="1486"/>
                </a:cubicBezTo>
                <a:cubicBezTo>
                  <a:pt x="695" y="1594"/>
                  <a:pt x="695" y="1594"/>
                  <a:pt x="695" y="1594"/>
                </a:cubicBezTo>
                <a:cubicBezTo>
                  <a:pt x="731" y="1601"/>
                  <a:pt x="769" y="1605"/>
                  <a:pt x="808" y="1605"/>
                </a:cubicBezTo>
                <a:cubicBezTo>
                  <a:pt x="1121" y="1605"/>
                  <a:pt x="1375" y="1351"/>
                  <a:pt x="1375" y="1038"/>
                </a:cubicBezTo>
                <a:cubicBezTo>
                  <a:pt x="1375" y="725"/>
                  <a:pt x="1121" y="471"/>
                  <a:pt x="808" y="471"/>
                </a:cubicBezTo>
                <a:close/>
                <a:moveTo>
                  <a:pt x="808" y="1206"/>
                </a:moveTo>
                <a:cubicBezTo>
                  <a:pt x="715" y="1206"/>
                  <a:pt x="640" y="1131"/>
                  <a:pt x="640" y="1038"/>
                </a:cubicBezTo>
                <a:cubicBezTo>
                  <a:pt x="640" y="945"/>
                  <a:pt x="715" y="870"/>
                  <a:pt x="808" y="870"/>
                </a:cubicBezTo>
                <a:cubicBezTo>
                  <a:pt x="900" y="870"/>
                  <a:pt x="976" y="945"/>
                  <a:pt x="976" y="1038"/>
                </a:cubicBezTo>
                <a:cubicBezTo>
                  <a:pt x="976" y="1131"/>
                  <a:pt x="900" y="1206"/>
                  <a:pt x="808" y="1206"/>
                </a:cubicBezTo>
                <a:close/>
                <a:moveTo>
                  <a:pt x="687" y="1341"/>
                </a:moveTo>
                <a:cubicBezTo>
                  <a:pt x="678" y="1334"/>
                  <a:pt x="665" y="1331"/>
                  <a:pt x="652" y="1331"/>
                </a:cubicBezTo>
                <a:cubicBezTo>
                  <a:pt x="623" y="1331"/>
                  <a:pt x="590" y="1345"/>
                  <a:pt x="564" y="1371"/>
                </a:cubicBezTo>
                <a:cubicBezTo>
                  <a:pt x="453" y="1481"/>
                  <a:pt x="453" y="1481"/>
                  <a:pt x="453" y="1481"/>
                </a:cubicBezTo>
                <a:cubicBezTo>
                  <a:pt x="271" y="1660"/>
                  <a:pt x="271" y="1660"/>
                  <a:pt x="271" y="1660"/>
                </a:cubicBezTo>
                <a:cubicBezTo>
                  <a:pt x="170" y="1760"/>
                  <a:pt x="164" y="1895"/>
                  <a:pt x="258" y="1960"/>
                </a:cubicBezTo>
                <a:cubicBezTo>
                  <a:pt x="286" y="1979"/>
                  <a:pt x="315" y="1988"/>
                  <a:pt x="346" y="1988"/>
                </a:cubicBezTo>
                <a:cubicBezTo>
                  <a:pt x="419" y="1988"/>
                  <a:pt x="493" y="1935"/>
                  <a:pt x="534" y="1842"/>
                </a:cubicBezTo>
                <a:cubicBezTo>
                  <a:pt x="650" y="1583"/>
                  <a:pt x="650" y="1583"/>
                  <a:pt x="650" y="1583"/>
                </a:cubicBezTo>
                <a:cubicBezTo>
                  <a:pt x="702" y="1467"/>
                  <a:pt x="702" y="1467"/>
                  <a:pt x="702" y="1467"/>
                </a:cubicBezTo>
                <a:cubicBezTo>
                  <a:pt x="724" y="1418"/>
                  <a:pt x="717" y="1362"/>
                  <a:pt x="687" y="1341"/>
                </a:cubicBezTo>
                <a:close/>
                <a:moveTo>
                  <a:pt x="418" y="1872"/>
                </a:moveTo>
                <a:cubicBezTo>
                  <a:pt x="392" y="1909"/>
                  <a:pt x="341" y="1919"/>
                  <a:pt x="304" y="1893"/>
                </a:cubicBezTo>
                <a:cubicBezTo>
                  <a:pt x="267" y="1867"/>
                  <a:pt x="258" y="1817"/>
                  <a:pt x="284" y="1780"/>
                </a:cubicBezTo>
                <a:cubicBezTo>
                  <a:pt x="310" y="1743"/>
                  <a:pt x="360" y="1734"/>
                  <a:pt x="397" y="1759"/>
                </a:cubicBezTo>
                <a:cubicBezTo>
                  <a:pt x="434" y="1785"/>
                  <a:pt x="443" y="1836"/>
                  <a:pt x="418" y="1872"/>
                </a:cubicBezTo>
                <a:close/>
                <a:moveTo>
                  <a:pt x="256" y="376"/>
                </a:moveTo>
                <a:cubicBezTo>
                  <a:pt x="256" y="346"/>
                  <a:pt x="233" y="323"/>
                  <a:pt x="204" y="323"/>
                </a:cubicBezTo>
                <a:cubicBezTo>
                  <a:pt x="174" y="323"/>
                  <a:pt x="151" y="346"/>
                  <a:pt x="151" y="376"/>
                </a:cubicBezTo>
                <a:cubicBezTo>
                  <a:pt x="151" y="405"/>
                  <a:pt x="174" y="428"/>
                  <a:pt x="204" y="428"/>
                </a:cubicBezTo>
                <a:cubicBezTo>
                  <a:pt x="233" y="428"/>
                  <a:pt x="256" y="405"/>
                  <a:pt x="256" y="376"/>
                </a:cubicBezTo>
                <a:close/>
                <a:moveTo>
                  <a:pt x="1418" y="323"/>
                </a:moveTo>
                <a:cubicBezTo>
                  <a:pt x="1389" y="323"/>
                  <a:pt x="1366" y="346"/>
                  <a:pt x="1366" y="376"/>
                </a:cubicBezTo>
                <a:cubicBezTo>
                  <a:pt x="1366" y="405"/>
                  <a:pt x="1389" y="428"/>
                  <a:pt x="1418" y="428"/>
                </a:cubicBezTo>
                <a:cubicBezTo>
                  <a:pt x="1448" y="428"/>
                  <a:pt x="1471" y="405"/>
                  <a:pt x="1471" y="376"/>
                </a:cubicBezTo>
                <a:cubicBezTo>
                  <a:pt x="1471" y="346"/>
                  <a:pt x="1448" y="323"/>
                  <a:pt x="1418" y="323"/>
                </a:cubicBezTo>
                <a:close/>
                <a:moveTo>
                  <a:pt x="1418" y="1925"/>
                </a:moveTo>
                <a:cubicBezTo>
                  <a:pt x="1389" y="1925"/>
                  <a:pt x="1366" y="1949"/>
                  <a:pt x="1366" y="1978"/>
                </a:cubicBezTo>
                <a:cubicBezTo>
                  <a:pt x="1366" y="2007"/>
                  <a:pt x="1389" y="2031"/>
                  <a:pt x="1418" y="2031"/>
                </a:cubicBezTo>
                <a:cubicBezTo>
                  <a:pt x="1448" y="2031"/>
                  <a:pt x="1471" y="2007"/>
                  <a:pt x="1471" y="1978"/>
                </a:cubicBezTo>
                <a:cubicBezTo>
                  <a:pt x="1471" y="1949"/>
                  <a:pt x="1448" y="1925"/>
                  <a:pt x="1418" y="1925"/>
                </a:cubicBezTo>
                <a:close/>
              </a:path>
            </a:pathLst>
          </a:custGeom>
          <a:solidFill>
            <a:srgbClr val="FFFFFF"/>
          </a:solidFill>
          <a:ln>
            <a:noFill/>
          </a:ln>
        </p:spPr>
        <p:txBody>
          <a:bodyPr vert="horz" wrap="square" lIns="109683" tIns="54838" rIns="109683" bIns="54838" numCol="1" anchor="t" anchorCtr="0" compatLnSpc="1">
            <a:prstTxWarp prst="textNoShape">
              <a:avLst/>
            </a:prstTxWarp>
          </a:bodyPr>
          <a:lstStyle/>
          <a:p>
            <a:endParaRPr lang="en-US" sz="2133" dirty="0">
              <a:solidFill>
                <a:srgbClr val="292929"/>
              </a:solidFill>
            </a:endParaRPr>
          </a:p>
        </p:txBody>
      </p:sp>
      <p:sp>
        <p:nvSpPr>
          <p:cNvPr id="13" name="Freeform 79"/>
          <p:cNvSpPr>
            <a:spLocks noEditPoints="1"/>
          </p:cNvSpPr>
          <p:nvPr/>
        </p:nvSpPr>
        <p:spPr bwMode="black">
          <a:xfrm>
            <a:off x="10061311" y="4888336"/>
            <a:ext cx="680167" cy="919500"/>
          </a:xfrm>
          <a:custGeom>
            <a:avLst/>
            <a:gdLst>
              <a:gd name="T0" fmla="*/ 1441 w 1615"/>
              <a:gd name="T1" fmla="*/ 131 h 2179"/>
              <a:gd name="T2" fmla="*/ 1344 w 1615"/>
              <a:gd name="T3" fmla="*/ 16 h 2179"/>
              <a:gd name="T4" fmla="*/ 306 w 1615"/>
              <a:gd name="T5" fmla="*/ 0 h 2179"/>
              <a:gd name="T6" fmla="*/ 62 w 1615"/>
              <a:gd name="T7" fmla="*/ 171 h 2179"/>
              <a:gd name="T8" fmla="*/ 174 w 1615"/>
              <a:gd name="T9" fmla="*/ 131 h 2179"/>
              <a:gd name="T10" fmla="*/ 174 w 1615"/>
              <a:gd name="T11" fmla="*/ 180 h 2179"/>
              <a:gd name="T12" fmla="*/ 0 w 1615"/>
              <a:gd name="T13" fmla="*/ 2005 h 2179"/>
              <a:gd name="T14" fmla="*/ 1441 w 1615"/>
              <a:gd name="T15" fmla="*/ 2179 h 2179"/>
              <a:gd name="T16" fmla="*/ 1615 w 1615"/>
              <a:gd name="T17" fmla="*/ 354 h 2179"/>
              <a:gd name="T18" fmla="*/ 1518 w 1615"/>
              <a:gd name="T19" fmla="*/ 2005 h 2179"/>
              <a:gd name="T20" fmla="*/ 174 w 1615"/>
              <a:gd name="T21" fmla="*/ 2082 h 2179"/>
              <a:gd name="T22" fmla="*/ 97 w 1615"/>
              <a:gd name="T23" fmla="*/ 354 h 2179"/>
              <a:gd name="T24" fmla="*/ 1441 w 1615"/>
              <a:gd name="T25" fmla="*/ 277 h 2179"/>
              <a:gd name="T26" fmla="*/ 1518 w 1615"/>
              <a:gd name="T27" fmla="*/ 2005 h 2179"/>
              <a:gd name="T28" fmla="*/ 241 w 1615"/>
              <a:gd name="T29" fmla="*/ 1038 h 2179"/>
              <a:gd name="T30" fmla="*/ 532 w 1615"/>
              <a:gd name="T31" fmla="*/ 1339 h 2179"/>
              <a:gd name="T32" fmla="*/ 713 w 1615"/>
              <a:gd name="T33" fmla="*/ 1304 h 2179"/>
              <a:gd name="T34" fmla="*/ 695 w 1615"/>
              <a:gd name="T35" fmla="*/ 1594 h 2179"/>
              <a:gd name="T36" fmla="*/ 1375 w 1615"/>
              <a:gd name="T37" fmla="*/ 1038 h 2179"/>
              <a:gd name="T38" fmla="*/ 808 w 1615"/>
              <a:gd name="T39" fmla="*/ 1206 h 2179"/>
              <a:gd name="T40" fmla="*/ 808 w 1615"/>
              <a:gd name="T41" fmla="*/ 870 h 2179"/>
              <a:gd name="T42" fmla="*/ 808 w 1615"/>
              <a:gd name="T43" fmla="*/ 1206 h 2179"/>
              <a:gd name="T44" fmla="*/ 652 w 1615"/>
              <a:gd name="T45" fmla="*/ 1331 h 2179"/>
              <a:gd name="T46" fmla="*/ 453 w 1615"/>
              <a:gd name="T47" fmla="*/ 1481 h 2179"/>
              <a:gd name="T48" fmla="*/ 258 w 1615"/>
              <a:gd name="T49" fmla="*/ 1960 h 2179"/>
              <a:gd name="T50" fmla="*/ 534 w 1615"/>
              <a:gd name="T51" fmla="*/ 1842 h 2179"/>
              <a:gd name="T52" fmla="*/ 702 w 1615"/>
              <a:gd name="T53" fmla="*/ 1467 h 2179"/>
              <a:gd name="T54" fmla="*/ 418 w 1615"/>
              <a:gd name="T55" fmla="*/ 1872 h 2179"/>
              <a:gd name="T56" fmla="*/ 284 w 1615"/>
              <a:gd name="T57" fmla="*/ 1780 h 2179"/>
              <a:gd name="T58" fmla="*/ 418 w 1615"/>
              <a:gd name="T59" fmla="*/ 1872 h 2179"/>
              <a:gd name="T60" fmla="*/ 204 w 1615"/>
              <a:gd name="T61" fmla="*/ 323 h 2179"/>
              <a:gd name="T62" fmla="*/ 204 w 1615"/>
              <a:gd name="T63" fmla="*/ 428 h 2179"/>
              <a:gd name="T64" fmla="*/ 1418 w 1615"/>
              <a:gd name="T65" fmla="*/ 323 h 2179"/>
              <a:gd name="T66" fmla="*/ 1418 w 1615"/>
              <a:gd name="T67" fmla="*/ 428 h 2179"/>
              <a:gd name="T68" fmla="*/ 1418 w 1615"/>
              <a:gd name="T69" fmla="*/ 323 h 2179"/>
              <a:gd name="T70" fmla="*/ 1366 w 1615"/>
              <a:gd name="T71" fmla="*/ 1978 h 2179"/>
              <a:gd name="T72" fmla="*/ 1471 w 1615"/>
              <a:gd name="T73" fmla="*/ 1978 h 21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615" h="2179">
                <a:moveTo>
                  <a:pt x="174" y="131"/>
                </a:moveTo>
                <a:cubicBezTo>
                  <a:pt x="1441" y="131"/>
                  <a:pt x="1441" y="131"/>
                  <a:pt x="1441" y="131"/>
                </a:cubicBezTo>
                <a:cubicBezTo>
                  <a:pt x="1465" y="131"/>
                  <a:pt x="1488" y="136"/>
                  <a:pt x="1509" y="145"/>
                </a:cubicBezTo>
                <a:cubicBezTo>
                  <a:pt x="1344" y="16"/>
                  <a:pt x="1344" y="16"/>
                  <a:pt x="1344" y="16"/>
                </a:cubicBezTo>
                <a:cubicBezTo>
                  <a:pt x="1333" y="7"/>
                  <a:pt x="1312" y="0"/>
                  <a:pt x="1298" y="0"/>
                </a:cubicBezTo>
                <a:cubicBezTo>
                  <a:pt x="306" y="0"/>
                  <a:pt x="306" y="0"/>
                  <a:pt x="306" y="0"/>
                </a:cubicBezTo>
                <a:cubicBezTo>
                  <a:pt x="292" y="0"/>
                  <a:pt x="271" y="7"/>
                  <a:pt x="260" y="16"/>
                </a:cubicBezTo>
                <a:cubicBezTo>
                  <a:pt x="62" y="171"/>
                  <a:pt x="62" y="171"/>
                  <a:pt x="62" y="171"/>
                </a:cubicBezTo>
                <a:cubicBezTo>
                  <a:pt x="64" y="171"/>
                  <a:pt x="64" y="171"/>
                  <a:pt x="64" y="171"/>
                </a:cubicBezTo>
                <a:cubicBezTo>
                  <a:pt x="94" y="146"/>
                  <a:pt x="132" y="131"/>
                  <a:pt x="174" y="131"/>
                </a:cubicBezTo>
                <a:close/>
                <a:moveTo>
                  <a:pt x="1441" y="180"/>
                </a:moveTo>
                <a:cubicBezTo>
                  <a:pt x="174" y="180"/>
                  <a:pt x="174" y="180"/>
                  <a:pt x="174" y="180"/>
                </a:cubicBezTo>
                <a:cubicBezTo>
                  <a:pt x="78" y="180"/>
                  <a:pt x="0" y="258"/>
                  <a:pt x="0" y="354"/>
                </a:cubicBezTo>
                <a:cubicBezTo>
                  <a:pt x="0" y="2005"/>
                  <a:pt x="0" y="2005"/>
                  <a:pt x="0" y="2005"/>
                </a:cubicBezTo>
                <a:cubicBezTo>
                  <a:pt x="0" y="2101"/>
                  <a:pt x="78" y="2179"/>
                  <a:pt x="174" y="2179"/>
                </a:cubicBezTo>
                <a:cubicBezTo>
                  <a:pt x="1441" y="2179"/>
                  <a:pt x="1441" y="2179"/>
                  <a:pt x="1441" y="2179"/>
                </a:cubicBezTo>
                <a:cubicBezTo>
                  <a:pt x="1537" y="2179"/>
                  <a:pt x="1615" y="2101"/>
                  <a:pt x="1615" y="2005"/>
                </a:cubicBezTo>
                <a:cubicBezTo>
                  <a:pt x="1615" y="354"/>
                  <a:pt x="1615" y="354"/>
                  <a:pt x="1615" y="354"/>
                </a:cubicBezTo>
                <a:cubicBezTo>
                  <a:pt x="1615" y="258"/>
                  <a:pt x="1537" y="180"/>
                  <a:pt x="1441" y="180"/>
                </a:cubicBezTo>
                <a:close/>
                <a:moveTo>
                  <a:pt x="1518" y="2005"/>
                </a:moveTo>
                <a:cubicBezTo>
                  <a:pt x="1518" y="2047"/>
                  <a:pt x="1484" y="2082"/>
                  <a:pt x="1441" y="2082"/>
                </a:cubicBezTo>
                <a:cubicBezTo>
                  <a:pt x="174" y="2082"/>
                  <a:pt x="174" y="2082"/>
                  <a:pt x="174" y="2082"/>
                </a:cubicBezTo>
                <a:cubicBezTo>
                  <a:pt x="132" y="2082"/>
                  <a:pt x="97" y="2047"/>
                  <a:pt x="97" y="2005"/>
                </a:cubicBezTo>
                <a:cubicBezTo>
                  <a:pt x="97" y="354"/>
                  <a:pt x="97" y="354"/>
                  <a:pt x="97" y="354"/>
                </a:cubicBezTo>
                <a:cubicBezTo>
                  <a:pt x="97" y="312"/>
                  <a:pt x="132" y="277"/>
                  <a:pt x="174" y="277"/>
                </a:cubicBezTo>
                <a:cubicBezTo>
                  <a:pt x="1441" y="277"/>
                  <a:pt x="1441" y="277"/>
                  <a:pt x="1441" y="277"/>
                </a:cubicBezTo>
                <a:cubicBezTo>
                  <a:pt x="1484" y="277"/>
                  <a:pt x="1518" y="312"/>
                  <a:pt x="1518" y="354"/>
                </a:cubicBezTo>
                <a:lnTo>
                  <a:pt x="1518" y="2005"/>
                </a:lnTo>
                <a:close/>
                <a:moveTo>
                  <a:pt x="808" y="471"/>
                </a:moveTo>
                <a:cubicBezTo>
                  <a:pt x="494" y="471"/>
                  <a:pt x="241" y="725"/>
                  <a:pt x="241" y="1038"/>
                </a:cubicBezTo>
                <a:cubicBezTo>
                  <a:pt x="241" y="1201"/>
                  <a:pt x="309" y="1347"/>
                  <a:pt x="419" y="1451"/>
                </a:cubicBezTo>
                <a:cubicBezTo>
                  <a:pt x="532" y="1339"/>
                  <a:pt x="532" y="1339"/>
                  <a:pt x="532" y="1339"/>
                </a:cubicBezTo>
                <a:cubicBezTo>
                  <a:pt x="565" y="1305"/>
                  <a:pt x="610" y="1286"/>
                  <a:pt x="652" y="1286"/>
                </a:cubicBezTo>
                <a:cubicBezTo>
                  <a:pt x="675" y="1286"/>
                  <a:pt x="696" y="1292"/>
                  <a:pt x="713" y="1304"/>
                </a:cubicBezTo>
                <a:cubicBezTo>
                  <a:pt x="762" y="1337"/>
                  <a:pt x="775" y="1416"/>
                  <a:pt x="744" y="1486"/>
                </a:cubicBezTo>
                <a:cubicBezTo>
                  <a:pt x="695" y="1594"/>
                  <a:pt x="695" y="1594"/>
                  <a:pt x="695" y="1594"/>
                </a:cubicBezTo>
                <a:cubicBezTo>
                  <a:pt x="731" y="1601"/>
                  <a:pt x="769" y="1605"/>
                  <a:pt x="808" y="1605"/>
                </a:cubicBezTo>
                <a:cubicBezTo>
                  <a:pt x="1121" y="1605"/>
                  <a:pt x="1375" y="1351"/>
                  <a:pt x="1375" y="1038"/>
                </a:cubicBezTo>
                <a:cubicBezTo>
                  <a:pt x="1375" y="725"/>
                  <a:pt x="1121" y="471"/>
                  <a:pt x="808" y="471"/>
                </a:cubicBezTo>
                <a:close/>
                <a:moveTo>
                  <a:pt x="808" y="1206"/>
                </a:moveTo>
                <a:cubicBezTo>
                  <a:pt x="715" y="1206"/>
                  <a:pt x="640" y="1131"/>
                  <a:pt x="640" y="1038"/>
                </a:cubicBezTo>
                <a:cubicBezTo>
                  <a:pt x="640" y="945"/>
                  <a:pt x="715" y="870"/>
                  <a:pt x="808" y="870"/>
                </a:cubicBezTo>
                <a:cubicBezTo>
                  <a:pt x="900" y="870"/>
                  <a:pt x="976" y="945"/>
                  <a:pt x="976" y="1038"/>
                </a:cubicBezTo>
                <a:cubicBezTo>
                  <a:pt x="976" y="1131"/>
                  <a:pt x="900" y="1206"/>
                  <a:pt x="808" y="1206"/>
                </a:cubicBezTo>
                <a:close/>
                <a:moveTo>
                  <a:pt x="687" y="1341"/>
                </a:moveTo>
                <a:cubicBezTo>
                  <a:pt x="678" y="1334"/>
                  <a:pt x="665" y="1331"/>
                  <a:pt x="652" y="1331"/>
                </a:cubicBezTo>
                <a:cubicBezTo>
                  <a:pt x="623" y="1331"/>
                  <a:pt x="590" y="1345"/>
                  <a:pt x="564" y="1371"/>
                </a:cubicBezTo>
                <a:cubicBezTo>
                  <a:pt x="453" y="1481"/>
                  <a:pt x="453" y="1481"/>
                  <a:pt x="453" y="1481"/>
                </a:cubicBezTo>
                <a:cubicBezTo>
                  <a:pt x="271" y="1660"/>
                  <a:pt x="271" y="1660"/>
                  <a:pt x="271" y="1660"/>
                </a:cubicBezTo>
                <a:cubicBezTo>
                  <a:pt x="170" y="1760"/>
                  <a:pt x="164" y="1895"/>
                  <a:pt x="258" y="1960"/>
                </a:cubicBezTo>
                <a:cubicBezTo>
                  <a:pt x="286" y="1979"/>
                  <a:pt x="315" y="1988"/>
                  <a:pt x="346" y="1988"/>
                </a:cubicBezTo>
                <a:cubicBezTo>
                  <a:pt x="419" y="1988"/>
                  <a:pt x="493" y="1935"/>
                  <a:pt x="534" y="1842"/>
                </a:cubicBezTo>
                <a:cubicBezTo>
                  <a:pt x="650" y="1583"/>
                  <a:pt x="650" y="1583"/>
                  <a:pt x="650" y="1583"/>
                </a:cubicBezTo>
                <a:cubicBezTo>
                  <a:pt x="702" y="1467"/>
                  <a:pt x="702" y="1467"/>
                  <a:pt x="702" y="1467"/>
                </a:cubicBezTo>
                <a:cubicBezTo>
                  <a:pt x="724" y="1418"/>
                  <a:pt x="717" y="1362"/>
                  <a:pt x="687" y="1341"/>
                </a:cubicBezTo>
                <a:close/>
                <a:moveTo>
                  <a:pt x="418" y="1872"/>
                </a:moveTo>
                <a:cubicBezTo>
                  <a:pt x="392" y="1909"/>
                  <a:pt x="341" y="1919"/>
                  <a:pt x="304" y="1893"/>
                </a:cubicBezTo>
                <a:cubicBezTo>
                  <a:pt x="267" y="1867"/>
                  <a:pt x="258" y="1817"/>
                  <a:pt x="284" y="1780"/>
                </a:cubicBezTo>
                <a:cubicBezTo>
                  <a:pt x="310" y="1743"/>
                  <a:pt x="360" y="1734"/>
                  <a:pt x="397" y="1759"/>
                </a:cubicBezTo>
                <a:cubicBezTo>
                  <a:pt x="434" y="1785"/>
                  <a:pt x="443" y="1836"/>
                  <a:pt x="418" y="1872"/>
                </a:cubicBezTo>
                <a:close/>
                <a:moveTo>
                  <a:pt x="256" y="376"/>
                </a:moveTo>
                <a:cubicBezTo>
                  <a:pt x="256" y="346"/>
                  <a:pt x="233" y="323"/>
                  <a:pt x="204" y="323"/>
                </a:cubicBezTo>
                <a:cubicBezTo>
                  <a:pt x="174" y="323"/>
                  <a:pt x="151" y="346"/>
                  <a:pt x="151" y="376"/>
                </a:cubicBezTo>
                <a:cubicBezTo>
                  <a:pt x="151" y="405"/>
                  <a:pt x="174" y="428"/>
                  <a:pt x="204" y="428"/>
                </a:cubicBezTo>
                <a:cubicBezTo>
                  <a:pt x="233" y="428"/>
                  <a:pt x="256" y="405"/>
                  <a:pt x="256" y="376"/>
                </a:cubicBezTo>
                <a:close/>
                <a:moveTo>
                  <a:pt x="1418" y="323"/>
                </a:moveTo>
                <a:cubicBezTo>
                  <a:pt x="1389" y="323"/>
                  <a:pt x="1366" y="346"/>
                  <a:pt x="1366" y="376"/>
                </a:cubicBezTo>
                <a:cubicBezTo>
                  <a:pt x="1366" y="405"/>
                  <a:pt x="1389" y="428"/>
                  <a:pt x="1418" y="428"/>
                </a:cubicBezTo>
                <a:cubicBezTo>
                  <a:pt x="1448" y="428"/>
                  <a:pt x="1471" y="405"/>
                  <a:pt x="1471" y="376"/>
                </a:cubicBezTo>
                <a:cubicBezTo>
                  <a:pt x="1471" y="346"/>
                  <a:pt x="1448" y="323"/>
                  <a:pt x="1418" y="323"/>
                </a:cubicBezTo>
                <a:close/>
                <a:moveTo>
                  <a:pt x="1418" y="1925"/>
                </a:moveTo>
                <a:cubicBezTo>
                  <a:pt x="1389" y="1925"/>
                  <a:pt x="1366" y="1949"/>
                  <a:pt x="1366" y="1978"/>
                </a:cubicBezTo>
                <a:cubicBezTo>
                  <a:pt x="1366" y="2007"/>
                  <a:pt x="1389" y="2031"/>
                  <a:pt x="1418" y="2031"/>
                </a:cubicBezTo>
                <a:cubicBezTo>
                  <a:pt x="1448" y="2031"/>
                  <a:pt x="1471" y="2007"/>
                  <a:pt x="1471" y="1978"/>
                </a:cubicBezTo>
                <a:cubicBezTo>
                  <a:pt x="1471" y="1949"/>
                  <a:pt x="1448" y="1925"/>
                  <a:pt x="1418" y="1925"/>
                </a:cubicBezTo>
                <a:close/>
              </a:path>
            </a:pathLst>
          </a:custGeom>
          <a:solidFill>
            <a:srgbClr val="FFFFFF"/>
          </a:solidFill>
          <a:ln>
            <a:noFill/>
          </a:ln>
        </p:spPr>
        <p:txBody>
          <a:bodyPr vert="horz" wrap="square" lIns="109683" tIns="54838" rIns="109683" bIns="54838" numCol="1" anchor="t" anchorCtr="0" compatLnSpc="1">
            <a:prstTxWarp prst="textNoShape">
              <a:avLst/>
            </a:prstTxWarp>
          </a:bodyPr>
          <a:lstStyle/>
          <a:p>
            <a:endParaRPr lang="en-US" sz="2133" dirty="0">
              <a:solidFill>
                <a:srgbClr val="292929"/>
              </a:solidFill>
            </a:endParaRPr>
          </a:p>
        </p:txBody>
      </p:sp>
      <p:sp>
        <p:nvSpPr>
          <p:cNvPr id="16" name="Freeform 79"/>
          <p:cNvSpPr>
            <a:spLocks noEditPoints="1"/>
          </p:cNvSpPr>
          <p:nvPr/>
        </p:nvSpPr>
        <p:spPr bwMode="black">
          <a:xfrm>
            <a:off x="1622552" y="1494500"/>
            <a:ext cx="374654" cy="506487"/>
          </a:xfrm>
          <a:custGeom>
            <a:avLst/>
            <a:gdLst>
              <a:gd name="T0" fmla="*/ 1441 w 1615"/>
              <a:gd name="T1" fmla="*/ 131 h 2179"/>
              <a:gd name="T2" fmla="*/ 1344 w 1615"/>
              <a:gd name="T3" fmla="*/ 16 h 2179"/>
              <a:gd name="T4" fmla="*/ 306 w 1615"/>
              <a:gd name="T5" fmla="*/ 0 h 2179"/>
              <a:gd name="T6" fmla="*/ 62 w 1615"/>
              <a:gd name="T7" fmla="*/ 171 h 2179"/>
              <a:gd name="T8" fmla="*/ 174 w 1615"/>
              <a:gd name="T9" fmla="*/ 131 h 2179"/>
              <a:gd name="T10" fmla="*/ 174 w 1615"/>
              <a:gd name="T11" fmla="*/ 180 h 2179"/>
              <a:gd name="T12" fmla="*/ 0 w 1615"/>
              <a:gd name="T13" fmla="*/ 2005 h 2179"/>
              <a:gd name="T14" fmla="*/ 1441 w 1615"/>
              <a:gd name="T15" fmla="*/ 2179 h 2179"/>
              <a:gd name="T16" fmla="*/ 1615 w 1615"/>
              <a:gd name="T17" fmla="*/ 354 h 2179"/>
              <a:gd name="T18" fmla="*/ 1518 w 1615"/>
              <a:gd name="T19" fmla="*/ 2005 h 2179"/>
              <a:gd name="T20" fmla="*/ 174 w 1615"/>
              <a:gd name="T21" fmla="*/ 2082 h 2179"/>
              <a:gd name="T22" fmla="*/ 97 w 1615"/>
              <a:gd name="T23" fmla="*/ 354 h 2179"/>
              <a:gd name="T24" fmla="*/ 1441 w 1615"/>
              <a:gd name="T25" fmla="*/ 277 h 2179"/>
              <a:gd name="T26" fmla="*/ 1518 w 1615"/>
              <a:gd name="T27" fmla="*/ 2005 h 2179"/>
              <a:gd name="T28" fmla="*/ 241 w 1615"/>
              <a:gd name="T29" fmla="*/ 1038 h 2179"/>
              <a:gd name="T30" fmla="*/ 532 w 1615"/>
              <a:gd name="T31" fmla="*/ 1339 h 2179"/>
              <a:gd name="T32" fmla="*/ 713 w 1615"/>
              <a:gd name="T33" fmla="*/ 1304 h 2179"/>
              <a:gd name="T34" fmla="*/ 695 w 1615"/>
              <a:gd name="T35" fmla="*/ 1594 h 2179"/>
              <a:gd name="T36" fmla="*/ 1375 w 1615"/>
              <a:gd name="T37" fmla="*/ 1038 h 2179"/>
              <a:gd name="T38" fmla="*/ 808 w 1615"/>
              <a:gd name="T39" fmla="*/ 1206 h 2179"/>
              <a:gd name="T40" fmla="*/ 808 w 1615"/>
              <a:gd name="T41" fmla="*/ 870 h 2179"/>
              <a:gd name="T42" fmla="*/ 808 w 1615"/>
              <a:gd name="T43" fmla="*/ 1206 h 2179"/>
              <a:gd name="T44" fmla="*/ 652 w 1615"/>
              <a:gd name="T45" fmla="*/ 1331 h 2179"/>
              <a:gd name="T46" fmla="*/ 453 w 1615"/>
              <a:gd name="T47" fmla="*/ 1481 h 2179"/>
              <a:gd name="T48" fmla="*/ 258 w 1615"/>
              <a:gd name="T49" fmla="*/ 1960 h 2179"/>
              <a:gd name="T50" fmla="*/ 534 w 1615"/>
              <a:gd name="T51" fmla="*/ 1842 h 2179"/>
              <a:gd name="T52" fmla="*/ 702 w 1615"/>
              <a:gd name="T53" fmla="*/ 1467 h 2179"/>
              <a:gd name="T54" fmla="*/ 418 w 1615"/>
              <a:gd name="T55" fmla="*/ 1872 h 2179"/>
              <a:gd name="T56" fmla="*/ 284 w 1615"/>
              <a:gd name="T57" fmla="*/ 1780 h 2179"/>
              <a:gd name="T58" fmla="*/ 418 w 1615"/>
              <a:gd name="T59" fmla="*/ 1872 h 2179"/>
              <a:gd name="T60" fmla="*/ 204 w 1615"/>
              <a:gd name="T61" fmla="*/ 323 h 2179"/>
              <a:gd name="T62" fmla="*/ 204 w 1615"/>
              <a:gd name="T63" fmla="*/ 428 h 2179"/>
              <a:gd name="T64" fmla="*/ 1418 w 1615"/>
              <a:gd name="T65" fmla="*/ 323 h 2179"/>
              <a:gd name="T66" fmla="*/ 1418 w 1615"/>
              <a:gd name="T67" fmla="*/ 428 h 2179"/>
              <a:gd name="T68" fmla="*/ 1418 w 1615"/>
              <a:gd name="T69" fmla="*/ 323 h 2179"/>
              <a:gd name="T70" fmla="*/ 1366 w 1615"/>
              <a:gd name="T71" fmla="*/ 1978 h 2179"/>
              <a:gd name="T72" fmla="*/ 1471 w 1615"/>
              <a:gd name="T73" fmla="*/ 1978 h 21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615" h="2179">
                <a:moveTo>
                  <a:pt x="174" y="131"/>
                </a:moveTo>
                <a:cubicBezTo>
                  <a:pt x="1441" y="131"/>
                  <a:pt x="1441" y="131"/>
                  <a:pt x="1441" y="131"/>
                </a:cubicBezTo>
                <a:cubicBezTo>
                  <a:pt x="1465" y="131"/>
                  <a:pt x="1488" y="136"/>
                  <a:pt x="1509" y="145"/>
                </a:cubicBezTo>
                <a:cubicBezTo>
                  <a:pt x="1344" y="16"/>
                  <a:pt x="1344" y="16"/>
                  <a:pt x="1344" y="16"/>
                </a:cubicBezTo>
                <a:cubicBezTo>
                  <a:pt x="1333" y="7"/>
                  <a:pt x="1312" y="0"/>
                  <a:pt x="1298" y="0"/>
                </a:cubicBezTo>
                <a:cubicBezTo>
                  <a:pt x="306" y="0"/>
                  <a:pt x="306" y="0"/>
                  <a:pt x="306" y="0"/>
                </a:cubicBezTo>
                <a:cubicBezTo>
                  <a:pt x="292" y="0"/>
                  <a:pt x="271" y="7"/>
                  <a:pt x="260" y="16"/>
                </a:cubicBezTo>
                <a:cubicBezTo>
                  <a:pt x="62" y="171"/>
                  <a:pt x="62" y="171"/>
                  <a:pt x="62" y="171"/>
                </a:cubicBezTo>
                <a:cubicBezTo>
                  <a:pt x="64" y="171"/>
                  <a:pt x="64" y="171"/>
                  <a:pt x="64" y="171"/>
                </a:cubicBezTo>
                <a:cubicBezTo>
                  <a:pt x="94" y="146"/>
                  <a:pt x="132" y="131"/>
                  <a:pt x="174" y="131"/>
                </a:cubicBezTo>
                <a:close/>
                <a:moveTo>
                  <a:pt x="1441" y="180"/>
                </a:moveTo>
                <a:cubicBezTo>
                  <a:pt x="174" y="180"/>
                  <a:pt x="174" y="180"/>
                  <a:pt x="174" y="180"/>
                </a:cubicBezTo>
                <a:cubicBezTo>
                  <a:pt x="78" y="180"/>
                  <a:pt x="0" y="258"/>
                  <a:pt x="0" y="354"/>
                </a:cubicBezTo>
                <a:cubicBezTo>
                  <a:pt x="0" y="2005"/>
                  <a:pt x="0" y="2005"/>
                  <a:pt x="0" y="2005"/>
                </a:cubicBezTo>
                <a:cubicBezTo>
                  <a:pt x="0" y="2101"/>
                  <a:pt x="78" y="2179"/>
                  <a:pt x="174" y="2179"/>
                </a:cubicBezTo>
                <a:cubicBezTo>
                  <a:pt x="1441" y="2179"/>
                  <a:pt x="1441" y="2179"/>
                  <a:pt x="1441" y="2179"/>
                </a:cubicBezTo>
                <a:cubicBezTo>
                  <a:pt x="1537" y="2179"/>
                  <a:pt x="1615" y="2101"/>
                  <a:pt x="1615" y="2005"/>
                </a:cubicBezTo>
                <a:cubicBezTo>
                  <a:pt x="1615" y="354"/>
                  <a:pt x="1615" y="354"/>
                  <a:pt x="1615" y="354"/>
                </a:cubicBezTo>
                <a:cubicBezTo>
                  <a:pt x="1615" y="258"/>
                  <a:pt x="1537" y="180"/>
                  <a:pt x="1441" y="180"/>
                </a:cubicBezTo>
                <a:close/>
                <a:moveTo>
                  <a:pt x="1518" y="2005"/>
                </a:moveTo>
                <a:cubicBezTo>
                  <a:pt x="1518" y="2047"/>
                  <a:pt x="1484" y="2082"/>
                  <a:pt x="1441" y="2082"/>
                </a:cubicBezTo>
                <a:cubicBezTo>
                  <a:pt x="174" y="2082"/>
                  <a:pt x="174" y="2082"/>
                  <a:pt x="174" y="2082"/>
                </a:cubicBezTo>
                <a:cubicBezTo>
                  <a:pt x="132" y="2082"/>
                  <a:pt x="97" y="2047"/>
                  <a:pt x="97" y="2005"/>
                </a:cubicBezTo>
                <a:cubicBezTo>
                  <a:pt x="97" y="354"/>
                  <a:pt x="97" y="354"/>
                  <a:pt x="97" y="354"/>
                </a:cubicBezTo>
                <a:cubicBezTo>
                  <a:pt x="97" y="312"/>
                  <a:pt x="132" y="277"/>
                  <a:pt x="174" y="277"/>
                </a:cubicBezTo>
                <a:cubicBezTo>
                  <a:pt x="1441" y="277"/>
                  <a:pt x="1441" y="277"/>
                  <a:pt x="1441" y="277"/>
                </a:cubicBezTo>
                <a:cubicBezTo>
                  <a:pt x="1484" y="277"/>
                  <a:pt x="1518" y="312"/>
                  <a:pt x="1518" y="354"/>
                </a:cubicBezTo>
                <a:lnTo>
                  <a:pt x="1518" y="2005"/>
                </a:lnTo>
                <a:close/>
                <a:moveTo>
                  <a:pt x="808" y="471"/>
                </a:moveTo>
                <a:cubicBezTo>
                  <a:pt x="494" y="471"/>
                  <a:pt x="241" y="725"/>
                  <a:pt x="241" y="1038"/>
                </a:cubicBezTo>
                <a:cubicBezTo>
                  <a:pt x="241" y="1201"/>
                  <a:pt x="309" y="1347"/>
                  <a:pt x="419" y="1451"/>
                </a:cubicBezTo>
                <a:cubicBezTo>
                  <a:pt x="532" y="1339"/>
                  <a:pt x="532" y="1339"/>
                  <a:pt x="532" y="1339"/>
                </a:cubicBezTo>
                <a:cubicBezTo>
                  <a:pt x="565" y="1305"/>
                  <a:pt x="610" y="1286"/>
                  <a:pt x="652" y="1286"/>
                </a:cubicBezTo>
                <a:cubicBezTo>
                  <a:pt x="675" y="1286"/>
                  <a:pt x="696" y="1292"/>
                  <a:pt x="713" y="1304"/>
                </a:cubicBezTo>
                <a:cubicBezTo>
                  <a:pt x="762" y="1337"/>
                  <a:pt x="775" y="1416"/>
                  <a:pt x="744" y="1486"/>
                </a:cubicBezTo>
                <a:cubicBezTo>
                  <a:pt x="695" y="1594"/>
                  <a:pt x="695" y="1594"/>
                  <a:pt x="695" y="1594"/>
                </a:cubicBezTo>
                <a:cubicBezTo>
                  <a:pt x="731" y="1601"/>
                  <a:pt x="769" y="1605"/>
                  <a:pt x="808" y="1605"/>
                </a:cubicBezTo>
                <a:cubicBezTo>
                  <a:pt x="1121" y="1605"/>
                  <a:pt x="1375" y="1351"/>
                  <a:pt x="1375" y="1038"/>
                </a:cubicBezTo>
                <a:cubicBezTo>
                  <a:pt x="1375" y="725"/>
                  <a:pt x="1121" y="471"/>
                  <a:pt x="808" y="471"/>
                </a:cubicBezTo>
                <a:close/>
                <a:moveTo>
                  <a:pt x="808" y="1206"/>
                </a:moveTo>
                <a:cubicBezTo>
                  <a:pt x="715" y="1206"/>
                  <a:pt x="640" y="1131"/>
                  <a:pt x="640" y="1038"/>
                </a:cubicBezTo>
                <a:cubicBezTo>
                  <a:pt x="640" y="945"/>
                  <a:pt x="715" y="870"/>
                  <a:pt x="808" y="870"/>
                </a:cubicBezTo>
                <a:cubicBezTo>
                  <a:pt x="900" y="870"/>
                  <a:pt x="976" y="945"/>
                  <a:pt x="976" y="1038"/>
                </a:cubicBezTo>
                <a:cubicBezTo>
                  <a:pt x="976" y="1131"/>
                  <a:pt x="900" y="1206"/>
                  <a:pt x="808" y="1206"/>
                </a:cubicBezTo>
                <a:close/>
                <a:moveTo>
                  <a:pt x="687" y="1341"/>
                </a:moveTo>
                <a:cubicBezTo>
                  <a:pt x="678" y="1334"/>
                  <a:pt x="665" y="1331"/>
                  <a:pt x="652" y="1331"/>
                </a:cubicBezTo>
                <a:cubicBezTo>
                  <a:pt x="623" y="1331"/>
                  <a:pt x="590" y="1345"/>
                  <a:pt x="564" y="1371"/>
                </a:cubicBezTo>
                <a:cubicBezTo>
                  <a:pt x="453" y="1481"/>
                  <a:pt x="453" y="1481"/>
                  <a:pt x="453" y="1481"/>
                </a:cubicBezTo>
                <a:cubicBezTo>
                  <a:pt x="271" y="1660"/>
                  <a:pt x="271" y="1660"/>
                  <a:pt x="271" y="1660"/>
                </a:cubicBezTo>
                <a:cubicBezTo>
                  <a:pt x="170" y="1760"/>
                  <a:pt x="164" y="1895"/>
                  <a:pt x="258" y="1960"/>
                </a:cubicBezTo>
                <a:cubicBezTo>
                  <a:pt x="286" y="1979"/>
                  <a:pt x="315" y="1988"/>
                  <a:pt x="346" y="1988"/>
                </a:cubicBezTo>
                <a:cubicBezTo>
                  <a:pt x="419" y="1988"/>
                  <a:pt x="493" y="1935"/>
                  <a:pt x="534" y="1842"/>
                </a:cubicBezTo>
                <a:cubicBezTo>
                  <a:pt x="650" y="1583"/>
                  <a:pt x="650" y="1583"/>
                  <a:pt x="650" y="1583"/>
                </a:cubicBezTo>
                <a:cubicBezTo>
                  <a:pt x="702" y="1467"/>
                  <a:pt x="702" y="1467"/>
                  <a:pt x="702" y="1467"/>
                </a:cubicBezTo>
                <a:cubicBezTo>
                  <a:pt x="724" y="1418"/>
                  <a:pt x="717" y="1362"/>
                  <a:pt x="687" y="1341"/>
                </a:cubicBezTo>
                <a:close/>
                <a:moveTo>
                  <a:pt x="418" y="1872"/>
                </a:moveTo>
                <a:cubicBezTo>
                  <a:pt x="392" y="1909"/>
                  <a:pt x="341" y="1919"/>
                  <a:pt x="304" y="1893"/>
                </a:cubicBezTo>
                <a:cubicBezTo>
                  <a:pt x="267" y="1867"/>
                  <a:pt x="258" y="1817"/>
                  <a:pt x="284" y="1780"/>
                </a:cubicBezTo>
                <a:cubicBezTo>
                  <a:pt x="310" y="1743"/>
                  <a:pt x="360" y="1734"/>
                  <a:pt x="397" y="1759"/>
                </a:cubicBezTo>
                <a:cubicBezTo>
                  <a:pt x="434" y="1785"/>
                  <a:pt x="443" y="1836"/>
                  <a:pt x="418" y="1872"/>
                </a:cubicBezTo>
                <a:close/>
                <a:moveTo>
                  <a:pt x="256" y="376"/>
                </a:moveTo>
                <a:cubicBezTo>
                  <a:pt x="256" y="346"/>
                  <a:pt x="233" y="323"/>
                  <a:pt x="204" y="323"/>
                </a:cubicBezTo>
                <a:cubicBezTo>
                  <a:pt x="174" y="323"/>
                  <a:pt x="151" y="346"/>
                  <a:pt x="151" y="376"/>
                </a:cubicBezTo>
                <a:cubicBezTo>
                  <a:pt x="151" y="405"/>
                  <a:pt x="174" y="428"/>
                  <a:pt x="204" y="428"/>
                </a:cubicBezTo>
                <a:cubicBezTo>
                  <a:pt x="233" y="428"/>
                  <a:pt x="256" y="405"/>
                  <a:pt x="256" y="376"/>
                </a:cubicBezTo>
                <a:close/>
                <a:moveTo>
                  <a:pt x="1418" y="323"/>
                </a:moveTo>
                <a:cubicBezTo>
                  <a:pt x="1389" y="323"/>
                  <a:pt x="1366" y="346"/>
                  <a:pt x="1366" y="376"/>
                </a:cubicBezTo>
                <a:cubicBezTo>
                  <a:pt x="1366" y="405"/>
                  <a:pt x="1389" y="428"/>
                  <a:pt x="1418" y="428"/>
                </a:cubicBezTo>
                <a:cubicBezTo>
                  <a:pt x="1448" y="428"/>
                  <a:pt x="1471" y="405"/>
                  <a:pt x="1471" y="376"/>
                </a:cubicBezTo>
                <a:cubicBezTo>
                  <a:pt x="1471" y="346"/>
                  <a:pt x="1448" y="323"/>
                  <a:pt x="1418" y="323"/>
                </a:cubicBezTo>
                <a:close/>
                <a:moveTo>
                  <a:pt x="1418" y="1925"/>
                </a:moveTo>
                <a:cubicBezTo>
                  <a:pt x="1389" y="1925"/>
                  <a:pt x="1366" y="1949"/>
                  <a:pt x="1366" y="1978"/>
                </a:cubicBezTo>
                <a:cubicBezTo>
                  <a:pt x="1366" y="2007"/>
                  <a:pt x="1389" y="2031"/>
                  <a:pt x="1418" y="2031"/>
                </a:cubicBezTo>
                <a:cubicBezTo>
                  <a:pt x="1448" y="2031"/>
                  <a:pt x="1471" y="2007"/>
                  <a:pt x="1471" y="1978"/>
                </a:cubicBezTo>
                <a:cubicBezTo>
                  <a:pt x="1471" y="1949"/>
                  <a:pt x="1448" y="1925"/>
                  <a:pt x="1418" y="1925"/>
                </a:cubicBezTo>
                <a:close/>
              </a:path>
            </a:pathLst>
          </a:custGeom>
          <a:solidFill>
            <a:srgbClr val="FFFFFF"/>
          </a:solidFill>
          <a:ln>
            <a:noFill/>
          </a:ln>
        </p:spPr>
        <p:txBody>
          <a:bodyPr vert="horz" wrap="square" lIns="109683" tIns="54838" rIns="109683" bIns="54838" numCol="1" anchor="t" anchorCtr="0" compatLnSpc="1">
            <a:prstTxWarp prst="textNoShape">
              <a:avLst/>
            </a:prstTxWarp>
          </a:bodyPr>
          <a:lstStyle/>
          <a:p>
            <a:endParaRPr lang="en-US" sz="2133" dirty="0">
              <a:solidFill>
                <a:srgbClr val="292929"/>
              </a:solidFill>
            </a:endParaRPr>
          </a:p>
        </p:txBody>
      </p:sp>
      <p:sp>
        <p:nvSpPr>
          <p:cNvPr id="17" name="Freeform 79"/>
          <p:cNvSpPr>
            <a:spLocks noEditPoints="1"/>
          </p:cNvSpPr>
          <p:nvPr/>
        </p:nvSpPr>
        <p:spPr bwMode="black">
          <a:xfrm>
            <a:off x="1622552" y="2178546"/>
            <a:ext cx="374654" cy="506487"/>
          </a:xfrm>
          <a:custGeom>
            <a:avLst/>
            <a:gdLst>
              <a:gd name="T0" fmla="*/ 1441 w 1615"/>
              <a:gd name="T1" fmla="*/ 131 h 2179"/>
              <a:gd name="T2" fmla="*/ 1344 w 1615"/>
              <a:gd name="T3" fmla="*/ 16 h 2179"/>
              <a:gd name="T4" fmla="*/ 306 w 1615"/>
              <a:gd name="T5" fmla="*/ 0 h 2179"/>
              <a:gd name="T6" fmla="*/ 62 w 1615"/>
              <a:gd name="T7" fmla="*/ 171 h 2179"/>
              <a:gd name="T8" fmla="*/ 174 w 1615"/>
              <a:gd name="T9" fmla="*/ 131 h 2179"/>
              <a:gd name="T10" fmla="*/ 174 w 1615"/>
              <a:gd name="T11" fmla="*/ 180 h 2179"/>
              <a:gd name="T12" fmla="*/ 0 w 1615"/>
              <a:gd name="T13" fmla="*/ 2005 h 2179"/>
              <a:gd name="T14" fmla="*/ 1441 w 1615"/>
              <a:gd name="T15" fmla="*/ 2179 h 2179"/>
              <a:gd name="T16" fmla="*/ 1615 w 1615"/>
              <a:gd name="T17" fmla="*/ 354 h 2179"/>
              <a:gd name="T18" fmla="*/ 1518 w 1615"/>
              <a:gd name="T19" fmla="*/ 2005 h 2179"/>
              <a:gd name="T20" fmla="*/ 174 w 1615"/>
              <a:gd name="T21" fmla="*/ 2082 h 2179"/>
              <a:gd name="T22" fmla="*/ 97 w 1615"/>
              <a:gd name="T23" fmla="*/ 354 h 2179"/>
              <a:gd name="T24" fmla="*/ 1441 w 1615"/>
              <a:gd name="T25" fmla="*/ 277 h 2179"/>
              <a:gd name="T26" fmla="*/ 1518 w 1615"/>
              <a:gd name="T27" fmla="*/ 2005 h 2179"/>
              <a:gd name="T28" fmla="*/ 241 w 1615"/>
              <a:gd name="T29" fmla="*/ 1038 h 2179"/>
              <a:gd name="T30" fmla="*/ 532 w 1615"/>
              <a:gd name="T31" fmla="*/ 1339 h 2179"/>
              <a:gd name="T32" fmla="*/ 713 w 1615"/>
              <a:gd name="T33" fmla="*/ 1304 h 2179"/>
              <a:gd name="T34" fmla="*/ 695 w 1615"/>
              <a:gd name="T35" fmla="*/ 1594 h 2179"/>
              <a:gd name="T36" fmla="*/ 1375 w 1615"/>
              <a:gd name="T37" fmla="*/ 1038 h 2179"/>
              <a:gd name="T38" fmla="*/ 808 w 1615"/>
              <a:gd name="T39" fmla="*/ 1206 h 2179"/>
              <a:gd name="T40" fmla="*/ 808 w 1615"/>
              <a:gd name="T41" fmla="*/ 870 h 2179"/>
              <a:gd name="T42" fmla="*/ 808 w 1615"/>
              <a:gd name="T43" fmla="*/ 1206 h 2179"/>
              <a:gd name="T44" fmla="*/ 652 w 1615"/>
              <a:gd name="T45" fmla="*/ 1331 h 2179"/>
              <a:gd name="T46" fmla="*/ 453 w 1615"/>
              <a:gd name="T47" fmla="*/ 1481 h 2179"/>
              <a:gd name="T48" fmla="*/ 258 w 1615"/>
              <a:gd name="T49" fmla="*/ 1960 h 2179"/>
              <a:gd name="T50" fmla="*/ 534 w 1615"/>
              <a:gd name="T51" fmla="*/ 1842 h 2179"/>
              <a:gd name="T52" fmla="*/ 702 w 1615"/>
              <a:gd name="T53" fmla="*/ 1467 h 2179"/>
              <a:gd name="T54" fmla="*/ 418 w 1615"/>
              <a:gd name="T55" fmla="*/ 1872 h 2179"/>
              <a:gd name="T56" fmla="*/ 284 w 1615"/>
              <a:gd name="T57" fmla="*/ 1780 h 2179"/>
              <a:gd name="T58" fmla="*/ 418 w 1615"/>
              <a:gd name="T59" fmla="*/ 1872 h 2179"/>
              <a:gd name="T60" fmla="*/ 204 w 1615"/>
              <a:gd name="T61" fmla="*/ 323 h 2179"/>
              <a:gd name="T62" fmla="*/ 204 w 1615"/>
              <a:gd name="T63" fmla="*/ 428 h 2179"/>
              <a:gd name="T64" fmla="*/ 1418 w 1615"/>
              <a:gd name="T65" fmla="*/ 323 h 2179"/>
              <a:gd name="T66" fmla="*/ 1418 w 1615"/>
              <a:gd name="T67" fmla="*/ 428 h 2179"/>
              <a:gd name="T68" fmla="*/ 1418 w 1615"/>
              <a:gd name="T69" fmla="*/ 323 h 2179"/>
              <a:gd name="T70" fmla="*/ 1366 w 1615"/>
              <a:gd name="T71" fmla="*/ 1978 h 2179"/>
              <a:gd name="T72" fmla="*/ 1471 w 1615"/>
              <a:gd name="T73" fmla="*/ 1978 h 21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615" h="2179">
                <a:moveTo>
                  <a:pt x="174" y="131"/>
                </a:moveTo>
                <a:cubicBezTo>
                  <a:pt x="1441" y="131"/>
                  <a:pt x="1441" y="131"/>
                  <a:pt x="1441" y="131"/>
                </a:cubicBezTo>
                <a:cubicBezTo>
                  <a:pt x="1465" y="131"/>
                  <a:pt x="1488" y="136"/>
                  <a:pt x="1509" y="145"/>
                </a:cubicBezTo>
                <a:cubicBezTo>
                  <a:pt x="1344" y="16"/>
                  <a:pt x="1344" y="16"/>
                  <a:pt x="1344" y="16"/>
                </a:cubicBezTo>
                <a:cubicBezTo>
                  <a:pt x="1333" y="7"/>
                  <a:pt x="1312" y="0"/>
                  <a:pt x="1298" y="0"/>
                </a:cubicBezTo>
                <a:cubicBezTo>
                  <a:pt x="306" y="0"/>
                  <a:pt x="306" y="0"/>
                  <a:pt x="306" y="0"/>
                </a:cubicBezTo>
                <a:cubicBezTo>
                  <a:pt x="292" y="0"/>
                  <a:pt x="271" y="7"/>
                  <a:pt x="260" y="16"/>
                </a:cubicBezTo>
                <a:cubicBezTo>
                  <a:pt x="62" y="171"/>
                  <a:pt x="62" y="171"/>
                  <a:pt x="62" y="171"/>
                </a:cubicBezTo>
                <a:cubicBezTo>
                  <a:pt x="64" y="171"/>
                  <a:pt x="64" y="171"/>
                  <a:pt x="64" y="171"/>
                </a:cubicBezTo>
                <a:cubicBezTo>
                  <a:pt x="94" y="146"/>
                  <a:pt x="132" y="131"/>
                  <a:pt x="174" y="131"/>
                </a:cubicBezTo>
                <a:close/>
                <a:moveTo>
                  <a:pt x="1441" y="180"/>
                </a:moveTo>
                <a:cubicBezTo>
                  <a:pt x="174" y="180"/>
                  <a:pt x="174" y="180"/>
                  <a:pt x="174" y="180"/>
                </a:cubicBezTo>
                <a:cubicBezTo>
                  <a:pt x="78" y="180"/>
                  <a:pt x="0" y="258"/>
                  <a:pt x="0" y="354"/>
                </a:cubicBezTo>
                <a:cubicBezTo>
                  <a:pt x="0" y="2005"/>
                  <a:pt x="0" y="2005"/>
                  <a:pt x="0" y="2005"/>
                </a:cubicBezTo>
                <a:cubicBezTo>
                  <a:pt x="0" y="2101"/>
                  <a:pt x="78" y="2179"/>
                  <a:pt x="174" y="2179"/>
                </a:cubicBezTo>
                <a:cubicBezTo>
                  <a:pt x="1441" y="2179"/>
                  <a:pt x="1441" y="2179"/>
                  <a:pt x="1441" y="2179"/>
                </a:cubicBezTo>
                <a:cubicBezTo>
                  <a:pt x="1537" y="2179"/>
                  <a:pt x="1615" y="2101"/>
                  <a:pt x="1615" y="2005"/>
                </a:cubicBezTo>
                <a:cubicBezTo>
                  <a:pt x="1615" y="354"/>
                  <a:pt x="1615" y="354"/>
                  <a:pt x="1615" y="354"/>
                </a:cubicBezTo>
                <a:cubicBezTo>
                  <a:pt x="1615" y="258"/>
                  <a:pt x="1537" y="180"/>
                  <a:pt x="1441" y="180"/>
                </a:cubicBezTo>
                <a:close/>
                <a:moveTo>
                  <a:pt x="1518" y="2005"/>
                </a:moveTo>
                <a:cubicBezTo>
                  <a:pt x="1518" y="2047"/>
                  <a:pt x="1484" y="2082"/>
                  <a:pt x="1441" y="2082"/>
                </a:cubicBezTo>
                <a:cubicBezTo>
                  <a:pt x="174" y="2082"/>
                  <a:pt x="174" y="2082"/>
                  <a:pt x="174" y="2082"/>
                </a:cubicBezTo>
                <a:cubicBezTo>
                  <a:pt x="132" y="2082"/>
                  <a:pt x="97" y="2047"/>
                  <a:pt x="97" y="2005"/>
                </a:cubicBezTo>
                <a:cubicBezTo>
                  <a:pt x="97" y="354"/>
                  <a:pt x="97" y="354"/>
                  <a:pt x="97" y="354"/>
                </a:cubicBezTo>
                <a:cubicBezTo>
                  <a:pt x="97" y="312"/>
                  <a:pt x="132" y="277"/>
                  <a:pt x="174" y="277"/>
                </a:cubicBezTo>
                <a:cubicBezTo>
                  <a:pt x="1441" y="277"/>
                  <a:pt x="1441" y="277"/>
                  <a:pt x="1441" y="277"/>
                </a:cubicBezTo>
                <a:cubicBezTo>
                  <a:pt x="1484" y="277"/>
                  <a:pt x="1518" y="312"/>
                  <a:pt x="1518" y="354"/>
                </a:cubicBezTo>
                <a:lnTo>
                  <a:pt x="1518" y="2005"/>
                </a:lnTo>
                <a:close/>
                <a:moveTo>
                  <a:pt x="808" y="471"/>
                </a:moveTo>
                <a:cubicBezTo>
                  <a:pt x="494" y="471"/>
                  <a:pt x="241" y="725"/>
                  <a:pt x="241" y="1038"/>
                </a:cubicBezTo>
                <a:cubicBezTo>
                  <a:pt x="241" y="1201"/>
                  <a:pt x="309" y="1347"/>
                  <a:pt x="419" y="1451"/>
                </a:cubicBezTo>
                <a:cubicBezTo>
                  <a:pt x="532" y="1339"/>
                  <a:pt x="532" y="1339"/>
                  <a:pt x="532" y="1339"/>
                </a:cubicBezTo>
                <a:cubicBezTo>
                  <a:pt x="565" y="1305"/>
                  <a:pt x="610" y="1286"/>
                  <a:pt x="652" y="1286"/>
                </a:cubicBezTo>
                <a:cubicBezTo>
                  <a:pt x="675" y="1286"/>
                  <a:pt x="696" y="1292"/>
                  <a:pt x="713" y="1304"/>
                </a:cubicBezTo>
                <a:cubicBezTo>
                  <a:pt x="762" y="1337"/>
                  <a:pt x="775" y="1416"/>
                  <a:pt x="744" y="1486"/>
                </a:cubicBezTo>
                <a:cubicBezTo>
                  <a:pt x="695" y="1594"/>
                  <a:pt x="695" y="1594"/>
                  <a:pt x="695" y="1594"/>
                </a:cubicBezTo>
                <a:cubicBezTo>
                  <a:pt x="731" y="1601"/>
                  <a:pt x="769" y="1605"/>
                  <a:pt x="808" y="1605"/>
                </a:cubicBezTo>
                <a:cubicBezTo>
                  <a:pt x="1121" y="1605"/>
                  <a:pt x="1375" y="1351"/>
                  <a:pt x="1375" y="1038"/>
                </a:cubicBezTo>
                <a:cubicBezTo>
                  <a:pt x="1375" y="725"/>
                  <a:pt x="1121" y="471"/>
                  <a:pt x="808" y="471"/>
                </a:cubicBezTo>
                <a:close/>
                <a:moveTo>
                  <a:pt x="808" y="1206"/>
                </a:moveTo>
                <a:cubicBezTo>
                  <a:pt x="715" y="1206"/>
                  <a:pt x="640" y="1131"/>
                  <a:pt x="640" y="1038"/>
                </a:cubicBezTo>
                <a:cubicBezTo>
                  <a:pt x="640" y="945"/>
                  <a:pt x="715" y="870"/>
                  <a:pt x="808" y="870"/>
                </a:cubicBezTo>
                <a:cubicBezTo>
                  <a:pt x="900" y="870"/>
                  <a:pt x="976" y="945"/>
                  <a:pt x="976" y="1038"/>
                </a:cubicBezTo>
                <a:cubicBezTo>
                  <a:pt x="976" y="1131"/>
                  <a:pt x="900" y="1206"/>
                  <a:pt x="808" y="1206"/>
                </a:cubicBezTo>
                <a:close/>
                <a:moveTo>
                  <a:pt x="687" y="1341"/>
                </a:moveTo>
                <a:cubicBezTo>
                  <a:pt x="678" y="1334"/>
                  <a:pt x="665" y="1331"/>
                  <a:pt x="652" y="1331"/>
                </a:cubicBezTo>
                <a:cubicBezTo>
                  <a:pt x="623" y="1331"/>
                  <a:pt x="590" y="1345"/>
                  <a:pt x="564" y="1371"/>
                </a:cubicBezTo>
                <a:cubicBezTo>
                  <a:pt x="453" y="1481"/>
                  <a:pt x="453" y="1481"/>
                  <a:pt x="453" y="1481"/>
                </a:cubicBezTo>
                <a:cubicBezTo>
                  <a:pt x="271" y="1660"/>
                  <a:pt x="271" y="1660"/>
                  <a:pt x="271" y="1660"/>
                </a:cubicBezTo>
                <a:cubicBezTo>
                  <a:pt x="170" y="1760"/>
                  <a:pt x="164" y="1895"/>
                  <a:pt x="258" y="1960"/>
                </a:cubicBezTo>
                <a:cubicBezTo>
                  <a:pt x="286" y="1979"/>
                  <a:pt x="315" y="1988"/>
                  <a:pt x="346" y="1988"/>
                </a:cubicBezTo>
                <a:cubicBezTo>
                  <a:pt x="419" y="1988"/>
                  <a:pt x="493" y="1935"/>
                  <a:pt x="534" y="1842"/>
                </a:cubicBezTo>
                <a:cubicBezTo>
                  <a:pt x="650" y="1583"/>
                  <a:pt x="650" y="1583"/>
                  <a:pt x="650" y="1583"/>
                </a:cubicBezTo>
                <a:cubicBezTo>
                  <a:pt x="702" y="1467"/>
                  <a:pt x="702" y="1467"/>
                  <a:pt x="702" y="1467"/>
                </a:cubicBezTo>
                <a:cubicBezTo>
                  <a:pt x="724" y="1418"/>
                  <a:pt x="717" y="1362"/>
                  <a:pt x="687" y="1341"/>
                </a:cubicBezTo>
                <a:close/>
                <a:moveTo>
                  <a:pt x="418" y="1872"/>
                </a:moveTo>
                <a:cubicBezTo>
                  <a:pt x="392" y="1909"/>
                  <a:pt x="341" y="1919"/>
                  <a:pt x="304" y="1893"/>
                </a:cubicBezTo>
                <a:cubicBezTo>
                  <a:pt x="267" y="1867"/>
                  <a:pt x="258" y="1817"/>
                  <a:pt x="284" y="1780"/>
                </a:cubicBezTo>
                <a:cubicBezTo>
                  <a:pt x="310" y="1743"/>
                  <a:pt x="360" y="1734"/>
                  <a:pt x="397" y="1759"/>
                </a:cubicBezTo>
                <a:cubicBezTo>
                  <a:pt x="434" y="1785"/>
                  <a:pt x="443" y="1836"/>
                  <a:pt x="418" y="1872"/>
                </a:cubicBezTo>
                <a:close/>
                <a:moveTo>
                  <a:pt x="256" y="376"/>
                </a:moveTo>
                <a:cubicBezTo>
                  <a:pt x="256" y="346"/>
                  <a:pt x="233" y="323"/>
                  <a:pt x="204" y="323"/>
                </a:cubicBezTo>
                <a:cubicBezTo>
                  <a:pt x="174" y="323"/>
                  <a:pt x="151" y="346"/>
                  <a:pt x="151" y="376"/>
                </a:cubicBezTo>
                <a:cubicBezTo>
                  <a:pt x="151" y="405"/>
                  <a:pt x="174" y="428"/>
                  <a:pt x="204" y="428"/>
                </a:cubicBezTo>
                <a:cubicBezTo>
                  <a:pt x="233" y="428"/>
                  <a:pt x="256" y="405"/>
                  <a:pt x="256" y="376"/>
                </a:cubicBezTo>
                <a:close/>
                <a:moveTo>
                  <a:pt x="1418" y="323"/>
                </a:moveTo>
                <a:cubicBezTo>
                  <a:pt x="1389" y="323"/>
                  <a:pt x="1366" y="346"/>
                  <a:pt x="1366" y="376"/>
                </a:cubicBezTo>
                <a:cubicBezTo>
                  <a:pt x="1366" y="405"/>
                  <a:pt x="1389" y="428"/>
                  <a:pt x="1418" y="428"/>
                </a:cubicBezTo>
                <a:cubicBezTo>
                  <a:pt x="1448" y="428"/>
                  <a:pt x="1471" y="405"/>
                  <a:pt x="1471" y="376"/>
                </a:cubicBezTo>
                <a:cubicBezTo>
                  <a:pt x="1471" y="346"/>
                  <a:pt x="1448" y="323"/>
                  <a:pt x="1418" y="323"/>
                </a:cubicBezTo>
                <a:close/>
                <a:moveTo>
                  <a:pt x="1418" y="1925"/>
                </a:moveTo>
                <a:cubicBezTo>
                  <a:pt x="1389" y="1925"/>
                  <a:pt x="1366" y="1949"/>
                  <a:pt x="1366" y="1978"/>
                </a:cubicBezTo>
                <a:cubicBezTo>
                  <a:pt x="1366" y="2007"/>
                  <a:pt x="1389" y="2031"/>
                  <a:pt x="1418" y="2031"/>
                </a:cubicBezTo>
                <a:cubicBezTo>
                  <a:pt x="1448" y="2031"/>
                  <a:pt x="1471" y="2007"/>
                  <a:pt x="1471" y="1978"/>
                </a:cubicBezTo>
                <a:cubicBezTo>
                  <a:pt x="1471" y="1949"/>
                  <a:pt x="1448" y="1925"/>
                  <a:pt x="1418" y="1925"/>
                </a:cubicBezTo>
                <a:close/>
              </a:path>
            </a:pathLst>
          </a:custGeom>
          <a:solidFill>
            <a:srgbClr val="FFFFFF"/>
          </a:solidFill>
          <a:ln>
            <a:noFill/>
          </a:ln>
        </p:spPr>
        <p:txBody>
          <a:bodyPr vert="horz" wrap="square" lIns="109683" tIns="54838" rIns="109683" bIns="54838" numCol="1" anchor="t" anchorCtr="0" compatLnSpc="1">
            <a:prstTxWarp prst="textNoShape">
              <a:avLst/>
            </a:prstTxWarp>
          </a:bodyPr>
          <a:lstStyle/>
          <a:p>
            <a:endParaRPr lang="en-US" sz="2133" dirty="0">
              <a:solidFill>
                <a:srgbClr val="292929"/>
              </a:solidFill>
            </a:endParaRPr>
          </a:p>
        </p:txBody>
      </p:sp>
      <p:sp>
        <p:nvSpPr>
          <p:cNvPr id="19" name="Freeform 79"/>
          <p:cNvSpPr>
            <a:spLocks noEditPoints="1"/>
          </p:cNvSpPr>
          <p:nvPr/>
        </p:nvSpPr>
        <p:spPr bwMode="black">
          <a:xfrm>
            <a:off x="2198589" y="2178546"/>
            <a:ext cx="374654" cy="506487"/>
          </a:xfrm>
          <a:custGeom>
            <a:avLst/>
            <a:gdLst>
              <a:gd name="T0" fmla="*/ 1441 w 1615"/>
              <a:gd name="T1" fmla="*/ 131 h 2179"/>
              <a:gd name="T2" fmla="*/ 1344 w 1615"/>
              <a:gd name="T3" fmla="*/ 16 h 2179"/>
              <a:gd name="T4" fmla="*/ 306 w 1615"/>
              <a:gd name="T5" fmla="*/ 0 h 2179"/>
              <a:gd name="T6" fmla="*/ 62 w 1615"/>
              <a:gd name="T7" fmla="*/ 171 h 2179"/>
              <a:gd name="T8" fmla="*/ 174 w 1615"/>
              <a:gd name="T9" fmla="*/ 131 h 2179"/>
              <a:gd name="T10" fmla="*/ 174 w 1615"/>
              <a:gd name="T11" fmla="*/ 180 h 2179"/>
              <a:gd name="T12" fmla="*/ 0 w 1615"/>
              <a:gd name="T13" fmla="*/ 2005 h 2179"/>
              <a:gd name="T14" fmla="*/ 1441 w 1615"/>
              <a:gd name="T15" fmla="*/ 2179 h 2179"/>
              <a:gd name="T16" fmla="*/ 1615 w 1615"/>
              <a:gd name="T17" fmla="*/ 354 h 2179"/>
              <a:gd name="T18" fmla="*/ 1518 w 1615"/>
              <a:gd name="T19" fmla="*/ 2005 h 2179"/>
              <a:gd name="T20" fmla="*/ 174 w 1615"/>
              <a:gd name="T21" fmla="*/ 2082 h 2179"/>
              <a:gd name="T22" fmla="*/ 97 w 1615"/>
              <a:gd name="T23" fmla="*/ 354 h 2179"/>
              <a:gd name="T24" fmla="*/ 1441 w 1615"/>
              <a:gd name="T25" fmla="*/ 277 h 2179"/>
              <a:gd name="T26" fmla="*/ 1518 w 1615"/>
              <a:gd name="T27" fmla="*/ 2005 h 2179"/>
              <a:gd name="T28" fmla="*/ 241 w 1615"/>
              <a:gd name="T29" fmla="*/ 1038 h 2179"/>
              <a:gd name="T30" fmla="*/ 532 w 1615"/>
              <a:gd name="T31" fmla="*/ 1339 h 2179"/>
              <a:gd name="T32" fmla="*/ 713 w 1615"/>
              <a:gd name="T33" fmla="*/ 1304 h 2179"/>
              <a:gd name="T34" fmla="*/ 695 w 1615"/>
              <a:gd name="T35" fmla="*/ 1594 h 2179"/>
              <a:gd name="T36" fmla="*/ 1375 w 1615"/>
              <a:gd name="T37" fmla="*/ 1038 h 2179"/>
              <a:gd name="T38" fmla="*/ 808 w 1615"/>
              <a:gd name="T39" fmla="*/ 1206 h 2179"/>
              <a:gd name="T40" fmla="*/ 808 w 1615"/>
              <a:gd name="T41" fmla="*/ 870 h 2179"/>
              <a:gd name="T42" fmla="*/ 808 w 1615"/>
              <a:gd name="T43" fmla="*/ 1206 h 2179"/>
              <a:gd name="T44" fmla="*/ 652 w 1615"/>
              <a:gd name="T45" fmla="*/ 1331 h 2179"/>
              <a:gd name="T46" fmla="*/ 453 w 1615"/>
              <a:gd name="T47" fmla="*/ 1481 h 2179"/>
              <a:gd name="T48" fmla="*/ 258 w 1615"/>
              <a:gd name="T49" fmla="*/ 1960 h 2179"/>
              <a:gd name="T50" fmla="*/ 534 w 1615"/>
              <a:gd name="T51" fmla="*/ 1842 h 2179"/>
              <a:gd name="T52" fmla="*/ 702 w 1615"/>
              <a:gd name="T53" fmla="*/ 1467 h 2179"/>
              <a:gd name="T54" fmla="*/ 418 w 1615"/>
              <a:gd name="T55" fmla="*/ 1872 h 2179"/>
              <a:gd name="T56" fmla="*/ 284 w 1615"/>
              <a:gd name="T57" fmla="*/ 1780 h 2179"/>
              <a:gd name="T58" fmla="*/ 418 w 1615"/>
              <a:gd name="T59" fmla="*/ 1872 h 2179"/>
              <a:gd name="T60" fmla="*/ 204 w 1615"/>
              <a:gd name="T61" fmla="*/ 323 h 2179"/>
              <a:gd name="T62" fmla="*/ 204 w 1615"/>
              <a:gd name="T63" fmla="*/ 428 h 2179"/>
              <a:gd name="T64" fmla="*/ 1418 w 1615"/>
              <a:gd name="T65" fmla="*/ 323 h 2179"/>
              <a:gd name="T66" fmla="*/ 1418 w 1615"/>
              <a:gd name="T67" fmla="*/ 428 h 2179"/>
              <a:gd name="T68" fmla="*/ 1418 w 1615"/>
              <a:gd name="T69" fmla="*/ 323 h 2179"/>
              <a:gd name="T70" fmla="*/ 1366 w 1615"/>
              <a:gd name="T71" fmla="*/ 1978 h 2179"/>
              <a:gd name="T72" fmla="*/ 1471 w 1615"/>
              <a:gd name="T73" fmla="*/ 1978 h 21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615" h="2179">
                <a:moveTo>
                  <a:pt x="174" y="131"/>
                </a:moveTo>
                <a:cubicBezTo>
                  <a:pt x="1441" y="131"/>
                  <a:pt x="1441" y="131"/>
                  <a:pt x="1441" y="131"/>
                </a:cubicBezTo>
                <a:cubicBezTo>
                  <a:pt x="1465" y="131"/>
                  <a:pt x="1488" y="136"/>
                  <a:pt x="1509" y="145"/>
                </a:cubicBezTo>
                <a:cubicBezTo>
                  <a:pt x="1344" y="16"/>
                  <a:pt x="1344" y="16"/>
                  <a:pt x="1344" y="16"/>
                </a:cubicBezTo>
                <a:cubicBezTo>
                  <a:pt x="1333" y="7"/>
                  <a:pt x="1312" y="0"/>
                  <a:pt x="1298" y="0"/>
                </a:cubicBezTo>
                <a:cubicBezTo>
                  <a:pt x="306" y="0"/>
                  <a:pt x="306" y="0"/>
                  <a:pt x="306" y="0"/>
                </a:cubicBezTo>
                <a:cubicBezTo>
                  <a:pt x="292" y="0"/>
                  <a:pt x="271" y="7"/>
                  <a:pt x="260" y="16"/>
                </a:cubicBezTo>
                <a:cubicBezTo>
                  <a:pt x="62" y="171"/>
                  <a:pt x="62" y="171"/>
                  <a:pt x="62" y="171"/>
                </a:cubicBezTo>
                <a:cubicBezTo>
                  <a:pt x="64" y="171"/>
                  <a:pt x="64" y="171"/>
                  <a:pt x="64" y="171"/>
                </a:cubicBezTo>
                <a:cubicBezTo>
                  <a:pt x="94" y="146"/>
                  <a:pt x="132" y="131"/>
                  <a:pt x="174" y="131"/>
                </a:cubicBezTo>
                <a:close/>
                <a:moveTo>
                  <a:pt x="1441" y="180"/>
                </a:moveTo>
                <a:cubicBezTo>
                  <a:pt x="174" y="180"/>
                  <a:pt x="174" y="180"/>
                  <a:pt x="174" y="180"/>
                </a:cubicBezTo>
                <a:cubicBezTo>
                  <a:pt x="78" y="180"/>
                  <a:pt x="0" y="258"/>
                  <a:pt x="0" y="354"/>
                </a:cubicBezTo>
                <a:cubicBezTo>
                  <a:pt x="0" y="2005"/>
                  <a:pt x="0" y="2005"/>
                  <a:pt x="0" y="2005"/>
                </a:cubicBezTo>
                <a:cubicBezTo>
                  <a:pt x="0" y="2101"/>
                  <a:pt x="78" y="2179"/>
                  <a:pt x="174" y="2179"/>
                </a:cubicBezTo>
                <a:cubicBezTo>
                  <a:pt x="1441" y="2179"/>
                  <a:pt x="1441" y="2179"/>
                  <a:pt x="1441" y="2179"/>
                </a:cubicBezTo>
                <a:cubicBezTo>
                  <a:pt x="1537" y="2179"/>
                  <a:pt x="1615" y="2101"/>
                  <a:pt x="1615" y="2005"/>
                </a:cubicBezTo>
                <a:cubicBezTo>
                  <a:pt x="1615" y="354"/>
                  <a:pt x="1615" y="354"/>
                  <a:pt x="1615" y="354"/>
                </a:cubicBezTo>
                <a:cubicBezTo>
                  <a:pt x="1615" y="258"/>
                  <a:pt x="1537" y="180"/>
                  <a:pt x="1441" y="180"/>
                </a:cubicBezTo>
                <a:close/>
                <a:moveTo>
                  <a:pt x="1518" y="2005"/>
                </a:moveTo>
                <a:cubicBezTo>
                  <a:pt x="1518" y="2047"/>
                  <a:pt x="1484" y="2082"/>
                  <a:pt x="1441" y="2082"/>
                </a:cubicBezTo>
                <a:cubicBezTo>
                  <a:pt x="174" y="2082"/>
                  <a:pt x="174" y="2082"/>
                  <a:pt x="174" y="2082"/>
                </a:cubicBezTo>
                <a:cubicBezTo>
                  <a:pt x="132" y="2082"/>
                  <a:pt x="97" y="2047"/>
                  <a:pt x="97" y="2005"/>
                </a:cubicBezTo>
                <a:cubicBezTo>
                  <a:pt x="97" y="354"/>
                  <a:pt x="97" y="354"/>
                  <a:pt x="97" y="354"/>
                </a:cubicBezTo>
                <a:cubicBezTo>
                  <a:pt x="97" y="312"/>
                  <a:pt x="132" y="277"/>
                  <a:pt x="174" y="277"/>
                </a:cubicBezTo>
                <a:cubicBezTo>
                  <a:pt x="1441" y="277"/>
                  <a:pt x="1441" y="277"/>
                  <a:pt x="1441" y="277"/>
                </a:cubicBezTo>
                <a:cubicBezTo>
                  <a:pt x="1484" y="277"/>
                  <a:pt x="1518" y="312"/>
                  <a:pt x="1518" y="354"/>
                </a:cubicBezTo>
                <a:lnTo>
                  <a:pt x="1518" y="2005"/>
                </a:lnTo>
                <a:close/>
                <a:moveTo>
                  <a:pt x="808" y="471"/>
                </a:moveTo>
                <a:cubicBezTo>
                  <a:pt x="494" y="471"/>
                  <a:pt x="241" y="725"/>
                  <a:pt x="241" y="1038"/>
                </a:cubicBezTo>
                <a:cubicBezTo>
                  <a:pt x="241" y="1201"/>
                  <a:pt x="309" y="1347"/>
                  <a:pt x="419" y="1451"/>
                </a:cubicBezTo>
                <a:cubicBezTo>
                  <a:pt x="532" y="1339"/>
                  <a:pt x="532" y="1339"/>
                  <a:pt x="532" y="1339"/>
                </a:cubicBezTo>
                <a:cubicBezTo>
                  <a:pt x="565" y="1305"/>
                  <a:pt x="610" y="1286"/>
                  <a:pt x="652" y="1286"/>
                </a:cubicBezTo>
                <a:cubicBezTo>
                  <a:pt x="675" y="1286"/>
                  <a:pt x="696" y="1292"/>
                  <a:pt x="713" y="1304"/>
                </a:cubicBezTo>
                <a:cubicBezTo>
                  <a:pt x="762" y="1337"/>
                  <a:pt x="775" y="1416"/>
                  <a:pt x="744" y="1486"/>
                </a:cubicBezTo>
                <a:cubicBezTo>
                  <a:pt x="695" y="1594"/>
                  <a:pt x="695" y="1594"/>
                  <a:pt x="695" y="1594"/>
                </a:cubicBezTo>
                <a:cubicBezTo>
                  <a:pt x="731" y="1601"/>
                  <a:pt x="769" y="1605"/>
                  <a:pt x="808" y="1605"/>
                </a:cubicBezTo>
                <a:cubicBezTo>
                  <a:pt x="1121" y="1605"/>
                  <a:pt x="1375" y="1351"/>
                  <a:pt x="1375" y="1038"/>
                </a:cubicBezTo>
                <a:cubicBezTo>
                  <a:pt x="1375" y="725"/>
                  <a:pt x="1121" y="471"/>
                  <a:pt x="808" y="471"/>
                </a:cubicBezTo>
                <a:close/>
                <a:moveTo>
                  <a:pt x="808" y="1206"/>
                </a:moveTo>
                <a:cubicBezTo>
                  <a:pt x="715" y="1206"/>
                  <a:pt x="640" y="1131"/>
                  <a:pt x="640" y="1038"/>
                </a:cubicBezTo>
                <a:cubicBezTo>
                  <a:pt x="640" y="945"/>
                  <a:pt x="715" y="870"/>
                  <a:pt x="808" y="870"/>
                </a:cubicBezTo>
                <a:cubicBezTo>
                  <a:pt x="900" y="870"/>
                  <a:pt x="976" y="945"/>
                  <a:pt x="976" y="1038"/>
                </a:cubicBezTo>
                <a:cubicBezTo>
                  <a:pt x="976" y="1131"/>
                  <a:pt x="900" y="1206"/>
                  <a:pt x="808" y="1206"/>
                </a:cubicBezTo>
                <a:close/>
                <a:moveTo>
                  <a:pt x="687" y="1341"/>
                </a:moveTo>
                <a:cubicBezTo>
                  <a:pt x="678" y="1334"/>
                  <a:pt x="665" y="1331"/>
                  <a:pt x="652" y="1331"/>
                </a:cubicBezTo>
                <a:cubicBezTo>
                  <a:pt x="623" y="1331"/>
                  <a:pt x="590" y="1345"/>
                  <a:pt x="564" y="1371"/>
                </a:cubicBezTo>
                <a:cubicBezTo>
                  <a:pt x="453" y="1481"/>
                  <a:pt x="453" y="1481"/>
                  <a:pt x="453" y="1481"/>
                </a:cubicBezTo>
                <a:cubicBezTo>
                  <a:pt x="271" y="1660"/>
                  <a:pt x="271" y="1660"/>
                  <a:pt x="271" y="1660"/>
                </a:cubicBezTo>
                <a:cubicBezTo>
                  <a:pt x="170" y="1760"/>
                  <a:pt x="164" y="1895"/>
                  <a:pt x="258" y="1960"/>
                </a:cubicBezTo>
                <a:cubicBezTo>
                  <a:pt x="286" y="1979"/>
                  <a:pt x="315" y="1988"/>
                  <a:pt x="346" y="1988"/>
                </a:cubicBezTo>
                <a:cubicBezTo>
                  <a:pt x="419" y="1988"/>
                  <a:pt x="493" y="1935"/>
                  <a:pt x="534" y="1842"/>
                </a:cubicBezTo>
                <a:cubicBezTo>
                  <a:pt x="650" y="1583"/>
                  <a:pt x="650" y="1583"/>
                  <a:pt x="650" y="1583"/>
                </a:cubicBezTo>
                <a:cubicBezTo>
                  <a:pt x="702" y="1467"/>
                  <a:pt x="702" y="1467"/>
                  <a:pt x="702" y="1467"/>
                </a:cubicBezTo>
                <a:cubicBezTo>
                  <a:pt x="724" y="1418"/>
                  <a:pt x="717" y="1362"/>
                  <a:pt x="687" y="1341"/>
                </a:cubicBezTo>
                <a:close/>
                <a:moveTo>
                  <a:pt x="418" y="1872"/>
                </a:moveTo>
                <a:cubicBezTo>
                  <a:pt x="392" y="1909"/>
                  <a:pt x="341" y="1919"/>
                  <a:pt x="304" y="1893"/>
                </a:cubicBezTo>
                <a:cubicBezTo>
                  <a:pt x="267" y="1867"/>
                  <a:pt x="258" y="1817"/>
                  <a:pt x="284" y="1780"/>
                </a:cubicBezTo>
                <a:cubicBezTo>
                  <a:pt x="310" y="1743"/>
                  <a:pt x="360" y="1734"/>
                  <a:pt x="397" y="1759"/>
                </a:cubicBezTo>
                <a:cubicBezTo>
                  <a:pt x="434" y="1785"/>
                  <a:pt x="443" y="1836"/>
                  <a:pt x="418" y="1872"/>
                </a:cubicBezTo>
                <a:close/>
                <a:moveTo>
                  <a:pt x="256" y="376"/>
                </a:moveTo>
                <a:cubicBezTo>
                  <a:pt x="256" y="346"/>
                  <a:pt x="233" y="323"/>
                  <a:pt x="204" y="323"/>
                </a:cubicBezTo>
                <a:cubicBezTo>
                  <a:pt x="174" y="323"/>
                  <a:pt x="151" y="346"/>
                  <a:pt x="151" y="376"/>
                </a:cubicBezTo>
                <a:cubicBezTo>
                  <a:pt x="151" y="405"/>
                  <a:pt x="174" y="428"/>
                  <a:pt x="204" y="428"/>
                </a:cubicBezTo>
                <a:cubicBezTo>
                  <a:pt x="233" y="428"/>
                  <a:pt x="256" y="405"/>
                  <a:pt x="256" y="376"/>
                </a:cubicBezTo>
                <a:close/>
                <a:moveTo>
                  <a:pt x="1418" y="323"/>
                </a:moveTo>
                <a:cubicBezTo>
                  <a:pt x="1389" y="323"/>
                  <a:pt x="1366" y="346"/>
                  <a:pt x="1366" y="376"/>
                </a:cubicBezTo>
                <a:cubicBezTo>
                  <a:pt x="1366" y="405"/>
                  <a:pt x="1389" y="428"/>
                  <a:pt x="1418" y="428"/>
                </a:cubicBezTo>
                <a:cubicBezTo>
                  <a:pt x="1448" y="428"/>
                  <a:pt x="1471" y="405"/>
                  <a:pt x="1471" y="376"/>
                </a:cubicBezTo>
                <a:cubicBezTo>
                  <a:pt x="1471" y="346"/>
                  <a:pt x="1448" y="323"/>
                  <a:pt x="1418" y="323"/>
                </a:cubicBezTo>
                <a:close/>
                <a:moveTo>
                  <a:pt x="1418" y="1925"/>
                </a:moveTo>
                <a:cubicBezTo>
                  <a:pt x="1389" y="1925"/>
                  <a:pt x="1366" y="1949"/>
                  <a:pt x="1366" y="1978"/>
                </a:cubicBezTo>
                <a:cubicBezTo>
                  <a:pt x="1366" y="2007"/>
                  <a:pt x="1389" y="2031"/>
                  <a:pt x="1418" y="2031"/>
                </a:cubicBezTo>
                <a:cubicBezTo>
                  <a:pt x="1448" y="2031"/>
                  <a:pt x="1471" y="2007"/>
                  <a:pt x="1471" y="1978"/>
                </a:cubicBezTo>
                <a:cubicBezTo>
                  <a:pt x="1471" y="1949"/>
                  <a:pt x="1448" y="1925"/>
                  <a:pt x="1418" y="1925"/>
                </a:cubicBezTo>
                <a:close/>
              </a:path>
            </a:pathLst>
          </a:custGeom>
          <a:solidFill>
            <a:srgbClr val="FFFFFF"/>
          </a:solidFill>
          <a:ln>
            <a:noFill/>
          </a:ln>
        </p:spPr>
        <p:txBody>
          <a:bodyPr vert="horz" wrap="square" lIns="109683" tIns="54838" rIns="109683" bIns="54838" numCol="1" anchor="t" anchorCtr="0" compatLnSpc="1">
            <a:prstTxWarp prst="textNoShape">
              <a:avLst/>
            </a:prstTxWarp>
          </a:bodyPr>
          <a:lstStyle/>
          <a:p>
            <a:endParaRPr lang="en-US" sz="2133" dirty="0">
              <a:solidFill>
                <a:srgbClr val="292929"/>
              </a:solidFill>
            </a:endParaRPr>
          </a:p>
        </p:txBody>
      </p:sp>
      <p:cxnSp>
        <p:nvCxnSpPr>
          <p:cNvPr id="26" name="Straight Connector 25"/>
          <p:cNvCxnSpPr/>
          <p:nvPr/>
        </p:nvCxnSpPr>
        <p:spPr>
          <a:xfrm>
            <a:off x="8309863" y="4565998"/>
            <a:ext cx="1045766" cy="322347"/>
          </a:xfrm>
          <a:prstGeom prst="line">
            <a:avLst/>
          </a:prstGeom>
          <a:ln w="38100" cap="rnd">
            <a:solidFill>
              <a:schemeClr val="tx2"/>
            </a:solidFill>
          </a:ln>
        </p:spPr>
        <p:style>
          <a:lnRef idx="1">
            <a:schemeClr val="accent1"/>
          </a:lnRef>
          <a:fillRef idx="0">
            <a:schemeClr val="accent1"/>
          </a:fillRef>
          <a:effectRef idx="0">
            <a:schemeClr val="accent1"/>
          </a:effectRef>
          <a:fontRef idx="minor">
            <a:schemeClr val="tx1"/>
          </a:fontRef>
        </p:style>
      </p:cxnSp>
      <p:cxnSp>
        <p:nvCxnSpPr>
          <p:cNvPr id="31" name="Straight Connector 30"/>
          <p:cNvCxnSpPr/>
          <p:nvPr/>
        </p:nvCxnSpPr>
        <p:spPr>
          <a:xfrm>
            <a:off x="8309861" y="4565990"/>
            <a:ext cx="0" cy="314633"/>
          </a:xfrm>
          <a:prstGeom prst="line">
            <a:avLst/>
          </a:prstGeom>
          <a:ln w="38100" cap="rnd">
            <a:solidFill>
              <a:schemeClr val="tx2"/>
            </a:solidFill>
          </a:ln>
        </p:spPr>
        <p:style>
          <a:lnRef idx="1">
            <a:schemeClr val="accent1"/>
          </a:lnRef>
          <a:fillRef idx="0">
            <a:schemeClr val="accent1"/>
          </a:fillRef>
          <a:effectRef idx="0">
            <a:schemeClr val="accent1"/>
          </a:effectRef>
          <a:fontRef idx="minor">
            <a:schemeClr val="tx1"/>
          </a:fontRef>
        </p:style>
      </p:cxnSp>
      <p:cxnSp>
        <p:nvCxnSpPr>
          <p:cNvPr id="34" name="Straight Connector 33"/>
          <p:cNvCxnSpPr/>
          <p:nvPr/>
        </p:nvCxnSpPr>
        <p:spPr>
          <a:xfrm>
            <a:off x="3145381" y="2467475"/>
            <a:ext cx="4824397" cy="1995721"/>
          </a:xfrm>
          <a:prstGeom prst="line">
            <a:avLst/>
          </a:prstGeom>
          <a:ln w="38100" cap="rnd">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6" name="Straight Connector 35"/>
          <p:cNvCxnSpPr/>
          <p:nvPr/>
        </p:nvCxnSpPr>
        <p:spPr>
          <a:xfrm flipH="1">
            <a:off x="2573245" y="1747752"/>
            <a:ext cx="201384" cy="1"/>
          </a:xfrm>
          <a:prstGeom prst="line">
            <a:avLst/>
          </a:prstGeom>
          <a:ln w="38100" cap="rnd">
            <a:solidFill>
              <a:schemeClr val="tx2"/>
            </a:solidFill>
          </a:ln>
        </p:spPr>
        <p:style>
          <a:lnRef idx="1">
            <a:schemeClr val="accent1"/>
          </a:lnRef>
          <a:fillRef idx="0">
            <a:schemeClr val="accent1"/>
          </a:fillRef>
          <a:effectRef idx="0">
            <a:schemeClr val="accent1"/>
          </a:effectRef>
          <a:fontRef idx="minor">
            <a:schemeClr val="tx1"/>
          </a:fontRef>
        </p:style>
      </p:cxnSp>
      <p:cxnSp>
        <p:nvCxnSpPr>
          <p:cNvPr id="39" name="Straight Connector 38"/>
          <p:cNvCxnSpPr/>
          <p:nvPr/>
        </p:nvCxnSpPr>
        <p:spPr>
          <a:xfrm>
            <a:off x="2961954" y="2000987"/>
            <a:ext cx="0" cy="177556"/>
          </a:xfrm>
          <a:prstGeom prst="line">
            <a:avLst/>
          </a:prstGeom>
          <a:ln w="38100" cap="rnd">
            <a:solidFill>
              <a:schemeClr val="tx2"/>
            </a:solidFill>
          </a:ln>
        </p:spPr>
        <p:style>
          <a:lnRef idx="1">
            <a:schemeClr val="accent1"/>
          </a:lnRef>
          <a:fillRef idx="0">
            <a:schemeClr val="accent1"/>
          </a:fillRef>
          <a:effectRef idx="0">
            <a:schemeClr val="accent1"/>
          </a:effectRef>
          <a:fontRef idx="minor">
            <a:schemeClr val="tx1"/>
          </a:fontRef>
        </p:style>
      </p:cxnSp>
      <p:cxnSp>
        <p:nvCxnSpPr>
          <p:cNvPr id="49" name="Straight Connector 48"/>
          <p:cNvCxnSpPr>
            <a:stCxn id="33" idx="3"/>
          </p:cNvCxnSpPr>
          <p:nvPr/>
        </p:nvCxnSpPr>
        <p:spPr>
          <a:xfrm flipV="1">
            <a:off x="2326780" y="4531637"/>
            <a:ext cx="5643004" cy="609543"/>
          </a:xfrm>
          <a:prstGeom prst="line">
            <a:avLst/>
          </a:prstGeom>
          <a:ln w="38100" cap="rnd">
            <a:solidFill>
              <a:schemeClr val="bg1"/>
            </a:solidFill>
          </a:ln>
        </p:spPr>
        <p:style>
          <a:lnRef idx="1">
            <a:schemeClr val="accent1"/>
          </a:lnRef>
          <a:fillRef idx="0">
            <a:schemeClr val="accent1"/>
          </a:fillRef>
          <a:effectRef idx="0">
            <a:schemeClr val="accent1"/>
          </a:effectRef>
          <a:fontRef idx="minor">
            <a:schemeClr val="tx1"/>
          </a:fontRef>
        </p:style>
      </p:cxnSp>
      <p:sp>
        <p:nvSpPr>
          <p:cNvPr id="21" name="Freeform 79"/>
          <p:cNvSpPr>
            <a:spLocks noEditPoints="1"/>
          </p:cNvSpPr>
          <p:nvPr/>
        </p:nvSpPr>
        <p:spPr bwMode="black">
          <a:xfrm>
            <a:off x="2774627" y="2178546"/>
            <a:ext cx="374654" cy="506487"/>
          </a:xfrm>
          <a:custGeom>
            <a:avLst/>
            <a:gdLst>
              <a:gd name="T0" fmla="*/ 1441 w 1615"/>
              <a:gd name="T1" fmla="*/ 131 h 2179"/>
              <a:gd name="T2" fmla="*/ 1344 w 1615"/>
              <a:gd name="T3" fmla="*/ 16 h 2179"/>
              <a:gd name="T4" fmla="*/ 306 w 1615"/>
              <a:gd name="T5" fmla="*/ 0 h 2179"/>
              <a:gd name="T6" fmla="*/ 62 w 1615"/>
              <a:gd name="T7" fmla="*/ 171 h 2179"/>
              <a:gd name="T8" fmla="*/ 174 w 1615"/>
              <a:gd name="T9" fmla="*/ 131 h 2179"/>
              <a:gd name="T10" fmla="*/ 174 w 1615"/>
              <a:gd name="T11" fmla="*/ 180 h 2179"/>
              <a:gd name="T12" fmla="*/ 0 w 1615"/>
              <a:gd name="T13" fmla="*/ 2005 h 2179"/>
              <a:gd name="T14" fmla="*/ 1441 w 1615"/>
              <a:gd name="T15" fmla="*/ 2179 h 2179"/>
              <a:gd name="T16" fmla="*/ 1615 w 1615"/>
              <a:gd name="T17" fmla="*/ 354 h 2179"/>
              <a:gd name="T18" fmla="*/ 1518 w 1615"/>
              <a:gd name="T19" fmla="*/ 2005 h 2179"/>
              <a:gd name="T20" fmla="*/ 174 w 1615"/>
              <a:gd name="T21" fmla="*/ 2082 h 2179"/>
              <a:gd name="T22" fmla="*/ 97 w 1615"/>
              <a:gd name="T23" fmla="*/ 354 h 2179"/>
              <a:gd name="T24" fmla="*/ 1441 w 1615"/>
              <a:gd name="T25" fmla="*/ 277 h 2179"/>
              <a:gd name="T26" fmla="*/ 1518 w 1615"/>
              <a:gd name="T27" fmla="*/ 2005 h 2179"/>
              <a:gd name="T28" fmla="*/ 241 w 1615"/>
              <a:gd name="T29" fmla="*/ 1038 h 2179"/>
              <a:gd name="T30" fmla="*/ 532 w 1615"/>
              <a:gd name="T31" fmla="*/ 1339 h 2179"/>
              <a:gd name="T32" fmla="*/ 713 w 1615"/>
              <a:gd name="T33" fmla="*/ 1304 h 2179"/>
              <a:gd name="T34" fmla="*/ 695 w 1615"/>
              <a:gd name="T35" fmla="*/ 1594 h 2179"/>
              <a:gd name="T36" fmla="*/ 1375 w 1615"/>
              <a:gd name="T37" fmla="*/ 1038 h 2179"/>
              <a:gd name="T38" fmla="*/ 808 w 1615"/>
              <a:gd name="T39" fmla="*/ 1206 h 2179"/>
              <a:gd name="T40" fmla="*/ 808 w 1615"/>
              <a:gd name="T41" fmla="*/ 870 h 2179"/>
              <a:gd name="T42" fmla="*/ 808 w 1615"/>
              <a:gd name="T43" fmla="*/ 1206 h 2179"/>
              <a:gd name="T44" fmla="*/ 652 w 1615"/>
              <a:gd name="T45" fmla="*/ 1331 h 2179"/>
              <a:gd name="T46" fmla="*/ 453 w 1615"/>
              <a:gd name="T47" fmla="*/ 1481 h 2179"/>
              <a:gd name="T48" fmla="*/ 258 w 1615"/>
              <a:gd name="T49" fmla="*/ 1960 h 2179"/>
              <a:gd name="T50" fmla="*/ 534 w 1615"/>
              <a:gd name="T51" fmla="*/ 1842 h 2179"/>
              <a:gd name="T52" fmla="*/ 702 w 1615"/>
              <a:gd name="T53" fmla="*/ 1467 h 2179"/>
              <a:gd name="T54" fmla="*/ 418 w 1615"/>
              <a:gd name="T55" fmla="*/ 1872 h 2179"/>
              <a:gd name="T56" fmla="*/ 284 w 1615"/>
              <a:gd name="T57" fmla="*/ 1780 h 2179"/>
              <a:gd name="T58" fmla="*/ 418 w 1615"/>
              <a:gd name="T59" fmla="*/ 1872 h 2179"/>
              <a:gd name="T60" fmla="*/ 204 w 1615"/>
              <a:gd name="T61" fmla="*/ 323 h 2179"/>
              <a:gd name="T62" fmla="*/ 204 w 1615"/>
              <a:gd name="T63" fmla="*/ 428 h 2179"/>
              <a:gd name="T64" fmla="*/ 1418 w 1615"/>
              <a:gd name="T65" fmla="*/ 323 h 2179"/>
              <a:gd name="T66" fmla="*/ 1418 w 1615"/>
              <a:gd name="T67" fmla="*/ 428 h 2179"/>
              <a:gd name="T68" fmla="*/ 1418 w 1615"/>
              <a:gd name="T69" fmla="*/ 323 h 2179"/>
              <a:gd name="T70" fmla="*/ 1366 w 1615"/>
              <a:gd name="T71" fmla="*/ 1978 h 2179"/>
              <a:gd name="T72" fmla="*/ 1471 w 1615"/>
              <a:gd name="T73" fmla="*/ 1978 h 21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615" h="2179">
                <a:moveTo>
                  <a:pt x="174" y="131"/>
                </a:moveTo>
                <a:cubicBezTo>
                  <a:pt x="1441" y="131"/>
                  <a:pt x="1441" y="131"/>
                  <a:pt x="1441" y="131"/>
                </a:cubicBezTo>
                <a:cubicBezTo>
                  <a:pt x="1465" y="131"/>
                  <a:pt x="1488" y="136"/>
                  <a:pt x="1509" y="145"/>
                </a:cubicBezTo>
                <a:cubicBezTo>
                  <a:pt x="1344" y="16"/>
                  <a:pt x="1344" y="16"/>
                  <a:pt x="1344" y="16"/>
                </a:cubicBezTo>
                <a:cubicBezTo>
                  <a:pt x="1333" y="7"/>
                  <a:pt x="1312" y="0"/>
                  <a:pt x="1298" y="0"/>
                </a:cubicBezTo>
                <a:cubicBezTo>
                  <a:pt x="306" y="0"/>
                  <a:pt x="306" y="0"/>
                  <a:pt x="306" y="0"/>
                </a:cubicBezTo>
                <a:cubicBezTo>
                  <a:pt x="292" y="0"/>
                  <a:pt x="271" y="7"/>
                  <a:pt x="260" y="16"/>
                </a:cubicBezTo>
                <a:cubicBezTo>
                  <a:pt x="62" y="171"/>
                  <a:pt x="62" y="171"/>
                  <a:pt x="62" y="171"/>
                </a:cubicBezTo>
                <a:cubicBezTo>
                  <a:pt x="64" y="171"/>
                  <a:pt x="64" y="171"/>
                  <a:pt x="64" y="171"/>
                </a:cubicBezTo>
                <a:cubicBezTo>
                  <a:pt x="94" y="146"/>
                  <a:pt x="132" y="131"/>
                  <a:pt x="174" y="131"/>
                </a:cubicBezTo>
                <a:close/>
                <a:moveTo>
                  <a:pt x="1441" y="180"/>
                </a:moveTo>
                <a:cubicBezTo>
                  <a:pt x="174" y="180"/>
                  <a:pt x="174" y="180"/>
                  <a:pt x="174" y="180"/>
                </a:cubicBezTo>
                <a:cubicBezTo>
                  <a:pt x="78" y="180"/>
                  <a:pt x="0" y="258"/>
                  <a:pt x="0" y="354"/>
                </a:cubicBezTo>
                <a:cubicBezTo>
                  <a:pt x="0" y="2005"/>
                  <a:pt x="0" y="2005"/>
                  <a:pt x="0" y="2005"/>
                </a:cubicBezTo>
                <a:cubicBezTo>
                  <a:pt x="0" y="2101"/>
                  <a:pt x="78" y="2179"/>
                  <a:pt x="174" y="2179"/>
                </a:cubicBezTo>
                <a:cubicBezTo>
                  <a:pt x="1441" y="2179"/>
                  <a:pt x="1441" y="2179"/>
                  <a:pt x="1441" y="2179"/>
                </a:cubicBezTo>
                <a:cubicBezTo>
                  <a:pt x="1537" y="2179"/>
                  <a:pt x="1615" y="2101"/>
                  <a:pt x="1615" y="2005"/>
                </a:cubicBezTo>
                <a:cubicBezTo>
                  <a:pt x="1615" y="354"/>
                  <a:pt x="1615" y="354"/>
                  <a:pt x="1615" y="354"/>
                </a:cubicBezTo>
                <a:cubicBezTo>
                  <a:pt x="1615" y="258"/>
                  <a:pt x="1537" y="180"/>
                  <a:pt x="1441" y="180"/>
                </a:cubicBezTo>
                <a:close/>
                <a:moveTo>
                  <a:pt x="1518" y="2005"/>
                </a:moveTo>
                <a:cubicBezTo>
                  <a:pt x="1518" y="2047"/>
                  <a:pt x="1484" y="2082"/>
                  <a:pt x="1441" y="2082"/>
                </a:cubicBezTo>
                <a:cubicBezTo>
                  <a:pt x="174" y="2082"/>
                  <a:pt x="174" y="2082"/>
                  <a:pt x="174" y="2082"/>
                </a:cubicBezTo>
                <a:cubicBezTo>
                  <a:pt x="132" y="2082"/>
                  <a:pt x="97" y="2047"/>
                  <a:pt x="97" y="2005"/>
                </a:cubicBezTo>
                <a:cubicBezTo>
                  <a:pt x="97" y="354"/>
                  <a:pt x="97" y="354"/>
                  <a:pt x="97" y="354"/>
                </a:cubicBezTo>
                <a:cubicBezTo>
                  <a:pt x="97" y="312"/>
                  <a:pt x="132" y="277"/>
                  <a:pt x="174" y="277"/>
                </a:cubicBezTo>
                <a:cubicBezTo>
                  <a:pt x="1441" y="277"/>
                  <a:pt x="1441" y="277"/>
                  <a:pt x="1441" y="277"/>
                </a:cubicBezTo>
                <a:cubicBezTo>
                  <a:pt x="1484" y="277"/>
                  <a:pt x="1518" y="312"/>
                  <a:pt x="1518" y="354"/>
                </a:cubicBezTo>
                <a:lnTo>
                  <a:pt x="1518" y="2005"/>
                </a:lnTo>
                <a:close/>
                <a:moveTo>
                  <a:pt x="808" y="471"/>
                </a:moveTo>
                <a:cubicBezTo>
                  <a:pt x="494" y="471"/>
                  <a:pt x="241" y="725"/>
                  <a:pt x="241" y="1038"/>
                </a:cubicBezTo>
                <a:cubicBezTo>
                  <a:pt x="241" y="1201"/>
                  <a:pt x="309" y="1347"/>
                  <a:pt x="419" y="1451"/>
                </a:cubicBezTo>
                <a:cubicBezTo>
                  <a:pt x="532" y="1339"/>
                  <a:pt x="532" y="1339"/>
                  <a:pt x="532" y="1339"/>
                </a:cubicBezTo>
                <a:cubicBezTo>
                  <a:pt x="565" y="1305"/>
                  <a:pt x="610" y="1286"/>
                  <a:pt x="652" y="1286"/>
                </a:cubicBezTo>
                <a:cubicBezTo>
                  <a:pt x="675" y="1286"/>
                  <a:pt x="696" y="1292"/>
                  <a:pt x="713" y="1304"/>
                </a:cubicBezTo>
                <a:cubicBezTo>
                  <a:pt x="762" y="1337"/>
                  <a:pt x="775" y="1416"/>
                  <a:pt x="744" y="1486"/>
                </a:cubicBezTo>
                <a:cubicBezTo>
                  <a:pt x="695" y="1594"/>
                  <a:pt x="695" y="1594"/>
                  <a:pt x="695" y="1594"/>
                </a:cubicBezTo>
                <a:cubicBezTo>
                  <a:pt x="731" y="1601"/>
                  <a:pt x="769" y="1605"/>
                  <a:pt x="808" y="1605"/>
                </a:cubicBezTo>
                <a:cubicBezTo>
                  <a:pt x="1121" y="1605"/>
                  <a:pt x="1375" y="1351"/>
                  <a:pt x="1375" y="1038"/>
                </a:cubicBezTo>
                <a:cubicBezTo>
                  <a:pt x="1375" y="725"/>
                  <a:pt x="1121" y="471"/>
                  <a:pt x="808" y="471"/>
                </a:cubicBezTo>
                <a:close/>
                <a:moveTo>
                  <a:pt x="808" y="1206"/>
                </a:moveTo>
                <a:cubicBezTo>
                  <a:pt x="715" y="1206"/>
                  <a:pt x="640" y="1131"/>
                  <a:pt x="640" y="1038"/>
                </a:cubicBezTo>
                <a:cubicBezTo>
                  <a:pt x="640" y="945"/>
                  <a:pt x="715" y="870"/>
                  <a:pt x="808" y="870"/>
                </a:cubicBezTo>
                <a:cubicBezTo>
                  <a:pt x="900" y="870"/>
                  <a:pt x="976" y="945"/>
                  <a:pt x="976" y="1038"/>
                </a:cubicBezTo>
                <a:cubicBezTo>
                  <a:pt x="976" y="1131"/>
                  <a:pt x="900" y="1206"/>
                  <a:pt x="808" y="1206"/>
                </a:cubicBezTo>
                <a:close/>
                <a:moveTo>
                  <a:pt x="687" y="1341"/>
                </a:moveTo>
                <a:cubicBezTo>
                  <a:pt x="678" y="1334"/>
                  <a:pt x="665" y="1331"/>
                  <a:pt x="652" y="1331"/>
                </a:cubicBezTo>
                <a:cubicBezTo>
                  <a:pt x="623" y="1331"/>
                  <a:pt x="590" y="1345"/>
                  <a:pt x="564" y="1371"/>
                </a:cubicBezTo>
                <a:cubicBezTo>
                  <a:pt x="453" y="1481"/>
                  <a:pt x="453" y="1481"/>
                  <a:pt x="453" y="1481"/>
                </a:cubicBezTo>
                <a:cubicBezTo>
                  <a:pt x="271" y="1660"/>
                  <a:pt x="271" y="1660"/>
                  <a:pt x="271" y="1660"/>
                </a:cubicBezTo>
                <a:cubicBezTo>
                  <a:pt x="170" y="1760"/>
                  <a:pt x="164" y="1895"/>
                  <a:pt x="258" y="1960"/>
                </a:cubicBezTo>
                <a:cubicBezTo>
                  <a:pt x="286" y="1979"/>
                  <a:pt x="315" y="1988"/>
                  <a:pt x="346" y="1988"/>
                </a:cubicBezTo>
                <a:cubicBezTo>
                  <a:pt x="419" y="1988"/>
                  <a:pt x="493" y="1935"/>
                  <a:pt x="534" y="1842"/>
                </a:cubicBezTo>
                <a:cubicBezTo>
                  <a:pt x="650" y="1583"/>
                  <a:pt x="650" y="1583"/>
                  <a:pt x="650" y="1583"/>
                </a:cubicBezTo>
                <a:cubicBezTo>
                  <a:pt x="702" y="1467"/>
                  <a:pt x="702" y="1467"/>
                  <a:pt x="702" y="1467"/>
                </a:cubicBezTo>
                <a:cubicBezTo>
                  <a:pt x="724" y="1418"/>
                  <a:pt x="717" y="1362"/>
                  <a:pt x="687" y="1341"/>
                </a:cubicBezTo>
                <a:close/>
                <a:moveTo>
                  <a:pt x="418" y="1872"/>
                </a:moveTo>
                <a:cubicBezTo>
                  <a:pt x="392" y="1909"/>
                  <a:pt x="341" y="1919"/>
                  <a:pt x="304" y="1893"/>
                </a:cubicBezTo>
                <a:cubicBezTo>
                  <a:pt x="267" y="1867"/>
                  <a:pt x="258" y="1817"/>
                  <a:pt x="284" y="1780"/>
                </a:cubicBezTo>
                <a:cubicBezTo>
                  <a:pt x="310" y="1743"/>
                  <a:pt x="360" y="1734"/>
                  <a:pt x="397" y="1759"/>
                </a:cubicBezTo>
                <a:cubicBezTo>
                  <a:pt x="434" y="1785"/>
                  <a:pt x="443" y="1836"/>
                  <a:pt x="418" y="1872"/>
                </a:cubicBezTo>
                <a:close/>
                <a:moveTo>
                  <a:pt x="256" y="376"/>
                </a:moveTo>
                <a:cubicBezTo>
                  <a:pt x="256" y="346"/>
                  <a:pt x="233" y="323"/>
                  <a:pt x="204" y="323"/>
                </a:cubicBezTo>
                <a:cubicBezTo>
                  <a:pt x="174" y="323"/>
                  <a:pt x="151" y="346"/>
                  <a:pt x="151" y="376"/>
                </a:cubicBezTo>
                <a:cubicBezTo>
                  <a:pt x="151" y="405"/>
                  <a:pt x="174" y="428"/>
                  <a:pt x="204" y="428"/>
                </a:cubicBezTo>
                <a:cubicBezTo>
                  <a:pt x="233" y="428"/>
                  <a:pt x="256" y="405"/>
                  <a:pt x="256" y="376"/>
                </a:cubicBezTo>
                <a:close/>
                <a:moveTo>
                  <a:pt x="1418" y="323"/>
                </a:moveTo>
                <a:cubicBezTo>
                  <a:pt x="1389" y="323"/>
                  <a:pt x="1366" y="346"/>
                  <a:pt x="1366" y="376"/>
                </a:cubicBezTo>
                <a:cubicBezTo>
                  <a:pt x="1366" y="405"/>
                  <a:pt x="1389" y="428"/>
                  <a:pt x="1418" y="428"/>
                </a:cubicBezTo>
                <a:cubicBezTo>
                  <a:pt x="1448" y="428"/>
                  <a:pt x="1471" y="405"/>
                  <a:pt x="1471" y="376"/>
                </a:cubicBezTo>
                <a:cubicBezTo>
                  <a:pt x="1471" y="346"/>
                  <a:pt x="1448" y="323"/>
                  <a:pt x="1418" y="323"/>
                </a:cubicBezTo>
                <a:close/>
                <a:moveTo>
                  <a:pt x="1418" y="1925"/>
                </a:moveTo>
                <a:cubicBezTo>
                  <a:pt x="1389" y="1925"/>
                  <a:pt x="1366" y="1949"/>
                  <a:pt x="1366" y="1978"/>
                </a:cubicBezTo>
                <a:cubicBezTo>
                  <a:pt x="1366" y="2007"/>
                  <a:pt x="1389" y="2031"/>
                  <a:pt x="1418" y="2031"/>
                </a:cubicBezTo>
                <a:cubicBezTo>
                  <a:pt x="1448" y="2031"/>
                  <a:pt x="1471" y="2007"/>
                  <a:pt x="1471" y="1978"/>
                </a:cubicBezTo>
                <a:cubicBezTo>
                  <a:pt x="1471" y="1949"/>
                  <a:pt x="1448" y="1925"/>
                  <a:pt x="1418" y="1925"/>
                </a:cubicBezTo>
                <a:close/>
              </a:path>
            </a:pathLst>
          </a:custGeom>
          <a:solidFill>
            <a:srgbClr val="FFFFFF"/>
          </a:solidFill>
          <a:ln>
            <a:noFill/>
          </a:ln>
        </p:spPr>
        <p:txBody>
          <a:bodyPr vert="horz" wrap="square" lIns="109683" tIns="54838" rIns="109683" bIns="54838" numCol="1" anchor="t" anchorCtr="0" compatLnSpc="1">
            <a:prstTxWarp prst="textNoShape">
              <a:avLst/>
            </a:prstTxWarp>
          </a:bodyPr>
          <a:lstStyle/>
          <a:p>
            <a:endParaRPr lang="en-US" sz="2133" dirty="0">
              <a:solidFill>
                <a:srgbClr val="292929"/>
              </a:solidFill>
            </a:endParaRPr>
          </a:p>
        </p:txBody>
      </p:sp>
      <p:sp>
        <p:nvSpPr>
          <p:cNvPr id="18" name="Freeform 79"/>
          <p:cNvSpPr>
            <a:spLocks noEditPoints="1"/>
          </p:cNvSpPr>
          <p:nvPr/>
        </p:nvSpPr>
        <p:spPr bwMode="black">
          <a:xfrm>
            <a:off x="2198589" y="1494500"/>
            <a:ext cx="374654" cy="506487"/>
          </a:xfrm>
          <a:custGeom>
            <a:avLst/>
            <a:gdLst>
              <a:gd name="T0" fmla="*/ 1441 w 1615"/>
              <a:gd name="T1" fmla="*/ 131 h 2179"/>
              <a:gd name="T2" fmla="*/ 1344 w 1615"/>
              <a:gd name="T3" fmla="*/ 16 h 2179"/>
              <a:gd name="T4" fmla="*/ 306 w 1615"/>
              <a:gd name="T5" fmla="*/ 0 h 2179"/>
              <a:gd name="T6" fmla="*/ 62 w 1615"/>
              <a:gd name="T7" fmla="*/ 171 h 2179"/>
              <a:gd name="T8" fmla="*/ 174 w 1615"/>
              <a:gd name="T9" fmla="*/ 131 h 2179"/>
              <a:gd name="T10" fmla="*/ 174 w 1615"/>
              <a:gd name="T11" fmla="*/ 180 h 2179"/>
              <a:gd name="T12" fmla="*/ 0 w 1615"/>
              <a:gd name="T13" fmla="*/ 2005 h 2179"/>
              <a:gd name="T14" fmla="*/ 1441 w 1615"/>
              <a:gd name="T15" fmla="*/ 2179 h 2179"/>
              <a:gd name="T16" fmla="*/ 1615 w 1615"/>
              <a:gd name="T17" fmla="*/ 354 h 2179"/>
              <a:gd name="T18" fmla="*/ 1518 w 1615"/>
              <a:gd name="T19" fmla="*/ 2005 h 2179"/>
              <a:gd name="T20" fmla="*/ 174 w 1615"/>
              <a:gd name="T21" fmla="*/ 2082 h 2179"/>
              <a:gd name="T22" fmla="*/ 97 w 1615"/>
              <a:gd name="T23" fmla="*/ 354 h 2179"/>
              <a:gd name="T24" fmla="*/ 1441 w 1615"/>
              <a:gd name="T25" fmla="*/ 277 h 2179"/>
              <a:gd name="T26" fmla="*/ 1518 w 1615"/>
              <a:gd name="T27" fmla="*/ 2005 h 2179"/>
              <a:gd name="T28" fmla="*/ 241 w 1615"/>
              <a:gd name="T29" fmla="*/ 1038 h 2179"/>
              <a:gd name="T30" fmla="*/ 532 w 1615"/>
              <a:gd name="T31" fmla="*/ 1339 h 2179"/>
              <a:gd name="T32" fmla="*/ 713 w 1615"/>
              <a:gd name="T33" fmla="*/ 1304 h 2179"/>
              <a:gd name="T34" fmla="*/ 695 w 1615"/>
              <a:gd name="T35" fmla="*/ 1594 h 2179"/>
              <a:gd name="T36" fmla="*/ 1375 w 1615"/>
              <a:gd name="T37" fmla="*/ 1038 h 2179"/>
              <a:gd name="T38" fmla="*/ 808 w 1615"/>
              <a:gd name="T39" fmla="*/ 1206 h 2179"/>
              <a:gd name="T40" fmla="*/ 808 w 1615"/>
              <a:gd name="T41" fmla="*/ 870 h 2179"/>
              <a:gd name="T42" fmla="*/ 808 w 1615"/>
              <a:gd name="T43" fmla="*/ 1206 h 2179"/>
              <a:gd name="T44" fmla="*/ 652 w 1615"/>
              <a:gd name="T45" fmla="*/ 1331 h 2179"/>
              <a:gd name="T46" fmla="*/ 453 w 1615"/>
              <a:gd name="T47" fmla="*/ 1481 h 2179"/>
              <a:gd name="T48" fmla="*/ 258 w 1615"/>
              <a:gd name="T49" fmla="*/ 1960 h 2179"/>
              <a:gd name="T50" fmla="*/ 534 w 1615"/>
              <a:gd name="T51" fmla="*/ 1842 h 2179"/>
              <a:gd name="T52" fmla="*/ 702 w 1615"/>
              <a:gd name="T53" fmla="*/ 1467 h 2179"/>
              <a:gd name="T54" fmla="*/ 418 w 1615"/>
              <a:gd name="T55" fmla="*/ 1872 h 2179"/>
              <a:gd name="T56" fmla="*/ 284 w 1615"/>
              <a:gd name="T57" fmla="*/ 1780 h 2179"/>
              <a:gd name="T58" fmla="*/ 418 w 1615"/>
              <a:gd name="T59" fmla="*/ 1872 h 2179"/>
              <a:gd name="T60" fmla="*/ 204 w 1615"/>
              <a:gd name="T61" fmla="*/ 323 h 2179"/>
              <a:gd name="T62" fmla="*/ 204 w 1615"/>
              <a:gd name="T63" fmla="*/ 428 h 2179"/>
              <a:gd name="T64" fmla="*/ 1418 w 1615"/>
              <a:gd name="T65" fmla="*/ 323 h 2179"/>
              <a:gd name="T66" fmla="*/ 1418 w 1615"/>
              <a:gd name="T67" fmla="*/ 428 h 2179"/>
              <a:gd name="T68" fmla="*/ 1418 w 1615"/>
              <a:gd name="T69" fmla="*/ 323 h 2179"/>
              <a:gd name="T70" fmla="*/ 1366 w 1615"/>
              <a:gd name="T71" fmla="*/ 1978 h 2179"/>
              <a:gd name="T72" fmla="*/ 1471 w 1615"/>
              <a:gd name="T73" fmla="*/ 1978 h 21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615" h="2179">
                <a:moveTo>
                  <a:pt x="174" y="131"/>
                </a:moveTo>
                <a:cubicBezTo>
                  <a:pt x="1441" y="131"/>
                  <a:pt x="1441" y="131"/>
                  <a:pt x="1441" y="131"/>
                </a:cubicBezTo>
                <a:cubicBezTo>
                  <a:pt x="1465" y="131"/>
                  <a:pt x="1488" y="136"/>
                  <a:pt x="1509" y="145"/>
                </a:cubicBezTo>
                <a:cubicBezTo>
                  <a:pt x="1344" y="16"/>
                  <a:pt x="1344" y="16"/>
                  <a:pt x="1344" y="16"/>
                </a:cubicBezTo>
                <a:cubicBezTo>
                  <a:pt x="1333" y="7"/>
                  <a:pt x="1312" y="0"/>
                  <a:pt x="1298" y="0"/>
                </a:cubicBezTo>
                <a:cubicBezTo>
                  <a:pt x="306" y="0"/>
                  <a:pt x="306" y="0"/>
                  <a:pt x="306" y="0"/>
                </a:cubicBezTo>
                <a:cubicBezTo>
                  <a:pt x="292" y="0"/>
                  <a:pt x="271" y="7"/>
                  <a:pt x="260" y="16"/>
                </a:cubicBezTo>
                <a:cubicBezTo>
                  <a:pt x="62" y="171"/>
                  <a:pt x="62" y="171"/>
                  <a:pt x="62" y="171"/>
                </a:cubicBezTo>
                <a:cubicBezTo>
                  <a:pt x="64" y="171"/>
                  <a:pt x="64" y="171"/>
                  <a:pt x="64" y="171"/>
                </a:cubicBezTo>
                <a:cubicBezTo>
                  <a:pt x="94" y="146"/>
                  <a:pt x="132" y="131"/>
                  <a:pt x="174" y="131"/>
                </a:cubicBezTo>
                <a:close/>
                <a:moveTo>
                  <a:pt x="1441" y="180"/>
                </a:moveTo>
                <a:cubicBezTo>
                  <a:pt x="174" y="180"/>
                  <a:pt x="174" y="180"/>
                  <a:pt x="174" y="180"/>
                </a:cubicBezTo>
                <a:cubicBezTo>
                  <a:pt x="78" y="180"/>
                  <a:pt x="0" y="258"/>
                  <a:pt x="0" y="354"/>
                </a:cubicBezTo>
                <a:cubicBezTo>
                  <a:pt x="0" y="2005"/>
                  <a:pt x="0" y="2005"/>
                  <a:pt x="0" y="2005"/>
                </a:cubicBezTo>
                <a:cubicBezTo>
                  <a:pt x="0" y="2101"/>
                  <a:pt x="78" y="2179"/>
                  <a:pt x="174" y="2179"/>
                </a:cubicBezTo>
                <a:cubicBezTo>
                  <a:pt x="1441" y="2179"/>
                  <a:pt x="1441" y="2179"/>
                  <a:pt x="1441" y="2179"/>
                </a:cubicBezTo>
                <a:cubicBezTo>
                  <a:pt x="1537" y="2179"/>
                  <a:pt x="1615" y="2101"/>
                  <a:pt x="1615" y="2005"/>
                </a:cubicBezTo>
                <a:cubicBezTo>
                  <a:pt x="1615" y="354"/>
                  <a:pt x="1615" y="354"/>
                  <a:pt x="1615" y="354"/>
                </a:cubicBezTo>
                <a:cubicBezTo>
                  <a:pt x="1615" y="258"/>
                  <a:pt x="1537" y="180"/>
                  <a:pt x="1441" y="180"/>
                </a:cubicBezTo>
                <a:close/>
                <a:moveTo>
                  <a:pt x="1518" y="2005"/>
                </a:moveTo>
                <a:cubicBezTo>
                  <a:pt x="1518" y="2047"/>
                  <a:pt x="1484" y="2082"/>
                  <a:pt x="1441" y="2082"/>
                </a:cubicBezTo>
                <a:cubicBezTo>
                  <a:pt x="174" y="2082"/>
                  <a:pt x="174" y="2082"/>
                  <a:pt x="174" y="2082"/>
                </a:cubicBezTo>
                <a:cubicBezTo>
                  <a:pt x="132" y="2082"/>
                  <a:pt x="97" y="2047"/>
                  <a:pt x="97" y="2005"/>
                </a:cubicBezTo>
                <a:cubicBezTo>
                  <a:pt x="97" y="354"/>
                  <a:pt x="97" y="354"/>
                  <a:pt x="97" y="354"/>
                </a:cubicBezTo>
                <a:cubicBezTo>
                  <a:pt x="97" y="312"/>
                  <a:pt x="132" y="277"/>
                  <a:pt x="174" y="277"/>
                </a:cubicBezTo>
                <a:cubicBezTo>
                  <a:pt x="1441" y="277"/>
                  <a:pt x="1441" y="277"/>
                  <a:pt x="1441" y="277"/>
                </a:cubicBezTo>
                <a:cubicBezTo>
                  <a:pt x="1484" y="277"/>
                  <a:pt x="1518" y="312"/>
                  <a:pt x="1518" y="354"/>
                </a:cubicBezTo>
                <a:lnTo>
                  <a:pt x="1518" y="2005"/>
                </a:lnTo>
                <a:close/>
                <a:moveTo>
                  <a:pt x="808" y="471"/>
                </a:moveTo>
                <a:cubicBezTo>
                  <a:pt x="494" y="471"/>
                  <a:pt x="241" y="725"/>
                  <a:pt x="241" y="1038"/>
                </a:cubicBezTo>
                <a:cubicBezTo>
                  <a:pt x="241" y="1201"/>
                  <a:pt x="309" y="1347"/>
                  <a:pt x="419" y="1451"/>
                </a:cubicBezTo>
                <a:cubicBezTo>
                  <a:pt x="532" y="1339"/>
                  <a:pt x="532" y="1339"/>
                  <a:pt x="532" y="1339"/>
                </a:cubicBezTo>
                <a:cubicBezTo>
                  <a:pt x="565" y="1305"/>
                  <a:pt x="610" y="1286"/>
                  <a:pt x="652" y="1286"/>
                </a:cubicBezTo>
                <a:cubicBezTo>
                  <a:pt x="675" y="1286"/>
                  <a:pt x="696" y="1292"/>
                  <a:pt x="713" y="1304"/>
                </a:cubicBezTo>
                <a:cubicBezTo>
                  <a:pt x="762" y="1337"/>
                  <a:pt x="775" y="1416"/>
                  <a:pt x="744" y="1486"/>
                </a:cubicBezTo>
                <a:cubicBezTo>
                  <a:pt x="695" y="1594"/>
                  <a:pt x="695" y="1594"/>
                  <a:pt x="695" y="1594"/>
                </a:cubicBezTo>
                <a:cubicBezTo>
                  <a:pt x="731" y="1601"/>
                  <a:pt x="769" y="1605"/>
                  <a:pt x="808" y="1605"/>
                </a:cubicBezTo>
                <a:cubicBezTo>
                  <a:pt x="1121" y="1605"/>
                  <a:pt x="1375" y="1351"/>
                  <a:pt x="1375" y="1038"/>
                </a:cubicBezTo>
                <a:cubicBezTo>
                  <a:pt x="1375" y="725"/>
                  <a:pt x="1121" y="471"/>
                  <a:pt x="808" y="471"/>
                </a:cubicBezTo>
                <a:close/>
                <a:moveTo>
                  <a:pt x="808" y="1206"/>
                </a:moveTo>
                <a:cubicBezTo>
                  <a:pt x="715" y="1206"/>
                  <a:pt x="640" y="1131"/>
                  <a:pt x="640" y="1038"/>
                </a:cubicBezTo>
                <a:cubicBezTo>
                  <a:pt x="640" y="945"/>
                  <a:pt x="715" y="870"/>
                  <a:pt x="808" y="870"/>
                </a:cubicBezTo>
                <a:cubicBezTo>
                  <a:pt x="900" y="870"/>
                  <a:pt x="976" y="945"/>
                  <a:pt x="976" y="1038"/>
                </a:cubicBezTo>
                <a:cubicBezTo>
                  <a:pt x="976" y="1131"/>
                  <a:pt x="900" y="1206"/>
                  <a:pt x="808" y="1206"/>
                </a:cubicBezTo>
                <a:close/>
                <a:moveTo>
                  <a:pt x="687" y="1341"/>
                </a:moveTo>
                <a:cubicBezTo>
                  <a:pt x="678" y="1334"/>
                  <a:pt x="665" y="1331"/>
                  <a:pt x="652" y="1331"/>
                </a:cubicBezTo>
                <a:cubicBezTo>
                  <a:pt x="623" y="1331"/>
                  <a:pt x="590" y="1345"/>
                  <a:pt x="564" y="1371"/>
                </a:cubicBezTo>
                <a:cubicBezTo>
                  <a:pt x="453" y="1481"/>
                  <a:pt x="453" y="1481"/>
                  <a:pt x="453" y="1481"/>
                </a:cubicBezTo>
                <a:cubicBezTo>
                  <a:pt x="271" y="1660"/>
                  <a:pt x="271" y="1660"/>
                  <a:pt x="271" y="1660"/>
                </a:cubicBezTo>
                <a:cubicBezTo>
                  <a:pt x="170" y="1760"/>
                  <a:pt x="164" y="1895"/>
                  <a:pt x="258" y="1960"/>
                </a:cubicBezTo>
                <a:cubicBezTo>
                  <a:pt x="286" y="1979"/>
                  <a:pt x="315" y="1988"/>
                  <a:pt x="346" y="1988"/>
                </a:cubicBezTo>
                <a:cubicBezTo>
                  <a:pt x="419" y="1988"/>
                  <a:pt x="493" y="1935"/>
                  <a:pt x="534" y="1842"/>
                </a:cubicBezTo>
                <a:cubicBezTo>
                  <a:pt x="650" y="1583"/>
                  <a:pt x="650" y="1583"/>
                  <a:pt x="650" y="1583"/>
                </a:cubicBezTo>
                <a:cubicBezTo>
                  <a:pt x="702" y="1467"/>
                  <a:pt x="702" y="1467"/>
                  <a:pt x="702" y="1467"/>
                </a:cubicBezTo>
                <a:cubicBezTo>
                  <a:pt x="724" y="1418"/>
                  <a:pt x="717" y="1362"/>
                  <a:pt x="687" y="1341"/>
                </a:cubicBezTo>
                <a:close/>
                <a:moveTo>
                  <a:pt x="418" y="1872"/>
                </a:moveTo>
                <a:cubicBezTo>
                  <a:pt x="392" y="1909"/>
                  <a:pt x="341" y="1919"/>
                  <a:pt x="304" y="1893"/>
                </a:cubicBezTo>
                <a:cubicBezTo>
                  <a:pt x="267" y="1867"/>
                  <a:pt x="258" y="1817"/>
                  <a:pt x="284" y="1780"/>
                </a:cubicBezTo>
                <a:cubicBezTo>
                  <a:pt x="310" y="1743"/>
                  <a:pt x="360" y="1734"/>
                  <a:pt x="397" y="1759"/>
                </a:cubicBezTo>
                <a:cubicBezTo>
                  <a:pt x="434" y="1785"/>
                  <a:pt x="443" y="1836"/>
                  <a:pt x="418" y="1872"/>
                </a:cubicBezTo>
                <a:close/>
                <a:moveTo>
                  <a:pt x="256" y="376"/>
                </a:moveTo>
                <a:cubicBezTo>
                  <a:pt x="256" y="346"/>
                  <a:pt x="233" y="323"/>
                  <a:pt x="204" y="323"/>
                </a:cubicBezTo>
                <a:cubicBezTo>
                  <a:pt x="174" y="323"/>
                  <a:pt x="151" y="346"/>
                  <a:pt x="151" y="376"/>
                </a:cubicBezTo>
                <a:cubicBezTo>
                  <a:pt x="151" y="405"/>
                  <a:pt x="174" y="428"/>
                  <a:pt x="204" y="428"/>
                </a:cubicBezTo>
                <a:cubicBezTo>
                  <a:pt x="233" y="428"/>
                  <a:pt x="256" y="405"/>
                  <a:pt x="256" y="376"/>
                </a:cubicBezTo>
                <a:close/>
                <a:moveTo>
                  <a:pt x="1418" y="323"/>
                </a:moveTo>
                <a:cubicBezTo>
                  <a:pt x="1389" y="323"/>
                  <a:pt x="1366" y="346"/>
                  <a:pt x="1366" y="376"/>
                </a:cubicBezTo>
                <a:cubicBezTo>
                  <a:pt x="1366" y="405"/>
                  <a:pt x="1389" y="428"/>
                  <a:pt x="1418" y="428"/>
                </a:cubicBezTo>
                <a:cubicBezTo>
                  <a:pt x="1448" y="428"/>
                  <a:pt x="1471" y="405"/>
                  <a:pt x="1471" y="376"/>
                </a:cubicBezTo>
                <a:cubicBezTo>
                  <a:pt x="1471" y="346"/>
                  <a:pt x="1448" y="323"/>
                  <a:pt x="1418" y="323"/>
                </a:cubicBezTo>
                <a:close/>
                <a:moveTo>
                  <a:pt x="1418" y="1925"/>
                </a:moveTo>
                <a:cubicBezTo>
                  <a:pt x="1389" y="1925"/>
                  <a:pt x="1366" y="1949"/>
                  <a:pt x="1366" y="1978"/>
                </a:cubicBezTo>
                <a:cubicBezTo>
                  <a:pt x="1366" y="2007"/>
                  <a:pt x="1389" y="2031"/>
                  <a:pt x="1418" y="2031"/>
                </a:cubicBezTo>
                <a:cubicBezTo>
                  <a:pt x="1448" y="2031"/>
                  <a:pt x="1471" y="2007"/>
                  <a:pt x="1471" y="1978"/>
                </a:cubicBezTo>
                <a:cubicBezTo>
                  <a:pt x="1471" y="1949"/>
                  <a:pt x="1448" y="1925"/>
                  <a:pt x="1418" y="1925"/>
                </a:cubicBezTo>
                <a:close/>
              </a:path>
            </a:pathLst>
          </a:custGeom>
          <a:solidFill>
            <a:srgbClr val="FFFFFF"/>
          </a:solidFill>
          <a:ln>
            <a:noFill/>
          </a:ln>
        </p:spPr>
        <p:txBody>
          <a:bodyPr vert="horz" wrap="square" lIns="109683" tIns="54838" rIns="109683" bIns="54838" numCol="1" anchor="t" anchorCtr="0" compatLnSpc="1">
            <a:prstTxWarp prst="textNoShape">
              <a:avLst/>
            </a:prstTxWarp>
          </a:bodyPr>
          <a:lstStyle/>
          <a:p>
            <a:endParaRPr lang="en-US" sz="2133" dirty="0">
              <a:solidFill>
                <a:srgbClr val="292929"/>
              </a:solidFill>
            </a:endParaRPr>
          </a:p>
        </p:txBody>
      </p:sp>
      <p:sp>
        <p:nvSpPr>
          <p:cNvPr id="20" name="Freeform 79"/>
          <p:cNvSpPr>
            <a:spLocks noEditPoints="1"/>
          </p:cNvSpPr>
          <p:nvPr/>
        </p:nvSpPr>
        <p:spPr bwMode="black">
          <a:xfrm>
            <a:off x="2774627" y="1494500"/>
            <a:ext cx="374654" cy="506487"/>
          </a:xfrm>
          <a:custGeom>
            <a:avLst/>
            <a:gdLst>
              <a:gd name="T0" fmla="*/ 1441 w 1615"/>
              <a:gd name="T1" fmla="*/ 131 h 2179"/>
              <a:gd name="T2" fmla="*/ 1344 w 1615"/>
              <a:gd name="T3" fmla="*/ 16 h 2179"/>
              <a:gd name="T4" fmla="*/ 306 w 1615"/>
              <a:gd name="T5" fmla="*/ 0 h 2179"/>
              <a:gd name="T6" fmla="*/ 62 w 1615"/>
              <a:gd name="T7" fmla="*/ 171 h 2179"/>
              <a:gd name="T8" fmla="*/ 174 w 1615"/>
              <a:gd name="T9" fmla="*/ 131 h 2179"/>
              <a:gd name="T10" fmla="*/ 174 w 1615"/>
              <a:gd name="T11" fmla="*/ 180 h 2179"/>
              <a:gd name="T12" fmla="*/ 0 w 1615"/>
              <a:gd name="T13" fmla="*/ 2005 h 2179"/>
              <a:gd name="T14" fmla="*/ 1441 w 1615"/>
              <a:gd name="T15" fmla="*/ 2179 h 2179"/>
              <a:gd name="T16" fmla="*/ 1615 w 1615"/>
              <a:gd name="T17" fmla="*/ 354 h 2179"/>
              <a:gd name="T18" fmla="*/ 1518 w 1615"/>
              <a:gd name="T19" fmla="*/ 2005 h 2179"/>
              <a:gd name="T20" fmla="*/ 174 w 1615"/>
              <a:gd name="T21" fmla="*/ 2082 h 2179"/>
              <a:gd name="T22" fmla="*/ 97 w 1615"/>
              <a:gd name="T23" fmla="*/ 354 h 2179"/>
              <a:gd name="T24" fmla="*/ 1441 w 1615"/>
              <a:gd name="T25" fmla="*/ 277 h 2179"/>
              <a:gd name="T26" fmla="*/ 1518 w 1615"/>
              <a:gd name="T27" fmla="*/ 2005 h 2179"/>
              <a:gd name="T28" fmla="*/ 241 w 1615"/>
              <a:gd name="T29" fmla="*/ 1038 h 2179"/>
              <a:gd name="T30" fmla="*/ 532 w 1615"/>
              <a:gd name="T31" fmla="*/ 1339 h 2179"/>
              <a:gd name="T32" fmla="*/ 713 w 1615"/>
              <a:gd name="T33" fmla="*/ 1304 h 2179"/>
              <a:gd name="T34" fmla="*/ 695 w 1615"/>
              <a:gd name="T35" fmla="*/ 1594 h 2179"/>
              <a:gd name="T36" fmla="*/ 1375 w 1615"/>
              <a:gd name="T37" fmla="*/ 1038 h 2179"/>
              <a:gd name="T38" fmla="*/ 808 w 1615"/>
              <a:gd name="T39" fmla="*/ 1206 h 2179"/>
              <a:gd name="T40" fmla="*/ 808 w 1615"/>
              <a:gd name="T41" fmla="*/ 870 h 2179"/>
              <a:gd name="T42" fmla="*/ 808 w 1615"/>
              <a:gd name="T43" fmla="*/ 1206 h 2179"/>
              <a:gd name="T44" fmla="*/ 652 w 1615"/>
              <a:gd name="T45" fmla="*/ 1331 h 2179"/>
              <a:gd name="T46" fmla="*/ 453 w 1615"/>
              <a:gd name="T47" fmla="*/ 1481 h 2179"/>
              <a:gd name="T48" fmla="*/ 258 w 1615"/>
              <a:gd name="T49" fmla="*/ 1960 h 2179"/>
              <a:gd name="T50" fmla="*/ 534 w 1615"/>
              <a:gd name="T51" fmla="*/ 1842 h 2179"/>
              <a:gd name="T52" fmla="*/ 702 w 1615"/>
              <a:gd name="T53" fmla="*/ 1467 h 2179"/>
              <a:gd name="T54" fmla="*/ 418 w 1615"/>
              <a:gd name="T55" fmla="*/ 1872 h 2179"/>
              <a:gd name="T56" fmla="*/ 284 w 1615"/>
              <a:gd name="T57" fmla="*/ 1780 h 2179"/>
              <a:gd name="T58" fmla="*/ 418 w 1615"/>
              <a:gd name="T59" fmla="*/ 1872 h 2179"/>
              <a:gd name="T60" fmla="*/ 204 w 1615"/>
              <a:gd name="T61" fmla="*/ 323 h 2179"/>
              <a:gd name="T62" fmla="*/ 204 w 1615"/>
              <a:gd name="T63" fmla="*/ 428 h 2179"/>
              <a:gd name="T64" fmla="*/ 1418 w 1615"/>
              <a:gd name="T65" fmla="*/ 323 h 2179"/>
              <a:gd name="T66" fmla="*/ 1418 w 1615"/>
              <a:gd name="T67" fmla="*/ 428 h 2179"/>
              <a:gd name="T68" fmla="*/ 1418 w 1615"/>
              <a:gd name="T69" fmla="*/ 323 h 2179"/>
              <a:gd name="T70" fmla="*/ 1366 w 1615"/>
              <a:gd name="T71" fmla="*/ 1978 h 2179"/>
              <a:gd name="T72" fmla="*/ 1471 w 1615"/>
              <a:gd name="T73" fmla="*/ 1978 h 21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615" h="2179">
                <a:moveTo>
                  <a:pt x="174" y="131"/>
                </a:moveTo>
                <a:cubicBezTo>
                  <a:pt x="1441" y="131"/>
                  <a:pt x="1441" y="131"/>
                  <a:pt x="1441" y="131"/>
                </a:cubicBezTo>
                <a:cubicBezTo>
                  <a:pt x="1465" y="131"/>
                  <a:pt x="1488" y="136"/>
                  <a:pt x="1509" y="145"/>
                </a:cubicBezTo>
                <a:cubicBezTo>
                  <a:pt x="1344" y="16"/>
                  <a:pt x="1344" y="16"/>
                  <a:pt x="1344" y="16"/>
                </a:cubicBezTo>
                <a:cubicBezTo>
                  <a:pt x="1333" y="7"/>
                  <a:pt x="1312" y="0"/>
                  <a:pt x="1298" y="0"/>
                </a:cubicBezTo>
                <a:cubicBezTo>
                  <a:pt x="306" y="0"/>
                  <a:pt x="306" y="0"/>
                  <a:pt x="306" y="0"/>
                </a:cubicBezTo>
                <a:cubicBezTo>
                  <a:pt x="292" y="0"/>
                  <a:pt x="271" y="7"/>
                  <a:pt x="260" y="16"/>
                </a:cubicBezTo>
                <a:cubicBezTo>
                  <a:pt x="62" y="171"/>
                  <a:pt x="62" y="171"/>
                  <a:pt x="62" y="171"/>
                </a:cubicBezTo>
                <a:cubicBezTo>
                  <a:pt x="64" y="171"/>
                  <a:pt x="64" y="171"/>
                  <a:pt x="64" y="171"/>
                </a:cubicBezTo>
                <a:cubicBezTo>
                  <a:pt x="94" y="146"/>
                  <a:pt x="132" y="131"/>
                  <a:pt x="174" y="131"/>
                </a:cubicBezTo>
                <a:close/>
                <a:moveTo>
                  <a:pt x="1441" y="180"/>
                </a:moveTo>
                <a:cubicBezTo>
                  <a:pt x="174" y="180"/>
                  <a:pt x="174" y="180"/>
                  <a:pt x="174" y="180"/>
                </a:cubicBezTo>
                <a:cubicBezTo>
                  <a:pt x="78" y="180"/>
                  <a:pt x="0" y="258"/>
                  <a:pt x="0" y="354"/>
                </a:cubicBezTo>
                <a:cubicBezTo>
                  <a:pt x="0" y="2005"/>
                  <a:pt x="0" y="2005"/>
                  <a:pt x="0" y="2005"/>
                </a:cubicBezTo>
                <a:cubicBezTo>
                  <a:pt x="0" y="2101"/>
                  <a:pt x="78" y="2179"/>
                  <a:pt x="174" y="2179"/>
                </a:cubicBezTo>
                <a:cubicBezTo>
                  <a:pt x="1441" y="2179"/>
                  <a:pt x="1441" y="2179"/>
                  <a:pt x="1441" y="2179"/>
                </a:cubicBezTo>
                <a:cubicBezTo>
                  <a:pt x="1537" y="2179"/>
                  <a:pt x="1615" y="2101"/>
                  <a:pt x="1615" y="2005"/>
                </a:cubicBezTo>
                <a:cubicBezTo>
                  <a:pt x="1615" y="354"/>
                  <a:pt x="1615" y="354"/>
                  <a:pt x="1615" y="354"/>
                </a:cubicBezTo>
                <a:cubicBezTo>
                  <a:pt x="1615" y="258"/>
                  <a:pt x="1537" y="180"/>
                  <a:pt x="1441" y="180"/>
                </a:cubicBezTo>
                <a:close/>
                <a:moveTo>
                  <a:pt x="1518" y="2005"/>
                </a:moveTo>
                <a:cubicBezTo>
                  <a:pt x="1518" y="2047"/>
                  <a:pt x="1484" y="2082"/>
                  <a:pt x="1441" y="2082"/>
                </a:cubicBezTo>
                <a:cubicBezTo>
                  <a:pt x="174" y="2082"/>
                  <a:pt x="174" y="2082"/>
                  <a:pt x="174" y="2082"/>
                </a:cubicBezTo>
                <a:cubicBezTo>
                  <a:pt x="132" y="2082"/>
                  <a:pt x="97" y="2047"/>
                  <a:pt x="97" y="2005"/>
                </a:cubicBezTo>
                <a:cubicBezTo>
                  <a:pt x="97" y="354"/>
                  <a:pt x="97" y="354"/>
                  <a:pt x="97" y="354"/>
                </a:cubicBezTo>
                <a:cubicBezTo>
                  <a:pt x="97" y="312"/>
                  <a:pt x="132" y="277"/>
                  <a:pt x="174" y="277"/>
                </a:cubicBezTo>
                <a:cubicBezTo>
                  <a:pt x="1441" y="277"/>
                  <a:pt x="1441" y="277"/>
                  <a:pt x="1441" y="277"/>
                </a:cubicBezTo>
                <a:cubicBezTo>
                  <a:pt x="1484" y="277"/>
                  <a:pt x="1518" y="312"/>
                  <a:pt x="1518" y="354"/>
                </a:cubicBezTo>
                <a:lnTo>
                  <a:pt x="1518" y="2005"/>
                </a:lnTo>
                <a:close/>
                <a:moveTo>
                  <a:pt x="808" y="471"/>
                </a:moveTo>
                <a:cubicBezTo>
                  <a:pt x="494" y="471"/>
                  <a:pt x="241" y="725"/>
                  <a:pt x="241" y="1038"/>
                </a:cubicBezTo>
                <a:cubicBezTo>
                  <a:pt x="241" y="1201"/>
                  <a:pt x="309" y="1347"/>
                  <a:pt x="419" y="1451"/>
                </a:cubicBezTo>
                <a:cubicBezTo>
                  <a:pt x="532" y="1339"/>
                  <a:pt x="532" y="1339"/>
                  <a:pt x="532" y="1339"/>
                </a:cubicBezTo>
                <a:cubicBezTo>
                  <a:pt x="565" y="1305"/>
                  <a:pt x="610" y="1286"/>
                  <a:pt x="652" y="1286"/>
                </a:cubicBezTo>
                <a:cubicBezTo>
                  <a:pt x="675" y="1286"/>
                  <a:pt x="696" y="1292"/>
                  <a:pt x="713" y="1304"/>
                </a:cubicBezTo>
                <a:cubicBezTo>
                  <a:pt x="762" y="1337"/>
                  <a:pt x="775" y="1416"/>
                  <a:pt x="744" y="1486"/>
                </a:cubicBezTo>
                <a:cubicBezTo>
                  <a:pt x="695" y="1594"/>
                  <a:pt x="695" y="1594"/>
                  <a:pt x="695" y="1594"/>
                </a:cubicBezTo>
                <a:cubicBezTo>
                  <a:pt x="731" y="1601"/>
                  <a:pt x="769" y="1605"/>
                  <a:pt x="808" y="1605"/>
                </a:cubicBezTo>
                <a:cubicBezTo>
                  <a:pt x="1121" y="1605"/>
                  <a:pt x="1375" y="1351"/>
                  <a:pt x="1375" y="1038"/>
                </a:cubicBezTo>
                <a:cubicBezTo>
                  <a:pt x="1375" y="725"/>
                  <a:pt x="1121" y="471"/>
                  <a:pt x="808" y="471"/>
                </a:cubicBezTo>
                <a:close/>
                <a:moveTo>
                  <a:pt x="808" y="1206"/>
                </a:moveTo>
                <a:cubicBezTo>
                  <a:pt x="715" y="1206"/>
                  <a:pt x="640" y="1131"/>
                  <a:pt x="640" y="1038"/>
                </a:cubicBezTo>
                <a:cubicBezTo>
                  <a:pt x="640" y="945"/>
                  <a:pt x="715" y="870"/>
                  <a:pt x="808" y="870"/>
                </a:cubicBezTo>
                <a:cubicBezTo>
                  <a:pt x="900" y="870"/>
                  <a:pt x="976" y="945"/>
                  <a:pt x="976" y="1038"/>
                </a:cubicBezTo>
                <a:cubicBezTo>
                  <a:pt x="976" y="1131"/>
                  <a:pt x="900" y="1206"/>
                  <a:pt x="808" y="1206"/>
                </a:cubicBezTo>
                <a:close/>
                <a:moveTo>
                  <a:pt x="687" y="1341"/>
                </a:moveTo>
                <a:cubicBezTo>
                  <a:pt x="678" y="1334"/>
                  <a:pt x="665" y="1331"/>
                  <a:pt x="652" y="1331"/>
                </a:cubicBezTo>
                <a:cubicBezTo>
                  <a:pt x="623" y="1331"/>
                  <a:pt x="590" y="1345"/>
                  <a:pt x="564" y="1371"/>
                </a:cubicBezTo>
                <a:cubicBezTo>
                  <a:pt x="453" y="1481"/>
                  <a:pt x="453" y="1481"/>
                  <a:pt x="453" y="1481"/>
                </a:cubicBezTo>
                <a:cubicBezTo>
                  <a:pt x="271" y="1660"/>
                  <a:pt x="271" y="1660"/>
                  <a:pt x="271" y="1660"/>
                </a:cubicBezTo>
                <a:cubicBezTo>
                  <a:pt x="170" y="1760"/>
                  <a:pt x="164" y="1895"/>
                  <a:pt x="258" y="1960"/>
                </a:cubicBezTo>
                <a:cubicBezTo>
                  <a:pt x="286" y="1979"/>
                  <a:pt x="315" y="1988"/>
                  <a:pt x="346" y="1988"/>
                </a:cubicBezTo>
                <a:cubicBezTo>
                  <a:pt x="419" y="1988"/>
                  <a:pt x="493" y="1935"/>
                  <a:pt x="534" y="1842"/>
                </a:cubicBezTo>
                <a:cubicBezTo>
                  <a:pt x="650" y="1583"/>
                  <a:pt x="650" y="1583"/>
                  <a:pt x="650" y="1583"/>
                </a:cubicBezTo>
                <a:cubicBezTo>
                  <a:pt x="702" y="1467"/>
                  <a:pt x="702" y="1467"/>
                  <a:pt x="702" y="1467"/>
                </a:cubicBezTo>
                <a:cubicBezTo>
                  <a:pt x="724" y="1418"/>
                  <a:pt x="717" y="1362"/>
                  <a:pt x="687" y="1341"/>
                </a:cubicBezTo>
                <a:close/>
                <a:moveTo>
                  <a:pt x="418" y="1872"/>
                </a:moveTo>
                <a:cubicBezTo>
                  <a:pt x="392" y="1909"/>
                  <a:pt x="341" y="1919"/>
                  <a:pt x="304" y="1893"/>
                </a:cubicBezTo>
                <a:cubicBezTo>
                  <a:pt x="267" y="1867"/>
                  <a:pt x="258" y="1817"/>
                  <a:pt x="284" y="1780"/>
                </a:cubicBezTo>
                <a:cubicBezTo>
                  <a:pt x="310" y="1743"/>
                  <a:pt x="360" y="1734"/>
                  <a:pt x="397" y="1759"/>
                </a:cubicBezTo>
                <a:cubicBezTo>
                  <a:pt x="434" y="1785"/>
                  <a:pt x="443" y="1836"/>
                  <a:pt x="418" y="1872"/>
                </a:cubicBezTo>
                <a:close/>
                <a:moveTo>
                  <a:pt x="256" y="376"/>
                </a:moveTo>
                <a:cubicBezTo>
                  <a:pt x="256" y="346"/>
                  <a:pt x="233" y="323"/>
                  <a:pt x="204" y="323"/>
                </a:cubicBezTo>
                <a:cubicBezTo>
                  <a:pt x="174" y="323"/>
                  <a:pt x="151" y="346"/>
                  <a:pt x="151" y="376"/>
                </a:cubicBezTo>
                <a:cubicBezTo>
                  <a:pt x="151" y="405"/>
                  <a:pt x="174" y="428"/>
                  <a:pt x="204" y="428"/>
                </a:cubicBezTo>
                <a:cubicBezTo>
                  <a:pt x="233" y="428"/>
                  <a:pt x="256" y="405"/>
                  <a:pt x="256" y="376"/>
                </a:cubicBezTo>
                <a:close/>
                <a:moveTo>
                  <a:pt x="1418" y="323"/>
                </a:moveTo>
                <a:cubicBezTo>
                  <a:pt x="1389" y="323"/>
                  <a:pt x="1366" y="346"/>
                  <a:pt x="1366" y="376"/>
                </a:cubicBezTo>
                <a:cubicBezTo>
                  <a:pt x="1366" y="405"/>
                  <a:pt x="1389" y="428"/>
                  <a:pt x="1418" y="428"/>
                </a:cubicBezTo>
                <a:cubicBezTo>
                  <a:pt x="1448" y="428"/>
                  <a:pt x="1471" y="405"/>
                  <a:pt x="1471" y="376"/>
                </a:cubicBezTo>
                <a:cubicBezTo>
                  <a:pt x="1471" y="346"/>
                  <a:pt x="1448" y="323"/>
                  <a:pt x="1418" y="323"/>
                </a:cubicBezTo>
                <a:close/>
                <a:moveTo>
                  <a:pt x="1418" y="1925"/>
                </a:moveTo>
                <a:cubicBezTo>
                  <a:pt x="1389" y="1925"/>
                  <a:pt x="1366" y="1949"/>
                  <a:pt x="1366" y="1978"/>
                </a:cubicBezTo>
                <a:cubicBezTo>
                  <a:pt x="1366" y="2007"/>
                  <a:pt x="1389" y="2031"/>
                  <a:pt x="1418" y="2031"/>
                </a:cubicBezTo>
                <a:cubicBezTo>
                  <a:pt x="1448" y="2031"/>
                  <a:pt x="1471" y="2007"/>
                  <a:pt x="1471" y="1978"/>
                </a:cubicBezTo>
                <a:cubicBezTo>
                  <a:pt x="1471" y="1949"/>
                  <a:pt x="1448" y="1925"/>
                  <a:pt x="1418" y="1925"/>
                </a:cubicBezTo>
                <a:close/>
              </a:path>
            </a:pathLst>
          </a:custGeom>
          <a:solidFill>
            <a:srgbClr val="FFFFFF"/>
          </a:solidFill>
          <a:ln>
            <a:noFill/>
          </a:ln>
        </p:spPr>
        <p:txBody>
          <a:bodyPr vert="horz" wrap="square" lIns="109683" tIns="54838" rIns="109683" bIns="54838" numCol="1" anchor="t" anchorCtr="0" compatLnSpc="1">
            <a:prstTxWarp prst="textNoShape">
              <a:avLst/>
            </a:prstTxWarp>
          </a:bodyPr>
          <a:lstStyle/>
          <a:p>
            <a:endParaRPr lang="en-US" sz="2133" dirty="0">
              <a:solidFill>
                <a:srgbClr val="292929"/>
              </a:solidFill>
            </a:endParaRPr>
          </a:p>
        </p:txBody>
      </p:sp>
      <p:sp>
        <p:nvSpPr>
          <p:cNvPr id="8" name="Freeform 79"/>
          <p:cNvSpPr>
            <a:spLocks noEditPoints="1"/>
          </p:cNvSpPr>
          <p:nvPr/>
        </p:nvSpPr>
        <p:spPr bwMode="black">
          <a:xfrm>
            <a:off x="7969779" y="3646487"/>
            <a:ext cx="680167" cy="919500"/>
          </a:xfrm>
          <a:custGeom>
            <a:avLst/>
            <a:gdLst>
              <a:gd name="T0" fmla="*/ 1441 w 1615"/>
              <a:gd name="T1" fmla="*/ 131 h 2179"/>
              <a:gd name="T2" fmla="*/ 1344 w 1615"/>
              <a:gd name="T3" fmla="*/ 16 h 2179"/>
              <a:gd name="T4" fmla="*/ 306 w 1615"/>
              <a:gd name="T5" fmla="*/ 0 h 2179"/>
              <a:gd name="T6" fmla="*/ 62 w 1615"/>
              <a:gd name="T7" fmla="*/ 171 h 2179"/>
              <a:gd name="T8" fmla="*/ 174 w 1615"/>
              <a:gd name="T9" fmla="*/ 131 h 2179"/>
              <a:gd name="T10" fmla="*/ 174 w 1615"/>
              <a:gd name="T11" fmla="*/ 180 h 2179"/>
              <a:gd name="T12" fmla="*/ 0 w 1615"/>
              <a:gd name="T13" fmla="*/ 2005 h 2179"/>
              <a:gd name="T14" fmla="*/ 1441 w 1615"/>
              <a:gd name="T15" fmla="*/ 2179 h 2179"/>
              <a:gd name="T16" fmla="*/ 1615 w 1615"/>
              <a:gd name="T17" fmla="*/ 354 h 2179"/>
              <a:gd name="T18" fmla="*/ 1518 w 1615"/>
              <a:gd name="T19" fmla="*/ 2005 h 2179"/>
              <a:gd name="T20" fmla="*/ 174 w 1615"/>
              <a:gd name="T21" fmla="*/ 2082 h 2179"/>
              <a:gd name="T22" fmla="*/ 97 w 1615"/>
              <a:gd name="T23" fmla="*/ 354 h 2179"/>
              <a:gd name="T24" fmla="*/ 1441 w 1615"/>
              <a:gd name="T25" fmla="*/ 277 h 2179"/>
              <a:gd name="T26" fmla="*/ 1518 w 1615"/>
              <a:gd name="T27" fmla="*/ 2005 h 2179"/>
              <a:gd name="T28" fmla="*/ 241 w 1615"/>
              <a:gd name="T29" fmla="*/ 1038 h 2179"/>
              <a:gd name="T30" fmla="*/ 532 w 1615"/>
              <a:gd name="T31" fmla="*/ 1339 h 2179"/>
              <a:gd name="T32" fmla="*/ 713 w 1615"/>
              <a:gd name="T33" fmla="*/ 1304 h 2179"/>
              <a:gd name="T34" fmla="*/ 695 w 1615"/>
              <a:gd name="T35" fmla="*/ 1594 h 2179"/>
              <a:gd name="T36" fmla="*/ 1375 w 1615"/>
              <a:gd name="T37" fmla="*/ 1038 h 2179"/>
              <a:gd name="T38" fmla="*/ 808 w 1615"/>
              <a:gd name="T39" fmla="*/ 1206 h 2179"/>
              <a:gd name="T40" fmla="*/ 808 w 1615"/>
              <a:gd name="T41" fmla="*/ 870 h 2179"/>
              <a:gd name="T42" fmla="*/ 808 w 1615"/>
              <a:gd name="T43" fmla="*/ 1206 h 2179"/>
              <a:gd name="T44" fmla="*/ 652 w 1615"/>
              <a:gd name="T45" fmla="*/ 1331 h 2179"/>
              <a:gd name="T46" fmla="*/ 453 w 1615"/>
              <a:gd name="T47" fmla="*/ 1481 h 2179"/>
              <a:gd name="T48" fmla="*/ 258 w 1615"/>
              <a:gd name="T49" fmla="*/ 1960 h 2179"/>
              <a:gd name="T50" fmla="*/ 534 w 1615"/>
              <a:gd name="T51" fmla="*/ 1842 h 2179"/>
              <a:gd name="T52" fmla="*/ 702 w 1615"/>
              <a:gd name="T53" fmla="*/ 1467 h 2179"/>
              <a:gd name="T54" fmla="*/ 418 w 1615"/>
              <a:gd name="T55" fmla="*/ 1872 h 2179"/>
              <a:gd name="T56" fmla="*/ 284 w 1615"/>
              <a:gd name="T57" fmla="*/ 1780 h 2179"/>
              <a:gd name="T58" fmla="*/ 418 w 1615"/>
              <a:gd name="T59" fmla="*/ 1872 h 2179"/>
              <a:gd name="T60" fmla="*/ 204 w 1615"/>
              <a:gd name="T61" fmla="*/ 323 h 2179"/>
              <a:gd name="T62" fmla="*/ 204 w 1615"/>
              <a:gd name="T63" fmla="*/ 428 h 2179"/>
              <a:gd name="T64" fmla="*/ 1418 w 1615"/>
              <a:gd name="T65" fmla="*/ 323 h 2179"/>
              <a:gd name="T66" fmla="*/ 1418 w 1615"/>
              <a:gd name="T67" fmla="*/ 428 h 2179"/>
              <a:gd name="T68" fmla="*/ 1418 w 1615"/>
              <a:gd name="T69" fmla="*/ 323 h 2179"/>
              <a:gd name="T70" fmla="*/ 1366 w 1615"/>
              <a:gd name="T71" fmla="*/ 1978 h 2179"/>
              <a:gd name="T72" fmla="*/ 1471 w 1615"/>
              <a:gd name="T73" fmla="*/ 1978 h 21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615" h="2179">
                <a:moveTo>
                  <a:pt x="174" y="131"/>
                </a:moveTo>
                <a:cubicBezTo>
                  <a:pt x="1441" y="131"/>
                  <a:pt x="1441" y="131"/>
                  <a:pt x="1441" y="131"/>
                </a:cubicBezTo>
                <a:cubicBezTo>
                  <a:pt x="1465" y="131"/>
                  <a:pt x="1488" y="136"/>
                  <a:pt x="1509" y="145"/>
                </a:cubicBezTo>
                <a:cubicBezTo>
                  <a:pt x="1344" y="16"/>
                  <a:pt x="1344" y="16"/>
                  <a:pt x="1344" y="16"/>
                </a:cubicBezTo>
                <a:cubicBezTo>
                  <a:pt x="1333" y="7"/>
                  <a:pt x="1312" y="0"/>
                  <a:pt x="1298" y="0"/>
                </a:cubicBezTo>
                <a:cubicBezTo>
                  <a:pt x="306" y="0"/>
                  <a:pt x="306" y="0"/>
                  <a:pt x="306" y="0"/>
                </a:cubicBezTo>
                <a:cubicBezTo>
                  <a:pt x="292" y="0"/>
                  <a:pt x="271" y="7"/>
                  <a:pt x="260" y="16"/>
                </a:cubicBezTo>
                <a:cubicBezTo>
                  <a:pt x="62" y="171"/>
                  <a:pt x="62" y="171"/>
                  <a:pt x="62" y="171"/>
                </a:cubicBezTo>
                <a:cubicBezTo>
                  <a:pt x="64" y="171"/>
                  <a:pt x="64" y="171"/>
                  <a:pt x="64" y="171"/>
                </a:cubicBezTo>
                <a:cubicBezTo>
                  <a:pt x="94" y="146"/>
                  <a:pt x="132" y="131"/>
                  <a:pt x="174" y="131"/>
                </a:cubicBezTo>
                <a:close/>
                <a:moveTo>
                  <a:pt x="1441" y="180"/>
                </a:moveTo>
                <a:cubicBezTo>
                  <a:pt x="174" y="180"/>
                  <a:pt x="174" y="180"/>
                  <a:pt x="174" y="180"/>
                </a:cubicBezTo>
                <a:cubicBezTo>
                  <a:pt x="78" y="180"/>
                  <a:pt x="0" y="258"/>
                  <a:pt x="0" y="354"/>
                </a:cubicBezTo>
                <a:cubicBezTo>
                  <a:pt x="0" y="2005"/>
                  <a:pt x="0" y="2005"/>
                  <a:pt x="0" y="2005"/>
                </a:cubicBezTo>
                <a:cubicBezTo>
                  <a:pt x="0" y="2101"/>
                  <a:pt x="78" y="2179"/>
                  <a:pt x="174" y="2179"/>
                </a:cubicBezTo>
                <a:cubicBezTo>
                  <a:pt x="1441" y="2179"/>
                  <a:pt x="1441" y="2179"/>
                  <a:pt x="1441" y="2179"/>
                </a:cubicBezTo>
                <a:cubicBezTo>
                  <a:pt x="1537" y="2179"/>
                  <a:pt x="1615" y="2101"/>
                  <a:pt x="1615" y="2005"/>
                </a:cubicBezTo>
                <a:cubicBezTo>
                  <a:pt x="1615" y="354"/>
                  <a:pt x="1615" y="354"/>
                  <a:pt x="1615" y="354"/>
                </a:cubicBezTo>
                <a:cubicBezTo>
                  <a:pt x="1615" y="258"/>
                  <a:pt x="1537" y="180"/>
                  <a:pt x="1441" y="180"/>
                </a:cubicBezTo>
                <a:close/>
                <a:moveTo>
                  <a:pt x="1518" y="2005"/>
                </a:moveTo>
                <a:cubicBezTo>
                  <a:pt x="1518" y="2047"/>
                  <a:pt x="1484" y="2082"/>
                  <a:pt x="1441" y="2082"/>
                </a:cubicBezTo>
                <a:cubicBezTo>
                  <a:pt x="174" y="2082"/>
                  <a:pt x="174" y="2082"/>
                  <a:pt x="174" y="2082"/>
                </a:cubicBezTo>
                <a:cubicBezTo>
                  <a:pt x="132" y="2082"/>
                  <a:pt x="97" y="2047"/>
                  <a:pt x="97" y="2005"/>
                </a:cubicBezTo>
                <a:cubicBezTo>
                  <a:pt x="97" y="354"/>
                  <a:pt x="97" y="354"/>
                  <a:pt x="97" y="354"/>
                </a:cubicBezTo>
                <a:cubicBezTo>
                  <a:pt x="97" y="312"/>
                  <a:pt x="132" y="277"/>
                  <a:pt x="174" y="277"/>
                </a:cubicBezTo>
                <a:cubicBezTo>
                  <a:pt x="1441" y="277"/>
                  <a:pt x="1441" y="277"/>
                  <a:pt x="1441" y="277"/>
                </a:cubicBezTo>
                <a:cubicBezTo>
                  <a:pt x="1484" y="277"/>
                  <a:pt x="1518" y="312"/>
                  <a:pt x="1518" y="354"/>
                </a:cubicBezTo>
                <a:lnTo>
                  <a:pt x="1518" y="2005"/>
                </a:lnTo>
                <a:close/>
                <a:moveTo>
                  <a:pt x="808" y="471"/>
                </a:moveTo>
                <a:cubicBezTo>
                  <a:pt x="494" y="471"/>
                  <a:pt x="241" y="725"/>
                  <a:pt x="241" y="1038"/>
                </a:cubicBezTo>
                <a:cubicBezTo>
                  <a:pt x="241" y="1201"/>
                  <a:pt x="309" y="1347"/>
                  <a:pt x="419" y="1451"/>
                </a:cubicBezTo>
                <a:cubicBezTo>
                  <a:pt x="532" y="1339"/>
                  <a:pt x="532" y="1339"/>
                  <a:pt x="532" y="1339"/>
                </a:cubicBezTo>
                <a:cubicBezTo>
                  <a:pt x="565" y="1305"/>
                  <a:pt x="610" y="1286"/>
                  <a:pt x="652" y="1286"/>
                </a:cubicBezTo>
                <a:cubicBezTo>
                  <a:pt x="675" y="1286"/>
                  <a:pt x="696" y="1292"/>
                  <a:pt x="713" y="1304"/>
                </a:cubicBezTo>
                <a:cubicBezTo>
                  <a:pt x="762" y="1337"/>
                  <a:pt x="775" y="1416"/>
                  <a:pt x="744" y="1486"/>
                </a:cubicBezTo>
                <a:cubicBezTo>
                  <a:pt x="695" y="1594"/>
                  <a:pt x="695" y="1594"/>
                  <a:pt x="695" y="1594"/>
                </a:cubicBezTo>
                <a:cubicBezTo>
                  <a:pt x="731" y="1601"/>
                  <a:pt x="769" y="1605"/>
                  <a:pt x="808" y="1605"/>
                </a:cubicBezTo>
                <a:cubicBezTo>
                  <a:pt x="1121" y="1605"/>
                  <a:pt x="1375" y="1351"/>
                  <a:pt x="1375" y="1038"/>
                </a:cubicBezTo>
                <a:cubicBezTo>
                  <a:pt x="1375" y="725"/>
                  <a:pt x="1121" y="471"/>
                  <a:pt x="808" y="471"/>
                </a:cubicBezTo>
                <a:close/>
                <a:moveTo>
                  <a:pt x="808" y="1206"/>
                </a:moveTo>
                <a:cubicBezTo>
                  <a:pt x="715" y="1206"/>
                  <a:pt x="640" y="1131"/>
                  <a:pt x="640" y="1038"/>
                </a:cubicBezTo>
                <a:cubicBezTo>
                  <a:pt x="640" y="945"/>
                  <a:pt x="715" y="870"/>
                  <a:pt x="808" y="870"/>
                </a:cubicBezTo>
                <a:cubicBezTo>
                  <a:pt x="900" y="870"/>
                  <a:pt x="976" y="945"/>
                  <a:pt x="976" y="1038"/>
                </a:cubicBezTo>
                <a:cubicBezTo>
                  <a:pt x="976" y="1131"/>
                  <a:pt x="900" y="1206"/>
                  <a:pt x="808" y="1206"/>
                </a:cubicBezTo>
                <a:close/>
                <a:moveTo>
                  <a:pt x="687" y="1341"/>
                </a:moveTo>
                <a:cubicBezTo>
                  <a:pt x="678" y="1334"/>
                  <a:pt x="665" y="1331"/>
                  <a:pt x="652" y="1331"/>
                </a:cubicBezTo>
                <a:cubicBezTo>
                  <a:pt x="623" y="1331"/>
                  <a:pt x="590" y="1345"/>
                  <a:pt x="564" y="1371"/>
                </a:cubicBezTo>
                <a:cubicBezTo>
                  <a:pt x="453" y="1481"/>
                  <a:pt x="453" y="1481"/>
                  <a:pt x="453" y="1481"/>
                </a:cubicBezTo>
                <a:cubicBezTo>
                  <a:pt x="271" y="1660"/>
                  <a:pt x="271" y="1660"/>
                  <a:pt x="271" y="1660"/>
                </a:cubicBezTo>
                <a:cubicBezTo>
                  <a:pt x="170" y="1760"/>
                  <a:pt x="164" y="1895"/>
                  <a:pt x="258" y="1960"/>
                </a:cubicBezTo>
                <a:cubicBezTo>
                  <a:pt x="286" y="1979"/>
                  <a:pt x="315" y="1988"/>
                  <a:pt x="346" y="1988"/>
                </a:cubicBezTo>
                <a:cubicBezTo>
                  <a:pt x="419" y="1988"/>
                  <a:pt x="493" y="1935"/>
                  <a:pt x="534" y="1842"/>
                </a:cubicBezTo>
                <a:cubicBezTo>
                  <a:pt x="650" y="1583"/>
                  <a:pt x="650" y="1583"/>
                  <a:pt x="650" y="1583"/>
                </a:cubicBezTo>
                <a:cubicBezTo>
                  <a:pt x="702" y="1467"/>
                  <a:pt x="702" y="1467"/>
                  <a:pt x="702" y="1467"/>
                </a:cubicBezTo>
                <a:cubicBezTo>
                  <a:pt x="724" y="1418"/>
                  <a:pt x="717" y="1362"/>
                  <a:pt x="687" y="1341"/>
                </a:cubicBezTo>
                <a:close/>
                <a:moveTo>
                  <a:pt x="418" y="1872"/>
                </a:moveTo>
                <a:cubicBezTo>
                  <a:pt x="392" y="1909"/>
                  <a:pt x="341" y="1919"/>
                  <a:pt x="304" y="1893"/>
                </a:cubicBezTo>
                <a:cubicBezTo>
                  <a:pt x="267" y="1867"/>
                  <a:pt x="258" y="1817"/>
                  <a:pt x="284" y="1780"/>
                </a:cubicBezTo>
                <a:cubicBezTo>
                  <a:pt x="310" y="1743"/>
                  <a:pt x="360" y="1734"/>
                  <a:pt x="397" y="1759"/>
                </a:cubicBezTo>
                <a:cubicBezTo>
                  <a:pt x="434" y="1785"/>
                  <a:pt x="443" y="1836"/>
                  <a:pt x="418" y="1872"/>
                </a:cubicBezTo>
                <a:close/>
                <a:moveTo>
                  <a:pt x="256" y="376"/>
                </a:moveTo>
                <a:cubicBezTo>
                  <a:pt x="256" y="346"/>
                  <a:pt x="233" y="323"/>
                  <a:pt x="204" y="323"/>
                </a:cubicBezTo>
                <a:cubicBezTo>
                  <a:pt x="174" y="323"/>
                  <a:pt x="151" y="346"/>
                  <a:pt x="151" y="376"/>
                </a:cubicBezTo>
                <a:cubicBezTo>
                  <a:pt x="151" y="405"/>
                  <a:pt x="174" y="428"/>
                  <a:pt x="204" y="428"/>
                </a:cubicBezTo>
                <a:cubicBezTo>
                  <a:pt x="233" y="428"/>
                  <a:pt x="256" y="405"/>
                  <a:pt x="256" y="376"/>
                </a:cubicBezTo>
                <a:close/>
                <a:moveTo>
                  <a:pt x="1418" y="323"/>
                </a:moveTo>
                <a:cubicBezTo>
                  <a:pt x="1389" y="323"/>
                  <a:pt x="1366" y="346"/>
                  <a:pt x="1366" y="376"/>
                </a:cubicBezTo>
                <a:cubicBezTo>
                  <a:pt x="1366" y="405"/>
                  <a:pt x="1389" y="428"/>
                  <a:pt x="1418" y="428"/>
                </a:cubicBezTo>
                <a:cubicBezTo>
                  <a:pt x="1448" y="428"/>
                  <a:pt x="1471" y="405"/>
                  <a:pt x="1471" y="376"/>
                </a:cubicBezTo>
                <a:cubicBezTo>
                  <a:pt x="1471" y="346"/>
                  <a:pt x="1448" y="323"/>
                  <a:pt x="1418" y="323"/>
                </a:cubicBezTo>
                <a:close/>
                <a:moveTo>
                  <a:pt x="1418" y="1925"/>
                </a:moveTo>
                <a:cubicBezTo>
                  <a:pt x="1389" y="1925"/>
                  <a:pt x="1366" y="1949"/>
                  <a:pt x="1366" y="1978"/>
                </a:cubicBezTo>
                <a:cubicBezTo>
                  <a:pt x="1366" y="2007"/>
                  <a:pt x="1389" y="2031"/>
                  <a:pt x="1418" y="2031"/>
                </a:cubicBezTo>
                <a:cubicBezTo>
                  <a:pt x="1448" y="2031"/>
                  <a:pt x="1471" y="2007"/>
                  <a:pt x="1471" y="1978"/>
                </a:cubicBezTo>
                <a:cubicBezTo>
                  <a:pt x="1471" y="1949"/>
                  <a:pt x="1448" y="1925"/>
                  <a:pt x="1418" y="1925"/>
                </a:cubicBezTo>
                <a:close/>
              </a:path>
            </a:pathLst>
          </a:custGeom>
          <a:solidFill>
            <a:srgbClr val="FFFFFF"/>
          </a:solidFill>
          <a:ln>
            <a:noFill/>
          </a:ln>
        </p:spPr>
        <p:txBody>
          <a:bodyPr vert="horz" wrap="square" lIns="109683" tIns="54838" rIns="109683" bIns="54838" numCol="1" anchor="t" anchorCtr="0" compatLnSpc="1">
            <a:prstTxWarp prst="textNoShape">
              <a:avLst/>
            </a:prstTxWarp>
          </a:bodyPr>
          <a:lstStyle/>
          <a:p>
            <a:endParaRPr lang="en-US" sz="2133" dirty="0">
              <a:solidFill>
                <a:srgbClr val="292929"/>
              </a:solidFill>
            </a:endParaRPr>
          </a:p>
        </p:txBody>
      </p:sp>
      <p:sp>
        <p:nvSpPr>
          <p:cNvPr id="9" name="Freeform 79"/>
          <p:cNvSpPr>
            <a:spLocks noEditPoints="1"/>
          </p:cNvSpPr>
          <p:nvPr/>
        </p:nvSpPr>
        <p:spPr bwMode="black">
          <a:xfrm>
            <a:off x="7969779" y="4888336"/>
            <a:ext cx="680167" cy="919500"/>
          </a:xfrm>
          <a:custGeom>
            <a:avLst/>
            <a:gdLst>
              <a:gd name="T0" fmla="*/ 1441 w 1615"/>
              <a:gd name="T1" fmla="*/ 131 h 2179"/>
              <a:gd name="T2" fmla="*/ 1344 w 1615"/>
              <a:gd name="T3" fmla="*/ 16 h 2179"/>
              <a:gd name="T4" fmla="*/ 306 w 1615"/>
              <a:gd name="T5" fmla="*/ 0 h 2179"/>
              <a:gd name="T6" fmla="*/ 62 w 1615"/>
              <a:gd name="T7" fmla="*/ 171 h 2179"/>
              <a:gd name="T8" fmla="*/ 174 w 1615"/>
              <a:gd name="T9" fmla="*/ 131 h 2179"/>
              <a:gd name="T10" fmla="*/ 174 w 1615"/>
              <a:gd name="T11" fmla="*/ 180 h 2179"/>
              <a:gd name="T12" fmla="*/ 0 w 1615"/>
              <a:gd name="T13" fmla="*/ 2005 h 2179"/>
              <a:gd name="T14" fmla="*/ 1441 w 1615"/>
              <a:gd name="T15" fmla="*/ 2179 h 2179"/>
              <a:gd name="T16" fmla="*/ 1615 w 1615"/>
              <a:gd name="T17" fmla="*/ 354 h 2179"/>
              <a:gd name="T18" fmla="*/ 1518 w 1615"/>
              <a:gd name="T19" fmla="*/ 2005 h 2179"/>
              <a:gd name="T20" fmla="*/ 174 w 1615"/>
              <a:gd name="T21" fmla="*/ 2082 h 2179"/>
              <a:gd name="T22" fmla="*/ 97 w 1615"/>
              <a:gd name="T23" fmla="*/ 354 h 2179"/>
              <a:gd name="T24" fmla="*/ 1441 w 1615"/>
              <a:gd name="T25" fmla="*/ 277 h 2179"/>
              <a:gd name="T26" fmla="*/ 1518 w 1615"/>
              <a:gd name="T27" fmla="*/ 2005 h 2179"/>
              <a:gd name="T28" fmla="*/ 241 w 1615"/>
              <a:gd name="T29" fmla="*/ 1038 h 2179"/>
              <a:gd name="T30" fmla="*/ 532 w 1615"/>
              <a:gd name="T31" fmla="*/ 1339 h 2179"/>
              <a:gd name="T32" fmla="*/ 713 w 1615"/>
              <a:gd name="T33" fmla="*/ 1304 h 2179"/>
              <a:gd name="T34" fmla="*/ 695 w 1615"/>
              <a:gd name="T35" fmla="*/ 1594 h 2179"/>
              <a:gd name="T36" fmla="*/ 1375 w 1615"/>
              <a:gd name="T37" fmla="*/ 1038 h 2179"/>
              <a:gd name="T38" fmla="*/ 808 w 1615"/>
              <a:gd name="T39" fmla="*/ 1206 h 2179"/>
              <a:gd name="T40" fmla="*/ 808 w 1615"/>
              <a:gd name="T41" fmla="*/ 870 h 2179"/>
              <a:gd name="T42" fmla="*/ 808 w 1615"/>
              <a:gd name="T43" fmla="*/ 1206 h 2179"/>
              <a:gd name="T44" fmla="*/ 652 w 1615"/>
              <a:gd name="T45" fmla="*/ 1331 h 2179"/>
              <a:gd name="T46" fmla="*/ 453 w 1615"/>
              <a:gd name="T47" fmla="*/ 1481 h 2179"/>
              <a:gd name="T48" fmla="*/ 258 w 1615"/>
              <a:gd name="T49" fmla="*/ 1960 h 2179"/>
              <a:gd name="T50" fmla="*/ 534 w 1615"/>
              <a:gd name="T51" fmla="*/ 1842 h 2179"/>
              <a:gd name="T52" fmla="*/ 702 w 1615"/>
              <a:gd name="T53" fmla="*/ 1467 h 2179"/>
              <a:gd name="T54" fmla="*/ 418 w 1615"/>
              <a:gd name="T55" fmla="*/ 1872 h 2179"/>
              <a:gd name="T56" fmla="*/ 284 w 1615"/>
              <a:gd name="T57" fmla="*/ 1780 h 2179"/>
              <a:gd name="T58" fmla="*/ 418 w 1615"/>
              <a:gd name="T59" fmla="*/ 1872 h 2179"/>
              <a:gd name="T60" fmla="*/ 204 w 1615"/>
              <a:gd name="T61" fmla="*/ 323 h 2179"/>
              <a:gd name="T62" fmla="*/ 204 w 1615"/>
              <a:gd name="T63" fmla="*/ 428 h 2179"/>
              <a:gd name="T64" fmla="*/ 1418 w 1615"/>
              <a:gd name="T65" fmla="*/ 323 h 2179"/>
              <a:gd name="T66" fmla="*/ 1418 w 1615"/>
              <a:gd name="T67" fmla="*/ 428 h 2179"/>
              <a:gd name="T68" fmla="*/ 1418 w 1615"/>
              <a:gd name="T69" fmla="*/ 323 h 2179"/>
              <a:gd name="T70" fmla="*/ 1366 w 1615"/>
              <a:gd name="T71" fmla="*/ 1978 h 2179"/>
              <a:gd name="T72" fmla="*/ 1471 w 1615"/>
              <a:gd name="T73" fmla="*/ 1978 h 21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615" h="2179">
                <a:moveTo>
                  <a:pt x="174" y="131"/>
                </a:moveTo>
                <a:cubicBezTo>
                  <a:pt x="1441" y="131"/>
                  <a:pt x="1441" y="131"/>
                  <a:pt x="1441" y="131"/>
                </a:cubicBezTo>
                <a:cubicBezTo>
                  <a:pt x="1465" y="131"/>
                  <a:pt x="1488" y="136"/>
                  <a:pt x="1509" y="145"/>
                </a:cubicBezTo>
                <a:cubicBezTo>
                  <a:pt x="1344" y="16"/>
                  <a:pt x="1344" y="16"/>
                  <a:pt x="1344" y="16"/>
                </a:cubicBezTo>
                <a:cubicBezTo>
                  <a:pt x="1333" y="7"/>
                  <a:pt x="1312" y="0"/>
                  <a:pt x="1298" y="0"/>
                </a:cubicBezTo>
                <a:cubicBezTo>
                  <a:pt x="306" y="0"/>
                  <a:pt x="306" y="0"/>
                  <a:pt x="306" y="0"/>
                </a:cubicBezTo>
                <a:cubicBezTo>
                  <a:pt x="292" y="0"/>
                  <a:pt x="271" y="7"/>
                  <a:pt x="260" y="16"/>
                </a:cubicBezTo>
                <a:cubicBezTo>
                  <a:pt x="62" y="171"/>
                  <a:pt x="62" y="171"/>
                  <a:pt x="62" y="171"/>
                </a:cubicBezTo>
                <a:cubicBezTo>
                  <a:pt x="64" y="171"/>
                  <a:pt x="64" y="171"/>
                  <a:pt x="64" y="171"/>
                </a:cubicBezTo>
                <a:cubicBezTo>
                  <a:pt x="94" y="146"/>
                  <a:pt x="132" y="131"/>
                  <a:pt x="174" y="131"/>
                </a:cubicBezTo>
                <a:close/>
                <a:moveTo>
                  <a:pt x="1441" y="180"/>
                </a:moveTo>
                <a:cubicBezTo>
                  <a:pt x="174" y="180"/>
                  <a:pt x="174" y="180"/>
                  <a:pt x="174" y="180"/>
                </a:cubicBezTo>
                <a:cubicBezTo>
                  <a:pt x="78" y="180"/>
                  <a:pt x="0" y="258"/>
                  <a:pt x="0" y="354"/>
                </a:cubicBezTo>
                <a:cubicBezTo>
                  <a:pt x="0" y="2005"/>
                  <a:pt x="0" y="2005"/>
                  <a:pt x="0" y="2005"/>
                </a:cubicBezTo>
                <a:cubicBezTo>
                  <a:pt x="0" y="2101"/>
                  <a:pt x="78" y="2179"/>
                  <a:pt x="174" y="2179"/>
                </a:cubicBezTo>
                <a:cubicBezTo>
                  <a:pt x="1441" y="2179"/>
                  <a:pt x="1441" y="2179"/>
                  <a:pt x="1441" y="2179"/>
                </a:cubicBezTo>
                <a:cubicBezTo>
                  <a:pt x="1537" y="2179"/>
                  <a:pt x="1615" y="2101"/>
                  <a:pt x="1615" y="2005"/>
                </a:cubicBezTo>
                <a:cubicBezTo>
                  <a:pt x="1615" y="354"/>
                  <a:pt x="1615" y="354"/>
                  <a:pt x="1615" y="354"/>
                </a:cubicBezTo>
                <a:cubicBezTo>
                  <a:pt x="1615" y="258"/>
                  <a:pt x="1537" y="180"/>
                  <a:pt x="1441" y="180"/>
                </a:cubicBezTo>
                <a:close/>
                <a:moveTo>
                  <a:pt x="1518" y="2005"/>
                </a:moveTo>
                <a:cubicBezTo>
                  <a:pt x="1518" y="2047"/>
                  <a:pt x="1484" y="2082"/>
                  <a:pt x="1441" y="2082"/>
                </a:cubicBezTo>
                <a:cubicBezTo>
                  <a:pt x="174" y="2082"/>
                  <a:pt x="174" y="2082"/>
                  <a:pt x="174" y="2082"/>
                </a:cubicBezTo>
                <a:cubicBezTo>
                  <a:pt x="132" y="2082"/>
                  <a:pt x="97" y="2047"/>
                  <a:pt x="97" y="2005"/>
                </a:cubicBezTo>
                <a:cubicBezTo>
                  <a:pt x="97" y="354"/>
                  <a:pt x="97" y="354"/>
                  <a:pt x="97" y="354"/>
                </a:cubicBezTo>
                <a:cubicBezTo>
                  <a:pt x="97" y="312"/>
                  <a:pt x="132" y="277"/>
                  <a:pt x="174" y="277"/>
                </a:cubicBezTo>
                <a:cubicBezTo>
                  <a:pt x="1441" y="277"/>
                  <a:pt x="1441" y="277"/>
                  <a:pt x="1441" y="277"/>
                </a:cubicBezTo>
                <a:cubicBezTo>
                  <a:pt x="1484" y="277"/>
                  <a:pt x="1518" y="312"/>
                  <a:pt x="1518" y="354"/>
                </a:cubicBezTo>
                <a:lnTo>
                  <a:pt x="1518" y="2005"/>
                </a:lnTo>
                <a:close/>
                <a:moveTo>
                  <a:pt x="808" y="471"/>
                </a:moveTo>
                <a:cubicBezTo>
                  <a:pt x="494" y="471"/>
                  <a:pt x="241" y="725"/>
                  <a:pt x="241" y="1038"/>
                </a:cubicBezTo>
                <a:cubicBezTo>
                  <a:pt x="241" y="1201"/>
                  <a:pt x="309" y="1347"/>
                  <a:pt x="419" y="1451"/>
                </a:cubicBezTo>
                <a:cubicBezTo>
                  <a:pt x="532" y="1339"/>
                  <a:pt x="532" y="1339"/>
                  <a:pt x="532" y="1339"/>
                </a:cubicBezTo>
                <a:cubicBezTo>
                  <a:pt x="565" y="1305"/>
                  <a:pt x="610" y="1286"/>
                  <a:pt x="652" y="1286"/>
                </a:cubicBezTo>
                <a:cubicBezTo>
                  <a:pt x="675" y="1286"/>
                  <a:pt x="696" y="1292"/>
                  <a:pt x="713" y="1304"/>
                </a:cubicBezTo>
                <a:cubicBezTo>
                  <a:pt x="762" y="1337"/>
                  <a:pt x="775" y="1416"/>
                  <a:pt x="744" y="1486"/>
                </a:cubicBezTo>
                <a:cubicBezTo>
                  <a:pt x="695" y="1594"/>
                  <a:pt x="695" y="1594"/>
                  <a:pt x="695" y="1594"/>
                </a:cubicBezTo>
                <a:cubicBezTo>
                  <a:pt x="731" y="1601"/>
                  <a:pt x="769" y="1605"/>
                  <a:pt x="808" y="1605"/>
                </a:cubicBezTo>
                <a:cubicBezTo>
                  <a:pt x="1121" y="1605"/>
                  <a:pt x="1375" y="1351"/>
                  <a:pt x="1375" y="1038"/>
                </a:cubicBezTo>
                <a:cubicBezTo>
                  <a:pt x="1375" y="725"/>
                  <a:pt x="1121" y="471"/>
                  <a:pt x="808" y="471"/>
                </a:cubicBezTo>
                <a:close/>
                <a:moveTo>
                  <a:pt x="808" y="1206"/>
                </a:moveTo>
                <a:cubicBezTo>
                  <a:pt x="715" y="1206"/>
                  <a:pt x="640" y="1131"/>
                  <a:pt x="640" y="1038"/>
                </a:cubicBezTo>
                <a:cubicBezTo>
                  <a:pt x="640" y="945"/>
                  <a:pt x="715" y="870"/>
                  <a:pt x="808" y="870"/>
                </a:cubicBezTo>
                <a:cubicBezTo>
                  <a:pt x="900" y="870"/>
                  <a:pt x="976" y="945"/>
                  <a:pt x="976" y="1038"/>
                </a:cubicBezTo>
                <a:cubicBezTo>
                  <a:pt x="976" y="1131"/>
                  <a:pt x="900" y="1206"/>
                  <a:pt x="808" y="1206"/>
                </a:cubicBezTo>
                <a:close/>
                <a:moveTo>
                  <a:pt x="687" y="1341"/>
                </a:moveTo>
                <a:cubicBezTo>
                  <a:pt x="678" y="1334"/>
                  <a:pt x="665" y="1331"/>
                  <a:pt x="652" y="1331"/>
                </a:cubicBezTo>
                <a:cubicBezTo>
                  <a:pt x="623" y="1331"/>
                  <a:pt x="590" y="1345"/>
                  <a:pt x="564" y="1371"/>
                </a:cubicBezTo>
                <a:cubicBezTo>
                  <a:pt x="453" y="1481"/>
                  <a:pt x="453" y="1481"/>
                  <a:pt x="453" y="1481"/>
                </a:cubicBezTo>
                <a:cubicBezTo>
                  <a:pt x="271" y="1660"/>
                  <a:pt x="271" y="1660"/>
                  <a:pt x="271" y="1660"/>
                </a:cubicBezTo>
                <a:cubicBezTo>
                  <a:pt x="170" y="1760"/>
                  <a:pt x="164" y="1895"/>
                  <a:pt x="258" y="1960"/>
                </a:cubicBezTo>
                <a:cubicBezTo>
                  <a:pt x="286" y="1979"/>
                  <a:pt x="315" y="1988"/>
                  <a:pt x="346" y="1988"/>
                </a:cubicBezTo>
                <a:cubicBezTo>
                  <a:pt x="419" y="1988"/>
                  <a:pt x="493" y="1935"/>
                  <a:pt x="534" y="1842"/>
                </a:cubicBezTo>
                <a:cubicBezTo>
                  <a:pt x="650" y="1583"/>
                  <a:pt x="650" y="1583"/>
                  <a:pt x="650" y="1583"/>
                </a:cubicBezTo>
                <a:cubicBezTo>
                  <a:pt x="702" y="1467"/>
                  <a:pt x="702" y="1467"/>
                  <a:pt x="702" y="1467"/>
                </a:cubicBezTo>
                <a:cubicBezTo>
                  <a:pt x="724" y="1418"/>
                  <a:pt x="717" y="1362"/>
                  <a:pt x="687" y="1341"/>
                </a:cubicBezTo>
                <a:close/>
                <a:moveTo>
                  <a:pt x="418" y="1872"/>
                </a:moveTo>
                <a:cubicBezTo>
                  <a:pt x="392" y="1909"/>
                  <a:pt x="341" y="1919"/>
                  <a:pt x="304" y="1893"/>
                </a:cubicBezTo>
                <a:cubicBezTo>
                  <a:pt x="267" y="1867"/>
                  <a:pt x="258" y="1817"/>
                  <a:pt x="284" y="1780"/>
                </a:cubicBezTo>
                <a:cubicBezTo>
                  <a:pt x="310" y="1743"/>
                  <a:pt x="360" y="1734"/>
                  <a:pt x="397" y="1759"/>
                </a:cubicBezTo>
                <a:cubicBezTo>
                  <a:pt x="434" y="1785"/>
                  <a:pt x="443" y="1836"/>
                  <a:pt x="418" y="1872"/>
                </a:cubicBezTo>
                <a:close/>
                <a:moveTo>
                  <a:pt x="256" y="376"/>
                </a:moveTo>
                <a:cubicBezTo>
                  <a:pt x="256" y="346"/>
                  <a:pt x="233" y="323"/>
                  <a:pt x="204" y="323"/>
                </a:cubicBezTo>
                <a:cubicBezTo>
                  <a:pt x="174" y="323"/>
                  <a:pt x="151" y="346"/>
                  <a:pt x="151" y="376"/>
                </a:cubicBezTo>
                <a:cubicBezTo>
                  <a:pt x="151" y="405"/>
                  <a:pt x="174" y="428"/>
                  <a:pt x="204" y="428"/>
                </a:cubicBezTo>
                <a:cubicBezTo>
                  <a:pt x="233" y="428"/>
                  <a:pt x="256" y="405"/>
                  <a:pt x="256" y="376"/>
                </a:cubicBezTo>
                <a:close/>
                <a:moveTo>
                  <a:pt x="1418" y="323"/>
                </a:moveTo>
                <a:cubicBezTo>
                  <a:pt x="1389" y="323"/>
                  <a:pt x="1366" y="346"/>
                  <a:pt x="1366" y="376"/>
                </a:cubicBezTo>
                <a:cubicBezTo>
                  <a:pt x="1366" y="405"/>
                  <a:pt x="1389" y="428"/>
                  <a:pt x="1418" y="428"/>
                </a:cubicBezTo>
                <a:cubicBezTo>
                  <a:pt x="1448" y="428"/>
                  <a:pt x="1471" y="405"/>
                  <a:pt x="1471" y="376"/>
                </a:cubicBezTo>
                <a:cubicBezTo>
                  <a:pt x="1471" y="346"/>
                  <a:pt x="1448" y="323"/>
                  <a:pt x="1418" y="323"/>
                </a:cubicBezTo>
                <a:close/>
                <a:moveTo>
                  <a:pt x="1418" y="1925"/>
                </a:moveTo>
                <a:cubicBezTo>
                  <a:pt x="1389" y="1925"/>
                  <a:pt x="1366" y="1949"/>
                  <a:pt x="1366" y="1978"/>
                </a:cubicBezTo>
                <a:cubicBezTo>
                  <a:pt x="1366" y="2007"/>
                  <a:pt x="1389" y="2031"/>
                  <a:pt x="1418" y="2031"/>
                </a:cubicBezTo>
                <a:cubicBezTo>
                  <a:pt x="1448" y="2031"/>
                  <a:pt x="1471" y="2007"/>
                  <a:pt x="1471" y="1978"/>
                </a:cubicBezTo>
                <a:cubicBezTo>
                  <a:pt x="1471" y="1949"/>
                  <a:pt x="1448" y="1925"/>
                  <a:pt x="1418" y="1925"/>
                </a:cubicBezTo>
                <a:close/>
              </a:path>
            </a:pathLst>
          </a:custGeom>
          <a:solidFill>
            <a:srgbClr val="FFFFFF"/>
          </a:solidFill>
          <a:ln>
            <a:noFill/>
          </a:ln>
        </p:spPr>
        <p:txBody>
          <a:bodyPr vert="horz" wrap="square" lIns="109683" tIns="54838" rIns="109683" bIns="54838" numCol="1" anchor="t" anchorCtr="0" compatLnSpc="1">
            <a:prstTxWarp prst="textNoShape">
              <a:avLst/>
            </a:prstTxWarp>
          </a:bodyPr>
          <a:lstStyle/>
          <a:p>
            <a:endParaRPr lang="en-US" sz="2133" dirty="0">
              <a:solidFill>
                <a:srgbClr val="292929"/>
              </a:solidFill>
            </a:endParaRPr>
          </a:p>
        </p:txBody>
      </p:sp>
      <p:sp>
        <p:nvSpPr>
          <p:cNvPr id="11" name="Freeform 79"/>
          <p:cNvSpPr>
            <a:spLocks noEditPoints="1"/>
          </p:cNvSpPr>
          <p:nvPr/>
        </p:nvSpPr>
        <p:spPr bwMode="black">
          <a:xfrm>
            <a:off x="9015544" y="4888336"/>
            <a:ext cx="680167" cy="919500"/>
          </a:xfrm>
          <a:custGeom>
            <a:avLst/>
            <a:gdLst>
              <a:gd name="T0" fmla="*/ 1441 w 1615"/>
              <a:gd name="T1" fmla="*/ 131 h 2179"/>
              <a:gd name="T2" fmla="*/ 1344 w 1615"/>
              <a:gd name="T3" fmla="*/ 16 h 2179"/>
              <a:gd name="T4" fmla="*/ 306 w 1615"/>
              <a:gd name="T5" fmla="*/ 0 h 2179"/>
              <a:gd name="T6" fmla="*/ 62 w 1615"/>
              <a:gd name="T7" fmla="*/ 171 h 2179"/>
              <a:gd name="T8" fmla="*/ 174 w 1615"/>
              <a:gd name="T9" fmla="*/ 131 h 2179"/>
              <a:gd name="T10" fmla="*/ 174 w 1615"/>
              <a:gd name="T11" fmla="*/ 180 h 2179"/>
              <a:gd name="T12" fmla="*/ 0 w 1615"/>
              <a:gd name="T13" fmla="*/ 2005 h 2179"/>
              <a:gd name="T14" fmla="*/ 1441 w 1615"/>
              <a:gd name="T15" fmla="*/ 2179 h 2179"/>
              <a:gd name="T16" fmla="*/ 1615 w 1615"/>
              <a:gd name="T17" fmla="*/ 354 h 2179"/>
              <a:gd name="T18" fmla="*/ 1518 w 1615"/>
              <a:gd name="T19" fmla="*/ 2005 h 2179"/>
              <a:gd name="T20" fmla="*/ 174 w 1615"/>
              <a:gd name="T21" fmla="*/ 2082 h 2179"/>
              <a:gd name="T22" fmla="*/ 97 w 1615"/>
              <a:gd name="T23" fmla="*/ 354 h 2179"/>
              <a:gd name="T24" fmla="*/ 1441 w 1615"/>
              <a:gd name="T25" fmla="*/ 277 h 2179"/>
              <a:gd name="T26" fmla="*/ 1518 w 1615"/>
              <a:gd name="T27" fmla="*/ 2005 h 2179"/>
              <a:gd name="T28" fmla="*/ 241 w 1615"/>
              <a:gd name="T29" fmla="*/ 1038 h 2179"/>
              <a:gd name="T30" fmla="*/ 532 w 1615"/>
              <a:gd name="T31" fmla="*/ 1339 h 2179"/>
              <a:gd name="T32" fmla="*/ 713 w 1615"/>
              <a:gd name="T33" fmla="*/ 1304 h 2179"/>
              <a:gd name="T34" fmla="*/ 695 w 1615"/>
              <a:gd name="T35" fmla="*/ 1594 h 2179"/>
              <a:gd name="T36" fmla="*/ 1375 w 1615"/>
              <a:gd name="T37" fmla="*/ 1038 h 2179"/>
              <a:gd name="T38" fmla="*/ 808 w 1615"/>
              <a:gd name="T39" fmla="*/ 1206 h 2179"/>
              <a:gd name="T40" fmla="*/ 808 w 1615"/>
              <a:gd name="T41" fmla="*/ 870 h 2179"/>
              <a:gd name="T42" fmla="*/ 808 w 1615"/>
              <a:gd name="T43" fmla="*/ 1206 h 2179"/>
              <a:gd name="T44" fmla="*/ 652 w 1615"/>
              <a:gd name="T45" fmla="*/ 1331 h 2179"/>
              <a:gd name="T46" fmla="*/ 453 w 1615"/>
              <a:gd name="T47" fmla="*/ 1481 h 2179"/>
              <a:gd name="T48" fmla="*/ 258 w 1615"/>
              <a:gd name="T49" fmla="*/ 1960 h 2179"/>
              <a:gd name="T50" fmla="*/ 534 w 1615"/>
              <a:gd name="T51" fmla="*/ 1842 h 2179"/>
              <a:gd name="T52" fmla="*/ 702 w 1615"/>
              <a:gd name="T53" fmla="*/ 1467 h 2179"/>
              <a:gd name="T54" fmla="*/ 418 w 1615"/>
              <a:gd name="T55" fmla="*/ 1872 h 2179"/>
              <a:gd name="T56" fmla="*/ 284 w 1615"/>
              <a:gd name="T57" fmla="*/ 1780 h 2179"/>
              <a:gd name="T58" fmla="*/ 418 w 1615"/>
              <a:gd name="T59" fmla="*/ 1872 h 2179"/>
              <a:gd name="T60" fmla="*/ 204 w 1615"/>
              <a:gd name="T61" fmla="*/ 323 h 2179"/>
              <a:gd name="T62" fmla="*/ 204 w 1615"/>
              <a:gd name="T63" fmla="*/ 428 h 2179"/>
              <a:gd name="T64" fmla="*/ 1418 w 1615"/>
              <a:gd name="T65" fmla="*/ 323 h 2179"/>
              <a:gd name="T66" fmla="*/ 1418 w 1615"/>
              <a:gd name="T67" fmla="*/ 428 h 2179"/>
              <a:gd name="T68" fmla="*/ 1418 w 1615"/>
              <a:gd name="T69" fmla="*/ 323 h 2179"/>
              <a:gd name="T70" fmla="*/ 1366 w 1615"/>
              <a:gd name="T71" fmla="*/ 1978 h 2179"/>
              <a:gd name="T72" fmla="*/ 1471 w 1615"/>
              <a:gd name="T73" fmla="*/ 1978 h 21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615" h="2179">
                <a:moveTo>
                  <a:pt x="174" y="131"/>
                </a:moveTo>
                <a:cubicBezTo>
                  <a:pt x="1441" y="131"/>
                  <a:pt x="1441" y="131"/>
                  <a:pt x="1441" y="131"/>
                </a:cubicBezTo>
                <a:cubicBezTo>
                  <a:pt x="1465" y="131"/>
                  <a:pt x="1488" y="136"/>
                  <a:pt x="1509" y="145"/>
                </a:cubicBezTo>
                <a:cubicBezTo>
                  <a:pt x="1344" y="16"/>
                  <a:pt x="1344" y="16"/>
                  <a:pt x="1344" y="16"/>
                </a:cubicBezTo>
                <a:cubicBezTo>
                  <a:pt x="1333" y="7"/>
                  <a:pt x="1312" y="0"/>
                  <a:pt x="1298" y="0"/>
                </a:cubicBezTo>
                <a:cubicBezTo>
                  <a:pt x="306" y="0"/>
                  <a:pt x="306" y="0"/>
                  <a:pt x="306" y="0"/>
                </a:cubicBezTo>
                <a:cubicBezTo>
                  <a:pt x="292" y="0"/>
                  <a:pt x="271" y="7"/>
                  <a:pt x="260" y="16"/>
                </a:cubicBezTo>
                <a:cubicBezTo>
                  <a:pt x="62" y="171"/>
                  <a:pt x="62" y="171"/>
                  <a:pt x="62" y="171"/>
                </a:cubicBezTo>
                <a:cubicBezTo>
                  <a:pt x="64" y="171"/>
                  <a:pt x="64" y="171"/>
                  <a:pt x="64" y="171"/>
                </a:cubicBezTo>
                <a:cubicBezTo>
                  <a:pt x="94" y="146"/>
                  <a:pt x="132" y="131"/>
                  <a:pt x="174" y="131"/>
                </a:cubicBezTo>
                <a:close/>
                <a:moveTo>
                  <a:pt x="1441" y="180"/>
                </a:moveTo>
                <a:cubicBezTo>
                  <a:pt x="174" y="180"/>
                  <a:pt x="174" y="180"/>
                  <a:pt x="174" y="180"/>
                </a:cubicBezTo>
                <a:cubicBezTo>
                  <a:pt x="78" y="180"/>
                  <a:pt x="0" y="258"/>
                  <a:pt x="0" y="354"/>
                </a:cubicBezTo>
                <a:cubicBezTo>
                  <a:pt x="0" y="2005"/>
                  <a:pt x="0" y="2005"/>
                  <a:pt x="0" y="2005"/>
                </a:cubicBezTo>
                <a:cubicBezTo>
                  <a:pt x="0" y="2101"/>
                  <a:pt x="78" y="2179"/>
                  <a:pt x="174" y="2179"/>
                </a:cubicBezTo>
                <a:cubicBezTo>
                  <a:pt x="1441" y="2179"/>
                  <a:pt x="1441" y="2179"/>
                  <a:pt x="1441" y="2179"/>
                </a:cubicBezTo>
                <a:cubicBezTo>
                  <a:pt x="1537" y="2179"/>
                  <a:pt x="1615" y="2101"/>
                  <a:pt x="1615" y="2005"/>
                </a:cubicBezTo>
                <a:cubicBezTo>
                  <a:pt x="1615" y="354"/>
                  <a:pt x="1615" y="354"/>
                  <a:pt x="1615" y="354"/>
                </a:cubicBezTo>
                <a:cubicBezTo>
                  <a:pt x="1615" y="258"/>
                  <a:pt x="1537" y="180"/>
                  <a:pt x="1441" y="180"/>
                </a:cubicBezTo>
                <a:close/>
                <a:moveTo>
                  <a:pt x="1518" y="2005"/>
                </a:moveTo>
                <a:cubicBezTo>
                  <a:pt x="1518" y="2047"/>
                  <a:pt x="1484" y="2082"/>
                  <a:pt x="1441" y="2082"/>
                </a:cubicBezTo>
                <a:cubicBezTo>
                  <a:pt x="174" y="2082"/>
                  <a:pt x="174" y="2082"/>
                  <a:pt x="174" y="2082"/>
                </a:cubicBezTo>
                <a:cubicBezTo>
                  <a:pt x="132" y="2082"/>
                  <a:pt x="97" y="2047"/>
                  <a:pt x="97" y="2005"/>
                </a:cubicBezTo>
                <a:cubicBezTo>
                  <a:pt x="97" y="354"/>
                  <a:pt x="97" y="354"/>
                  <a:pt x="97" y="354"/>
                </a:cubicBezTo>
                <a:cubicBezTo>
                  <a:pt x="97" y="312"/>
                  <a:pt x="132" y="277"/>
                  <a:pt x="174" y="277"/>
                </a:cubicBezTo>
                <a:cubicBezTo>
                  <a:pt x="1441" y="277"/>
                  <a:pt x="1441" y="277"/>
                  <a:pt x="1441" y="277"/>
                </a:cubicBezTo>
                <a:cubicBezTo>
                  <a:pt x="1484" y="277"/>
                  <a:pt x="1518" y="312"/>
                  <a:pt x="1518" y="354"/>
                </a:cubicBezTo>
                <a:lnTo>
                  <a:pt x="1518" y="2005"/>
                </a:lnTo>
                <a:close/>
                <a:moveTo>
                  <a:pt x="808" y="471"/>
                </a:moveTo>
                <a:cubicBezTo>
                  <a:pt x="494" y="471"/>
                  <a:pt x="241" y="725"/>
                  <a:pt x="241" y="1038"/>
                </a:cubicBezTo>
                <a:cubicBezTo>
                  <a:pt x="241" y="1201"/>
                  <a:pt x="309" y="1347"/>
                  <a:pt x="419" y="1451"/>
                </a:cubicBezTo>
                <a:cubicBezTo>
                  <a:pt x="532" y="1339"/>
                  <a:pt x="532" y="1339"/>
                  <a:pt x="532" y="1339"/>
                </a:cubicBezTo>
                <a:cubicBezTo>
                  <a:pt x="565" y="1305"/>
                  <a:pt x="610" y="1286"/>
                  <a:pt x="652" y="1286"/>
                </a:cubicBezTo>
                <a:cubicBezTo>
                  <a:pt x="675" y="1286"/>
                  <a:pt x="696" y="1292"/>
                  <a:pt x="713" y="1304"/>
                </a:cubicBezTo>
                <a:cubicBezTo>
                  <a:pt x="762" y="1337"/>
                  <a:pt x="775" y="1416"/>
                  <a:pt x="744" y="1486"/>
                </a:cubicBezTo>
                <a:cubicBezTo>
                  <a:pt x="695" y="1594"/>
                  <a:pt x="695" y="1594"/>
                  <a:pt x="695" y="1594"/>
                </a:cubicBezTo>
                <a:cubicBezTo>
                  <a:pt x="731" y="1601"/>
                  <a:pt x="769" y="1605"/>
                  <a:pt x="808" y="1605"/>
                </a:cubicBezTo>
                <a:cubicBezTo>
                  <a:pt x="1121" y="1605"/>
                  <a:pt x="1375" y="1351"/>
                  <a:pt x="1375" y="1038"/>
                </a:cubicBezTo>
                <a:cubicBezTo>
                  <a:pt x="1375" y="725"/>
                  <a:pt x="1121" y="471"/>
                  <a:pt x="808" y="471"/>
                </a:cubicBezTo>
                <a:close/>
                <a:moveTo>
                  <a:pt x="808" y="1206"/>
                </a:moveTo>
                <a:cubicBezTo>
                  <a:pt x="715" y="1206"/>
                  <a:pt x="640" y="1131"/>
                  <a:pt x="640" y="1038"/>
                </a:cubicBezTo>
                <a:cubicBezTo>
                  <a:pt x="640" y="945"/>
                  <a:pt x="715" y="870"/>
                  <a:pt x="808" y="870"/>
                </a:cubicBezTo>
                <a:cubicBezTo>
                  <a:pt x="900" y="870"/>
                  <a:pt x="976" y="945"/>
                  <a:pt x="976" y="1038"/>
                </a:cubicBezTo>
                <a:cubicBezTo>
                  <a:pt x="976" y="1131"/>
                  <a:pt x="900" y="1206"/>
                  <a:pt x="808" y="1206"/>
                </a:cubicBezTo>
                <a:close/>
                <a:moveTo>
                  <a:pt x="687" y="1341"/>
                </a:moveTo>
                <a:cubicBezTo>
                  <a:pt x="678" y="1334"/>
                  <a:pt x="665" y="1331"/>
                  <a:pt x="652" y="1331"/>
                </a:cubicBezTo>
                <a:cubicBezTo>
                  <a:pt x="623" y="1331"/>
                  <a:pt x="590" y="1345"/>
                  <a:pt x="564" y="1371"/>
                </a:cubicBezTo>
                <a:cubicBezTo>
                  <a:pt x="453" y="1481"/>
                  <a:pt x="453" y="1481"/>
                  <a:pt x="453" y="1481"/>
                </a:cubicBezTo>
                <a:cubicBezTo>
                  <a:pt x="271" y="1660"/>
                  <a:pt x="271" y="1660"/>
                  <a:pt x="271" y="1660"/>
                </a:cubicBezTo>
                <a:cubicBezTo>
                  <a:pt x="170" y="1760"/>
                  <a:pt x="164" y="1895"/>
                  <a:pt x="258" y="1960"/>
                </a:cubicBezTo>
                <a:cubicBezTo>
                  <a:pt x="286" y="1979"/>
                  <a:pt x="315" y="1988"/>
                  <a:pt x="346" y="1988"/>
                </a:cubicBezTo>
                <a:cubicBezTo>
                  <a:pt x="419" y="1988"/>
                  <a:pt x="493" y="1935"/>
                  <a:pt x="534" y="1842"/>
                </a:cubicBezTo>
                <a:cubicBezTo>
                  <a:pt x="650" y="1583"/>
                  <a:pt x="650" y="1583"/>
                  <a:pt x="650" y="1583"/>
                </a:cubicBezTo>
                <a:cubicBezTo>
                  <a:pt x="702" y="1467"/>
                  <a:pt x="702" y="1467"/>
                  <a:pt x="702" y="1467"/>
                </a:cubicBezTo>
                <a:cubicBezTo>
                  <a:pt x="724" y="1418"/>
                  <a:pt x="717" y="1362"/>
                  <a:pt x="687" y="1341"/>
                </a:cubicBezTo>
                <a:close/>
                <a:moveTo>
                  <a:pt x="418" y="1872"/>
                </a:moveTo>
                <a:cubicBezTo>
                  <a:pt x="392" y="1909"/>
                  <a:pt x="341" y="1919"/>
                  <a:pt x="304" y="1893"/>
                </a:cubicBezTo>
                <a:cubicBezTo>
                  <a:pt x="267" y="1867"/>
                  <a:pt x="258" y="1817"/>
                  <a:pt x="284" y="1780"/>
                </a:cubicBezTo>
                <a:cubicBezTo>
                  <a:pt x="310" y="1743"/>
                  <a:pt x="360" y="1734"/>
                  <a:pt x="397" y="1759"/>
                </a:cubicBezTo>
                <a:cubicBezTo>
                  <a:pt x="434" y="1785"/>
                  <a:pt x="443" y="1836"/>
                  <a:pt x="418" y="1872"/>
                </a:cubicBezTo>
                <a:close/>
                <a:moveTo>
                  <a:pt x="256" y="376"/>
                </a:moveTo>
                <a:cubicBezTo>
                  <a:pt x="256" y="346"/>
                  <a:pt x="233" y="323"/>
                  <a:pt x="204" y="323"/>
                </a:cubicBezTo>
                <a:cubicBezTo>
                  <a:pt x="174" y="323"/>
                  <a:pt x="151" y="346"/>
                  <a:pt x="151" y="376"/>
                </a:cubicBezTo>
                <a:cubicBezTo>
                  <a:pt x="151" y="405"/>
                  <a:pt x="174" y="428"/>
                  <a:pt x="204" y="428"/>
                </a:cubicBezTo>
                <a:cubicBezTo>
                  <a:pt x="233" y="428"/>
                  <a:pt x="256" y="405"/>
                  <a:pt x="256" y="376"/>
                </a:cubicBezTo>
                <a:close/>
                <a:moveTo>
                  <a:pt x="1418" y="323"/>
                </a:moveTo>
                <a:cubicBezTo>
                  <a:pt x="1389" y="323"/>
                  <a:pt x="1366" y="346"/>
                  <a:pt x="1366" y="376"/>
                </a:cubicBezTo>
                <a:cubicBezTo>
                  <a:pt x="1366" y="405"/>
                  <a:pt x="1389" y="428"/>
                  <a:pt x="1418" y="428"/>
                </a:cubicBezTo>
                <a:cubicBezTo>
                  <a:pt x="1448" y="428"/>
                  <a:pt x="1471" y="405"/>
                  <a:pt x="1471" y="376"/>
                </a:cubicBezTo>
                <a:cubicBezTo>
                  <a:pt x="1471" y="346"/>
                  <a:pt x="1448" y="323"/>
                  <a:pt x="1418" y="323"/>
                </a:cubicBezTo>
                <a:close/>
                <a:moveTo>
                  <a:pt x="1418" y="1925"/>
                </a:moveTo>
                <a:cubicBezTo>
                  <a:pt x="1389" y="1925"/>
                  <a:pt x="1366" y="1949"/>
                  <a:pt x="1366" y="1978"/>
                </a:cubicBezTo>
                <a:cubicBezTo>
                  <a:pt x="1366" y="2007"/>
                  <a:pt x="1389" y="2031"/>
                  <a:pt x="1418" y="2031"/>
                </a:cubicBezTo>
                <a:cubicBezTo>
                  <a:pt x="1448" y="2031"/>
                  <a:pt x="1471" y="2007"/>
                  <a:pt x="1471" y="1978"/>
                </a:cubicBezTo>
                <a:cubicBezTo>
                  <a:pt x="1471" y="1949"/>
                  <a:pt x="1448" y="1925"/>
                  <a:pt x="1418" y="1925"/>
                </a:cubicBezTo>
                <a:close/>
              </a:path>
            </a:pathLst>
          </a:custGeom>
          <a:solidFill>
            <a:srgbClr val="FFFFFF"/>
          </a:solidFill>
          <a:ln>
            <a:noFill/>
          </a:ln>
        </p:spPr>
        <p:txBody>
          <a:bodyPr vert="horz" wrap="square" lIns="109683" tIns="54838" rIns="109683" bIns="54838" numCol="1" anchor="t" anchorCtr="0" compatLnSpc="1">
            <a:prstTxWarp prst="textNoShape">
              <a:avLst/>
            </a:prstTxWarp>
          </a:bodyPr>
          <a:lstStyle/>
          <a:p>
            <a:endParaRPr lang="en-US" sz="2133" dirty="0">
              <a:solidFill>
                <a:srgbClr val="292929"/>
              </a:solidFill>
            </a:endParaRPr>
          </a:p>
        </p:txBody>
      </p:sp>
      <p:sp>
        <p:nvSpPr>
          <p:cNvPr id="33" name="Rectangle 32"/>
          <p:cNvSpPr/>
          <p:nvPr/>
        </p:nvSpPr>
        <p:spPr bwMode="auto">
          <a:xfrm>
            <a:off x="509457" y="3833928"/>
            <a:ext cx="1817323" cy="2614503"/>
          </a:xfrm>
          <a:prstGeom prst="rect">
            <a:avLst/>
          </a:prstGeom>
          <a:solidFill>
            <a:schemeClr val="accent2"/>
          </a:solidFill>
          <a:ln w="9525" cap="flat" cmpd="sng" algn="ctr">
            <a:noFill/>
            <a:prstDash val="solid"/>
            <a:headEnd type="none" w="med" len="med"/>
            <a:tailEnd type="none" w="med" len="med"/>
          </a:ln>
          <a:effectLst/>
        </p:spPr>
        <p:txBody>
          <a:bodyPr vert="horz" wrap="square" lIns="91428" tIns="91428" rIns="91428" bIns="91428" numCol="1" rtlCol="0" anchor="b" anchorCtr="0" compatLnSpc="1">
            <a:prstTxWarp prst="textNoShape">
              <a:avLst/>
            </a:prstTxWarp>
          </a:bodyPr>
          <a:lstStyle/>
          <a:p>
            <a:pPr>
              <a:lnSpc>
                <a:spcPct val="90000"/>
              </a:lnSpc>
              <a:buSzPct val="90000"/>
            </a:pPr>
            <a:r>
              <a:rPr lang="en-US" altLang="zh-CN" sz="2666" kern="0" dirty="0">
                <a:gradFill>
                  <a:gsLst>
                    <a:gs pos="85000">
                      <a:srgbClr val="FFFFFF"/>
                    </a:gs>
                    <a:gs pos="0">
                      <a:srgbClr val="FFFFFF"/>
                    </a:gs>
                  </a:gsLst>
                  <a:lin ang="5400000" scaled="0"/>
                </a:gradFill>
                <a:latin typeface="Segoe UI Light" pitchFamily="34" charset="0"/>
                <a:ea typeface="Segoe UI" pitchFamily="34" charset="0"/>
                <a:cs typeface="Segoe UI" pitchFamily="34" charset="0"/>
              </a:rPr>
              <a:t>Virtual</a:t>
            </a:r>
          </a:p>
          <a:p>
            <a:pPr>
              <a:lnSpc>
                <a:spcPct val="90000"/>
              </a:lnSpc>
              <a:buSzPct val="90000"/>
            </a:pPr>
            <a:r>
              <a:rPr lang="en-US" sz="2666" kern="0" dirty="0">
                <a:gradFill>
                  <a:gsLst>
                    <a:gs pos="85000">
                      <a:srgbClr val="FFFFFF"/>
                    </a:gs>
                    <a:gs pos="0">
                      <a:srgbClr val="FFFFFF"/>
                    </a:gs>
                  </a:gsLst>
                  <a:lin ang="5400000" scaled="0"/>
                </a:gradFill>
                <a:latin typeface="Segoe UI Light" pitchFamily="34" charset="0"/>
                <a:ea typeface="Segoe UI" pitchFamily="34" charset="0"/>
                <a:cs typeface="Segoe UI" pitchFamily="34" charset="0"/>
              </a:rPr>
              <a:t>Machine</a:t>
            </a:r>
          </a:p>
        </p:txBody>
      </p:sp>
      <p:sp>
        <p:nvSpPr>
          <p:cNvPr id="35" name="Freeform 128"/>
          <p:cNvSpPr>
            <a:spLocks noChangeAspect="1"/>
          </p:cNvSpPr>
          <p:nvPr/>
        </p:nvSpPr>
        <p:spPr bwMode="black">
          <a:xfrm>
            <a:off x="659389" y="4412557"/>
            <a:ext cx="1509166" cy="833684"/>
          </a:xfrm>
          <a:custGeom>
            <a:avLst/>
            <a:gdLst>
              <a:gd name="T0" fmla="*/ 396 w 509"/>
              <a:gd name="T1" fmla="*/ 281 h 281"/>
              <a:gd name="T2" fmla="*/ 57 w 509"/>
              <a:gd name="T3" fmla="*/ 281 h 281"/>
              <a:gd name="T4" fmla="*/ 0 w 509"/>
              <a:gd name="T5" fmla="*/ 223 h 281"/>
              <a:gd name="T6" fmla="*/ 43 w 509"/>
              <a:gd name="T7" fmla="*/ 168 h 281"/>
              <a:gd name="T8" fmla="*/ 110 w 509"/>
              <a:gd name="T9" fmla="*/ 116 h 281"/>
              <a:gd name="T10" fmla="*/ 232 w 509"/>
              <a:gd name="T11" fmla="*/ 0 h 281"/>
              <a:gd name="T12" fmla="*/ 343 w 509"/>
              <a:gd name="T13" fmla="*/ 70 h 281"/>
              <a:gd name="T14" fmla="*/ 396 w 509"/>
              <a:gd name="T15" fmla="*/ 56 h 281"/>
              <a:gd name="T16" fmla="*/ 509 w 509"/>
              <a:gd name="T17" fmla="*/ 169 h 281"/>
              <a:gd name="T18" fmla="*/ 396 w 509"/>
              <a:gd name="T19" fmla="*/ 281 h 2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09" h="281">
                <a:moveTo>
                  <a:pt x="396" y="281"/>
                </a:moveTo>
                <a:cubicBezTo>
                  <a:pt x="57" y="281"/>
                  <a:pt x="57" y="281"/>
                  <a:pt x="57" y="281"/>
                </a:cubicBezTo>
                <a:cubicBezTo>
                  <a:pt x="26" y="281"/>
                  <a:pt x="0" y="255"/>
                  <a:pt x="0" y="223"/>
                </a:cubicBezTo>
                <a:cubicBezTo>
                  <a:pt x="0" y="196"/>
                  <a:pt x="18" y="174"/>
                  <a:pt x="43" y="168"/>
                </a:cubicBezTo>
                <a:cubicBezTo>
                  <a:pt x="55" y="140"/>
                  <a:pt x="80" y="120"/>
                  <a:pt x="110" y="116"/>
                </a:cubicBezTo>
                <a:cubicBezTo>
                  <a:pt x="113" y="52"/>
                  <a:pt x="167" y="0"/>
                  <a:pt x="232" y="0"/>
                </a:cubicBezTo>
                <a:cubicBezTo>
                  <a:pt x="280" y="0"/>
                  <a:pt x="323" y="28"/>
                  <a:pt x="343" y="70"/>
                </a:cubicBezTo>
                <a:cubicBezTo>
                  <a:pt x="359" y="61"/>
                  <a:pt x="377" y="56"/>
                  <a:pt x="396" y="56"/>
                </a:cubicBezTo>
                <a:cubicBezTo>
                  <a:pt x="458" y="56"/>
                  <a:pt x="509" y="107"/>
                  <a:pt x="509" y="169"/>
                </a:cubicBezTo>
                <a:cubicBezTo>
                  <a:pt x="509" y="230"/>
                  <a:pt x="458" y="281"/>
                  <a:pt x="396" y="281"/>
                </a:cubicBezTo>
                <a:close/>
              </a:path>
            </a:pathLst>
          </a:custGeom>
          <a:solidFill>
            <a:srgbClr val="FFFFFF"/>
          </a:solidFill>
          <a:ln>
            <a:noFill/>
          </a:ln>
          <a:extLst/>
        </p:spPr>
        <p:txBody>
          <a:bodyPr vert="horz" wrap="square" lIns="121888" tIns="60944" rIns="121888" bIns="60944" numCol="1" anchor="t" anchorCtr="0" compatLnSpc="1">
            <a:prstTxWarp prst="textNoShape">
              <a:avLst/>
            </a:prstTxWarp>
          </a:bodyPr>
          <a:lstStyle/>
          <a:p>
            <a:endParaRPr lang="en-US" sz="3199" dirty="0">
              <a:solidFill>
                <a:srgbClr val="292929"/>
              </a:solidFill>
            </a:endParaRPr>
          </a:p>
        </p:txBody>
      </p:sp>
      <p:pic>
        <p:nvPicPr>
          <p:cNvPr id="37" name="Picture 2"/>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t="63515" r="73175"/>
          <a:stretch/>
        </p:blipFill>
        <p:spPr bwMode="auto">
          <a:xfrm>
            <a:off x="1278575" y="4653174"/>
            <a:ext cx="270794" cy="4474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38" name="Group 37"/>
          <p:cNvGrpSpPr/>
          <p:nvPr/>
        </p:nvGrpSpPr>
        <p:grpSpPr>
          <a:xfrm>
            <a:off x="2445056" y="3833928"/>
            <a:ext cx="1817323" cy="2614503"/>
            <a:chOff x="2443468" y="3658616"/>
            <a:chExt cx="1817322" cy="2615184"/>
          </a:xfrm>
        </p:grpSpPr>
        <p:sp>
          <p:nvSpPr>
            <p:cNvPr id="40" name="Rectangle 39"/>
            <p:cNvSpPr/>
            <p:nvPr/>
          </p:nvSpPr>
          <p:spPr bwMode="auto">
            <a:xfrm>
              <a:off x="2443468" y="3658616"/>
              <a:ext cx="1817322" cy="2615184"/>
            </a:xfrm>
            <a:prstGeom prst="rect">
              <a:avLst/>
            </a:prstGeom>
            <a:solidFill>
              <a:schemeClr val="accent2"/>
            </a:solidFill>
            <a:ln w="9525" cap="flat" cmpd="sng" algn="ctr">
              <a:noFill/>
              <a:prstDash val="solid"/>
              <a:headEnd type="none" w="med" len="med"/>
              <a:tailEnd type="none" w="med" len="med"/>
            </a:ln>
            <a:effectLst/>
          </p:spPr>
          <p:txBody>
            <a:bodyPr vert="horz" wrap="square" lIns="121888" tIns="121888" rIns="121888" bIns="121888" numCol="1" rtlCol="0" anchor="b" anchorCtr="0" compatLnSpc="1">
              <a:prstTxWarp prst="textNoShape">
                <a:avLst/>
              </a:prstTxWarp>
            </a:bodyPr>
            <a:lstStyle/>
            <a:p>
              <a:pPr>
                <a:lnSpc>
                  <a:spcPct val="90000"/>
                </a:lnSpc>
                <a:buSzPct val="90000"/>
              </a:pPr>
              <a:r>
                <a:rPr lang="en-US" sz="2666" kern="0" dirty="0">
                  <a:gradFill>
                    <a:gsLst>
                      <a:gs pos="85000">
                        <a:srgbClr val="FFFFFF"/>
                      </a:gs>
                      <a:gs pos="0">
                        <a:srgbClr val="FFFFFF"/>
                      </a:gs>
                    </a:gsLst>
                    <a:lin ang="5400000" scaled="0"/>
                  </a:gradFill>
                  <a:latin typeface="Segoe UI Light" pitchFamily="34" charset="0"/>
                  <a:ea typeface="Segoe UI" pitchFamily="34" charset="0"/>
                  <a:cs typeface="Segoe UI" pitchFamily="34" charset="0"/>
                </a:rPr>
                <a:t>Virtual Machine</a:t>
              </a:r>
            </a:p>
          </p:txBody>
        </p:sp>
        <p:sp>
          <p:nvSpPr>
            <p:cNvPr id="41" name="Freeform 128"/>
            <p:cNvSpPr>
              <a:spLocks noChangeAspect="1"/>
            </p:cNvSpPr>
            <p:nvPr/>
          </p:nvSpPr>
          <p:spPr bwMode="black">
            <a:xfrm>
              <a:off x="2633167" y="4199680"/>
              <a:ext cx="1509165" cy="833901"/>
            </a:xfrm>
            <a:custGeom>
              <a:avLst/>
              <a:gdLst>
                <a:gd name="T0" fmla="*/ 396 w 509"/>
                <a:gd name="T1" fmla="*/ 281 h 281"/>
                <a:gd name="T2" fmla="*/ 57 w 509"/>
                <a:gd name="T3" fmla="*/ 281 h 281"/>
                <a:gd name="T4" fmla="*/ 0 w 509"/>
                <a:gd name="T5" fmla="*/ 223 h 281"/>
                <a:gd name="T6" fmla="*/ 43 w 509"/>
                <a:gd name="T7" fmla="*/ 168 h 281"/>
                <a:gd name="T8" fmla="*/ 110 w 509"/>
                <a:gd name="T9" fmla="*/ 116 h 281"/>
                <a:gd name="T10" fmla="*/ 232 w 509"/>
                <a:gd name="T11" fmla="*/ 0 h 281"/>
                <a:gd name="T12" fmla="*/ 343 w 509"/>
                <a:gd name="T13" fmla="*/ 70 h 281"/>
                <a:gd name="T14" fmla="*/ 396 w 509"/>
                <a:gd name="T15" fmla="*/ 56 h 281"/>
                <a:gd name="T16" fmla="*/ 509 w 509"/>
                <a:gd name="T17" fmla="*/ 169 h 281"/>
                <a:gd name="T18" fmla="*/ 396 w 509"/>
                <a:gd name="T19" fmla="*/ 281 h 2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09" h="281">
                  <a:moveTo>
                    <a:pt x="396" y="281"/>
                  </a:moveTo>
                  <a:cubicBezTo>
                    <a:pt x="57" y="281"/>
                    <a:pt x="57" y="281"/>
                    <a:pt x="57" y="281"/>
                  </a:cubicBezTo>
                  <a:cubicBezTo>
                    <a:pt x="26" y="281"/>
                    <a:pt x="0" y="255"/>
                    <a:pt x="0" y="223"/>
                  </a:cubicBezTo>
                  <a:cubicBezTo>
                    <a:pt x="0" y="196"/>
                    <a:pt x="18" y="174"/>
                    <a:pt x="43" y="168"/>
                  </a:cubicBezTo>
                  <a:cubicBezTo>
                    <a:pt x="55" y="140"/>
                    <a:pt x="80" y="120"/>
                    <a:pt x="110" y="116"/>
                  </a:cubicBezTo>
                  <a:cubicBezTo>
                    <a:pt x="113" y="52"/>
                    <a:pt x="167" y="0"/>
                    <a:pt x="232" y="0"/>
                  </a:cubicBezTo>
                  <a:cubicBezTo>
                    <a:pt x="280" y="0"/>
                    <a:pt x="323" y="28"/>
                    <a:pt x="343" y="70"/>
                  </a:cubicBezTo>
                  <a:cubicBezTo>
                    <a:pt x="359" y="61"/>
                    <a:pt x="377" y="56"/>
                    <a:pt x="396" y="56"/>
                  </a:cubicBezTo>
                  <a:cubicBezTo>
                    <a:pt x="458" y="56"/>
                    <a:pt x="509" y="107"/>
                    <a:pt x="509" y="169"/>
                  </a:cubicBezTo>
                  <a:cubicBezTo>
                    <a:pt x="509" y="230"/>
                    <a:pt x="458" y="281"/>
                    <a:pt x="396" y="281"/>
                  </a:cubicBezTo>
                  <a:close/>
                </a:path>
              </a:pathLst>
            </a:custGeom>
            <a:solidFill>
              <a:srgbClr val="FFFFFF"/>
            </a:solidFill>
            <a:ln>
              <a:noFill/>
            </a:ln>
            <a:extLst/>
          </p:spPr>
          <p:txBody>
            <a:bodyPr vert="horz" wrap="square" lIns="121888" tIns="60944" rIns="121888" bIns="60944" numCol="1" anchor="t" anchorCtr="0" compatLnSpc="1">
              <a:prstTxWarp prst="textNoShape">
                <a:avLst/>
              </a:prstTxWarp>
            </a:bodyPr>
            <a:lstStyle/>
            <a:p>
              <a:endParaRPr lang="en-US" sz="3199" dirty="0">
                <a:solidFill>
                  <a:srgbClr val="292929"/>
                </a:solidFill>
              </a:endParaRPr>
            </a:p>
          </p:txBody>
        </p:sp>
        <p:pic>
          <p:nvPicPr>
            <p:cNvPr id="42" name="Picture 2"/>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t="63515" r="73175"/>
            <a:stretch/>
          </p:blipFill>
          <p:spPr bwMode="auto">
            <a:xfrm>
              <a:off x="3252353" y="4440360"/>
              <a:ext cx="270794" cy="4475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sp>
        <p:nvSpPr>
          <p:cNvPr id="43" name="Multiply 42"/>
          <p:cNvSpPr/>
          <p:nvPr/>
        </p:nvSpPr>
        <p:spPr bwMode="auto">
          <a:xfrm>
            <a:off x="446573" y="3885691"/>
            <a:ext cx="1982392" cy="1982392"/>
          </a:xfrm>
          <a:prstGeom prst="mathMultiply">
            <a:avLst/>
          </a:prstGeom>
          <a:solidFill>
            <a:schemeClr val="bg1"/>
          </a:solidFill>
          <a:ln w="28575">
            <a:noFill/>
            <a:miter lim="800000"/>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121846" tIns="60923" rIns="121846" bIns="60923" numCol="1" rtlCol="0" anchor="ctr" anchorCtr="0" compatLnSpc="1">
            <a:prstTxWarp prst="textNoShape">
              <a:avLst/>
            </a:prstTxWarp>
          </a:bodyPr>
          <a:lstStyle/>
          <a:p>
            <a:pPr algn="ctr" defTabSz="1218139" fontAlgn="base">
              <a:spcBef>
                <a:spcPct val="0"/>
              </a:spcBef>
              <a:spcAft>
                <a:spcPct val="0"/>
              </a:spcAft>
            </a:pPr>
            <a:endParaRPr lang="en-US" sz="2933" dirty="0">
              <a:gradFill>
                <a:gsLst>
                  <a:gs pos="0">
                    <a:srgbClr val="FFFFFF"/>
                  </a:gs>
                  <a:gs pos="100000">
                    <a:srgbClr val="FFFFFF"/>
                  </a:gs>
                </a:gsLst>
                <a:lin ang="5400000" scaled="0"/>
              </a:gradFill>
            </a:endParaRPr>
          </a:p>
        </p:txBody>
      </p:sp>
      <p:cxnSp>
        <p:nvCxnSpPr>
          <p:cNvPr id="44" name="Straight Connector 43"/>
          <p:cNvCxnSpPr>
            <a:stCxn id="40" idx="3"/>
            <a:endCxn id="8" idx="10"/>
          </p:cNvCxnSpPr>
          <p:nvPr/>
        </p:nvCxnSpPr>
        <p:spPr>
          <a:xfrm flipV="1">
            <a:off x="4262379" y="4525055"/>
            <a:ext cx="3780681" cy="616125"/>
          </a:xfrm>
          <a:prstGeom prst="line">
            <a:avLst/>
          </a:prstGeom>
          <a:ln w="38100" cap="rnd">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1531512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49"/>
                                        </p:tgtEl>
                                        <p:attrNameLst>
                                          <p:attrName>style.visibility</p:attrName>
                                        </p:attrNameLst>
                                      </p:cBhvr>
                                      <p:to>
                                        <p:strVal val="visible"/>
                                      </p:to>
                                    </p:set>
                                    <p:animEffect transition="in" filter="wipe(left)">
                                      <p:cBhvr>
                                        <p:cTn id="7" dur="500"/>
                                        <p:tgtEl>
                                          <p:spTgt spid="49"/>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500"/>
                                        <p:tgtEl>
                                          <p:spTgt spid="8"/>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10"/>
                                        </p:tgtEl>
                                        <p:attrNameLst>
                                          <p:attrName>style.visibility</p:attrName>
                                        </p:attrNameLst>
                                      </p:cBhvr>
                                      <p:to>
                                        <p:strVal val="visible"/>
                                      </p:to>
                                    </p:set>
                                    <p:animEffect transition="in" filter="fade">
                                      <p:cBhvr>
                                        <p:cTn id="14" dur="500"/>
                                        <p:tgtEl>
                                          <p:spTgt spid="10"/>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12"/>
                                        </p:tgtEl>
                                        <p:attrNameLst>
                                          <p:attrName>style.visibility</p:attrName>
                                        </p:attrNameLst>
                                      </p:cBhvr>
                                      <p:to>
                                        <p:strVal val="visible"/>
                                      </p:to>
                                    </p:set>
                                    <p:animEffect transition="in" filter="fade">
                                      <p:cBhvr>
                                        <p:cTn id="17" dur="500"/>
                                        <p:tgtEl>
                                          <p:spTgt spid="12"/>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13"/>
                                        </p:tgtEl>
                                        <p:attrNameLst>
                                          <p:attrName>style.visibility</p:attrName>
                                        </p:attrNameLst>
                                      </p:cBhvr>
                                      <p:to>
                                        <p:strVal val="visible"/>
                                      </p:to>
                                    </p:set>
                                    <p:animEffect transition="in" filter="fade">
                                      <p:cBhvr>
                                        <p:cTn id="20" dur="500"/>
                                        <p:tgtEl>
                                          <p:spTgt spid="13"/>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5"/>
                                        </p:tgtEl>
                                        <p:attrNameLst>
                                          <p:attrName>style.visibility</p:attrName>
                                        </p:attrNameLst>
                                      </p:cBhvr>
                                      <p:to>
                                        <p:strVal val="visible"/>
                                      </p:to>
                                    </p:set>
                                    <p:animEffect transition="in" filter="fade">
                                      <p:cBhvr>
                                        <p:cTn id="23" dur="500"/>
                                        <p:tgtEl>
                                          <p:spTgt spid="5"/>
                                        </p:tgtEl>
                                      </p:cBhvr>
                                    </p:animEffect>
                                  </p:childTnLst>
                                </p:cTn>
                              </p:par>
                              <p:par>
                                <p:cTn id="24" presetID="10" presetClass="entr" presetSubtype="0" fill="hold" grpId="1" nodeType="withEffect">
                                  <p:stCondLst>
                                    <p:cond delay="0"/>
                                  </p:stCondLst>
                                  <p:childTnLst>
                                    <p:set>
                                      <p:cBhvr>
                                        <p:cTn id="25" dur="1" fill="hold">
                                          <p:stCondLst>
                                            <p:cond delay="0"/>
                                          </p:stCondLst>
                                        </p:cTn>
                                        <p:tgtEl>
                                          <p:spTgt spid="9"/>
                                        </p:tgtEl>
                                        <p:attrNameLst>
                                          <p:attrName>style.visibility</p:attrName>
                                        </p:attrNameLst>
                                      </p:cBhvr>
                                      <p:to>
                                        <p:strVal val="visible"/>
                                      </p:to>
                                    </p:set>
                                    <p:animEffect transition="in" filter="fade">
                                      <p:cBhvr>
                                        <p:cTn id="26" dur="500"/>
                                        <p:tgtEl>
                                          <p:spTgt spid="9"/>
                                        </p:tgtEl>
                                      </p:cBhvr>
                                    </p:animEffect>
                                  </p:childTnLst>
                                </p:cTn>
                              </p:par>
                              <p:par>
                                <p:cTn id="27" presetID="10" presetClass="entr" presetSubtype="0" fill="hold" grpId="1" nodeType="withEffect">
                                  <p:stCondLst>
                                    <p:cond delay="0"/>
                                  </p:stCondLst>
                                  <p:childTnLst>
                                    <p:set>
                                      <p:cBhvr>
                                        <p:cTn id="28" dur="1" fill="hold">
                                          <p:stCondLst>
                                            <p:cond delay="0"/>
                                          </p:stCondLst>
                                        </p:cTn>
                                        <p:tgtEl>
                                          <p:spTgt spid="11"/>
                                        </p:tgtEl>
                                        <p:attrNameLst>
                                          <p:attrName>style.visibility</p:attrName>
                                        </p:attrNameLst>
                                      </p:cBhvr>
                                      <p:to>
                                        <p:strVal val="visible"/>
                                      </p:to>
                                    </p:set>
                                    <p:animEffect transition="in" filter="fade">
                                      <p:cBhvr>
                                        <p:cTn id="29" dur="500"/>
                                        <p:tgtEl>
                                          <p:spTgt spid="11"/>
                                        </p:tgtEl>
                                      </p:cBhvr>
                                    </p:animEffect>
                                  </p:childTnLst>
                                </p:cTn>
                              </p:par>
                            </p:childTnLst>
                          </p:cTn>
                        </p:par>
                        <p:par>
                          <p:cTn id="30" fill="hold">
                            <p:stCondLst>
                              <p:cond delay="1000"/>
                            </p:stCondLst>
                            <p:childTnLst>
                              <p:par>
                                <p:cTn id="31" presetID="19" presetClass="emph" presetSubtype="0" fill="remove" grpId="1" nodeType="afterEffect">
                                  <p:stCondLst>
                                    <p:cond delay="0"/>
                                  </p:stCondLst>
                                  <p:childTnLst>
                                    <p:animClr clrSpc="rgb" dir="cw">
                                      <p:cBhvr override="childStyle">
                                        <p:cTn id="32" dur="2000" fill="hold"/>
                                        <p:tgtEl>
                                          <p:spTgt spid="8"/>
                                        </p:tgtEl>
                                        <p:attrNameLst>
                                          <p:attrName>style.color</p:attrName>
                                        </p:attrNameLst>
                                      </p:cBhvr>
                                      <p:to>
                                        <a:schemeClr val="accent1"/>
                                      </p:to>
                                    </p:animClr>
                                    <p:animClr clrSpc="rgb" dir="cw">
                                      <p:cBhvr>
                                        <p:cTn id="33" dur="2000" fill="hold"/>
                                        <p:tgtEl>
                                          <p:spTgt spid="8"/>
                                        </p:tgtEl>
                                        <p:attrNameLst>
                                          <p:attrName>fillcolor</p:attrName>
                                        </p:attrNameLst>
                                      </p:cBhvr>
                                      <p:to>
                                        <a:schemeClr val="accent1"/>
                                      </p:to>
                                    </p:animClr>
                                    <p:set>
                                      <p:cBhvr>
                                        <p:cTn id="34" dur="2000" fill="hold"/>
                                        <p:tgtEl>
                                          <p:spTgt spid="8"/>
                                        </p:tgtEl>
                                        <p:attrNameLst>
                                          <p:attrName>fill.type</p:attrName>
                                        </p:attrNameLst>
                                      </p:cBhvr>
                                      <p:to>
                                        <p:strVal val="solid"/>
                                      </p:to>
                                    </p:set>
                                    <p:set>
                                      <p:cBhvr>
                                        <p:cTn id="35" dur="2000" fill="hold"/>
                                        <p:tgtEl>
                                          <p:spTgt spid="8"/>
                                        </p:tgtEl>
                                        <p:attrNameLst>
                                          <p:attrName>fill.on</p:attrName>
                                        </p:attrNameLst>
                                      </p:cBhvr>
                                      <p:to>
                                        <p:strVal val="true"/>
                                      </p:to>
                                    </p:set>
                                  </p:childTnLst>
                                </p:cTn>
                              </p:par>
                            </p:childTnLst>
                          </p:cTn>
                        </p:par>
                        <p:par>
                          <p:cTn id="36" fill="hold">
                            <p:stCondLst>
                              <p:cond delay="3000"/>
                            </p:stCondLst>
                            <p:childTnLst>
                              <p:par>
                                <p:cTn id="37" presetID="22" presetClass="entr" presetSubtype="1" fill="hold" nodeType="afterEffect">
                                  <p:stCondLst>
                                    <p:cond delay="0"/>
                                  </p:stCondLst>
                                  <p:childTnLst>
                                    <p:set>
                                      <p:cBhvr>
                                        <p:cTn id="38" dur="1" fill="hold">
                                          <p:stCondLst>
                                            <p:cond delay="0"/>
                                          </p:stCondLst>
                                        </p:cTn>
                                        <p:tgtEl>
                                          <p:spTgt spid="31"/>
                                        </p:tgtEl>
                                        <p:attrNameLst>
                                          <p:attrName>style.visibility</p:attrName>
                                        </p:attrNameLst>
                                      </p:cBhvr>
                                      <p:to>
                                        <p:strVal val="visible"/>
                                      </p:to>
                                    </p:set>
                                    <p:animEffect transition="in" filter="wipe(up)">
                                      <p:cBhvr>
                                        <p:cTn id="39" dur="500"/>
                                        <p:tgtEl>
                                          <p:spTgt spid="31"/>
                                        </p:tgtEl>
                                      </p:cBhvr>
                                    </p:animEffect>
                                  </p:childTnLst>
                                </p:cTn>
                              </p:par>
                              <p:par>
                                <p:cTn id="40" presetID="22" presetClass="entr" presetSubtype="1" fill="hold" nodeType="withEffect">
                                  <p:stCondLst>
                                    <p:cond delay="0"/>
                                  </p:stCondLst>
                                  <p:childTnLst>
                                    <p:set>
                                      <p:cBhvr>
                                        <p:cTn id="41" dur="1" fill="hold">
                                          <p:stCondLst>
                                            <p:cond delay="0"/>
                                          </p:stCondLst>
                                        </p:cTn>
                                        <p:tgtEl>
                                          <p:spTgt spid="26"/>
                                        </p:tgtEl>
                                        <p:attrNameLst>
                                          <p:attrName>style.visibility</p:attrName>
                                        </p:attrNameLst>
                                      </p:cBhvr>
                                      <p:to>
                                        <p:strVal val="visible"/>
                                      </p:to>
                                    </p:set>
                                    <p:animEffect transition="in" filter="wipe(up)">
                                      <p:cBhvr>
                                        <p:cTn id="42" dur="500"/>
                                        <p:tgtEl>
                                          <p:spTgt spid="26"/>
                                        </p:tgtEl>
                                      </p:cBhvr>
                                    </p:animEffect>
                                  </p:childTnLst>
                                </p:cTn>
                              </p:par>
                            </p:childTnLst>
                          </p:cTn>
                        </p:par>
                        <p:par>
                          <p:cTn id="43" fill="hold">
                            <p:stCondLst>
                              <p:cond delay="3500"/>
                            </p:stCondLst>
                            <p:childTnLst>
                              <p:par>
                                <p:cTn id="44" presetID="19" presetClass="emph" presetSubtype="0" fill="remove" grpId="0" nodeType="afterEffect">
                                  <p:stCondLst>
                                    <p:cond delay="0"/>
                                  </p:stCondLst>
                                  <p:childTnLst>
                                    <p:animClr clrSpc="rgb" dir="cw">
                                      <p:cBhvr override="childStyle">
                                        <p:cTn id="45" dur="2000" fill="hold"/>
                                        <p:tgtEl>
                                          <p:spTgt spid="9"/>
                                        </p:tgtEl>
                                        <p:attrNameLst>
                                          <p:attrName>style.color</p:attrName>
                                        </p:attrNameLst>
                                      </p:cBhvr>
                                      <p:to>
                                        <a:schemeClr val="accent1"/>
                                      </p:to>
                                    </p:animClr>
                                    <p:animClr clrSpc="rgb" dir="cw">
                                      <p:cBhvr>
                                        <p:cTn id="46" dur="2000" fill="hold"/>
                                        <p:tgtEl>
                                          <p:spTgt spid="9"/>
                                        </p:tgtEl>
                                        <p:attrNameLst>
                                          <p:attrName>fillcolor</p:attrName>
                                        </p:attrNameLst>
                                      </p:cBhvr>
                                      <p:to>
                                        <a:schemeClr val="accent1"/>
                                      </p:to>
                                    </p:animClr>
                                    <p:set>
                                      <p:cBhvr>
                                        <p:cTn id="47" dur="2000" fill="hold"/>
                                        <p:tgtEl>
                                          <p:spTgt spid="9"/>
                                        </p:tgtEl>
                                        <p:attrNameLst>
                                          <p:attrName>fill.type</p:attrName>
                                        </p:attrNameLst>
                                      </p:cBhvr>
                                      <p:to>
                                        <p:strVal val="solid"/>
                                      </p:to>
                                    </p:set>
                                    <p:set>
                                      <p:cBhvr>
                                        <p:cTn id="48" dur="2000" fill="hold"/>
                                        <p:tgtEl>
                                          <p:spTgt spid="9"/>
                                        </p:tgtEl>
                                        <p:attrNameLst>
                                          <p:attrName>fill.on</p:attrName>
                                        </p:attrNameLst>
                                      </p:cBhvr>
                                      <p:to>
                                        <p:strVal val="true"/>
                                      </p:to>
                                    </p:set>
                                  </p:childTnLst>
                                </p:cTn>
                              </p:par>
                              <p:par>
                                <p:cTn id="49" presetID="19" presetClass="emph" presetSubtype="0" fill="remove" grpId="0" nodeType="withEffect">
                                  <p:stCondLst>
                                    <p:cond delay="0"/>
                                  </p:stCondLst>
                                  <p:childTnLst>
                                    <p:animClr clrSpc="rgb" dir="cw">
                                      <p:cBhvr override="childStyle">
                                        <p:cTn id="50" dur="2000" fill="hold"/>
                                        <p:tgtEl>
                                          <p:spTgt spid="11"/>
                                        </p:tgtEl>
                                        <p:attrNameLst>
                                          <p:attrName>style.color</p:attrName>
                                        </p:attrNameLst>
                                      </p:cBhvr>
                                      <p:to>
                                        <a:schemeClr val="accent1"/>
                                      </p:to>
                                    </p:animClr>
                                    <p:animClr clrSpc="rgb" dir="cw">
                                      <p:cBhvr>
                                        <p:cTn id="51" dur="2000" fill="hold"/>
                                        <p:tgtEl>
                                          <p:spTgt spid="11"/>
                                        </p:tgtEl>
                                        <p:attrNameLst>
                                          <p:attrName>fillcolor</p:attrName>
                                        </p:attrNameLst>
                                      </p:cBhvr>
                                      <p:to>
                                        <a:schemeClr val="accent1"/>
                                      </p:to>
                                    </p:animClr>
                                    <p:set>
                                      <p:cBhvr>
                                        <p:cTn id="52" dur="2000" fill="hold"/>
                                        <p:tgtEl>
                                          <p:spTgt spid="11"/>
                                        </p:tgtEl>
                                        <p:attrNameLst>
                                          <p:attrName>fill.type</p:attrName>
                                        </p:attrNameLst>
                                      </p:cBhvr>
                                      <p:to>
                                        <p:strVal val="solid"/>
                                      </p:to>
                                    </p:set>
                                    <p:set>
                                      <p:cBhvr>
                                        <p:cTn id="53" dur="2000" fill="hold"/>
                                        <p:tgtEl>
                                          <p:spTgt spid="11"/>
                                        </p:tgtEl>
                                        <p:attrNameLst>
                                          <p:attrName>fill.on</p:attrName>
                                        </p:attrNameLst>
                                      </p:cBhvr>
                                      <p:to>
                                        <p:strVal val="true"/>
                                      </p:to>
                                    </p:set>
                                  </p:childTnLst>
                                </p:cTn>
                              </p:par>
                            </p:childTnLst>
                          </p:cTn>
                        </p:par>
                      </p:childTnLst>
                    </p:cTn>
                  </p:par>
                  <p:par>
                    <p:cTn id="54" fill="hold">
                      <p:stCondLst>
                        <p:cond delay="indefinite"/>
                      </p:stCondLst>
                      <p:childTnLst>
                        <p:par>
                          <p:cTn id="55" fill="hold">
                            <p:stCondLst>
                              <p:cond delay="0"/>
                            </p:stCondLst>
                            <p:childTnLst>
                              <p:par>
                                <p:cTn id="56" presetID="22" presetClass="entr" presetSubtype="2" fill="hold" nodeType="clickEffect">
                                  <p:stCondLst>
                                    <p:cond delay="0"/>
                                  </p:stCondLst>
                                  <p:childTnLst>
                                    <p:set>
                                      <p:cBhvr>
                                        <p:cTn id="57" dur="1" fill="hold">
                                          <p:stCondLst>
                                            <p:cond delay="0"/>
                                          </p:stCondLst>
                                        </p:cTn>
                                        <p:tgtEl>
                                          <p:spTgt spid="34"/>
                                        </p:tgtEl>
                                        <p:attrNameLst>
                                          <p:attrName>style.visibility</p:attrName>
                                        </p:attrNameLst>
                                      </p:cBhvr>
                                      <p:to>
                                        <p:strVal val="visible"/>
                                      </p:to>
                                    </p:set>
                                    <p:animEffect transition="in" filter="wipe(right)">
                                      <p:cBhvr>
                                        <p:cTn id="58" dur="1000"/>
                                        <p:tgtEl>
                                          <p:spTgt spid="34"/>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19"/>
                                        </p:tgtEl>
                                        <p:attrNameLst>
                                          <p:attrName>style.visibility</p:attrName>
                                        </p:attrNameLst>
                                      </p:cBhvr>
                                      <p:to>
                                        <p:strVal val="visible"/>
                                      </p:to>
                                    </p:set>
                                    <p:animEffect transition="in" filter="fade">
                                      <p:cBhvr>
                                        <p:cTn id="61" dur="500"/>
                                        <p:tgtEl>
                                          <p:spTgt spid="19"/>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17"/>
                                        </p:tgtEl>
                                        <p:attrNameLst>
                                          <p:attrName>style.visibility</p:attrName>
                                        </p:attrNameLst>
                                      </p:cBhvr>
                                      <p:to>
                                        <p:strVal val="visible"/>
                                      </p:to>
                                    </p:set>
                                    <p:animEffect transition="in" filter="fade">
                                      <p:cBhvr>
                                        <p:cTn id="64" dur="500"/>
                                        <p:tgtEl>
                                          <p:spTgt spid="17"/>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16"/>
                                        </p:tgtEl>
                                        <p:attrNameLst>
                                          <p:attrName>style.visibility</p:attrName>
                                        </p:attrNameLst>
                                      </p:cBhvr>
                                      <p:to>
                                        <p:strVal val="visible"/>
                                      </p:to>
                                    </p:set>
                                    <p:animEffect transition="in" filter="fade">
                                      <p:cBhvr>
                                        <p:cTn id="67" dur="500"/>
                                        <p:tgtEl>
                                          <p:spTgt spid="16"/>
                                        </p:tgtEl>
                                      </p:cBhvr>
                                    </p:animEffect>
                                  </p:childTnLst>
                                </p:cTn>
                              </p:par>
                              <p:par>
                                <p:cTn id="68" presetID="10" presetClass="entr" presetSubtype="0" fill="hold" grpId="1" nodeType="withEffect">
                                  <p:stCondLst>
                                    <p:cond delay="0"/>
                                  </p:stCondLst>
                                  <p:childTnLst>
                                    <p:set>
                                      <p:cBhvr>
                                        <p:cTn id="69" dur="1" fill="hold">
                                          <p:stCondLst>
                                            <p:cond delay="0"/>
                                          </p:stCondLst>
                                        </p:cTn>
                                        <p:tgtEl>
                                          <p:spTgt spid="20"/>
                                        </p:tgtEl>
                                        <p:attrNameLst>
                                          <p:attrName>style.visibility</p:attrName>
                                        </p:attrNameLst>
                                      </p:cBhvr>
                                      <p:to>
                                        <p:strVal val="visible"/>
                                      </p:to>
                                    </p:set>
                                    <p:animEffect transition="in" filter="fade">
                                      <p:cBhvr>
                                        <p:cTn id="70" dur="500"/>
                                        <p:tgtEl>
                                          <p:spTgt spid="20"/>
                                        </p:tgtEl>
                                      </p:cBhvr>
                                    </p:animEffect>
                                  </p:childTnLst>
                                </p:cTn>
                              </p:par>
                              <p:par>
                                <p:cTn id="71" presetID="10" presetClass="entr" presetSubtype="0" fill="hold" grpId="1" nodeType="withEffect">
                                  <p:stCondLst>
                                    <p:cond delay="0"/>
                                  </p:stCondLst>
                                  <p:childTnLst>
                                    <p:set>
                                      <p:cBhvr>
                                        <p:cTn id="72" dur="1" fill="hold">
                                          <p:stCondLst>
                                            <p:cond delay="0"/>
                                          </p:stCondLst>
                                        </p:cTn>
                                        <p:tgtEl>
                                          <p:spTgt spid="18"/>
                                        </p:tgtEl>
                                        <p:attrNameLst>
                                          <p:attrName>style.visibility</p:attrName>
                                        </p:attrNameLst>
                                      </p:cBhvr>
                                      <p:to>
                                        <p:strVal val="visible"/>
                                      </p:to>
                                    </p:set>
                                    <p:animEffect transition="in" filter="fade">
                                      <p:cBhvr>
                                        <p:cTn id="73" dur="500"/>
                                        <p:tgtEl>
                                          <p:spTgt spid="18"/>
                                        </p:tgtEl>
                                      </p:cBhvr>
                                    </p:animEffect>
                                  </p:childTnLst>
                                </p:cTn>
                              </p:par>
                              <p:par>
                                <p:cTn id="74" presetID="10" presetClass="entr" presetSubtype="0" fill="hold" grpId="1" nodeType="withEffect">
                                  <p:stCondLst>
                                    <p:cond delay="0"/>
                                  </p:stCondLst>
                                  <p:childTnLst>
                                    <p:set>
                                      <p:cBhvr>
                                        <p:cTn id="75" dur="1" fill="hold">
                                          <p:stCondLst>
                                            <p:cond delay="0"/>
                                          </p:stCondLst>
                                        </p:cTn>
                                        <p:tgtEl>
                                          <p:spTgt spid="21"/>
                                        </p:tgtEl>
                                        <p:attrNameLst>
                                          <p:attrName>style.visibility</p:attrName>
                                        </p:attrNameLst>
                                      </p:cBhvr>
                                      <p:to>
                                        <p:strVal val="visible"/>
                                      </p:to>
                                    </p:set>
                                    <p:animEffect transition="in" filter="fade">
                                      <p:cBhvr>
                                        <p:cTn id="76" dur="500"/>
                                        <p:tgtEl>
                                          <p:spTgt spid="21"/>
                                        </p:tgtEl>
                                      </p:cBhvr>
                                    </p:animEffect>
                                  </p:childTnLst>
                                </p:cTn>
                              </p:par>
                              <p:par>
                                <p:cTn id="77" presetID="10" presetClass="entr" presetSubtype="0" fill="hold" grpId="0" nodeType="withEffect">
                                  <p:stCondLst>
                                    <p:cond delay="0"/>
                                  </p:stCondLst>
                                  <p:childTnLst>
                                    <p:set>
                                      <p:cBhvr>
                                        <p:cTn id="78" dur="1" fill="hold">
                                          <p:stCondLst>
                                            <p:cond delay="0"/>
                                          </p:stCondLst>
                                        </p:cTn>
                                        <p:tgtEl>
                                          <p:spTgt spid="6"/>
                                        </p:tgtEl>
                                        <p:attrNameLst>
                                          <p:attrName>style.visibility</p:attrName>
                                        </p:attrNameLst>
                                      </p:cBhvr>
                                      <p:to>
                                        <p:strVal val="visible"/>
                                      </p:to>
                                    </p:set>
                                    <p:animEffect transition="in" filter="fade">
                                      <p:cBhvr>
                                        <p:cTn id="79" dur="500"/>
                                        <p:tgtEl>
                                          <p:spTgt spid="6"/>
                                        </p:tgtEl>
                                      </p:cBhvr>
                                    </p:animEffect>
                                  </p:childTnLst>
                                </p:cTn>
                              </p:par>
                            </p:childTnLst>
                          </p:cTn>
                        </p:par>
                        <p:par>
                          <p:cTn id="80" fill="hold">
                            <p:stCondLst>
                              <p:cond delay="1000"/>
                            </p:stCondLst>
                            <p:childTnLst>
                              <p:par>
                                <p:cTn id="81" presetID="22" presetClass="entr" presetSubtype="1" fill="hold" nodeType="afterEffect">
                                  <p:stCondLst>
                                    <p:cond delay="0"/>
                                  </p:stCondLst>
                                  <p:childTnLst>
                                    <p:set>
                                      <p:cBhvr>
                                        <p:cTn id="82" dur="1" fill="hold">
                                          <p:stCondLst>
                                            <p:cond delay="0"/>
                                          </p:stCondLst>
                                        </p:cTn>
                                        <p:tgtEl>
                                          <p:spTgt spid="39"/>
                                        </p:tgtEl>
                                        <p:attrNameLst>
                                          <p:attrName>style.visibility</p:attrName>
                                        </p:attrNameLst>
                                      </p:cBhvr>
                                      <p:to>
                                        <p:strVal val="visible"/>
                                      </p:to>
                                    </p:set>
                                    <p:animEffect transition="in" filter="wipe(up)">
                                      <p:cBhvr>
                                        <p:cTn id="83" dur="500"/>
                                        <p:tgtEl>
                                          <p:spTgt spid="39"/>
                                        </p:tgtEl>
                                      </p:cBhvr>
                                    </p:animEffect>
                                  </p:childTnLst>
                                </p:cTn>
                              </p:par>
                              <p:par>
                                <p:cTn id="84" presetID="22" presetClass="entr" presetSubtype="1" fill="hold" nodeType="withEffect">
                                  <p:stCondLst>
                                    <p:cond delay="0"/>
                                  </p:stCondLst>
                                  <p:childTnLst>
                                    <p:set>
                                      <p:cBhvr>
                                        <p:cTn id="85" dur="1" fill="hold">
                                          <p:stCondLst>
                                            <p:cond delay="0"/>
                                          </p:stCondLst>
                                        </p:cTn>
                                        <p:tgtEl>
                                          <p:spTgt spid="36"/>
                                        </p:tgtEl>
                                        <p:attrNameLst>
                                          <p:attrName>style.visibility</p:attrName>
                                        </p:attrNameLst>
                                      </p:cBhvr>
                                      <p:to>
                                        <p:strVal val="visible"/>
                                      </p:to>
                                    </p:set>
                                    <p:animEffect transition="in" filter="wipe(up)">
                                      <p:cBhvr>
                                        <p:cTn id="86" dur="500"/>
                                        <p:tgtEl>
                                          <p:spTgt spid="36"/>
                                        </p:tgtEl>
                                      </p:cBhvr>
                                    </p:animEffect>
                                  </p:childTnLst>
                                </p:cTn>
                              </p:par>
                            </p:childTnLst>
                          </p:cTn>
                        </p:par>
                        <p:par>
                          <p:cTn id="87" fill="hold">
                            <p:stCondLst>
                              <p:cond delay="1500"/>
                            </p:stCondLst>
                            <p:childTnLst>
                              <p:par>
                                <p:cTn id="88" presetID="19" presetClass="emph" presetSubtype="0" fill="remove" grpId="0" nodeType="afterEffect">
                                  <p:stCondLst>
                                    <p:cond delay="0"/>
                                  </p:stCondLst>
                                  <p:childTnLst>
                                    <p:animClr clrSpc="rgb" dir="cw">
                                      <p:cBhvr override="childStyle">
                                        <p:cTn id="89" dur="2000" fill="hold"/>
                                        <p:tgtEl>
                                          <p:spTgt spid="20"/>
                                        </p:tgtEl>
                                        <p:attrNameLst>
                                          <p:attrName>style.color</p:attrName>
                                        </p:attrNameLst>
                                      </p:cBhvr>
                                      <p:to>
                                        <a:schemeClr val="accent1"/>
                                      </p:to>
                                    </p:animClr>
                                    <p:animClr clrSpc="rgb" dir="cw">
                                      <p:cBhvr>
                                        <p:cTn id="90" dur="2000" fill="hold"/>
                                        <p:tgtEl>
                                          <p:spTgt spid="20"/>
                                        </p:tgtEl>
                                        <p:attrNameLst>
                                          <p:attrName>fillcolor</p:attrName>
                                        </p:attrNameLst>
                                      </p:cBhvr>
                                      <p:to>
                                        <a:schemeClr val="accent1"/>
                                      </p:to>
                                    </p:animClr>
                                    <p:set>
                                      <p:cBhvr>
                                        <p:cTn id="91" dur="2000" fill="hold"/>
                                        <p:tgtEl>
                                          <p:spTgt spid="20"/>
                                        </p:tgtEl>
                                        <p:attrNameLst>
                                          <p:attrName>fill.type</p:attrName>
                                        </p:attrNameLst>
                                      </p:cBhvr>
                                      <p:to>
                                        <p:strVal val="solid"/>
                                      </p:to>
                                    </p:set>
                                    <p:set>
                                      <p:cBhvr>
                                        <p:cTn id="92" dur="2000" fill="hold"/>
                                        <p:tgtEl>
                                          <p:spTgt spid="20"/>
                                        </p:tgtEl>
                                        <p:attrNameLst>
                                          <p:attrName>fill.on</p:attrName>
                                        </p:attrNameLst>
                                      </p:cBhvr>
                                      <p:to>
                                        <p:strVal val="true"/>
                                      </p:to>
                                    </p:set>
                                  </p:childTnLst>
                                </p:cTn>
                              </p:par>
                              <p:par>
                                <p:cTn id="93" presetID="19" presetClass="emph" presetSubtype="0" fill="remove" grpId="0" nodeType="withEffect">
                                  <p:stCondLst>
                                    <p:cond delay="0"/>
                                  </p:stCondLst>
                                  <p:childTnLst>
                                    <p:animClr clrSpc="rgb" dir="cw">
                                      <p:cBhvr override="childStyle">
                                        <p:cTn id="94" dur="2000" fill="hold"/>
                                        <p:tgtEl>
                                          <p:spTgt spid="18"/>
                                        </p:tgtEl>
                                        <p:attrNameLst>
                                          <p:attrName>style.color</p:attrName>
                                        </p:attrNameLst>
                                      </p:cBhvr>
                                      <p:to>
                                        <a:schemeClr val="accent1"/>
                                      </p:to>
                                    </p:animClr>
                                    <p:animClr clrSpc="rgb" dir="cw">
                                      <p:cBhvr>
                                        <p:cTn id="95" dur="2000" fill="hold"/>
                                        <p:tgtEl>
                                          <p:spTgt spid="18"/>
                                        </p:tgtEl>
                                        <p:attrNameLst>
                                          <p:attrName>fillcolor</p:attrName>
                                        </p:attrNameLst>
                                      </p:cBhvr>
                                      <p:to>
                                        <a:schemeClr val="accent1"/>
                                      </p:to>
                                    </p:animClr>
                                    <p:set>
                                      <p:cBhvr>
                                        <p:cTn id="96" dur="2000" fill="hold"/>
                                        <p:tgtEl>
                                          <p:spTgt spid="18"/>
                                        </p:tgtEl>
                                        <p:attrNameLst>
                                          <p:attrName>fill.type</p:attrName>
                                        </p:attrNameLst>
                                      </p:cBhvr>
                                      <p:to>
                                        <p:strVal val="solid"/>
                                      </p:to>
                                    </p:set>
                                    <p:set>
                                      <p:cBhvr>
                                        <p:cTn id="97" dur="2000" fill="hold"/>
                                        <p:tgtEl>
                                          <p:spTgt spid="18"/>
                                        </p:tgtEl>
                                        <p:attrNameLst>
                                          <p:attrName>fill.on</p:attrName>
                                        </p:attrNameLst>
                                      </p:cBhvr>
                                      <p:to>
                                        <p:strVal val="true"/>
                                      </p:to>
                                    </p:set>
                                  </p:childTnLst>
                                </p:cTn>
                              </p:par>
                              <p:par>
                                <p:cTn id="98" presetID="19" presetClass="emph" presetSubtype="0" fill="remove" grpId="0" nodeType="withEffect">
                                  <p:stCondLst>
                                    <p:cond delay="0"/>
                                  </p:stCondLst>
                                  <p:childTnLst>
                                    <p:animClr clrSpc="rgb" dir="cw">
                                      <p:cBhvr override="childStyle">
                                        <p:cTn id="99" dur="2000" fill="hold"/>
                                        <p:tgtEl>
                                          <p:spTgt spid="21"/>
                                        </p:tgtEl>
                                        <p:attrNameLst>
                                          <p:attrName>style.color</p:attrName>
                                        </p:attrNameLst>
                                      </p:cBhvr>
                                      <p:to>
                                        <a:schemeClr val="accent1"/>
                                      </p:to>
                                    </p:animClr>
                                    <p:animClr clrSpc="rgb" dir="cw">
                                      <p:cBhvr>
                                        <p:cTn id="100" dur="2000" fill="hold"/>
                                        <p:tgtEl>
                                          <p:spTgt spid="21"/>
                                        </p:tgtEl>
                                        <p:attrNameLst>
                                          <p:attrName>fillcolor</p:attrName>
                                        </p:attrNameLst>
                                      </p:cBhvr>
                                      <p:to>
                                        <a:schemeClr val="accent1"/>
                                      </p:to>
                                    </p:animClr>
                                    <p:set>
                                      <p:cBhvr>
                                        <p:cTn id="101" dur="2000" fill="hold"/>
                                        <p:tgtEl>
                                          <p:spTgt spid="21"/>
                                        </p:tgtEl>
                                        <p:attrNameLst>
                                          <p:attrName>fill.type</p:attrName>
                                        </p:attrNameLst>
                                      </p:cBhvr>
                                      <p:to>
                                        <p:strVal val="solid"/>
                                      </p:to>
                                    </p:set>
                                    <p:set>
                                      <p:cBhvr>
                                        <p:cTn id="102" dur="2000" fill="hold"/>
                                        <p:tgtEl>
                                          <p:spTgt spid="21"/>
                                        </p:tgtEl>
                                        <p:attrNameLst>
                                          <p:attrName>fill.on</p:attrName>
                                        </p:attrNameLst>
                                      </p:cBhvr>
                                      <p:to>
                                        <p:strVal val="true"/>
                                      </p:to>
                                    </p:set>
                                  </p:childTnLst>
                                </p:cTn>
                              </p:par>
                            </p:childTnLst>
                          </p:cTn>
                        </p:par>
                      </p:childTnLst>
                    </p:cTn>
                  </p:par>
                  <p:par>
                    <p:cTn id="103" fill="hold">
                      <p:stCondLst>
                        <p:cond delay="indefinite"/>
                      </p:stCondLst>
                      <p:childTnLst>
                        <p:par>
                          <p:cTn id="104" fill="hold">
                            <p:stCondLst>
                              <p:cond delay="0"/>
                            </p:stCondLst>
                            <p:childTnLst>
                              <p:par>
                                <p:cTn id="105" presetID="19" presetClass="emph" presetSubtype="0" fill="hold" grpId="0" nodeType="clickEffect">
                                  <p:stCondLst>
                                    <p:cond delay="0"/>
                                  </p:stCondLst>
                                  <p:childTnLst>
                                    <p:animClr clrSpc="rgb" dir="cw">
                                      <p:cBhvr override="childStyle">
                                        <p:cTn id="106" dur="2000" fill="hold"/>
                                        <p:tgtEl>
                                          <p:spTgt spid="33"/>
                                        </p:tgtEl>
                                        <p:attrNameLst>
                                          <p:attrName>style.color</p:attrName>
                                        </p:attrNameLst>
                                      </p:cBhvr>
                                      <p:to>
                                        <a:srgbClr val="FF0000"/>
                                      </p:to>
                                    </p:animClr>
                                    <p:animClr clrSpc="rgb" dir="cw">
                                      <p:cBhvr>
                                        <p:cTn id="107" dur="2000" fill="hold"/>
                                        <p:tgtEl>
                                          <p:spTgt spid="33"/>
                                        </p:tgtEl>
                                        <p:attrNameLst>
                                          <p:attrName>fillcolor</p:attrName>
                                        </p:attrNameLst>
                                      </p:cBhvr>
                                      <p:to>
                                        <a:srgbClr val="FF0000"/>
                                      </p:to>
                                    </p:animClr>
                                    <p:set>
                                      <p:cBhvr>
                                        <p:cTn id="108" dur="2000" fill="hold"/>
                                        <p:tgtEl>
                                          <p:spTgt spid="33"/>
                                        </p:tgtEl>
                                        <p:attrNameLst>
                                          <p:attrName>fill.type</p:attrName>
                                        </p:attrNameLst>
                                      </p:cBhvr>
                                      <p:to>
                                        <p:strVal val="solid"/>
                                      </p:to>
                                    </p:set>
                                    <p:set>
                                      <p:cBhvr>
                                        <p:cTn id="109" dur="2000" fill="hold"/>
                                        <p:tgtEl>
                                          <p:spTgt spid="33"/>
                                        </p:tgtEl>
                                        <p:attrNameLst>
                                          <p:attrName>fill.on</p:attrName>
                                        </p:attrNameLst>
                                      </p:cBhvr>
                                      <p:to>
                                        <p:strVal val="true"/>
                                      </p:to>
                                    </p:set>
                                  </p:childTnLst>
                                </p:cTn>
                              </p:par>
                              <p:par>
                                <p:cTn id="110" presetID="10" presetClass="entr" presetSubtype="0" fill="hold" grpId="1" nodeType="withEffect">
                                  <p:stCondLst>
                                    <p:cond delay="0"/>
                                  </p:stCondLst>
                                  <p:childTnLst>
                                    <p:set>
                                      <p:cBhvr>
                                        <p:cTn id="111" dur="1" fill="hold">
                                          <p:stCondLst>
                                            <p:cond delay="0"/>
                                          </p:stCondLst>
                                        </p:cTn>
                                        <p:tgtEl>
                                          <p:spTgt spid="43"/>
                                        </p:tgtEl>
                                        <p:attrNameLst>
                                          <p:attrName>style.visibility</p:attrName>
                                        </p:attrNameLst>
                                      </p:cBhvr>
                                      <p:to>
                                        <p:strVal val="visible"/>
                                      </p:to>
                                    </p:set>
                                    <p:animEffect transition="in" filter="fade">
                                      <p:cBhvr>
                                        <p:cTn id="112" dur="500"/>
                                        <p:tgtEl>
                                          <p:spTgt spid="43"/>
                                        </p:tgtEl>
                                      </p:cBhvr>
                                    </p:animEffect>
                                  </p:childTnLst>
                                </p:cTn>
                              </p:par>
                            </p:childTnLst>
                          </p:cTn>
                        </p:par>
                        <p:par>
                          <p:cTn id="113" fill="hold">
                            <p:stCondLst>
                              <p:cond delay="2000"/>
                            </p:stCondLst>
                            <p:childTnLst>
                              <p:par>
                                <p:cTn id="114" presetID="10" presetClass="exit" presetSubtype="0" fill="hold" grpId="1" nodeType="afterEffect">
                                  <p:stCondLst>
                                    <p:cond delay="0"/>
                                  </p:stCondLst>
                                  <p:childTnLst>
                                    <p:animEffect transition="out" filter="fade">
                                      <p:cBhvr>
                                        <p:cTn id="115" dur="500"/>
                                        <p:tgtEl>
                                          <p:spTgt spid="33"/>
                                        </p:tgtEl>
                                      </p:cBhvr>
                                    </p:animEffect>
                                    <p:set>
                                      <p:cBhvr>
                                        <p:cTn id="116" dur="1" fill="hold">
                                          <p:stCondLst>
                                            <p:cond delay="499"/>
                                          </p:stCondLst>
                                        </p:cTn>
                                        <p:tgtEl>
                                          <p:spTgt spid="33"/>
                                        </p:tgtEl>
                                        <p:attrNameLst>
                                          <p:attrName>style.visibility</p:attrName>
                                        </p:attrNameLst>
                                      </p:cBhvr>
                                      <p:to>
                                        <p:strVal val="hidden"/>
                                      </p:to>
                                    </p:set>
                                  </p:childTnLst>
                                </p:cTn>
                              </p:par>
                              <p:par>
                                <p:cTn id="117" presetID="10" presetClass="exit" presetSubtype="0" fill="hold" grpId="0" nodeType="withEffect">
                                  <p:stCondLst>
                                    <p:cond delay="0"/>
                                  </p:stCondLst>
                                  <p:childTnLst>
                                    <p:animEffect transition="out" filter="fade">
                                      <p:cBhvr>
                                        <p:cTn id="118" dur="500"/>
                                        <p:tgtEl>
                                          <p:spTgt spid="43"/>
                                        </p:tgtEl>
                                      </p:cBhvr>
                                    </p:animEffect>
                                    <p:set>
                                      <p:cBhvr>
                                        <p:cTn id="119" dur="1" fill="hold">
                                          <p:stCondLst>
                                            <p:cond delay="499"/>
                                          </p:stCondLst>
                                        </p:cTn>
                                        <p:tgtEl>
                                          <p:spTgt spid="43"/>
                                        </p:tgtEl>
                                        <p:attrNameLst>
                                          <p:attrName>style.visibility</p:attrName>
                                        </p:attrNameLst>
                                      </p:cBhvr>
                                      <p:to>
                                        <p:strVal val="hidden"/>
                                      </p:to>
                                    </p:set>
                                  </p:childTnLst>
                                </p:cTn>
                              </p:par>
                              <p:par>
                                <p:cTn id="120" presetID="10" presetClass="exit" presetSubtype="0" fill="hold" nodeType="withEffect">
                                  <p:stCondLst>
                                    <p:cond delay="0"/>
                                  </p:stCondLst>
                                  <p:childTnLst>
                                    <p:animEffect transition="out" filter="fade">
                                      <p:cBhvr>
                                        <p:cTn id="121" dur="500"/>
                                        <p:tgtEl>
                                          <p:spTgt spid="49"/>
                                        </p:tgtEl>
                                      </p:cBhvr>
                                    </p:animEffect>
                                    <p:set>
                                      <p:cBhvr>
                                        <p:cTn id="122" dur="1" fill="hold">
                                          <p:stCondLst>
                                            <p:cond delay="499"/>
                                          </p:stCondLst>
                                        </p:cTn>
                                        <p:tgtEl>
                                          <p:spTgt spid="49"/>
                                        </p:tgtEl>
                                        <p:attrNameLst>
                                          <p:attrName>style.visibility</p:attrName>
                                        </p:attrNameLst>
                                      </p:cBhvr>
                                      <p:to>
                                        <p:strVal val="hidden"/>
                                      </p:to>
                                    </p:set>
                                  </p:childTnLst>
                                </p:cTn>
                              </p:par>
                              <p:par>
                                <p:cTn id="123" presetID="10" presetClass="exit" presetSubtype="0" fill="hold" grpId="0" nodeType="withEffect">
                                  <p:stCondLst>
                                    <p:cond delay="0"/>
                                  </p:stCondLst>
                                  <p:childTnLst>
                                    <p:animEffect transition="out" filter="fade">
                                      <p:cBhvr>
                                        <p:cTn id="124" dur="500"/>
                                        <p:tgtEl>
                                          <p:spTgt spid="35"/>
                                        </p:tgtEl>
                                      </p:cBhvr>
                                    </p:animEffect>
                                    <p:set>
                                      <p:cBhvr>
                                        <p:cTn id="125" dur="1" fill="hold">
                                          <p:stCondLst>
                                            <p:cond delay="499"/>
                                          </p:stCondLst>
                                        </p:cTn>
                                        <p:tgtEl>
                                          <p:spTgt spid="35"/>
                                        </p:tgtEl>
                                        <p:attrNameLst>
                                          <p:attrName>style.visibility</p:attrName>
                                        </p:attrNameLst>
                                      </p:cBhvr>
                                      <p:to>
                                        <p:strVal val="hidden"/>
                                      </p:to>
                                    </p:set>
                                  </p:childTnLst>
                                </p:cTn>
                              </p:par>
                              <p:par>
                                <p:cTn id="126" presetID="10" presetClass="exit" presetSubtype="0" fill="hold" nodeType="withEffect">
                                  <p:stCondLst>
                                    <p:cond delay="0"/>
                                  </p:stCondLst>
                                  <p:childTnLst>
                                    <p:animEffect transition="out" filter="fade">
                                      <p:cBhvr>
                                        <p:cTn id="127" dur="500"/>
                                        <p:tgtEl>
                                          <p:spTgt spid="37"/>
                                        </p:tgtEl>
                                      </p:cBhvr>
                                    </p:animEffect>
                                    <p:set>
                                      <p:cBhvr>
                                        <p:cTn id="128" dur="1" fill="hold">
                                          <p:stCondLst>
                                            <p:cond delay="499"/>
                                          </p:stCondLst>
                                        </p:cTn>
                                        <p:tgtEl>
                                          <p:spTgt spid="37"/>
                                        </p:tgtEl>
                                        <p:attrNameLst>
                                          <p:attrName>style.visibility</p:attrName>
                                        </p:attrNameLst>
                                      </p:cBhvr>
                                      <p:to>
                                        <p:strVal val="hidden"/>
                                      </p:to>
                                    </p:set>
                                  </p:childTnLst>
                                </p:cTn>
                              </p:par>
                            </p:childTnLst>
                          </p:cTn>
                        </p:par>
                        <p:par>
                          <p:cTn id="129" fill="hold">
                            <p:stCondLst>
                              <p:cond delay="2500"/>
                            </p:stCondLst>
                            <p:childTnLst>
                              <p:par>
                                <p:cTn id="130" presetID="10" presetClass="entr" presetSubtype="0" fill="hold" nodeType="afterEffect">
                                  <p:stCondLst>
                                    <p:cond delay="0"/>
                                  </p:stCondLst>
                                  <p:childTnLst>
                                    <p:set>
                                      <p:cBhvr>
                                        <p:cTn id="131" dur="1" fill="hold">
                                          <p:stCondLst>
                                            <p:cond delay="0"/>
                                          </p:stCondLst>
                                        </p:cTn>
                                        <p:tgtEl>
                                          <p:spTgt spid="38"/>
                                        </p:tgtEl>
                                        <p:attrNameLst>
                                          <p:attrName>style.visibility</p:attrName>
                                        </p:attrNameLst>
                                      </p:cBhvr>
                                      <p:to>
                                        <p:strVal val="visible"/>
                                      </p:to>
                                    </p:set>
                                    <p:animEffect transition="in" filter="fade">
                                      <p:cBhvr>
                                        <p:cTn id="132" dur="500"/>
                                        <p:tgtEl>
                                          <p:spTgt spid="38"/>
                                        </p:tgtEl>
                                      </p:cBhvr>
                                    </p:animEffect>
                                  </p:childTnLst>
                                </p:cTn>
                              </p:par>
                            </p:childTnLst>
                          </p:cTn>
                        </p:par>
                        <p:par>
                          <p:cTn id="133" fill="hold">
                            <p:stCondLst>
                              <p:cond delay="3000"/>
                            </p:stCondLst>
                            <p:childTnLst>
                              <p:par>
                                <p:cTn id="134" presetID="22" presetClass="entr" presetSubtype="8" fill="hold" nodeType="afterEffect">
                                  <p:stCondLst>
                                    <p:cond delay="0"/>
                                  </p:stCondLst>
                                  <p:childTnLst>
                                    <p:set>
                                      <p:cBhvr>
                                        <p:cTn id="135" dur="1" fill="hold">
                                          <p:stCondLst>
                                            <p:cond delay="0"/>
                                          </p:stCondLst>
                                        </p:cTn>
                                        <p:tgtEl>
                                          <p:spTgt spid="44"/>
                                        </p:tgtEl>
                                        <p:attrNameLst>
                                          <p:attrName>style.visibility</p:attrName>
                                        </p:attrNameLst>
                                      </p:cBhvr>
                                      <p:to>
                                        <p:strVal val="visible"/>
                                      </p:to>
                                    </p:set>
                                    <p:animEffect transition="in" filter="wipe(left)">
                                      <p:cBhvr>
                                        <p:cTn id="136" dur="500"/>
                                        <p:tgtEl>
                                          <p:spTgt spid="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10" grpId="0" animBg="1"/>
      <p:bldP spid="12" grpId="0" animBg="1"/>
      <p:bldP spid="13" grpId="0" animBg="1"/>
      <p:bldP spid="16" grpId="0" animBg="1"/>
      <p:bldP spid="17" grpId="0" animBg="1"/>
      <p:bldP spid="19" grpId="0" animBg="1"/>
      <p:bldP spid="21" grpId="0" animBg="1"/>
      <p:bldP spid="21" grpId="1" animBg="1"/>
      <p:bldP spid="18" grpId="0" animBg="1"/>
      <p:bldP spid="18" grpId="1" animBg="1"/>
      <p:bldP spid="20" grpId="0" animBg="1"/>
      <p:bldP spid="20" grpId="1" animBg="1"/>
      <p:bldP spid="8" grpId="0" animBg="1"/>
      <p:bldP spid="8" grpId="1" animBg="1"/>
      <p:bldP spid="9" grpId="0" animBg="1"/>
      <p:bldP spid="9" grpId="1" animBg="1"/>
      <p:bldP spid="11" grpId="0" animBg="1"/>
      <p:bldP spid="11" grpId="1" animBg="1"/>
      <p:bldP spid="33" grpId="0" animBg="1"/>
      <p:bldP spid="33" grpId="1" animBg="1"/>
      <p:bldP spid="35" grpId="0" animBg="1"/>
      <p:bldP spid="43" grpId="0" animBg="1"/>
      <p:bldP spid="43" grpId="1"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4294967295"/>
          </p:nvPr>
        </p:nvSpPr>
        <p:spPr>
          <a:xfrm>
            <a:off x="873940" y="2872673"/>
            <a:ext cx="9093973" cy="2035877"/>
          </a:xfrm>
          <a:prstGeom prst="rect">
            <a:avLst/>
          </a:prstGeom>
        </p:spPr>
        <p:txBody>
          <a:bodyPr/>
          <a:lstStyle/>
          <a:p>
            <a:pPr marL="0" indent="0">
              <a:buNone/>
            </a:pPr>
            <a:r>
              <a:rPr lang="en-US" sz="4800" dirty="0"/>
              <a:t>Linux on the</a:t>
            </a:r>
          </a:p>
          <a:p>
            <a:pPr marL="0" indent="0">
              <a:buNone/>
            </a:pPr>
            <a:r>
              <a:rPr lang="en-US" sz="4800" dirty="0"/>
              <a:t>Microsoft Cloud Platform</a:t>
            </a:r>
          </a:p>
        </p:txBody>
      </p:sp>
    </p:spTree>
    <p:extLst>
      <p:ext uri="{BB962C8B-B14F-4D97-AF65-F5344CB8AC3E}">
        <p14:creationId xmlns:p14="http://schemas.microsoft.com/office/powerpoint/2010/main" val="1913242289"/>
      </p:ext>
    </p:extLst>
  </p:cSld>
  <p:clrMapOvr>
    <a:masterClrMapping/>
  </p:clrMapOvr>
  <p:transition>
    <p:fade/>
  </p:transition>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00546F"/>
        </a:solidFill>
        <a:effectLst/>
      </p:bgPr>
    </p:bg>
    <p:spTree>
      <p:nvGrpSpPr>
        <p:cNvPr id="1" name=""/>
        <p:cNvGrpSpPr/>
        <p:nvPr/>
      </p:nvGrpSpPr>
      <p:grpSpPr>
        <a:xfrm>
          <a:off x="0" y="0"/>
          <a:ext cx="0" cy="0"/>
          <a:chOff x="0" y="0"/>
          <a:chExt cx="0" cy="0"/>
        </a:xfrm>
      </p:grpSpPr>
      <p:sp>
        <p:nvSpPr>
          <p:cNvPr id="2" name="TextBox 1"/>
          <p:cNvSpPr txBox="1"/>
          <p:nvPr/>
        </p:nvSpPr>
        <p:spPr>
          <a:xfrm>
            <a:off x="269240" y="2632443"/>
            <a:ext cx="11653522" cy="1593115"/>
          </a:xfrm>
          <a:prstGeom prst="rect">
            <a:avLst/>
          </a:prstGeom>
          <a:noFill/>
        </p:spPr>
        <p:txBody>
          <a:bodyPr wrap="square" lIns="179285" tIns="143428" rIns="179285" bIns="143428" rtlCol="0">
            <a:spAutoFit/>
          </a:bodyPr>
          <a:lstStyle/>
          <a:p>
            <a:pPr algn="ctr" defTabSz="914367">
              <a:lnSpc>
                <a:spcPct val="90000"/>
              </a:lnSpc>
              <a:spcAft>
                <a:spcPts val="588"/>
              </a:spcAft>
              <a:defRPr/>
            </a:pPr>
            <a:r>
              <a:rPr lang="en-US" sz="9411" dirty="0">
                <a:gradFill>
                  <a:gsLst>
                    <a:gs pos="2917">
                      <a:srgbClr val="FFFFFF"/>
                    </a:gs>
                    <a:gs pos="30000">
                      <a:srgbClr val="FFFFFF"/>
                    </a:gs>
                  </a:gsLst>
                  <a:lin ang="5400000" scaled="0"/>
                </a:gradFill>
                <a:latin typeface="Segoe UI Light"/>
              </a:rPr>
              <a:t>Microsoft   		Linux</a:t>
            </a:r>
          </a:p>
        </p:txBody>
      </p:sp>
      <p:sp>
        <p:nvSpPr>
          <p:cNvPr id="3" name="Heart 2"/>
          <p:cNvSpPr/>
          <p:nvPr/>
        </p:nvSpPr>
        <p:spPr bwMode="auto">
          <a:xfrm>
            <a:off x="6394808" y="2756682"/>
            <a:ext cx="1568743" cy="1344637"/>
          </a:xfrm>
          <a:prstGeom prst="heart">
            <a:avLst/>
          </a:prstGeom>
          <a:solidFill>
            <a:srgbClr val="E81123"/>
          </a:solidFill>
          <a:ln>
            <a:no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vert="horz" wrap="square" lIns="0" tIns="45720" rIns="0" bIns="45720" numCol="1" rtlCol="0" anchor="ctr" anchorCtr="0" compatLnSpc="1">
            <a:prstTxWarp prst="textNoShape">
              <a:avLst/>
            </a:prstTxWarp>
          </a:bodyPr>
          <a:lstStyle/>
          <a:p>
            <a:pPr algn="ctr" defTabSz="914030" fontAlgn="base">
              <a:spcBef>
                <a:spcPct val="0"/>
              </a:spcBef>
              <a:spcAft>
                <a:spcPct val="0"/>
              </a:spcAft>
              <a:defRPr/>
            </a:pPr>
            <a:endParaRPr lang="en-US" sz="1961" dirty="0">
              <a:solidFill>
                <a:srgbClr val="FF0000"/>
              </a:solidFill>
            </a:endParaRPr>
          </a:p>
        </p:txBody>
      </p:sp>
    </p:spTree>
    <p:extLst>
      <p:ext uri="{BB962C8B-B14F-4D97-AF65-F5344CB8AC3E}">
        <p14:creationId xmlns:p14="http://schemas.microsoft.com/office/powerpoint/2010/main" val="3233040442"/>
      </p:ext>
    </p:extLst>
  </p:cSld>
  <p:clrMapOvr>
    <a:masterClrMapping/>
  </p:clrMapOvr>
  <p:transition>
    <p:fade/>
  </p:transition>
</p:sld>
</file>

<file path=ppt/slides/slide41.xml><?xml version="1.0" encoding="utf-8"?>
<p:sld xmlns:a="http://schemas.openxmlformats.org/drawingml/2006/main" xmlns:r="http://schemas.openxmlformats.org/officeDocument/2006/relationships" xmlns:p="http://schemas.openxmlformats.org/presentationml/2006/main">
  <p:cSld>
    <p:bg>
      <p:bgPr>
        <a:solidFill>
          <a:srgbClr val="F28A15"/>
        </a:solidFill>
        <a:effectLst/>
      </p:bgPr>
    </p:bg>
    <p:spTree>
      <p:nvGrpSpPr>
        <p:cNvPr id="1" name=""/>
        <p:cNvGrpSpPr/>
        <p:nvPr/>
      </p:nvGrpSpPr>
      <p:grpSpPr>
        <a:xfrm>
          <a:off x="0" y="0"/>
          <a:ext cx="0" cy="0"/>
          <a:chOff x="0" y="0"/>
          <a:chExt cx="0" cy="0"/>
        </a:xfrm>
      </p:grpSpPr>
      <p:pic>
        <p:nvPicPr>
          <p:cNvPr id="4" name="Picture 3"/>
          <p:cNvPicPr>
            <a:picLocks noChangeAspect="1"/>
          </p:cNvPicPr>
          <p:nvPr/>
        </p:nvPicPr>
        <p:blipFill rotWithShape="1">
          <a:blip r:embed="rId3">
            <a:extLst>
              <a:ext uri="{28A0092B-C50C-407E-A947-70E740481C1C}">
                <a14:useLocalDpi xmlns:a14="http://schemas.microsoft.com/office/drawing/2010/main" val="0"/>
              </a:ext>
            </a:extLst>
          </a:blip>
          <a:srcRect l="1345" r="8535"/>
          <a:stretch/>
        </p:blipFill>
        <p:spPr>
          <a:xfrm>
            <a:off x="1105477" y="162646"/>
            <a:ext cx="4959496" cy="3508783"/>
          </a:xfrm>
          <a:prstGeom prst="rect">
            <a:avLst/>
          </a:prstGeom>
          <a:noFill/>
          <a:ln w="12700">
            <a:solidFill>
              <a:srgbClr val="000000"/>
            </a:solidFill>
          </a:ln>
          <a:effectLst>
            <a:outerShdw blurRad="50800" dist="101600" dir="2700000" algn="tl" rotWithShape="0">
              <a:prstClr val="black">
                <a:alpha val="40000"/>
              </a:prstClr>
            </a:outerShdw>
          </a:effectLst>
        </p:spPr>
      </p:pic>
      <p:pic>
        <p:nvPicPr>
          <p:cNvPr id="3" name="Picture 2">
            <a:hlinkClick r:id="rId4"/>
          </p:cNvPr>
          <p:cNvPicPr>
            <a:picLocks noChangeAspect="1"/>
          </p:cNvPicPr>
          <p:nvPr/>
        </p:nvPicPr>
        <p:blipFill rotWithShape="1">
          <a:blip r:embed="rId5"/>
          <a:srcRect l="17669" t="21842" r="61185" b="28158"/>
          <a:stretch/>
        </p:blipFill>
        <p:spPr>
          <a:xfrm>
            <a:off x="37352" y="2034488"/>
            <a:ext cx="4392279" cy="3338131"/>
          </a:xfrm>
          <a:prstGeom prst="rect">
            <a:avLst/>
          </a:prstGeom>
          <a:ln w="12700">
            <a:solidFill>
              <a:srgbClr val="000000"/>
            </a:solidFill>
          </a:ln>
          <a:effectLst>
            <a:outerShdw blurRad="50800" dist="101600" dir="2700000" algn="ctr" rotWithShape="0">
              <a:schemeClr val="bg1">
                <a:lumMod val="50000"/>
                <a:alpha val="40000"/>
              </a:schemeClr>
            </a:outerShdw>
          </a:effectLst>
        </p:spPr>
      </p:pic>
      <p:pic>
        <p:nvPicPr>
          <p:cNvPr id="2" name="Picture 1"/>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275283" y="210830"/>
            <a:ext cx="5701987" cy="6460719"/>
          </a:xfrm>
          <a:prstGeom prst="rect">
            <a:avLst/>
          </a:prstGeom>
          <a:ln w="12700">
            <a:solidFill>
              <a:srgbClr val="000000"/>
            </a:solidFill>
          </a:ln>
          <a:effectLst>
            <a:outerShdw blurRad="50800" dist="101600" dir="2700000" algn="ctr" rotWithShape="0">
              <a:schemeClr val="bg1">
                <a:lumMod val="50000"/>
                <a:alpha val="40000"/>
              </a:schemeClr>
            </a:outerShdw>
          </a:effectLst>
        </p:spPr>
      </p:pic>
      <p:pic>
        <p:nvPicPr>
          <p:cNvPr id="8" name="Picture 7">
            <a:hlinkClick r:id="rId7"/>
          </p:cNvPr>
          <p:cNvPicPr>
            <a:picLocks noChangeAspect="1"/>
          </p:cNvPicPr>
          <p:nvPr/>
        </p:nvPicPr>
        <p:blipFill rotWithShape="1">
          <a:blip r:embed="rId8"/>
          <a:srcRect l="30921" t="22591" r="32171" b="18110"/>
          <a:stretch/>
        </p:blipFill>
        <p:spPr>
          <a:xfrm>
            <a:off x="4926680" y="2617640"/>
            <a:ext cx="4022231" cy="3635064"/>
          </a:xfrm>
          <a:prstGeom prst="rect">
            <a:avLst/>
          </a:prstGeom>
          <a:ln w="12700">
            <a:solidFill>
              <a:srgbClr val="000000"/>
            </a:solidFill>
          </a:ln>
          <a:effectLst>
            <a:outerShdw blurRad="50800" dist="101600" dir="2700000" algn="ctr" rotWithShape="0">
              <a:schemeClr val="bg1">
                <a:lumMod val="50000"/>
                <a:alpha val="40000"/>
              </a:schemeClr>
            </a:outerShdw>
          </a:effectLst>
        </p:spPr>
      </p:pic>
      <p:pic>
        <p:nvPicPr>
          <p:cNvPr id="1026" name="Picture 12" descr="image006"/>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7572293" y="2976204"/>
            <a:ext cx="4587275" cy="3854585"/>
          </a:xfrm>
          <a:prstGeom prst="rect">
            <a:avLst/>
          </a:prstGeom>
          <a:noFill/>
          <a:ln w="12700">
            <a:solidFill>
              <a:srgbClr val="000000"/>
            </a:solidFill>
            <a:miter lim="800000"/>
            <a:headEnd/>
            <a:tailEnd/>
          </a:ln>
          <a:effectLst>
            <a:outerShdw blurRad="50800" dist="101600" dir="2700000" algn="ctr" rotWithShape="0">
              <a:schemeClr val="bg1">
                <a:lumMod val="50000"/>
                <a:alpha val="40000"/>
              </a:schemeClr>
            </a:outerShdw>
          </a:effectLst>
          <a:extLst>
            <a:ext uri="{909E8E84-426E-40DD-AFC4-6F175D3DCCD1}">
              <a14:hiddenFill xmlns:a14="http://schemas.microsoft.com/office/drawing/2010/main">
                <a:solidFill>
                  <a:srgbClr val="FFFFFF"/>
                </a:solidFill>
              </a14:hiddenFill>
            </a:ext>
          </a:extLst>
        </p:spPr>
      </p:pic>
      <p:pic>
        <p:nvPicPr>
          <p:cNvPr id="5" name="Picture 4">
            <a:hlinkClick r:id="rId10"/>
          </p:cNvPr>
          <p:cNvPicPr>
            <a:picLocks noChangeAspect="1"/>
          </p:cNvPicPr>
          <p:nvPr/>
        </p:nvPicPr>
        <p:blipFill rotWithShape="1">
          <a:blip r:embed="rId11"/>
          <a:srcRect l="31579" t="22894" r="32303" b="44474"/>
          <a:stretch/>
        </p:blipFill>
        <p:spPr>
          <a:xfrm>
            <a:off x="511584" y="4435172"/>
            <a:ext cx="4717042" cy="2397185"/>
          </a:xfrm>
          <a:prstGeom prst="rect">
            <a:avLst/>
          </a:prstGeom>
          <a:ln w="12700">
            <a:solidFill>
              <a:srgbClr val="000000"/>
            </a:solidFill>
          </a:ln>
          <a:effectLst>
            <a:outerShdw blurRad="50800" dist="101600" dir="2700000" algn="ctr" rotWithShape="0">
              <a:schemeClr val="bg1">
                <a:lumMod val="50000"/>
                <a:alpha val="40000"/>
              </a:schemeClr>
            </a:outerShdw>
          </a:effectLst>
        </p:spPr>
      </p:pic>
    </p:spTree>
    <p:extLst>
      <p:ext uri="{BB962C8B-B14F-4D97-AF65-F5344CB8AC3E}">
        <p14:creationId xmlns:p14="http://schemas.microsoft.com/office/powerpoint/2010/main" val="161531656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par>
                                <p:cTn id="8" presetID="10" presetClass="entr" presetSubtype="0" fill="hold"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500"/>
                                        <p:tgtEl>
                                          <p:spTgt spid="8"/>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fade">
                                      <p:cBhvr>
                                        <p:cTn id="15" dur="500"/>
                                        <p:tgtEl>
                                          <p:spTgt spid="5"/>
                                        </p:tgtEl>
                                      </p:cBhvr>
                                    </p:animEffect>
                                  </p:childTnLst>
                                </p:cTn>
                              </p:par>
                              <p:par>
                                <p:cTn id="16" presetID="10" presetClass="entr" presetSubtype="0" fill="hold" nodeType="withEffect">
                                  <p:stCondLst>
                                    <p:cond delay="0"/>
                                  </p:stCondLst>
                                  <p:childTnLst>
                                    <p:set>
                                      <p:cBhvr>
                                        <p:cTn id="17" dur="1" fill="hold">
                                          <p:stCondLst>
                                            <p:cond delay="0"/>
                                          </p:stCondLst>
                                        </p:cTn>
                                        <p:tgtEl>
                                          <p:spTgt spid="1026"/>
                                        </p:tgtEl>
                                        <p:attrNameLst>
                                          <p:attrName>style.visibility</p:attrName>
                                        </p:attrNameLst>
                                      </p:cBhvr>
                                      <p:to>
                                        <p:strVal val="visible"/>
                                      </p:to>
                                    </p:set>
                                    <p:animEffect transition="in" filter="fade">
                                      <p:cBhvr>
                                        <p:cTn id="18" dur="500"/>
                                        <p:tgtEl>
                                          <p:spTgt spid="10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 name="Rectangle 61"/>
          <p:cNvSpPr/>
          <p:nvPr/>
        </p:nvSpPr>
        <p:spPr bwMode="auto">
          <a:xfrm>
            <a:off x="269241" y="3819541"/>
            <a:ext cx="7751226" cy="1497861"/>
          </a:xfrm>
          <a:prstGeom prst="rect">
            <a:avLst/>
          </a:prstGeom>
          <a:solidFill>
            <a:schemeClr val="tx1"/>
          </a:solidFill>
          <a:ln>
            <a:no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vert="horz" wrap="square" lIns="0" tIns="45720" rIns="0" bIns="45720" numCol="1" rtlCol="0" anchor="ctr" anchorCtr="0" compatLnSpc="1">
            <a:prstTxWarp prst="textNoShape">
              <a:avLst/>
            </a:prstTxWarp>
          </a:bodyPr>
          <a:lstStyle/>
          <a:p>
            <a:pPr algn="ctr" defTabSz="914030" fontAlgn="base">
              <a:spcBef>
                <a:spcPct val="0"/>
              </a:spcBef>
              <a:spcAft>
                <a:spcPct val="0"/>
              </a:spcAft>
              <a:defRPr/>
            </a:pPr>
            <a:endParaRPr lang="en-US" sz="1961" dirty="0">
              <a:gradFill>
                <a:gsLst>
                  <a:gs pos="16814">
                    <a:srgbClr val="FFFFFF"/>
                  </a:gs>
                  <a:gs pos="46000">
                    <a:srgbClr val="FFFFFF"/>
                  </a:gs>
                </a:gsLst>
                <a:lin ang="5400000" scaled="0"/>
              </a:gradFill>
            </a:endParaRPr>
          </a:p>
        </p:txBody>
      </p:sp>
      <p:grpSp>
        <p:nvGrpSpPr>
          <p:cNvPr id="50" name="Group 49"/>
          <p:cNvGrpSpPr/>
          <p:nvPr/>
        </p:nvGrpSpPr>
        <p:grpSpPr>
          <a:xfrm>
            <a:off x="8020467" y="3889663"/>
            <a:ext cx="3720163" cy="1335673"/>
            <a:chOff x="8301036" y="3967162"/>
            <a:chExt cx="3794760" cy="1362456"/>
          </a:xfrm>
        </p:grpSpPr>
        <p:sp>
          <p:nvSpPr>
            <p:cNvPr id="9" name="Rectangle 8"/>
            <p:cNvSpPr/>
            <p:nvPr/>
          </p:nvSpPr>
          <p:spPr bwMode="auto">
            <a:xfrm>
              <a:off x="8301036" y="3967162"/>
              <a:ext cx="3794760" cy="1362456"/>
            </a:xfrm>
            <a:prstGeom prst="rect">
              <a:avLst/>
            </a:prstGeom>
            <a:solidFill>
              <a:schemeClr val="accent2"/>
            </a:solidFill>
            <a:ln>
              <a:no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vert="horz" wrap="square" lIns="224106" tIns="143428" rIns="179285" bIns="143428" numCol="1" rtlCol="0" anchor="ctr" anchorCtr="0" compatLnSpc="1">
              <a:prstTxWarp prst="textNoShape">
                <a:avLst/>
              </a:prstTxWarp>
            </a:bodyPr>
            <a:lstStyle/>
            <a:p>
              <a:pPr defTabSz="914030" fontAlgn="base">
                <a:lnSpc>
                  <a:spcPct val="95000"/>
                </a:lnSpc>
                <a:spcBef>
                  <a:spcPct val="0"/>
                </a:spcBef>
                <a:spcAft>
                  <a:spcPct val="0"/>
                </a:spcAft>
                <a:defRPr/>
              </a:pPr>
              <a:r>
                <a:rPr lang="en-US" sz="2353" dirty="0">
                  <a:gradFill>
                    <a:gsLst>
                      <a:gs pos="16814">
                        <a:srgbClr val="FFFFFF"/>
                      </a:gs>
                      <a:gs pos="46000">
                        <a:srgbClr val="FFFFFF"/>
                      </a:gs>
                    </a:gsLst>
                    <a:lin ang="5400000" scaled="0"/>
                  </a:gradFill>
                </a:rPr>
                <a:t>Azure IaaS has run</a:t>
              </a:r>
            </a:p>
            <a:p>
              <a:pPr defTabSz="914030" fontAlgn="base">
                <a:lnSpc>
                  <a:spcPct val="95000"/>
                </a:lnSpc>
                <a:spcBef>
                  <a:spcPct val="0"/>
                </a:spcBef>
                <a:spcAft>
                  <a:spcPct val="0"/>
                </a:spcAft>
                <a:defRPr/>
              </a:pPr>
              <a:r>
                <a:rPr lang="en-US" sz="2353" dirty="0">
                  <a:gradFill>
                    <a:gsLst>
                      <a:gs pos="16814">
                        <a:srgbClr val="FFFFFF"/>
                      </a:gs>
                      <a:gs pos="46000">
                        <a:srgbClr val="FFFFFF"/>
                      </a:gs>
                    </a:gsLst>
                    <a:lin ang="5400000" scaled="0"/>
                  </a:gradFill>
                </a:rPr>
                <a:t>Linux VMs since</a:t>
              </a:r>
            </a:p>
            <a:p>
              <a:pPr defTabSz="914030" fontAlgn="base">
                <a:lnSpc>
                  <a:spcPct val="95000"/>
                </a:lnSpc>
                <a:spcBef>
                  <a:spcPct val="0"/>
                </a:spcBef>
                <a:spcAft>
                  <a:spcPct val="0"/>
                </a:spcAft>
                <a:defRPr/>
              </a:pPr>
              <a:r>
                <a:rPr lang="en-US" sz="2353" dirty="0">
                  <a:gradFill>
                    <a:gsLst>
                      <a:gs pos="16814">
                        <a:srgbClr val="FFFFFF"/>
                      </a:gs>
                      <a:gs pos="46000">
                        <a:srgbClr val="FFFFFF"/>
                      </a:gs>
                    </a:gsLst>
                    <a:lin ang="5400000" scaled="0"/>
                  </a:gradFill>
                </a:rPr>
                <a:t>“day 1” in 2013</a:t>
              </a:r>
            </a:p>
          </p:txBody>
        </p:sp>
        <p:sp>
          <p:nvSpPr>
            <p:cNvPr id="49" name="Rectangle 48"/>
            <p:cNvSpPr/>
            <p:nvPr/>
          </p:nvSpPr>
          <p:spPr bwMode="auto">
            <a:xfrm rot="10800000">
              <a:off x="8301036" y="3967162"/>
              <a:ext cx="101600" cy="1359191"/>
            </a:xfrm>
            <a:prstGeom prst="rect">
              <a:avLst/>
            </a:prstGeom>
            <a:solidFill>
              <a:schemeClr val="accent2">
                <a:lumMod val="75000"/>
              </a:schemeClr>
            </a:solidFill>
            <a:ln>
              <a:no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vert="horz" wrap="square" lIns="179285" tIns="143428" rIns="179285" bIns="143428" numCol="1" rtlCol="0" anchor="t" anchorCtr="0" compatLnSpc="1">
              <a:prstTxWarp prst="textNoShape">
                <a:avLst/>
              </a:prstTxWarp>
            </a:bodyPr>
            <a:lstStyle/>
            <a:p>
              <a:pPr defTabSz="914030" fontAlgn="base">
                <a:lnSpc>
                  <a:spcPct val="95000"/>
                </a:lnSpc>
                <a:spcBef>
                  <a:spcPct val="0"/>
                </a:spcBef>
                <a:spcAft>
                  <a:spcPct val="0"/>
                </a:spcAft>
                <a:defRPr/>
              </a:pPr>
              <a:endParaRPr lang="en-US" sz="1765" dirty="0">
                <a:gradFill>
                  <a:gsLst>
                    <a:gs pos="16814">
                      <a:srgbClr val="FFFFFF"/>
                    </a:gs>
                    <a:gs pos="46000">
                      <a:srgbClr val="FFFFFF"/>
                    </a:gs>
                  </a:gsLst>
                  <a:lin ang="5400000" scaled="0"/>
                </a:gradFill>
              </a:endParaRPr>
            </a:p>
          </p:txBody>
        </p:sp>
      </p:grpSp>
      <p:grpSp>
        <p:nvGrpSpPr>
          <p:cNvPr id="46" name="Group 45"/>
          <p:cNvGrpSpPr/>
          <p:nvPr/>
        </p:nvGrpSpPr>
        <p:grpSpPr>
          <a:xfrm>
            <a:off x="8020467" y="1846383"/>
            <a:ext cx="3720163" cy="1332472"/>
            <a:chOff x="8181294" y="1935162"/>
            <a:chExt cx="3794760" cy="1359191"/>
          </a:xfrm>
        </p:grpSpPr>
        <p:sp>
          <p:nvSpPr>
            <p:cNvPr id="6" name="Rectangle 5"/>
            <p:cNvSpPr/>
            <p:nvPr/>
          </p:nvSpPr>
          <p:spPr bwMode="auto">
            <a:xfrm>
              <a:off x="8181294" y="1935162"/>
              <a:ext cx="3794760" cy="1359190"/>
            </a:xfrm>
            <a:prstGeom prst="rect">
              <a:avLst/>
            </a:prstGeom>
            <a:solidFill>
              <a:schemeClr val="accent2"/>
            </a:solidFill>
            <a:ln>
              <a:no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vert="horz" wrap="square" lIns="224106" tIns="89642" rIns="179285" bIns="143428" numCol="1" rtlCol="0" anchor="t" anchorCtr="0" compatLnSpc="1">
              <a:prstTxWarp prst="textNoShape">
                <a:avLst/>
              </a:prstTxWarp>
            </a:bodyPr>
            <a:lstStyle/>
            <a:p>
              <a:pPr defTabSz="914030" fontAlgn="base">
                <a:lnSpc>
                  <a:spcPct val="95000"/>
                </a:lnSpc>
                <a:spcBef>
                  <a:spcPct val="0"/>
                </a:spcBef>
                <a:spcAft>
                  <a:spcPct val="0"/>
                </a:spcAft>
                <a:defRPr/>
              </a:pPr>
              <a:r>
                <a:rPr lang="en-US" sz="1961" dirty="0">
                  <a:gradFill>
                    <a:gsLst>
                      <a:gs pos="16814">
                        <a:srgbClr val="FFFFFF"/>
                      </a:gs>
                      <a:gs pos="46000">
                        <a:srgbClr val="FFFFFF"/>
                      </a:gs>
                    </a:gsLst>
                    <a:lin ang="5400000" scaled="0"/>
                  </a:gradFill>
                </a:rPr>
                <a:t>Many enterprises </a:t>
              </a:r>
              <a:br>
                <a:rPr lang="en-US" sz="1961" dirty="0">
                  <a:gradFill>
                    <a:gsLst>
                      <a:gs pos="16814">
                        <a:srgbClr val="FFFFFF"/>
                      </a:gs>
                      <a:gs pos="46000">
                        <a:srgbClr val="FFFFFF"/>
                      </a:gs>
                    </a:gsLst>
                    <a:lin ang="5400000" scaled="0"/>
                  </a:gradFill>
                </a:rPr>
              </a:br>
              <a:r>
                <a:rPr lang="en-US" sz="1961" dirty="0">
                  <a:gradFill>
                    <a:gsLst>
                      <a:gs pos="16814">
                        <a:srgbClr val="FFFFFF"/>
                      </a:gs>
                      <a:gs pos="46000">
                        <a:srgbClr val="FFFFFF"/>
                      </a:gs>
                    </a:gsLst>
                    <a:lin ang="5400000" scaled="0"/>
                  </a:gradFill>
                </a:rPr>
                <a:t>and service providers</a:t>
              </a:r>
            </a:p>
            <a:p>
              <a:pPr defTabSz="914030" fontAlgn="base">
                <a:lnSpc>
                  <a:spcPct val="95000"/>
                </a:lnSpc>
                <a:spcBef>
                  <a:spcPct val="0"/>
                </a:spcBef>
                <a:spcAft>
                  <a:spcPct val="0"/>
                </a:spcAft>
                <a:defRPr/>
              </a:pPr>
              <a:r>
                <a:rPr lang="en-US" sz="1961" dirty="0">
                  <a:gradFill>
                    <a:gsLst>
                      <a:gs pos="16814">
                        <a:srgbClr val="FFFFFF"/>
                      </a:gs>
                      <a:gs pos="46000">
                        <a:srgbClr val="FFFFFF"/>
                      </a:gs>
                    </a:gsLst>
                    <a:lin ang="5400000" scaled="0"/>
                  </a:gradFill>
                </a:rPr>
                <a:t>run Linux as a guest </a:t>
              </a:r>
              <a:br>
                <a:rPr lang="en-US" sz="1961" dirty="0">
                  <a:gradFill>
                    <a:gsLst>
                      <a:gs pos="16814">
                        <a:srgbClr val="FFFFFF"/>
                      </a:gs>
                      <a:gs pos="46000">
                        <a:srgbClr val="FFFFFF"/>
                      </a:gs>
                    </a:gsLst>
                    <a:lin ang="5400000" scaled="0"/>
                  </a:gradFill>
                </a:rPr>
              </a:br>
              <a:r>
                <a:rPr lang="en-US" sz="1961" dirty="0">
                  <a:gradFill>
                    <a:gsLst>
                      <a:gs pos="16814">
                        <a:srgbClr val="FFFFFF"/>
                      </a:gs>
                      <a:gs pos="46000">
                        <a:srgbClr val="FFFFFF"/>
                      </a:gs>
                    </a:gsLst>
                    <a:lin ang="5400000" scaled="0"/>
                  </a:gradFill>
                </a:rPr>
                <a:t>on Hyper-V</a:t>
              </a:r>
            </a:p>
          </p:txBody>
        </p:sp>
        <p:sp>
          <p:nvSpPr>
            <p:cNvPr id="14" name="Rectangle 13"/>
            <p:cNvSpPr/>
            <p:nvPr/>
          </p:nvSpPr>
          <p:spPr bwMode="auto">
            <a:xfrm rot="10800000">
              <a:off x="8181294" y="1935162"/>
              <a:ext cx="101600" cy="1359191"/>
            </a:xfrm>
            <a:prstGeom prst="rect">
              <a:avLst/>
            </a:prstGeom>
            <a:solidFill>
              <a:schemeClr val="accent2">
                <a:lumMod val="75000"/>
              </a:schemeClr>
            </a:solidFill>
            <a:ln>
              <a:no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vert="horz" wrap="square" lIns="179285" tIns="89642" rIns="179285" bIns="143428" numCol="1" rtlCol="0" anchor="t" anchorCtr="0" compatLnSpc="1">
              <a:prstTxWarp prst="textNoShape">
                <a:avLst/>
              </a:prstTxWarp>
            </a:bodyPr>
            <a:lstStyle/>
            <a:p>
              <a:pPr defTabSz="914030" fontAlgn="base">
                <a:lnSpc>
                  <a:spcPct val="95000"/>
                </a:lnSpc>
                <a:spcBef>
                  <a:spcPct val="0"/>
                </a:spcBef>
                <a:spcAft>
                  <a:spcPct val="0"/>
                </a:spcAft>
                <a:defRPr/>
              </a:pPr>
              <a:endParaRPr lang="en-US" sz="1765" dirty="0">
                <a:gradFill>
                  <a:gsLst>
                    <a:gs pos="16814">
                      <a:srgbClr val="FFFFFF"/>
                    </a:gs>
                    <a:gs pos="46000">
                      <a:srgbClr val="FFFFFF"/>
                    </a:gs>
                  </a:gsLst>
                  <a:lin ang="5400000" scaled="0"/>
                </a:gradFill>
              </a:endParaRPr>
            </a:p>
          </p:txBody>
        </p:sp>
        <p:sp>
          <p:nvSpPr>
            <p:cNvPr id="27" name="Freeform 5"/>
            <p:cNvSpPr>
              <a:spLocks noChangeAspect="1" noEditPoints="1"/>
            </p:cNvSpPr>
            <p:nvPr/>
          </p:nvSpPr>
          <p:spPr bwMode="auto">
            <a:xfrm>
              <a:off x="11118245" y="2769967"/>
              <a:ext cx="513671" cy="396724"/>
            </a:xfrm>
            <a:custGeom>
              <a:avLst/>
              <a:gdLst>
                <a:gd name="T0" fmla="*/ 1 w 187"/>
                <a:gd name="T1" fmla="*/ 102 h 143"/>
                <a:gd name="T2" fmla="*/ 6 w 187"/>
                <a:gd name="T3" fmla="*/ 84 h 143"/>
                <a:gd name="T4" fmla="*/ 21 w 187"/>
                <a:gd name="T5" fmla="*/ 32 h 143"/>
                <a:gd name="T6" fmla="*/ 29 w 187"/>
                <a:gd name="T7" fmla="*/ 1 h 143"/>
                <a:gd name="T8" fmla="*/ 31 w 187"/>
                <a:gd name="T9" fmla="*/ 0 h 143"/>
                <a:gd name="T10" fmla="*/ 36 w 187"/>
                <a:gd name="T11" fmla="*/ 0 h 143"/>
                <a:gd name="T12" fmla="*/ 86 w 187"/>
                <a:gd name="T13" fmla="*/ 0 h 143"/>
                <a:gd name="T14" fmla="*/ 114 w 187"/>
                <a:gd name="T15" fmla="*/ 0 h 143"/>
                <a:gd name="T16" fmla="*/ 156 w 187"/>
                <a:gd name="T17" fmla="*/ 0 h 143"/>
                <a:gd name="T18" fmla="*/ 157 w 187"/>
                <a:gd name="T19" fmla="*/ 0 h 143"/>
                <a:gd name="T20" fmla="*/ 158 w 187"/>
                <a:gd name="T21" fmla="*/ 1 h 143"/>
                <a:gd name="T22" fmla="*/ 163 w 187"/>
                <a:gd name="T23" fmla="*/ 20 h 143"/>
                <a:gd name="T24" fmla="*/ 178 w 187"/>
                <a:gd name="T25" fmla="*/ 72 h 143"/>
                <a:gd name="T26" fmla="*/ 186 w 187"/>
                <a:gd name="T27" fmla="*/ 102 h 143"/>
                <a:gd name="T28" fmla="*/ 184 w 187"/>
                <a:gd name="T29" fmla="*/ 105 h 143"/>
                <a:gd name="T30" fmla="*/ 163 w 187"/>
                <a:gd name="T31" fmla="*/ 105 h 143"/>
                <a:gd name="T32" fmla="*/ 109 w 187"/>
                <a:gd name="T33" fmla="*/ 105 h 143"/>
                <a:gd name="T34" fmla="*/ 88 w 187"/>
                <a:gd name="T35" fmla="*/ 105 h 143"/>
                <a:gd name="T36" fmla="*/ 38 w 187"/>
                <a:gd name="T37" fmla="*/ 105 h 143"/>
                <a:gd name="T38" fmla="*/ 3 w 187"/>
                <a:gd name="T39" fmla="*/ 105 h 143"/>
                <a:gd name="T40" fmla="*/ 1 w 187"/>
                <a:gd name="T41" fmla="*/ 102 h 143"/>
                <a:gd name="T42" fmla="*/ 186 w 187"/>
                <a:gd name="T43" fmla="*/ 112 h 143"/>
                <a:gd name="T44" fmla="*/ 186 w 187"/>
                <a:gd name="T45" fmla="*/ 141 h 143"/>
                <a:gd name="T46" fmla="*/ 186 w 187"/>
                <a:gd name="T47" fmla="*/ 142 h 143"/>
                <a:gd name="T48" fmla="*/ 184 w 187"/>
                <a:gd name="T49" fmla="*/ 143 h 143"/>
                <a:gd name="T50" fmla="*/ 172 w 187"/>
                <a:gd name="T51" fmla="*/ 143 h 143"/>
                <a:gd name="T52" fmla="*/ 128 w 187"/>
                <a:gd name="T53" fmla="*/ 143 h 143"/>
                <a:gd name="T54" fmla="*/ 72 w 187"/>
                <a:gd name="T55" fmla="*/ 143 h 143"/>
                <a:gd name="T56" fmla="*/ 24 w 187"/>
                <a:gd name="T57" fmla="*/ 143 h 143"/>
                <a:gd name="T58" fmla="*/ 3 w 187"/>
                <a:gd name="T59" fmla="*/ 143 h 143"/>
                <a:gd name="T60" fmla="*/ 1 w 187"/>
                <a:gd name="T61" fmla="*/ 141 h 143"/>
                <a:gd name="T62" fmla="*/ 1 w 187"/>
                <a:gd name="T63" fmla="*/ 112 h 143"/>
                <a:gd name="T64" fmla="*/ 3 w 187"/>
                <a:gd name="T65" fmla="*/ 110 h 143"/>
                <a:gd name="T66" fmla="*/ 15 w 187"/>
                <a:gd name="T67" fmla="*/ 110 h 143"/>
                <a:gd name="T68" fmla="*/ 59 w 187"/>
                <a:gd name="T69" fmla="*/ 110 h 143"/>
                <a:gd name="T70" fmla="*/ 115 w 187"/>
                <a:gd name="T71" fmla="*/ 110 h 143"/>
                <a:gd name="T72" fmla="*/ 164 w 187"/>
                <a:gd name="T73" fmla="*/ 110 h 143"/>
                <a:gd name="T74" fmla="*/ 184 w 187"/>
                <a:gd name="T75" fmla="*/ 110 h 143"/>
                <a:gd name="T76" fmla="*/ 186 w 187"/>
                <a:gd name="T77" fmla="*/ 112 h 143"/>
                <a:gd name="T78" fmla="*/ 25 w 187"/>
                <a:gd name="T79" fmla="*/ 126 h 143"/>
                <a:gd name="T80" fmla="*/ 19 w 187"/>
                <a:gd name="T81" fmla="*/ 120 h 143"/>
                <a:gd name="T82" fmla="*/ 13 w 187"/>
                <a:gd name="T83" fmla="*/ 126 h 143"/>
                <a:gd name="T84" fmla="*/ 19 w 187"/>
                <a:gd name="T85" fmla="*/ 132 h 143"/>
                <a:gd name="T86" fmla="*/ 25 w 187"/>
                <a:gd name="T87" fmla="*/ 126 h 143"/>
                <a:gd name="T88" fmla="*/ 152 w 187"/>
                <a:gd name="T89" fmla="*/ 126 h 143"/>
                <a:gd name="T90" fmla="*/ 149 w 187"/>
                <a:gd name="T91" fmla="*/ 123 h 143"/>
                <a:gd name="T92" fmla="*/ 38 w 187"/>
                <a:gd name="T93" fmla="*/ 123 h 143"/>
                <a:gd name="T94" fmla="*/ 35 w 187"/>
                <a:gd name="T95" fmla="*/ 126 h 143"/>
                <a:gd name="T96" fmla="*/ 38 w 187"/>
                <a:gd name="T97" fmla="*/ 129 h 143"/>
                <a:gd name="T98" fmla="*/ 149 w 187"/>
                <a:gd name="T99" fmla="*/ 129 h 143"/>
                <a:gd name="T100" fmla="*/ 152 w 187"/>
                <a:gd name="T101" fmla="*/ 126 h 143"/>
                <a:gd name="T102" fmla="*/ 174 w 187"/>
                <a:gd name="T103" fmla="*/ 126 h 143"/>
                <a:gd name="T104" fmla="*/ 168 w 187"/>
                <a:gd name="T105" fmla="*/ 120 h 143"/>
                <a:gd name="T106" fmla="*/ 162 w 187"/>
                <a:gd name="T107" fmla="*/ 126 h 143"/>
                <a:gd name="T108" fmla="*/ 168 w 187"/>
                <a:gd name="T109" fmla="*/ 132 h 143"/>
                <a:gd name="T110" fmla="*/ 174 w 187"/>
                <a:gd name="T111" fmla="*/ 126 h 1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87" h="143">
                  <a:moveTo>
                    <a:pt x="1" y="102"/>
                  </a:moveTo>
                  <a:cubicBezTo>
                    <a:pt x="3" y="96"/>
                    <a:pt x="5" y="90"/>
                    <a:pt x="6" y="84"/>
                  </a:cubicBezTo>
                  <a:cubicBezTo>
                    <a:pt x="11" y="66"/>
                    <a:pt x="16" y="49"/>
                    <a:pt x="21" y="32"/>
                  </a:cubicBezTo>
                  <a:cubicBezTo>
                    <a:pt x="24" y="22"/>
                    <a:pt x="26" y="12"/>
                    <a:pt x="29" y="1"/>
                  </a:cubicBezTo>
                  <a:cubicBezTo>
                    <a:pt x="30" y="0"/>
                    <a:pt x="31" y="0"/>
                    <a:pt x="31" y="0"/>
                  </a:cubicBezTo>
                  <a:cubicBezTo>
                    <a:pt x="33" y="0"/>
                    <a:pt x="34" y="0"/>
                    <a:pt x="36" y="0"/>
                  </a:cubicBezTo>
                  <a:cubicBezTo>
                    <a:pt x="53" y="0"/>
                    <a:pt x="70" y="0"/>
                    <a:pt x="86" y="0"/>
                  </a:cubicBezTo>
                  <a:cubicBezTo>
                    <a:pt x="95" y="0"/>
                    <a:pt x="105" y="0"/>
                    <a:pt x="114" y="0"/>
                  </a:cubicBezTo>
                  <a:cubicBezTo>
                    <a:pt x="128" y="0"/>
                    <a:pt x="142" y="0"/>
                    <a:pt x="156" y="0"/>
                  </a:cubicBezTo>
                  <a:cubicBezTo>
                    <a:pt x="157" y="0"/>
                    <a:pt x="157" y="0"/>
                    <a:pt x="157" y="0"/>
                  </a:cubicBezTo>
                  <a:cubicBezTo>
                    <a:pt x="158" y="0"/>
                    <a:pt x="158" y="1"/>
                    <a:pt x="158" y="1"/>
                  </a:cubicBezTo>
                  <a:cubicBezTo>
                    <a:pt x="159" y="8"/>
                    <a:pt x="161" y="14"/>
                    <a:pt x="163" y="20"/>
                  </a:cubicBezTo>
                  <a:cubicBezTo>
                    <a:pt x="168" y="38"/>
                    <a:pt x="173" y="55"/>
                    <a:pt x="178" y="72"/>
                  </a:cubicBezTo>
                  <a:cubicBezTo>
                    <a:pt x="181" y="83"/>
                    <a:pt x="183" y="92"/>
                    <a:pt x="186" y="102"/>
                  </a:cubicBezTo>
                  <a:cubicBezTo>
                    <a:pt x="187" y="104"/>
                    <a:pt x="185" y="105"/>
                    <a:pt x="184" y="105"/>
                  </a:cubicBezTo>
                  <a:cubicBezTo>
                    <a:pt x="177" y="105"/>
                    <a:pt x="170" y="105"/>
                    <a:pt x="163" y="105"/>
                  </a:cubicBezTo>
                  <a:cubicBezTo>
                    <a:pt x="145" y="105"/>
                    <a:pt x="126" y="105"/>
                    <a:pt x="109" y="105"/>
                  </a:cubicBezTo>
                  <a:cubicBezTo>
                    <a:pt x="101" y="105"/>
                    <a:pt x="95" y="105"/>
                    <a:pt x="88" y="105"/>
                  </a:cubicBezTo>
                  <a:cubicBezTo>
                    <a:pt x="71" y="105"/>
                    <a:pt x="54" y="105"/>
                    <a:pt x="38" y="105"/>
                  </a:cubicBezTo>
                  <a:cubicBezTo>
                    <a:pt x="26" y="105"/>
                    <a:pt x="14" y="105"/>
                    <a:pt x="3" y="105"/>
                  </a:cubicBezTo>
                  <a:cubicBezTo>
                    <a:pt x="2" y="105"/>
                    <a:pt x="0" y="104"/>
                    <a:pt x="1" y="102"/>
                  </a:cubicBezTo>
                  <a:close/>
                  <a:moveTo>
                    <a:pt x="186" y="112"/>
                  </a:moveTo>
                  <a:cubicBezTo>
                    <a:pt x="186" y="122"/>
                    <a:pt x="186" y="131"/>
                    <a:pt x="186" y="141"/>
                  </a:cubicBezTo>
                  <a:cubicBezTo>
                    <a:pt x="186" y="141"/>
                    <a:pt x="186" y="142"/>
                    <a:pt x="186" y="142"/>
                  </a:cubicBezTo>
                  <a:cubicBezTo>
                    <a:pt x="185" y="143"/>
                    <a:pt x="185" y="143"/>
                    <a:pt x="184" y="143"/>
                  </a:cubicBezTo>
                  <a:cubicBezTo>
                    <a:pt x="180" y="143"/>
                    <a:pt x="176" y="143"/>
                    <a:pt x="172" y="143"/>
                  </a:cubicBezTo>
                  <a:cubicBezTo>
                    <a:pt x="158" y="143"/>
                    <a:pt x="143" y="143"/>
                    <a:pt x="128" y="143"/>
                  </a:cubicBezTo>
                  <a:cubicBezTo>
                    <a:pt x="109" y="143"/>
                    <a:pt x="91" y="143"/>
                    <a:pt x="72" y="143"/>
                  </a:cubicBezTo>
                  <a:cubicBezTo>
                    <a:pt x="56" y="143"/>
                    <a:pt x="40" y="143"/>
                    <a:pt x="24" y="143"/>
                  </a:cubicBezTo>
                  <a:cubicBezTo>
                    <a:pt x="17" y="143"/>
                    <a:pt x="10" y="143"/>
                    <a:pt x="3" y="143"/>
                  </a:cubicBezTo>
                  <a:cubicBezTo>
                    <a:pt x="2" y="143"/>
                    <a:pt x="1" y="142"/>
                    <a:pt x="1" y="141"/>
                  </a:cubicBezTo>
                  <a:cubicBezTo>
                    <a:pt x="1" y="131"/>
                    <a:pt x="1" y="122"/>
                    <a:pt x="1" y="112"/>
                  </a:cubicBezTo>
                  <a:cubicBezTo>
                    <a:pt x="1" y="110"/>
                    <a:pt x="2" y="110"/>
                    <a:pt x="3" y="110"/>
                  </a:cubicBezTo>
                  <a:cubicBezTo>
                    <a:pt x="7" y="110"/>
                    <a:pt x="11" y="110"/>
                    <a:pt x="15" y="110"/>
                  </a:cubicBezTo>
                  <a:cubicBezTo>
                    <a:pt x="30" y="110"/>
                    <a:pt x="44" y="110"/>
                    <a:pt x="59" y="110"/>
                  </a:cubicBezTo>
                  <a:cubicBezTo>
                    <a:pt x="78" y="110"/>
                    <a:pt x="96" y="110"/>
                    <a:pt x="115" y="110"/>
                  </a:cubicBezTo>
                  <a:cubicBezTo>
                    <a:pt x="131" y="110"/>
                    <a:pt x="147" y="110"/>
                    <a:pt x="164" y="110"/>
                  </a:cubicBezTo>
                  <a:cubicBezTo>
                    <a:pt x="170" y="110"/>
                    <a:pt x="177" y="110"/>
                    <a:pt x="184" y="110"/>
                  </a:cubicBezTo>
                  <a:cubicBezTo>
                    <a:pt x="185" y="110"/>
                    <a:pt x="186" y="110"/>
                    <a:pt x="186" y="112"/>
                  </a:cubicBezTo>
                  <a:close/>
                  <a:moveTo>
                    <a:pt x="25" y="126"/>
                  </a:moveTo>
                  <a:cubicBezTo>
                    <a:pt x="25" y="123"/>
                    <a:pt x="22" y="120"/>
                    <a:pt x="19" y="120"/>
                  </a:cubicBezTo>
                  <a:cubicBezTo>
                    <a:pt x="16" y="120"/>
                    <a:pt x="13" y="123"/>
                    <a:pt x="13" y="126"/>
                  </a:cubicBezTo>
                  <a:cubicBezTo>
                    <a:pt x="13" y="130"/>
                    <a:pt x="16" y="132"/>
                    <a:pt x="19" y="132"/>
                  </a:cubicBezTo>
                  <a:cubicBezTo>
                    <a:pt x="22" y="132"/>
                    <a:pt x="25" y="130"/>
                    <a:pt x="25" y="126"/>
                  </a:cubicBezTo>
                  <a:close/>
                  <a:moveTo>
                    <a:pt x="152" y="126"/>
                  </a:moveTo>
                  <a:cubicBezTo>
                    <a:pt x="152" y="125"/>
                    <a:pt x="151" y="123"/>
                    <a:pt x="149" y="123"/>
                  </a:cubicBezTo>
                  <a:cubicBezTo>
                    <a:pt x="38" y="123"/>
                    <a:pt x="38" y="123"/>
                    <a:pt x="38" y="123"/>
                  </a:cubicBezTo>
                  <a:cubicBezTo>
                    <a:pt x="37" y="123"/>
                    <a:pt x="35" y="125"/>
                    <a:pt x="35" y="126"/>
                  </a:cubicBezTo>
                  <a:cubicBezTo>
                    <a:pt x="35" y="128"/>
                    <a:pt x="37" y="129"/>
                    <a:pt x="38" y="129"/>
                  </a:cubicBezTo>
                  <a:cubicBezTo>
                    <a:pt x="149" y="129"/>
                    <a:pt x="149" y="129"/>
                    <a:pt x="149" y="129"/>
                  </a:cubicBezTo>
                  <a:cubicBezTo>
                    <a:pt x="151" y="129"/>
                    <a:pt x="152" y="128"/>
                    <a:pt x="152" y="126"/>
                  </a:cubicBezTo>
                  <a:close/>
                  <a:moveTo>
                    <a:pt x="174" y="126"/>
                  </a:moveTo>
                  <a:cubicBezTo>
                    <a:pt x="174" y="123"/>
                    <a:pt x="172" y="120"/>
                    <a:pt x="168" y="120"/>
                  </a:cubicBezTo>
                  <a:cubicBezTo>
                    <a:pt x="165" y="120"/>
                    <a:pt x="162" y="123"/>
                    <a:pt x="162" y="126"/>
                  </a:cubicBezTo>
                  <a:cubicBezTo>
                    <a:pt x="162" y="130"/>
                    <a:pt x="165" y="132"/>
                    <a:pt x="168" y="132"/>
                  </a:cubicBezTo>
                  <a:cubicBezTo>
                    <a:pt x="172" y="132"/>
                    <a:pt x="174" y="130"/>
                    <a:pt x="174" y="126"/>
                  </a:cubicBezTo>
                  <a:close/>
                </a:path>
              </a:pathLst>
            </a:custGeom>
            <a:solidFill>
              <a:schemeClr val="tx1"/>
            </a:solidFill>
            <a:ln>
              <a:noFill/>
            </a:ln>
            <a:extLst/>
          </p:spPr>
          <p:txBody>
            <a:bodyPr vert="horz" wrap="square" lIns="89642" tIns="89642" rIns="89642" bIns="44821" numCol="1" anchor="t" anchorCtr="0" compatLnSpc="1">
              <a:prstTxWarp prst="textNoShape">
                <a:avLst/>
              </a:prstTxWarp>
            </a:bodyPr>
            <a:lstStyle/>
            <a:p>
              <a:pPr defTabSz="914367">
                <a:defRPr/>
              </a:pPr>
              <a:endParaRPr lang="en-US" sz="1765">
                <a:solidFill>
                  <a:srgbClr val="FFFFFF"/>
                </a:solidFill>
              </a:endParaRPr>
            </a:p>
          </p:txBody>
        </p:sp>
        <p:grpSp>
          <p:nvGrpSpPr>
            <p:cNvPr id="30" name="Group 29"/>
            <p:cNvGrpSpPr/>
            <p:nvPr/>
          </p:nvGrpSpPr>
          <p:grpSpPr>
            <a:xfrm>
              <a:off x="10890381" y="2322884"/>
              <a:ext cx="437339" cy="400146"/>
              <a:chOff x="7275676" y="1017047"/>
              <a:chExt cx="625799" cy="572579"/>
            </a:xfrm>
          </p:grpSpPr>
          <p:sp>
            <p:nvSpPr>
              <p:cNvPr id="31" name="Rectangle 30"/>
              <p:cNvSpPr/>
              <p:nvPr/>
            </p:nvSpPr>
            <p:spPr bwMode="auto">
              <a:xfrm>
                <a:off x="7312822" y="1049624"/>
                <a:ext cx="554832" cy="379126"/>
              </a:xfrm>
              <a:prstGeom prst="rect">
                <a:avLst/>
              </a:prstGeom>
              <a:solidFill>
                <a:schemeClr val="accent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89642"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defRPr/>
                </a:pPr>
                <a:endParaRPr lang="en-US" sz="2353" dirty="0" err="1">
                  <a:gradFill>
                    <a:gsLst>
                      <a:gs pos="0">
                        <a:srgbClr val="FFFFFF"/>
                      </a:gs>
                      <a:gs pos="100000">
                        <a:srgbClr val="FFFFFF"/>
                      </a:gs>
                    </a:gsLst>
                    <a:lin ang="5400000" scaled="0"/>
                  </a:gradFill>
                  <a:ea typeface="Segoe UI" pitchFamily="34" charset="0"/>
                  <a:cs typeface="Segoe UI" pitchFamily="34" charset="0"/>
                </a:endParaRPr>
              </a:p>
            </p:txBody>
          </p:sp>
          <p:grpSp>
            <p:nvGrpSpPr>
              <p:cNvPr id="32" name="Group 4"/>
              <p:cNvGrpSpPr>
                <a:grpSpLocks noChangeAspect="1"/>
              </p:cNvGrpSpPr>
              <p:nvPr/>
            </p:nvGrpSpPr>
            <p:grpSpPr bwMode="auto">
              <a:xfrm>
                <a:off x="7275676" y="1017047"/>
                <a:ext cx="625799" cy="572579"/>
                <a:chOff x="4030" y="1558"/>
                <a:chExt cx="341" cy="312"/>
              </a:xfrm>
              <a:solidFill>
                <a:srgbClr val="00188F"/>
              </a:solidFill>
            </p:grpSpPr>
            <p:sp>
              <p:nvSpPr>
                <p:cNvPr id="33" name="Freeform 5"/>
                <p:cNvSpPr>
                  <a:spLocks noEditPoints="1"/>
                </p:cNvSpPr>
                <p:nvPr/>
              </p:nvSpPr>
              <p:spPr bwMode="auto">
                <a:xfrm>
                  <a:off x="4030" y="1558"/>
                  <a:ext cx="341" cy="312"/>
                </a:xfrm>
                <a:custGeom>
                  <a:avLst/>
                  <a:gdLst>
                    <a:gd name="T0" fmla="*/ 563 w 599"/>
                    <a:gd name="T1" fmla="*/ 0 h 553"/>
                    <a:gd name="T2" fmla="*/ 33 w 599"/>
                    <a:gd name="T3" fmla="*/ 0 h 553"/>
                    <a:gd name="T4" fmla="*/ 0 w 599"/>
                    <a:gd name="T5" fmla="*/ 34 h 553"/>
                    <a:gd name="T6" fmla="*/ 0 w 599"/>
                    <a:gd name="T7" fmla="*/ 404 h 553"/>
                    <a:gd name="T8" fmla="*/ 33 w 599"/>
                    <a:gd name="T9" fmla="*/ 438 h 553"/>
                    <a:gd name="T10" fmla="*/ 214 w 599"/>
                    <a:gd name="T11" fmla="*/ 438 h 553"/>
                    <a:gd name="T12" fmla="*/ 93 w 599"/>
                    <a:gd name="T13" fmla="*/ 517 h 553"/>
                    <a:gd name="T14" fmla="*/ 93 w 599"/>
                    <a:gd name="T15" fmla="*/ 553 h 553"/>
                    <a:gd name="T16" fmla="*/ 484 w 599"/>
                    <a:gd name="T17" fmla="*/ 553 h 553"/>
                    <a:gd name="T18" fmla="*/ 484 w 599"/>
                    <a:gd name="T19" fmla="*/ 517 h 553"/>
                    <a:gd name="T20" fmla="*/ 377 w 599"/>
                    <a:gd name="T21" fmla="*/ 438 h 553"/>
                    <a:gd name="T22" fmla="*/ 563 w 599"/>
                    <a:gd name="T23" fmla="*/ 438 h 553"/>
                    <a:gd name="T24" fmla="*/ 599 w 599"/>
                    <a:gd name="T25" fmla="*/ 404 h 553"/>
                    <a:gd name="T26" fmla="*/ 599 w 599"/>
                    <a:gd name="T27" fmla="*/ 34 h 553"/>
                    <a:gd name="T28" fmla="*/ 563 w 599"/>
                    <a:gd name="T29" fmla="*/ 0 h 553"/>
                    <a:gd name="T30" fmla="*/ 553 w 599"/>
                    <a:gd name="T31" fmla="*/ 47 h 553"/>
                    <a:gd name="T32" fmla="*/ 553 w 599"/>
                    <a:gd name="T33" fmla="*/ 392 h 553"/>
                    <a:gd name="T34" fmla="*/ 47 w 599"/>
                    <a:gd name="T35" fmla="*/ 392 h 553"/>
                    <a:gd name="T36" fmla="*/ 47 w 599"/>
                    <a:gd name="T37" fmla="*/ 47 h 553"/>
                    <a:gd name="T38" fmla="*/ 554 w 599"/>
                    <a:gd name="T39" fmla="*/ 46 h 553"/>
                    <a:gd name="T40" fmla="*/ 553 w 599"/>
                    <a:gd name="T41" fmla="*/ 47 h 5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99" h="553">
                      <a:moveTo>
                        <a:pt x="563" y="0"/>
                      </a:moveTo>
                      <a:lnTo>
                        <a:pt x="33" y="0"/>
                      </a:lnTo>
                      <a:cubicBezTo>
                        <a:pt x="15" y="0"/>
                        <a:pt x="0" y="17"/>
                        <a:pt x="0" y="34"/>
                      </a:cubicBezTo>
                      <a:lnTo>
                        <a:pt x="0" y="404"/>
                      </a:lnTo>
                      <a:cubicBezTo>
                        <a:pt x="0" y="422"/>
                        <a:pt x="15" y="438"/>
                        <a:pt x="33" y="438"/>
                      </a:cubicBezTo>
                      <a:lnTo>
                        <a:pt x="214" y="438"/>
                      </a:lnTo>
                      <a:cubicBezTo>
                        <a:pt x="234" y="507"/>
                        <a:pt x="208" y="517"/>
                        <a:pt x="93" y="517"/>
                      </a:cubicBezTo>
                      <a:lnTo>
                        <a:pt x="93" y="553"/>
                      </a:lnTo>
                      <a:lnTo>
                        <a:pt x="484" y="553"/>
                      </a:lnTo>
                      <a:lnTo>
                        <a:pt x="484" y="517"/>
                      </a:lnTo>
                      <a:cubicBezTo>
                        <a:pt x="369" y="517"/>
                        <a:pt x="357" y="507"/>
                        <a:pt x="377" y="438"/>
                      </a:cubicBezTo>
                      <a:lnTo>
                        <a:pt x="563" y="438"/>
                      </a:lnTo>
                      <a:cubicBezTo>
                        <a:pt x="581" y="438"/>
                        <a:pt x="599" y="422"/>
                        <a:pt x="599" y="404"/>
                      </a:cubicBezTo>
                      <a:lnTo>
                        <a:pt x="599" y="34"/>
                      </a:lnTo>
                      <a:cubicBezTo>
                        <a:pt x="599" y="17"/>
                        <a:pt x="581" y="0"/>
                        <a:pt x="563" y="0"/>
                      </a:cubicBezTo>
                      <a:close/>
                      <a:moveTo>
                        <a:pt x="553" y="47"/>
                      </a:moveTo>
                      <a:lnTo>
                        <a:pt x="553" y="392"/>
                      </a:lnTo>
                      <a:lnTo>
                        <a:pt x="47" y="392"/>
                      </a:lnTo>
                      <a:lnTo>
                        <a:pt x="47" y="47"/>
                      </a:lnTo>
                      <a:lnTo>
                        <a:pt x="554" y="46"/>
                      </a:lnTo>
                      <a:lnTo>
                        <a:pt x="553" y="47"/>
                      </a:lnTo>
                      <a:close/>
                    </a:path>
                  </a:pathLst>
                </a:custGeom>
                <a:solidFill>
                  <a:schemeClr val="tx1"/>
                </a:solidFill>
                <a:ln w="0">
                  <a:noFill/>
                  <a:prstDash val="solid"/>
                  <a:round/>
                  <a:headEnd/>
                  <a:tailEnd/>
                </a:ln>
              </p:spPr>
              <p:txBody>
                <a:bodyPr vert="horz" wrap="square" lIns="89642" tIns="89642" rIns="89642" bIns="44821" numCol="1" anchor="t" anchorCtr="0" compatLnSpc="1">
                  <a:prstTxWarp prst="textNoShape">
                    <a:avLst/>
                  </a:prstTxWarp>
                </a:bodyPr>
                <a:lstStyle/>
                <a:p>
                  <a:pPr defTabSz="914367">
                    <a:defRPr/>
                  </a:pPr>
                  <a:endParaRPr lang="en-US" sz="1765">
                    <a:solidFill>
                      <a:srgbClr val="505050"/>
                    </a:solidFill>
                  </a:endParaRPr>
                </a:p>
              </p:txBody>
            </p:sp>
            <p:sp>
              <p:nvSpPr>
                <p:cNvPr id="34" name="Freeform 6"/>
                <p:cNvSpPr>
                  <a:spLocks/>
                </p:cNvSpPr>
                <p:nvPr/>
              </p:nvSpPr>
              <p:spPr bwMode="auto">
                <a:xfrm>
                  <a:off x="4144" y="1615"/>
                  <a:ext cx="106" cy="61"/>
                </a:xfrm>
                <a:custGeom>
                  <a:avLst/>
                  <a:gdLst>
                    <a:gd name="T0" fmla="*/ 106 w 106"/>
                    <a:gd name="T1" fmla="*/ 30 h 61"/>
                    <a:gd name="T2" fmla="*/ 53 w 106"/>
                    <a:gd name="T3" fmla="*/ 0 h 61"/>
                    <a:gd name="T4" fmla="*/ 0 w 106"/>
                    <a:gd name="T5" fmla="*/ 30 h 61"/>
                    <a:gd name="T6" fmla="*/ 0 w 106"/>
                    <a:gd name="T7" fmla="*/ 31 h 61"/>
                    <a:gd name="T8" fmla="*/ 53 w 106"/>
                    <a:gd name="T9" fmla="*/ 61 h 61"/>
                    <a:gd name="T10" fmla="*/ 106 w 106"/>
                    <a:gd name="T11" fmla="*/ 31 h 61"/>
                    <a:gd name="T12" fmla="*/ 106 w 106"/>
                    <a:gd name="T13" fmla="*/ 30 h 61"/>
                  </a:gdLst>
                  <a:ahLst/>
                  <a:cxnLst>
                    <a:cxn ang="0">
                      <a:pos x="T0" y="T1"/>
                    </a:cxn>
                    <a:cxn ang="0">
                      <a:pos x="T2" y="T3"/>
                    </a:cxn>
                    <a:cxn ang="0">
                      <a:pos x="T4" y="T5"/>
                    </a:cxn>
                    <a:cxn ang="0">
                      <a:pos x="T6" y="T7"/>
                    </a:cxn>
                    <a:cxn ang="0">
                      <a:pos x="T8" y="T9"/>
                    </a:cxn>
                    <a:cxn ang="0">
                      <a:pos x="T10" y="T11"/>
                    </a:cxn>
                    <a:cxn ang="0">
                      <a:pos x="T12" y="T13"/>
                    </a:cxn>
                  </a:cxnLst>
                  <a:rect l="0" t="0" r="r" b="b"/>
                  <a:pathLst>
                    <a:path w="106" h="61">
                      <a:moveTo>
                        <a:pt x="106" y="30"/>
                      </a:moveTo>
                      <a:lnTo>
                        <a:pt x="53" y="0"/>
                      </a:lnTo>
                      <a:lnTo>
                        <a:pt x="0" y="30"/>
                      </a:lnTo>
                      <a:lnTo>
                        <a:pt x="0" y="31"/>
                      </a:lnTo>
                      <a:lnTo>
                        <a:pt x="53" y="61"/>
                      </a:lnTo>
                      <a:lnTo>
                        <a:pt x="106" y="31"/>
                      </a:lnTo>
                      <a:lnTo>
                        <a:pt x="106" y="30"/>
                      </a:ln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642" tIns="89642" rIns="89642" bIns="44821" numCol="1" anchor="t" anchorCtr="0" compatLnSpc="1">
                  <a:prstTxWarp prst="textNoShape">
                    <a:avLst/>
                  </a:prstTxWarp>
                </a:bodyPr>
                <a:lstStyle/>
                <a:p>
                  <a:pPr defTabSz="914367">
                    <a:defRPr/>
                  </a:pPr>
                  <a:endParaRPr lang="en-US" sz="1765">
                    <a:solidFill>
                      <a:srgbClr val="505050"/>
                    </a:solidFill>
                  </a:endParaRPr>
                </a:p>
              </p:txBody>
            </p:sp>
            <p:sp>
              <p:nvSpPr>
                <p:cNvPr id="35" name="Freeform 7"/>
                <p:cNvSpPr>
                  <a:spLocks/>
                </p:cNvSpPr>
                <p:nvPr/>
              </p:nvSpPr>
              <p:spPr bwMode="auto">
                <a:xfrm>
                  <a:off x="4202" y="1655"/>
                  <a:ext cx="53" cy="90"/>
                </a:xfrm>
                <a:custGeom>
                  <a:avLst/>
                  <a:gdLst>
                    <a:gd name="T0" fmla="*/ 0 w 53"/>
                    <a:gd name="T1" fmla="*/ 30 h 90"/>
                    <a:gd name="T2" fmla="*/ 0 w 53"/>
                    <a:gd name="T3" fmla="*/ 90 h 90"/>
                    <a:gd name="T4" fmla="*/ 53 w 53"/>
                    <a:gd name="T5" fmla="*/ 60 h 90"/>
                    <a:gd name="T6" fmla="*/ 53 w 53"/>
                    <a:gd name="T7" fmla="*/ 0 h 90"/>
                    <a:gd name="T8" fmla="*/ 0 w 53"/>
                    <a:gd name="T9" fmla="*/ 30 h 90"/>
                  </a:gdLst>
                  <a:ahLst/>
                  <a:cxnLst>
                    <a:cxn ang="0">
                      <a:pos x="T0" y="T1"/>
                    </a:cxn>
                    <a:cxn ang="0">
                      <a:pos x="T2" y="T3"/>
                    </a:cxn>
                    <a:cxn ang="0">
                      <a:pos x="T4" y="T5"/>
                    </a:cxn>
                    <a:cxn ang="0">
                      <a:pos x="T6" y="T7"/>
                    </a:cxn>
                    <a:cxn ang="0">
                      <a:pos x="T8" y="T9"/>
                    </a:cxn>
                  </a:cxnLst>
                  <a:rect l="0" t="0" r="r" b="b"/>
                  <a:pathLst>
                    <a:path w="53" h="90">
                      <a:moveTo>
                        <a:pt x="0" y="30"/>
                      </a:moveTo>
                      <a:lnTo>
                        <a:pt x="0" y="90"/>
                      </a:lnTo>
                      <a:lnTo>
                        <a:pt x="53" y="60"/>
                      </a:lnTo>
                      <a:lnTo>
                        <a:pt x="53" y="0"/>
                      </a:lnTo>
                      <a:lnTo>
                        <a:pt x="0" y="30"/>
                      </a:ln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642" tIns="89642" rIns="89642" bIns="44821" numCol="1" anchor="t" anchorCtr="0" compatLnSpc="1">
                  <a:prstTxWarp prst="textNoShape">
                    <a:avLst/>
                  </a:prstTxWarp>
                </a:bodyPr>
                <a:lstStyle/>
                <a:p>
                  <a:pPr defTabSz="914367">
                    <a:defRPr/>
                  </a:pPr>
                  <a:endParaRPr lang="en-US" sz="1765">
                    <a:solidFill>
                      <a:srgbClr val="505050"/>
                    </a:solidFill>
                  </a:endParaRPr>
                </a:p>
              </p:txBody>
            </p:sp>
            <p:sp>
              <p:nvSpPr>
                <p:cNvPr id="36" name="Freeform 8"/>
                <p:cNvSpPr>
                  <a:spLocks/>
                </p:cNvSpPr>
                <p:nvPr/>
              </p:nvSpPr>
              <p:spPr bwMode="auto">
                <a:xfrm>
                  <a:off x="4139" y="1655"/>
                  <a:ext cx="53" cy="90"/>
                </a:xfrm>
                <a:custGeom>
                  <a:avLst/>
                  <a:gdLst>
                    <a:gd name="T0" fmla="*/ 53 w 53"/>
                    <a:gd name="T1" fmla="*/ 30 h 90"/>
                    <a:gd name="T2" fmla="*/ 0 w 53"/>
                    <a:gd name="T3" fmla="*/ 0 h 90"/>
                    <a:gd name="T4" fmla="*/ 0 w 53"/>
                    <a:gd name="T5" fmla="*/ 60 h 90"/>
                    <a:gd name="T6" fmla="*/ 53 w 53"/>
                    <a:gd name="T7" fmla="*/ 90 h 90"/>
                    <a:gd name="T8" fmla="*/ 53 w 53"/>
                    <a:gd name="T9" fmla="*/ 30 h 90"/>
                  </a:gdLst>
                  <a:ahLst/>
                  <a:cxnLst>
                    <a:cxn ang="0">
                      <a:pos x="T0" y="T1"/>
                    </a:cxn>
                    <a:cxn ang="0">
                      <a:pos x="T2" y="T3"/>
                    </a:cxn>
                    <a:cxn ang="0">
                      <a:pos x="T4" y="T5"/>
                    </a:cxn>
                    <a:cxn ang="0">
                      <a:pos x="T6" y="T7"/>
                    </a:cxn>
                    <a:cxn ang="0">
                      <a:pos x="T8" y="T9"/>
                    </a:cxn>
                  </a:cxnLst>
                  <a:rect l="0" t="0" r="r" b="b"/>
                  <a:pathLst>
                    <a:path w="53" h="90">
                      <a:moveTo>
                        <a:pt x="53" y="30"/>
                      </a:moveTo>
                      <a:lnTo>
                        <a:pt x="0" y="0"/>
                      </a:lnTo>
                      <a:lnTo>
                        <a:pt x="0" y="60"/>
                      </a:lnTo>
                      <a:lnTo>
                        <a:pt x="53" y="90"/>
                      </a:lnTo>
                      <a:lnTo>
                        <a:pt x="53" y="30"/>
                      </a:ln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642" tIns="89642" rIns="89642" bIns="44821" numCol="1" anchor="t" anchorCtr="0" compatLnSpc="1">
                  <a:prstTxWarp prst="textNoShape">
                    <a:avLst/>
                  </a:prstTxWarp>
                </a:bodyPr>
                <a:lstStyle/>
                <a:p>
                  <a:pPr defTabSz="914367">
                    <a:defRPr/>
                  </a:pPr>
                  <a:endParaRPr lang="en-US" sz="1765">
                    <a:solidFill>
                      <a:srgbClr val="505050"/>
                    </a:solidFill>
                  </a:endParaRPr>
                </a:p>
              </p:txBody>
            </p:sp>
          </p:grpSp>
        </p:grpSp>
        <p:grpSp>
          <p:nvGrpSpPr>
            <p:cNvPr id="37" name="Group 36"/>
            <p:cNvGrpSpPr/>
            <p:nvPr/>
          </p:nvGrpSpPr>
          <p:grpSpPr>
            <a:xfrm>
              <a:off x="11422441" y="2322884"/>
              <a:ext cx="437339" cy="400146"/>
              <a:chOff x="7275676" y="1017047"/>
              <a:chExt cx="625799" cy="572579"/>
            </a:xfrm>
          </p:grpSpPr>
          <p:sp>
            <p:nvSpPr>
              <p:cNvPr id="38" name="Rectangle 37"/>
              <p:cNvSpPr/>
              <p:nvPr/>
            </p:nvSpPr>
            <p:spPr bwMode="auto">
              <a:xfrm>
                <a:off x="7312822" y="1049624"/>
                <a:ext cx="554832" cy="379126"/>
              </a:xfrm>
              <a:prstGeom prst="rect">
                <a:avLst/>
              </a:prstGeom>
              <a:solidFill>
                <a:schemeClr val="accent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89642"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defRPr/>
                </a:pPr>
                <a:endParaRPr lang="en-US" sz="2353" dirty="0" err="1">
                  <a:gradFill>
                    <a:gsLst>
                      <a:gs pos="0">
                        <a:srgbClr val="FFFFFF"/>
                      </a:gs>
                      <a:gs pos="100000">
                        <a:srgbClr val="FFFFFF"/>
                      </a:gs>
                    </a:gsLst>
                    <a:lin ang="5400000" scaled="0"/>
                  </a:gradFill>
                  <a:ea typeface="Segoe UI" pitchFamily="34" charset="0"/>
                  <a:cs typeface="Segoe UI" pitchFamily="34" charset="0"/>
                </a:endParaRPr>
              </a:p>
            </p:txBody>
          </p:sp>
          <p:grpSp>
            <p:nvGrpSpPr>
              <p:cNvPr id="39" name="Group 4"/>
              <p:cNvGrpSpPr>
                <a:grpSpLocks noChangeAspect="1"/>
              </p:cNvGrpSpPr>
              <p:nvPr/>
            </p:nvGrpSpPr>
            <p:grpSpPr bwMode="auto">
              <a:xfrm>
                <a:off x="7275676" y="1017047"/>
                <a:ext cx="625799" cy="572579"/>
                <a:chOff x="4030" y="1558"/>
                <a:chExt cx="341" cy="312"/>
              </a:xfrm>
              <a:solidFill>
                <a:srgbClr val="00188F"/>
              </a:solidFill>
            </p:grpSpPr>
            <p:sp>
              <p:nvSpPr>
                <p:cNvPr id="40" name="Freeform 5"/>
                <p:cNvSpPr>
                  <a:spLocks noEditPoints="1"/>
                </p:cNvSpPr>
                <p:nvPr/>
              </p:nvSpPr>
              <p:spPr bwMode="auto">
                <a:xfrm>
                  <a:off x="4030" y="1558"/>
                  <a:ext cx="341" cy="312"/>
                </a:xfrm>
                <a:custGeom>
                  <a:avLst/>
                  <a:gdLst>
                    <a:gd name="T0" fmla="*/ 563 w 599"/>
                    <a:gd name="T1" fmla="*/ 0 h 553"/>
                    <a:gd name="T2" fmla="*/ 33 w 599"/>
                    <a:gd name="T3" fmla="*/ 0 h 553"/>
                    <a:gd name="T4" fmla="*/ 0 w 599"/>
                    <a:gd name="T5" fmla="*/ 34 h 553"/>
                    <a:gd name="T6" fmla="*/ 0 w 599"/>
                    <a:gd name="T7" fmla="*/ 404 h 553"/>
                    <a:gd name="T8" fmla="*/ 33 w 599"/>
                    <a:gd name="T9" fmla="*/ 438 h 553"/>
                    <a:gd name="T10" fmla="*/ 214 w 599"/>
                    <a:gd name="T11" fmla="*/ 438 h 553"/>
                    <a:gd name="T12" fmla="*/ 93 w 599"/>
                    <a:gd name="T13" fmla="*/ 517 h 553"/>
                    <a:gd name="T14" fmla="*/ 93 w 599"/>
                    <a:gd name="T15" fmla="*/ 553 h 553"/>
                    <a:gd name="T16" fmla="*/ 484 w 599"/>
                    <a:gd name="T17" fmla="*/ 553 h 553"/>
                    <a:gd name="T18" fmla="*/ 484 w 599"/>
                    <a:gd name="T19" fmla="*/ 517 h 553"/>
                    <a:gd name="T20" fmla="*/ 377 w 599"/>
                    <a:gd name="T21" fmla="*/ 438 h 553"/>
                    <a:gd name="T22" fmla="*/ 563 w 599"/>
                    <a:gd name="T23" fmla="*/ 438 h 553"/>
                    <a:gd name="T24" fmla="*/ 599 w 599"/>
                    <a:gd name="T25" fmla="*/ 404 h 553"/>
                    <a:gd name="T26" fmla="*/ 599 w 599"/>
                    <a:gd name="T27" fmla="*/ 34 h 553"/>
                    <a:gd name="T28" fmla="*/ 563 w 599"/>
                    <a:gd name="T29" fmla="*/ 0 h 553"/>
                    <a:gd name="T30" fmla="*/ 553 w 599"/>
                    <a:gd name="T31" fmla="*/ 47 h 553"/>
                    <a:gd name="T32" fmla="*/ 553 w 599"/>
                    <a:gd name="T33" fmla="*/ 392 h 553"/>
                    <a:gd name="T34" fmla="*/ 47 w 599"/>
                    <a:gd name="T35" fmla="*/ 392 h 553"/>
                    <a:gd name="T36" fmla="*/ 47 w 599"/>
                    <a:gd name="T37" fmla="*/ 47 h 553"/>
                    <a:gd name="T38" fmla="*/ 554 w 599"/>
                    <a:gd name="T39" fmla="*/ 46 h 553"/>
                    <a:gd name="T40" fmla="*/ 553 w 599"/>
                    <a:gd name="T41" fmla="*/ 47 h 5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99" h="553">
                      <a:moveTo>
                        <a:pt x="563" y="0"/>
                      </a:moveTo>
                      <a:lnTo>
                        <a:pt x="33" y="0"/>
                      </a:lnTo>
                      <a:cubicBezTo>
                        <a:pt x="15" y="0"/>
                        <a:pt x="0" y="17"/>
                        <a:pt x="0" y="34"/>
                      </a:cubicBezTo>
                      <a:lnTo>
                        <a:pt x="0" y="404"/>
                      </a:lnTo>
                      <a:cubicBezTo>
                        <a:pt x="0" y="422"/>
                        <a:pt x="15" y="438"/>
                        <a:pt x="33" y="438"/>
                      </a:cubicBezTo>
                      <a:lnTo>
                        <a:pt x="214" y="438"/>
                      </a:lnTo>
                      <a:cubicBezTo>
                        <a:pt x="234" y="507"/>
                        <a:pt x="208" y="517"/>
                        <a:pt x="93" y="517"/>
                      </a:cubicBezTo>
                      <a:lnTo>
                        <a:pt x="93" y="553"/>
                      </a:lnTo>
                      <a:lnTo>
                        <a:pt x="484" y="553"/>
                      </a:lnTo>
                      <a:lnTo>
                        <a:pt x="484" y="517"/>
                      </a:lnTo>
                      <a:cubicBezTo>
                        <a:pt x="369" y="517"/>
                        <a:pt x="357" y="507"/>
                        <a:pt x="377" y="438"/>
                      </a:cubicBezTo>
                      <a:lnTo>
                        <a:pt x="563" y="438"/>
                      </a:lnTo>
                      <a:cubicBezTo>
                        <a:pt x="581" y="438"/>
                        <a:pt x="599" y="422"/>
                        <a:pt x="599" y="404"/>
                      </a:cubicBezTo>
                      <a:lnTo>
                        <a:pt x="599" y="34"/>
                      </a:lnTo>
                      <a:cubicBezTo>
                        <a:pt x="599" y="17"/>
                        <a:pt x="581" y="0"/>
                        <a:pt x="563" y="0"/>
                      </a:cubicBezTo>
                      <a:close/>
                      <a:moveTo>
                        <a:pt x="553" y="47"/>
                      </a:moveTo>
                      <a:lnTo>
                        <a:pt x="553" y="392"/>
                      </a:lnTo>
                      <a:lnTo>
                        <a:pt x="47" y="392"/>
                      </a:lnTo>
                      <a:lnTo>
                        <a:pt x="47" y="47"/>
                      </a:lnTo>
                      <a:lnTo>
                        <a:pt x="554" y="46"/>
                      </a:lnTo>
                      <a:lnTo>
                        <a:pt x="553" y="47"/>
                      </a:lnTo>
                      <a:close/>
                    </a:path>
                  </a:pathLst>
                </a:custGeom>
                <a:solidFill>
                  <a:schemeClr val="tx1"/>
                </a:solidFill>
                <a:ln w="0">
                  <a:noFill/>
                  <a:prstDash val="solid"/>
                  <a:round/>
                  <a:headEnd/>
                  <a:tailEnd/>
                </a:ln>
              </p:spPr>
              <p:txBody>
                <a:bodyPr vert="horz" wrap="square" lIns="89642" tIns="89642" rIns="89642" bIns="44821" numCol="1" anchor="t" anchorCtr="0" compatLnSpc="1">
                  <a:prstTxWarp prst="textNoShape">
                    <a:avLst/>
                  </a:prstTxWarp>
                </a:bodyPr>
                <a:lstStyle/>
                <a:p>
                  <a:pPr defTabSz="914367">
                    <a:defRPr/>
                  </a:pPr>
                  <a:endParaRPr lang="en-US" sz="1765">
                    <a:solidFill>
                      <a:srgbClr val="505050"/>
                    </a:solidFill>
                  </a:endParaRPr>
                </a:p>
              </p:txBody>
            </p:sp>
            <p:sp>
              <p:nvSpPr>
                <p:cNvPr id="41" name="Freeform 6"/>
                <p:cNvSpPr>
                  <a:spLocks/>
                </p:cNvSpPr>
                <p:nvPr/>
              </p:nvSpPr>
              <p:spPr bwMode="auto">
                <a:xfrm>
                  <a:off x="4144" y="1615"/>
                  <a:ext cx="106" cy="61"/>
                </a:xfrm>
                <a:custGeom>
                  <a:avLst/>
                  <a:gdLst>
                    <a:gd name="T0" fmla="*/ 106 w 106"/>
                    <a:gd name="T1" fmla="*/ 30 h 61"/>
                    <a:gd name="T2" fmla="*/ 53 w 106"/>
                    <a:gd name="T3" fmla="*/ 0 h 61"/>
                    <a:gd name="T4" fmla="*/ 0 w 106"/>
                    <a:gd name="T5" fmla="*/ 30 h 61"/>
                    <a:gd name="T6" fmla="*/ 0 w 106"/>
                    <a:gd name="T7" fmla="*/ 31 h 61"/>
                    <a:gd name="T8" fmla="*/ 53 w 106"/>
                    <a:gd name="T9" fmla="*/ 61 h 61"/>
                    <a:gd name="T10" fmla="*/ 106 w 106"/>
                    <a:gd name="T11" fmla="*/ 31 h 61"/>
                    <a:gd name="T12" fmla="*/ 106 w 106"/>
                    <a:gd name="T13" fmla="*/ 30 h 61"/>
                  </a:gdLst>
                  <a:ahLst/>
                  <a:cxnLst>
                    <a:cxn ang="0">
                      <a:pos x="T0" y="T1"/>
                    </a:cxn>
                    <a:cxn ang="0">
                      <a:pos x="T2" y="T3"/>
                    </a:cxn>
                    <a:cxn ang="0">
                      <a:pos x="T4" y="T5"/>
                    </a:cxn>
                    <a:cxn ang="0">
                      <a:pos x="T6" y="T7"/>
                    </a:cxn>
                    <a:cxn ang="0">
                      <a:pos x="T8" y="T9"/>
                    </a:cxn>
                    <a:cxn ang="0">
                      <a:pos x="T10" y="T11"/>
                    </a:cxn>
                    <a:cxn ang="0">
                      <a:pos x="T12" y="T13"/>
                    </a:cxn>
                  </a:cxnLst>
                  <a:rect l="0" t="0" r="r" b="b"/>
                  <a:pathLst>
                    <a:path w="106" h="61">
                      <a:moveTo>
                        <a:pt x="106" y="30"/>
                      </a:moveTo>
                      <a:lnTo>
                        <a:pt x="53" y="0"/>
                      </a:lnTo>
                      <a:lnTo>
                        <a:pt x="0" y="30"/>
                      </a:lnTo>
                      <a:lnTo>
                        <a:pt x="0" y="31"/>
                      </a:lnTo>
                      <a:lnTo>
                        <a:pt x="53" y="61"/>
                      </a:lnTo>
                      <a:lnTo>
                        <a:pt x="106" y="31"/>
                      </a:lnTo>
                      <a:lnTo>
                        <a:pt x="106" y="30"/>
                      </a:ln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642" tIns="89642" rIns="89642" bIns="44821" numCol="1" anchor="t" anchorCtr="0" compatLnSpc="1">
                  <a:prstTxWarp prst="textNoShape">
                    <a:avLst/>
                  </a:prstTxWarp>
                </a:bodyPr>
                <a:lstStyle/>
                <a:p>
                  <a:pPr defTabSz="914367">
                    <a:defRPr/>
                  </a:pPr>
                  <a:endParaRPr lang="en-US" sz="1765">
                    <a:solidFill>
                      <a:srgbClr val="505050"/>
                    </a:solidFill>
                  </a:endParaRPr>
                </a:p>
              </p:txBody>
            </p:sp>
            <p:sp>
              <p:nvSpPr>
                <p:cNvPr id="42" name="Freeform 7"/>
                <p:cNvSpPr>
                  <a:spLocks/>
                </p:cNvSpPr>
                <p:nvPr/>
              </p:nvSpPr>
              <p:spPr bwMode="auto">
                <a:xfrm>
                  <a:off x="4202" y="1655"/>
                  <a:ext cx="53" cy="90"/>
                </a:xfrm>
                <a:custGeom>
                  <a:avLst/>
                  <a:gdLst>
                    <a:gd name="T0" fmla="*/ 0 w 53"/>
                    <a:gd name="T1" fmla="*/ 30 h 90"/>
                    <a:gd name="T2" fmla="*/ 0 w 53"/>
                    <a:gd name="T3" fmla="*/ 90 h 90"/>
                    <a:gd name="T4" fmla="*/ 53 w 53"/>
                    <a:gd name="T5" fmla="*/ 60 h 90"/>
                    <a:gd name="T6" fmla="*/ 53 w 53"/>
                    <a:gd name="T7" fmla="*/ 0 h 90"/>
                    <a:gd name="T8" fmla="*/ 0 w 53"/>
                    <a:gd name="T9" fmla="*/ 30 h 90"/>
                  </a:gdLst>
                  <a:ahLst/>
                  <a:cxnLst>
                    <a:cxn ang="0">
                      <a:pos x="T0" y="T1"/>
                    </a:cxn>
                    <a:cxn ang="0">
                      <a:pos x="T2" y="T3"/>
                    </a:cxn>
                    <a:cxn ang="0">
                      <a:pos x="T4" y="T5"/>
                    </a:cxn>
                    <a:cxn ang="0">
                      <a:pos x="T6" y="T7"/>
                    </a:cxn>
                    <a:cxn ang="0">
                      <a:pos x="T8" y="T9"/>
                    </a:cxn>
                  </a:cxnLst>
                  <a:rect l="0" t="0" r="r" b="b"/>
                  <a:pathLst>
                    <a:path w="53" h="90">
                      <a:moveTo>
                        <a:pt x="0" y="30"/>
                      </a:moveTo>
                      <a:lnTo>
                        <a:pt x="0" y="90"/>
                      </a:lnTo>
                      <a:lnTo>
                        <a:pt x="53" y="60"/>
                      </a:lnTo>
                      <a:lnTo>
                        <a:pt x="53" y="0"/>
                      </a:lnTo>
                      <a:lnTo>
                        <a:pt x="0" y="30"/>
                      </a:ln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642" tIns="89642" rIns="89642" bIns="44821" numCol="1" anchor="t" anchorCtr="0" compatLnSpc="1">
                  <a:prstTxWarp prst="textNoShape">
                    <a:avLst/>
                  </a:prstTxWarp>
                </a:bodyPr>
                <a:lstStyle/>
                <a:p>
                  <a:pPr defTabSz="914367">
                    <a:defRPr/>
                  </a:pPr>
                  <a:endParaRPr lang="en-US" sz="1765">
                    <a:solidFill>
                      <a:srgbClr val="505050"/>
                    </a:solidFill>
                  </a:endParaRPr>
                </a:p>
              </p:txBody>
            </p:sp>
            <p:sp>
              <p:nvSpPr>
                <p:cNvPr id="43" name="Freeform 8"/>
                <p:cNvSpPr>
                  <a:spLocks/>
                </p:cNvSpPr>
                <p:nvPr/>
              </p:nvSpPr>
              <p:spPr bwMode="auto">
                <a:xfrm>
                  <a:off x="4139" y="1655"/>
                  <a:ext cx="53" cy="90"/>
                </a:xfrm>
                <a:custGeom>
                  <a:avLst/>
                  <a:gdLst>
                    <a:gd name="T0" fmla="*/ 53 w 53"/>
                    <a:gd name="T1" fmla="*/ 30 h 90"/>
                    <a:gd name="T2" fmla="*/ 0 w 53"/>
                    <a:gd name="T3" fmla="*/ 0 h 90"/>
                    <a:gd name="T4" fmla="*/ 0 w 53"/>
                    <a:gd name="T5" fmla="*/ 60 h 90"/>
                    <a:gd name="T6" fmla="*/ 53 w 53"/>
                    <a:gd name="T7" fmla="*/ 90 h 90"/>
                    <a:gd name="T8" fmla="*/ 53 w 53"/>
                    <a:gd name="T9" fmla="*/ 30 h 90"/>
                  </a:gdLst>
                  <a:ahLst/>
                  <a:cxnLst>
                    <a:cxn ang="0">
                      <a:pos x="T0" y="T1"/>
                    </a:cxn>
                    <a:cxn ang="0">
                      <a:pos x="T2" y="T3"/>
                    </a:cxn>
                    <a:cxn ang="0">
                      <a:pos x="T4" y="T5"/>
                    </a:cxn>
                    <a:cxn ang="0">
                      <a:pos x="T6" y="T7"/>
                    </a:cxn>
                    <a:cxn ang="0">
                      <a:pos x="T8" y="T9"/>
                    </a:cxn>
                  </a:cxnLst>
                  <a:rect l="0" t="0" r="r" b="b"/>
                  <a:pathLst>
                    <a:path w="53" h="90">
                      <a:moveTo>
                        <a:pt x="53" y="30"/>
                      </a:moveTo>
                      <a:lnTo>
                        <a:pt x="0" y="0"/>
                      </a:lnTo>
                      <a:lnTo>
                        <a:pt x="0" y="60"/>
                      </a:lnTo>
                      <a:lnTo>
                        <a:pt x="53" y="90"/>
                      </a:lnTo>
                      <a:lnTo>
                        <a:pt x="53" y="30"/>
                      </a:ln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642" tIns="89642" rIns="89642" bIns="44821" numCol="1" anchor="t" anchorCtr="0" compatLnSpc="1">
                  <a:prstTxWarp prst="textNoShape">
                    <a:avLst/>
                  </a:prstTxWarp>
                </a:bodyPr>
                <a:lstStyle/>
                <a:p>
                  <a:pPr defTabSz="914367">
                    <a:defRPr/>
                  </a:pPr>
                  <a:endParaRPr lang="en-US" sz="1765">
                    <a:solidFill>
                      <a:srgbClr val="505050"/>
                    </a:solidFill>
                  </a:endParaRPr>
                </a:p>
              </p:txBody>
            </p:sp>
          </p:grpSp>
        </p:grpSp>
      </p:grpSp>
      <p:sp>
        <p:nvSpPr>
          <p:cNvPr id="2" name="Title 1"/>
          <p:cNvSpPr>
            <a:spLocks noGrp="1"/>
          </p:cNvSpPr>
          <p:nvPr>
            <p:ph type="title"/>
          </p:nvPr>
        </p:nvSpPr>
        <p:spPr>
          <a:xfrm>
            <a:off x="269241" y="289958"/>
            <a:ext cx="11743098" cy="899537"/>
          </a:xfrm>
        </p:spPr>
        <p:txBody>
          <a:bodyPr/>
          <a:lstStyle/>
          <a:p>
            <a:r>
              <a:rPr lang="en-US" spc="-137" dirty="0">
                <a:solidFill>
                  <a:srgbClr val="000000"/>
                </a:solidFill>
              </a:rPr>
              <a:t>Microsoft is committed to Linux and open source</a:t>
            </a:r>
          </a:p>
        </p:txBody>
      </p:sp>
      <p:sp>
        <p:nvSpPr>
          <p:cNvPr id="10" name="Pentagon 9"/>
          <p:cNvSpPr/>
          <p:nvPr/>
        </p:nvSpPr>
        <p:spPr bwMode="auto">
          <a:xfrm>
            <a:off x="484007" y="5619867"/>
            <a:ext cx="1827400" cy="772380"/>
          </a:xfrm>
          <a:prstGeom prst="homePlate">
            <a:avLst/>
          </a:prstGeom>
          <a:solidFill>
            <a:schemeClr val="bg2"/>
          </a:solidFill>
          <a:ln>
            <a:no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vert="horz" wrap="square" lIns="0" tIns="0" rIns="0" bIns="0" numCol="1" rtlCol="0" anchor="ctr" anchorCtr="0" compatLnSpc="1">
            <a:prstTxWarp prst="textNoShape">
              <a:avLst/>
            </a:prstTxWarp>
          </a:bodyPr>
          <a:lstStyle/>
          <a:p>
            <a:pPr algn="ctr" defTabSz="914030" fontAlgn="base">
              <a:spcBef>
                <a:spcPct val="0"/>
              </a:spcBef>
              <a:spcAft>
                <a:spcPct val="0"/>
              </a:spcAft>
              <a:defRPr/>
            </a:pPr>
            <a:r>
              <a:rPr lang="en-US" sz="3921" dirty="0">
                <a:gradFill>
                  <a:gsLst>
                    <a:gs pos="16814">
                      <a:srgbClr val="FFFFFF"/>
                    </a:gs>
                    <a:gs pos="46000">
                      <a:srgbClr val="FFFFFF"/>
                    </a:gs>
                  </a:gsLst>
                  <a:lin ang="5400000" scaled="0"/>
                </a:gradFill>
                <a:latin typeface="Segoe UI Light"/>
              </a:rPr>
              <a:t>Today</a:t>
            </a:r>
          </a:p>
        </p:txBody>
      </p:sp>
      <p:sp>
        <p:nvSpPr>
          <p:cNvPr id="11" name="Rectangle 10"/>
          <p:cNvSpPr/>
          <p:nvPr/>
        </p:nvSpPr>
        <p:spPr>
          <a:xfrm>
            <a:off x="462442" y="1200532"/>
            <a:ext cx="6945488" cy="633625"/>
          </a:xfrm>
          <a:prstGeom prst="rect">
            <a:avLst/>
          </a:prstGeom>
        </p:spPr>
        <p:txBody>
          <a:bodyPr wrap="none">
            <a:spAutoFit/>
          </a:bodyPr>
          <a:lstStyle/>
          <a:p>
            <a:pPr defTabSz="914367">
              <a:defRPr/>
            </a:pPr>
            <a:r>
              <a:rPr lang="en-US" sz="3529" dirty="0">
                <a:gradFill>
                  <a:gsLst>
                    <a:gs pos="18000">
                      <a:srgbClr val="505050"/>
                    </a:gs>
                    <a:gs pos="46000">
                      <a:srgbClr val="505050"/>
                    </a:gs>
                  </a:gsLst>
                  <a:lin ang="5400000" scaled="0"/>
                </a:gradFill>
                <a:latin typeface="Segoe UI Light"/>
              </a:rPr>
              <a:t>Linux is a real business for Microsoft</a:t>
            </a:r>
          </a:p>
        </p:txBody>
      </p:sp>
      <p:grpSp>
        <p:nvGrpSpPr>
          <p:cNvPr id="19" name="Group 18"/>
          <p:cNvGrpSpPr/>
          <p:nvPr/>
        </p:nvGrpSpPr>
        <p:grpSpPr>
          <a:xfrm>
            <a:off x="3404052" y="2541520"/>
            <a:ext cx="641896" cy="587306"/>
            <a:chOff x="7275676" y="1017047"/>
            <a:chExt cx="625799" cy="572579"/>
          </a:xfrm>
        </p:grpSpPr>
        <p:sp>
          <p:nvSpPr>
            <p:cNvPr id="20" name="Rectangle 19"/>
            <p:cNvSpPr/>
            <p:nvPr/>
          </p:nvSpPr>
          <p:spPr bwMode="auto">
            <a:xfrm>
              <a:off x="7312822" y="1049624"/>
              <a:ext cx="554832" cy="379126"/>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defRPr/>
              </a:pPr>
              <a:endParaRPr lang="en-US" sz="2353" dirty="0" err="1">
                <a:gradFill>
                  <a:gsLst>
                    <a:gs pos="0">
                      <a:srgbClr val="FFFFFF"/>
                    </a:gs>
                    <a:gs pos="100000">
                      <a:srgbClr val="FFFFFF"/>
                    </a:gs>
                  </a:gsLst>
                  <a:lin ang="5400000" scaled="0"/>
                </a:gradFill>
                <a:ea typeface="Segoe UI" pitchFamily="34" charset="0"/>
                <a:cs typeface="Segoe UI" pitchFamily="34" charset="0"/>
              </a:endParaRPr>
            </a:p>
          </p:txBody>
        </p:sp>
        <p:grpSp>
          <p:nvGrpSpPr>
            <p:cNvPr id="21" name="Group 4"/>
            <p:cNvGrpSpPr>
              <a:grpSpLocks noChangeAspect="1"/>
            </p:cNvGrpSpPr>
            <p:nvPr/>
          </p:nvGrpSpPr>
          <p:grpSpPr bwMode="auto">
            <a:xfrm>
              <a:off x="7275676" y="1017047"/>
              <a:ext cx="625799" cy="572579"/>
              <a:chOff x="4030" y="1558"/>
              <a:chExt cx="341" cy="312"/>
            </a:xfrm>
            <a:solidFill>
              <a:srgbClr val="00188F"/>
            </a:solidFill>
          </p:grpSpPr>
          <p:sp>
            <p:nvSpPr>
              <p:cNvPr id="22" name="Freeform 5"/>
              <p:cNvSpPr>
                <a:spLocks noEditPoints="1"/>
              </p:cNvSpPr>
              <p:nvPr/>
            </p:nvSpPr>
            <p:spPr bwMode="auto">
              <a:xfrm>
                <a:off x="4030" y="1558"/>
                <a:ext cx="341" cy="312"/>
              </a:xfrm>
              <a:custGeom>
                <a:avLst/>
                <a:gdLst>
                  <a:gd name="T0" fmla="*/ 563 w 599"/>
                  <a:gd name="T1" fmla="*/ 0 h 553"/>
                  <a:gd name="T2" fmla="*/ 33 w 599"/>
                  <a:gd name="T3" fmla="*/ 0 h 553"/>
                  <a:gd name="T4" fmla="*/ 0 w 599"/>
                  <a:gd name="T5" fmla="*/ 34 h 553"/>
                  <a:gd name="T6" fmla="*/ 0 w 599"/>
                  <a:gd name="T7" fmla="*/ 404 h 553"/>
                  <a:gd name="T8" fmla="*/ 33 w 599"/>
                  <a:gd name="T9" fmla="*/ 438 h 553"/>
                  <a:gd name="T10" fmla="*/ 214 w 599"/>
                  <a:gd name="T11" fmla="*/ 438 h 553"/>
                  <a:gd name="T12" fmla="*/ 93 w 599"/>
                  <a:gd name="T13" fmla="*/ 517 h 553"/>
                  <a:gd name="T14" fmla="*/ 93 w 599"/>
                  <a:gd name="T15" fmla="*/ 553 h 553"/>
                  <a:gd name="T16" fmla="*/ 484 w 599"/>
                  <a:gd name="T17" fmla="*/ 553 h 553"/>
                  <a:gd name="T18" fmla="*/ 484 w 599"/>
                  <a:gd name="T19" fmla="*/ 517 h 553"/>
                  <a:gd name="T20" fmla="*/ 377 w 599"/>
                  <a:gd name="T21" fmla="*/ 438 h 553"/>
                  <a:gd name="T22" fmla="*/ 563 w 599"/>
                  <a:gd name="T23" fmla="*/ 438 h 553"/>
                  <a:gd name="T24" fmla="*/ 599 w 599"/>
                  <a:gd name="T25" fmla="*/ 404 h 553"/>
                  <a:gd name="T26" fmla="*/ 599 w 599"/>
                  <a:gd name="T27" fmla="*/ 34 h 553"/>
                  <a:gd name="T28" fmla="*/ 563 w 599"/>
                  <a:gd name="T29" fmla="*/ 0 h 553"/>
                  <a:gd name="T30" fmla="*/ 553 w 599"/>
                  <a:gd name="T31" fmla="*/ 47 h 553"/>
                  <a:gd name="T32" fmla="*/ 553 w 599"/>
                  <a:gd name="T33" fmla="*/ 392 h 553"/>
                  <a:gd name="T34" fmla="*/ 47 w 599"/>
                  <a:gd name="T35" fmla="*/ 392 h 553"/>
                  <a:gd name="T36" fmla="*/ 47 w 599"/>
                  <a:gd name="T37" fmla="*/ 47 h 553"/>
                  <a:gd name="T38" fmla="*/ 554 w 599"/>
                  <a:gd name="T39" fmla="*/ 46 h 553"/>
                  <a:gd name="T40" fmla="*/ 553 w 599"/>
                  <a:gd name="T41" fmla="*/ 47 h 5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99" h="553">
                    <a:moveTo>
                      <a:pt x="563" y="0"/>
                    </a:moveTo>
                    <a:lnTo>
                      <a:pt x="33" y="0"/>
                    </a:lnTo>
                    <a:cubicBezTo>
                      <a:pt x="15" y="0"/>
                      <a:pt x="0" y="17"/>
                      <a:pt x="0" y="34"/>
                    </a:cubicBezTo>
                    <a:lnTo>
                      <a:pt x="0" y="404"/>
                    </a:lnTo>
                    <a:cubicBezTo>
                      <a:pt x="0" y="422"/>
                      <a:pt x="15" y="438"/>
                      <a:pt x="33" y="438"/>
                    </a:cubicBezTo>
                    <a:lnTo>
                      <a:pt x="214" y="438"/>
                    </a:lnTo>
                    <a:cubicBezTo>
                      <a:pt x="234" y="507"/>
                      <a:pt x="208" y="517"/>
                      <a:pt x="93" y="517"/>
                    </a:cubicBezTo>
                    <a:lnTo>
                      <a:pt x="93" y="553"/>
                    </a:lnTo>
                    <a:lnTo>
                      <a:pt x="484" y="553"/>
                    </a:lnTo>
                    <a:lnTo>
                      <a:pt x="484" y="517"/>
                    </a:lnTo>
                    <a:cubicBezTo>
                      <a:pt x="369" y="517"/>
                      <a:pt x="357" y="507"/>
                      <a:pt x="377" y="438"/>
                    </a:cubicBezTo>
                    <a:lnTo>
                      <a:pt x="563" y="438"/>
                    </a:lnTo>
                    <a:cubicBezTo>
                      <a:pt x="581" y="438"/>
                      <a:pt x="599" y="422"/>
                      <a:pt x="599" y="404"/>
                    </a:cubicBezTo>
                    <a:lnTo>
                      <a:pt x="599" y="34"/>
                    </a:lnTo>
                    <a:cubicBezTo>
                      <a:pt x="599" y="17"/>
                      <a:pt x="581" y="0"/>
                      <a:pt x="563" y="0"/>
                    </a:cubicBezTo>
                    <a:close/>
                    <a:moveTo>
                      <a:pt x="553" y="47"/>
                    </a:moveTo>
                    <a:lnTo>
                      <a:pt x="553" y="392"/>
                    </a:lnTo>
                    <a:lnTo>
                      <a:pt x="47" y="392"/>
                    </a:lnTo>
                    <a:lnTo>
                      <a:pt x="47" y="47"/>
                    </a:lnTo>
                    <a:lnTo>
                      <a:pt x="554" y="46"/>
                    </a:lnTo>
                    <a:lnTo>
                      <a:pt x="553" y="47"/>
                    </a:lnTo>
                    <a:close/>
                  </a:path>
                </a:pathLst>
              </a:custGeom>
              <a:solidFill>
                <a:schemeClr val="tx1"/>
              </a:solidFill>
              <a:ln w="0">
                <a:noFill/>
                <a:prstDash val="solid"/>
                <a:round/>
                <a:headEnd/>
                <a:tailEnd/>
              </a:ln>
            </p:spPr>
            <p:txBody>
              <a:bodyPr vert="horz" wrap="square" lIns="89642" tIns="44821" rIns="89642" bIns="44821" numCol="1" anchor="t" anchorCtr="0" compatLnSpc="1">
                <a:prstTxWarp prst="textNoShape">
                  <a:avLst/>
                </a:prstTxWarp>
              </a:bodyPr>
              <a:lstStyle/>
              <a:p>
                <a:pPr defTabSz="914367">
                  <a:defRPr/>
                </a:pPr>
                <a:endParaRPr lang="en-US" sz="1765">
                  <a:solidFill>
                    <a:srgbClr val="505050"/>
                  </a:solidFill>
                </a:endParaRPr>
              </a:p>
            </p:txBody>
          </p:sp>
          <p:sp>
            <p:nvSpPr>
              <p:cNvPr id="23" name="Freeform 6"/>
              <p:cNvSpPr>
                <a:spLocks/>
              </p:cNvSpPr>
              <p:nvPr/>
            </p:nvSpPr>
            <p:spPr bwMode="auto">
              <a:xfrm>
                <a:off x="4144" y="1615"/>
                <a:ext cx="106" cy="61"/>
              </a:xfrm>
              <a:custGeom>
                <a:avLst/>
                <a:gdLst>
                  <a:gd name="T0" fmla="*/ 106 w 106"/>
                  <a:gd name="T1" fmla="*/ 30 h 61"/>
                  <a:gd name="T2" fmla="*/ 53 w 106"/>
                  <a:gd name="T3" fmla="*/ 0 h 61"/>
                  <a:gd name="T4" fmla="*/ 0 w 106"/>
                  <a:gd name="T5" fmla="*/ 30 h 61"/>
                  <a:gd name="T6" fmla="*/ 0 w 106"/>
                  <a:gd name="T7" fmla="*/ 31 h 61"/>
                  <a:gd name="T8" fmla="*/ 53 w 106"/>
                  <a:gd name="T9" fmla="*/ 61 h 61"/>
                  <a:gd name="T10" fmla="*/ 106 w 106"/>
                  <a:gd name="T11" fmla="*/ 31 h 61"/>
                  <a:gd name="T12" fmla="*/ 106 w 106"/>
                  <a:gd name="T13" fmla="*/ 30 h 61"/>
                </a:gdLst>
                <a:ahLst/>
                <a:cxnLst>
                  <a:cxn ang="0">
                    <a:pos x="T0" y="T1"/>
                  </a:cxn>
                  <a:cxn ang="0">
                    <a:pos x="T2" y="T3"/>
                  </a:cxn>
                  <a:cxn ang="0">
                    <a:pos x="T4" y="T5"/>
                  </a:cxn>
                  <a:cxn ang="0">
                    <a:pos x="T6" y="T7"/>
                  </a:cxn>
                  <a:cxn ang="0">
                    <a:pos x="T8" y="T9"/>
                  </a:cxn>
                  <a:cxn ang="0">
                    <a:pos x="T10" y="T11"/>
                  </a:cxn>
                  <a:cxn ang="0">
                    <a:pos x="T12" y="T13"/>
                  </a:cxn>
                </a:cxnLst>
                <a:rect l="0" t="0" r="r" b="b"/>
                <a:pathLst>
                  <a:path w="106" h="61">
                    <a:moveTo>
                      <a:pt x="106" y="30"/>
                    </a:moveTo>
                    <a:lnTo>
                      <a:pt x="53" y="0"/>
                    </a:lnTo>
                    <a:lnTo>
                      <a:pt x="0" y="30"/>
                    </a:lnTo>
                    <a:lnTo>
                      <a:pt x="0" y="31"/>
                    </a:lnTo>
                    <a:lnTo>
                      <a:pt x="53" y="61"/>
                    </a:lnTo>
                    <a:lnTo>
                      <a:pt x="106" y="31"/>
                    </a:lnTo>
                    <a:lnTo>
                      <a:pt x="106" y="30"/>
                    </a:ln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642" tIns="44821" rIns="89642" bIns="44821" numCol="1" anchor="t" anchorCtr="0" compatLnSpc="1">
                <a:prstTxWarp prst="textNoShape">
                  <a:avLst/>
                </a:prstTxWarp>
              </a:bodyPr>
              <a:lstStyle/>
              <a:p>
                <a:pPr defTabSz="914367">
                  <a:defRPr/>
                </a:pPr>
                <a:endParaRPr lang="en-US" sz="1765">
                  <a:solidFill>
                    <a:srgbClr val="505050"/>
                  </a:solidFill>
                </a:endParaRPr>
              </a:p>
            </p:txBody>
          </p:sp>
          <p:sp>
            <p:nvSpPr>
              <p:cNvPr id="24" name="Freeform 7"/>
              <p:cNvSpPr>
                <a:spLocks/>
              </p:cNvSpPr>
              <p:nvPr/>
            </p:nvSpPr>
            <p:spPr bwMode="auto">
              <a:xfrm>
                <a:off x="4202" y="1655"/>
                <a:ext cx="53" cy="90"/>
              </a:xfrm>
              <a:custGeom>
                <a:avLst/>
                <a:gdLst>
                  <a:gd name="T0" fmla="*/ 0 w 53"/>
                  <a:gd name="T1" fmla="*/ 30 h 90"/>
                  <a:gd name="T2" fmla="*/ 0 w 53"/>
                  <a:gd name="T3" fmla="*/ 90 h 90"/>
                  <a:gd name="T4" fmla="*/ 53 w 53"/>
                  <a:gd name="T5" fmla="*/ 60 h 90"/>
                  <a:gd name="T6" fmla="*/ 53 w 53"/>
                  <a:gd name="T7" fmla="*/ 0 h 90"/>
                  <a:gd name="T8" fmla="*/ 0 w 53"/>
                  <a:gd name="T9" fmla="*/ 30 h 90"/>
                </a:gdLst>
                <a:ahLst/>
                <a:cxnLst>
                  <a:cxn ang="0">
                    <a:pos x="T0" y="T1"/>
                  </a:cxn>
                  <a:cxn ang="0">
                    <a:pos x="T2" y="T3"/>
                  </a:cxn>
                  <a:cxn ang="0">
                    <a:pos x="T4" y="T5"/>
                  </a:cxn>
                  <a:cxn ang="0">
                    <a:pos x="T6" y="T7"/>
                  </a:cxn>
                  <a:cxn ang="0">
                    <a:pos x="T8" y="T9"/>
                  </a:cxn>
                </a:cxnLst>
                <a:rect l="0" t="0" r="r" b="b"/>
                <a:pathLst>
                  <a:path w="53" h="90">
                    <a:moveTo>
                      <a:pt x="0" y="30"/>
                    </a:moveTo>
                    <a:lnTo>
                      <a:pt x="0" y="90"/>
                    </a:lnTo>
                    <a:lnTo>
                      <a:pt x="53" y="60"/>
                    </a:lnTo>
                    <a:lnTo>
                      <a:pt x="53" y="0"/>
                    </a:lnTo>
                    <a:lnTo>
                      <a:pt x="0" y="30"/>
                    </a:ln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642" tIns="44821" rIns="89642" bIns="44821" numCol="1" anchor="t" anchorCtr="0" compatLnSpc="1">
                <a:prstTxWarp prst="textNoShape">
                  <a:avLst/>
                </a:prstTxWarp>
              </a:bodyPr>
              <a:lstStyle/>
              <a:p>
                <a:pPr defTabSz="914367">
                  <a:defRPr/>
                </a:pPr>
                <a:endParaRPr lang="en-US" sz="1765">
                  <a:solidFill>
                    <a:srgbClr val="505050"/>
                  </a:solidFill>
                </a:endParaRPr>
              </a:p>
            </p:txBody>
          </p:sp>
          <p:sp>
            <p:nvSpPr>
              <p:cNvPr id="25" name="Freeform 8"/>
              <p:cNvSpPr>
                <a:spLocks/>
              </p:cNvSpPr>
              <p:nvPr/>
            </p:nvSpPr>
            <p:spPr bwMode="auto">
              <a:xfrm>
                <a:off x="4139" y="1655"/>
                <a:ext cx="53" cy="90"/>
              </a:xfrm>
              <a:custGeom>
                <a:avLst/>
                <a:gdLst>
                  <a:gd name="T0" fmla="*/ 53 w 53"/>
                  <a:gd name="T1" fmla="*/ 30 h 90"/>
                  <a:gd name="T2" fmla="*/ 0 w 53"/>
                  <a:gd name="T3" fmla="*/ 0 h 90"/>
                  <a:gd name="T4" fmla="*/ 0 w 53"/>
                  <a:gd name="T5" fmla="*/ 60 h 90"/>
                  <a:gd name="T6" fmla="*/ 53 w 53"/>
                  <a:gd name="T7" fmla="*/ 90 h 90"/>
                  <a:gd name="T8" fmla="*/ 53 w 53"/>
                  <a:gd name="T9" fmla="*/ 30 h 90"/>
                </a:gdLst>
                <a:ahLst/>
                <a:cxnLst>
                  <a:cxn ang="0">
                    <a:pos x="T0" y="T1"/>
                  </a:cxn>
                  <a:cxn ang="0">
                    <a:pos x="T2" y="T3"/>
                  </a:cxn>
                  <a:cxn ang="0">
                    <a:pos x="T4" y="T5"/>
                  </a:cxn>
                  <a:cxn ang="0">
                    <a:pos x="T6" y="T7"/>
                  </a:cxn>
                  <a:cxn ang="0">
                    <a:pos x="T8" y="T9"/>
                  </a:cxn>
                </a:cxnLst>
                <a:rect l="0" t="0" r="r" b="b"/>
                <a:pathLst>
                  <a:path w="53" h="90">
                    <a:moveTo>
                      <a:pt x="53" y="30"/>
                    </a:moveTo>
                    <a:lnTo>
                      <a:pt x="0" y="0"/>
                    </a:lnTo>
                    <a:lnTo>
                      <a:pt x="0" y="60"/>
                    </a:lnTo>
                    <a:lnTo>
                      <a:pt x="53" y="90"/>
                    </a:lnTo>
                    <a:lnTo>
                      <a:pt x="53" y="30"/>
                    </a:ln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642" tIns="44821" rIns="89642" bIns="44821" numCol="1" anchor="t" anchorCtr="0" compatLnSpc="1">
                <a:prstTxWarp prst="textNoShape">
                  <a:avLst/>
                </a:prstTxWarp>
              </a:bodyPr>
              <a:lstStyle/>
              <a:p>
                <a:pPr defTabSz="914367">
                  <a:defRPr/>
                </a:pPr>
                <a:endParaRPr lang="en-US" sz="1765">
                  <a:solidFill>
                    <a:srgbClr val="505050"/>
                  </a:solidFill>
                </a:endParaRPr>
              </a:p>
            </p:txBody>
          </p:sp>
        </p:grpSp>
      </p:grpSp>
      <p:sp>
        <p:nvSpPr>
          <p:cNvPr id="47" name="Rectangle 46"/>
          <p:cNvSpPr/>
          <p:nvPr/>
        </p:nvSpPr>
        <p:spPr bwMode="auto">
          <a:xfrm rot="10800000">
            <a:off x="451326" y="3889663"/>
            <a:ext cx="99603" cy="1332472"/>
          </a:xfrm>
          <a:prstGeom prst="rect">
            <a:avLst/>
          </a:prstGeom>
          <a:solidFill>
            <a:schemeClr val="accent1">
              <a:lumMod val="75000"/>
            </a:schemeClr>
          </a:solidFill>
          <a:ln>
            <a:no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vert="horz" wrap="square" lIns="179285" tIns="143428" rIns="179285" bIns="143428" numCol="1" rtlCol="0" anchor="t" anchorCtr="0" compatLnSpc="1">
            <a:prstTxWarp prst="textNoShape">
              <a:avLst/>
            </a:prstTxWarp>
          </a:bodyPr>
          <a:lstStyle/>
          <a:p>
            <a:pPr defTabSz="914030" fontAlgn="base">
              <a:lnSpc>
                <a:spcPct val="95000"/>
              </a:lnSpc>
              <a:spcBef>
                <a:spcPct val="0"/>
              </a:spcBef>
              <a:spcAft>
                <a:spcPct val="0"/>
              </a:spcAft>
              <a:defRPr/>
            </a:pPr>
            <a:endParaRPr lang="en-US" sz="1765" dirty="0">
              <a:gradFill>
                <a:gsLst>
                  <a:gs pos="16814">
                    <a:srgbClr val="FFFFFF"/>
                  </a:gs>
                  <a:gs pos="46000">
                    <a:srgbClr val="FFFFFF"/>
                  </a:gs>
                </a:gsLst>
                <a:lin ang="5400000" scaled="0"/>
              </a:gradFill>
            </a:endParaRPr>
          </a:p>
        </p:txBody>
      </p:sp>
      <p:grpSp>
        <p:nvGrpSpPr>
          <p:cNvPr id="53" name="Group 52"/>
          <p:cNvGrpSpPr/>
          <p:nvPr/>
        </p:nvGrpSpPr>
        <p:grpSpPr>
          <a:xfrm>
            <a:off x="4235896" y="3889663"/>
            <a:ext cx="3720163" cy="1335673"/>
            <a:chOff x="4393405" y="3967162"/>
            <a:chExt cx="3794760" cy="1362456"/>
          </a:xfrm>
        </p:grpSpPr>
        <p:sp>
          <p:nvSpPr>
            <p:cNvPr id="8" name="Rectangle 7"/>
            <p:cNvSpPr/>
            <p:nvPr/>
          </p:nvSpPr>
          <p:spPr bwMode="auto">
            <a:xfrm>
              <a:off x="4393405" y="3967162"/>
              <a:ext cx="3794760" cy="1362456"/>
            </a:xfrm>
            <a:prstGeom prst="rect">
              <a:avLst/>
            </a:prstGeom>
            <a:solidFill>
              <a:schemeClr val="accent3"/>
            </a:solidFill>
            <a:ln>
              <a:no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vert="horz" wrap="square" lIns="224106" tIns="143428" rIns="179285" bIns="143428" numCol="1" rtlCol="0" anchor="ctr" anchorCtr="0" compatLnSpc="1">
              <a:prstTxWarp prst="textNoShape">
                <a:avLst/>
              </a:prstTxWarp>
            </a:bodyPr>
            <a:lstStyle/>
            <a:p>
              <a:pPr defTabSz="914030" fontAlgn="base">
                <a:lnSpc>
                  <a:spcPct val="95000"/>
                </a:lnSpc>
                <a:spcBef>
                  <a:spcPct val="0"/>
                </a:spcBef>
                <a:spcAft>
                  <a:spcPct val="0"/>
                </a:spcAft>
                <a:defRPr/>
              </a:pPr>
              <a:r>
                <a:rPr lang="en-US" sz="2353" dirty="0">
                  <a:gradFill>
                    <a:gsLst>
                      <a:gs pos="16814">
                        <a:srgbClr val="FFFFFF"/>
                      </a:gs>
                      <a:gs pos="46000">
                        <a:srgbClr val="FFFFFF"/>
                      </a:gs>
                    </a:gsLst>
                    <a:lin ang="5400000" scaled="0"/>
                  </a:gradFill>
                </a:rPr>
                <a:t>Linux drivers for Hyper-V available since 2010</a:t>
              </a:r>
            </a:p>
          </p:txBody>
        </p:sp>
        <p:sp>
          <p:nvSpPr>
            <p:cNvPr id="48" name="Rectangle 47"/>
            <p:cNvSpPr/>
            <p:nvPr/>
          </p:nvSpPr>
          <p:spPr bwMode="auto">
            <a:xfrm rot="10800000">
              <a:off x="4393406" y="3967162"/>
              <a:ext cx="101600" cy="1359191"/>
            </a:xfrm>
            <a:prstGeom prst="rect">
              <a:avLst/>
            </a:prstGeom>
            <a:solidFill>
              <a:schemeClr val="accent3">
                <a:lumMod val="75000"/>
              </a:schemeClr>
            </a:solidFill>
            <a:ln>
              <a:no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vert="horz" wrap="square" lIns="179285" tIns="143428" rIns="179285" bIns="143428" numCol="1" rtlCol="0" anchor="t" anchorCtr="0" compatLnSpc="1">
              <a:prstTxWarp prst="textNoShape">
                <a:avLst/>
              </a:prstTxWarp>
            </a:bodyPr>
            <a:lstStyle/>
            <a:p>
              <a:pPr defTabSz="914030" fontAlgn="base">
                <a:lnSpc>
                  <a:spcPct val="95000"/>
                </a:lnSpc>
                <a:spcBef>
                  <a:spcPct val="0"/>
                </a:spcBef>
                <a:spcAft>
                  <a:spcPct val="0"/>
                </a:spcAft>
                <a:defRPr/>
              </a:pPr>
              <a:endParaRPr lang="en-US" sz="1765" dirty="0">
                <a:gradFill>
                  <a:gsLst>
                    <a:gs pos="16814">
                      <a:srgbClr val="FFFFFF"/>
                    </a:gs>
                    <a:gs pos="46000">
                      <a:srgbClr val="FFFFFF"/>
                    </a:gs>
                  </a:gsLst>
                  <a:lin ang="5400000" scaled="0"/>
                </a:gradFill>
              </a:endParaRPr>
            </a:p>
          </p:txBody>
        </p:sp>
      </p:grpSp>
      <p:sp>
        <p:nvSpPr>
          <p:cNvPr id="54" name="Rectangle 53"/>
          <p:cNvSpPr/>
          <p:nvPr/>
        </p:nvSpPr>
        <p:spPr>
          <a:xfrm>
            <a:off x="448214" y="3244508"/>
            <a:ext cx="9430268" cy="633625"/>
          </a:xfrm>
          <a:prstGeom prst="rect">
            <a:avLst/>
          </a:prstGeom>
        </p:spPr>
        <p:txBody>
          <a:bodyPr wrap="none">
            <a:spAutoFit/>
          </a:bodyPr>
          <a:lstStyle/>
          <a:p>
            <a:pPr defTabSz="914367">
              <a:defRPr/>
            </a:pPr>
            <a:r>
              <a:rPr lang="en-US" sz="3529" dirty="0">
                <a:gradFill>
                  <a:gsLst>
                    <a:gs pos="18000">
                      <a:srgbClr val="505050"/>
                    </a:gs>
                    <a:gs pos="46000">
                      <a:srgbClr val="505050"/>
                    </a:gs>
                  </a:gsLst>
                  <a:lin ang="5400000" scaled="0"/>
                </a:gradFill>
                <a:latin typeface="Segoe UI Light"/>
              </a:rPr>
              <a:t>… and we’re been in a long open source journey!</a:t>
            </a:r>
          </a:p>
        </p:txBody>
      </p:sp>
      <p:sp>
        <p:nvSpPr>
          <p:cNvPr id="56" name="Rectangle 55"/>
          <p:cNvSpPr/>
          <p:nvPr/>
        </p:nvSpPr>
        <p:spPr>
          <a:xfrm>
            <a:off x="2517356" y="5463810"/>
            <a:ext cx="7971077" cy="1176733"/>
          </a:xfrm>
          <a:prstGeom prst="rect">
            <a:avLst/>
          </a:prstGeom>
        </p:spPr>
        <p:txBody>
          <a:bodyPr wrap="square">
            <a:spAutoFit/>
          </a:bodyPr>
          <a:lstStyle/>
          <a:p>
            <a:pPr defTabSz="914367">
              <a:defRPr/>
            </a:pPr>
            <a:r>
              <a:rPr lang="en-US" sz="3529" dirty="0">
                <a:gradFill>
                  <a:gsLst>
                    <a:gs pos="18000">
                      <a:srgbClr val="505050"/>
                    </a:gs>
                    <a:gs pos="46000">
                      <a:srgbClr val="505050"/>
                    </a:gs>
                  </a:gsLst>
                  <a:lin ang="5400000" scaled="0"/>
                </a:gradFill>
                <a:latin typeface="Segoe UI Light"/>
              </a:rPr>
              <a:t>Linux and open source are a fundamental part of how we do business</a:t>
            </a:r>
          </a:p>
        </p:txBody>
      </p:sp>
      <p:sp>
        <p:nvSpPr>
          <p:cNvPr id="60" name="Rectangle 59"/>
          <p:cNvSpPr/>
          <p:nvPr/>
        </p:nvSpPr>
        <p:spPr bwMode="auto">
          <a:xfrm>
            <a:off x="246069" y="1785242"/>
            <a:ext cx="3986592" cy="1497861"/>
          </a:xfrm>
          <a:prstGeom prst="rect">
            <a:avLst/>
          </a:prstGeom>
          <a:solidFill>
            <a:schemeClr val="tx1"/>
          </a:solidFill>
          <a:ln>
            <a:no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vert="horz" wrap="square" lIns="0" tIns="45720" rIns="0" bIns="45720" numCol="1" rtlCol="0" anchor="ctr" anchorCtr="0" compatLnSpc="1">
            <a:prstTxWarp prst="textNoShape">
              <a:avLst/>
            </a:prstTxWarp>
          </a:bodyPr>
          <a:lstStyle/>
          <a:p>
            <a:pPr algn="ctr" defTabSz="914030" fontAlgn="base">
              <a:spcBef>
                <a:spcPct val="0"/>
              </a:spcBef>
              <a:spcAft>
                <a:spcPct val="0"/>
              </a:spcAft>
              <a:defRPr/>
            </a:pPr>
            <a:endParaRPr lang="en-US" sz="1961" dirty="0">
              <a:gradFill>
                <a:gsLst>
                  <a:gs pos="16814">
                    <a:srgbClr val="FFFFFF"/>
                  </a:gs>
                  <a:gs pos="46000">
                    <a:srgbClr val="FFFFFF"/>
                  </a:gs>
                </a:gsLst>
                <a:lin ang="5400000" scaled="0"/>
              </a:gradFill>
            </a:endParaRPr>
          </a:p>
        </p:txBody>
      </p:sp>
      <p:sp>
        <p:nvSpPr>
          <p:cNvPr id="61" name="Rectangle 60"/>
          <p:cNvSpPr/>
          <p:nvPr/>
        </p:nvSpPr>
        <p:spPr bwMode="auto">
          <a:xfrm>
            <a:off x="269241" y="1784672"/>
            <a:ext cx="7751226" cy="1497861"/>
          </a:xfrm>
          <a:prstGeom prst="rect">
            <a:avLst/>
          </a:prstGeom>
          <a:solidFill>
            <a:schemeClr val="tx1"/>
          </a:solidFill>
          <a:ln>
            <a:no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vert="horz" wrap="square" lIns="0" tIns="45720" rIns="0" bIns="45720" numCol="1" rtlCol="0" anchor="ctr" anchorCtr="0" compatLnSpc="1">
            <a:prstTxWarp prst="textNoShape">
              <a:avLst/>
            </a:prstTxWarp>
          </a:bodyPr>
          <a:lstStyle/>
          <a:p>
            <a:pPr algn="ctr" defTabSz="914030" fontAlgn="base">
              <a:spcBef>
                <a:spcPct val="0"/>
              </a:spcBef>
              <a:spcAft>
                <a:spcPct val="0"/>
              </a:spcAft>
              <a:defRPr/>
            </a:pPr>
            <a:endParaRPr lang="en-US" sz="1961" dirty="0">
              <a:gradFill>
                <a:gsLst>
                  <a:gs pos="16814">
                    <a:srgbClr val="FFFFFF"/>
                  </a:gs>
                  <a:gs pos="46000">
                    <a:srgbClr val="FFFFFF"/>
                  </a:gs>
                </a:gsLst>
                <a:lin ang="5400000" scaled="0"/>
              </a:gradFill>
            </a:endParaRPr>
          </a:p>
        </p:txBody>
      </p:sp>
      <p:grpSp>
        <p:nvGrpSpPr>
          <p:cNvPr id="45" name="Group 44"/>
          <p:cNvGrpSpPr/>
          <p:nvPr/>
        </p:nvGrpSpPr>
        <p:grpSpPr>
          <a:xfrm>
            <a:off x="4235896" y="1846383"/>
            <a:ext cx="3720163" cy="1332472"/>
            <a:chOff x="4320834" y="1935162"/>
            <a:chExt cx="3794760" cy="1359191"/>
          </a:xfrm>
        </p:grpSpPr>
        <p:sp>
          <p:nvSpPr>
            <p:cNvPr id="5" name="Rectangle 4"/>
            <p:cNvSpPr/>
            <p:nvPr/>
          </p:nvSpPr>
          <p:spPr bwMode="auto">
            <a:xfrm>
              <a:off x="4320834" y="1935162"/>
              <a:ext cx="3794760" cy="1359190"/>
            </a:xfrm>
            <a:prstGeom prst="rect">
              <a:avLst/>
            </a:prstGeom>
            <a:solidFill>
              <a:schemeClr val="accent3"/>
            </a:solidFill>
            <a:ln>
              <a:no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vert="horz" wrap="square" lIns="224106" tIns="89642" rIns="179285" bIns="143428" numCol="1" rtlCol="0" anchor="t" anchorCtr="0" compatLnSpc="1">
              <a:prstTxWarp prst="textNoShape">
                <a:avLst/>
              </a:prstTxWarp>
            </a:bodyPr>
            <a:lstStyle/>
            <a:p>
              <a:pPr defTabSz="914030" fontAlgn="base">
                <a:lnSpc>
                  <a:spcPct val="95000"/>
                </a:lnSpc>
                <a:spcBef>
                  <a:spcPct val="0"/>
                </a:spcBef>
                <a:spcAft>
                  <a:spcPct val="0"/>
                </a:spcAft>
                <a:defRPr/>
              </a:pPr>
              <a:r>
                <a:rPr lang="en-US" sz="1961" dirty="0">
                  <a:gradFill>
                    <a:gsLst>
                      <a:gs pos="16814">
                        <a:srgbClr val="FFFFFF"/>
                      </a:gs>
                      <a:gs pos="46000">
                        <a:srgbClr val="FFFFFF"/>
                      </a:gs>
                    </a:gsLst>
                    <a:lin ang="5400000" scaled="0"/>
                  </a:gradFill>
                </a:rPr>
                <a:t>System Center </a:t>
              </a:r>
              <a:br>
                <a:rPr lang="en-US" sz="1961" dirty="0">
                  <a:gradFill>
                    <a:gsLst>
                      <a:gs pos="16814">
                        <a:srgbClr val="FFFFFF"/>
                      </a:gs>
                      <a:gs pos="46000">
                        <a:srgbClr val="FFFFFF"/>
                      </a:gs>
                    </a:gsLst>
                    <a:lin ang="5400000" scaled="0"/>
                  </a:gradFill>
                </a:rPr>
              </a:br>
              <a:r>
                <a:rPr lang="en-US" sz="1961" dirty="0">
                  <a:gradFill>
                    <a:gsLst>
                      <a:gs pos="16814">
                        <a:srgbClr val="FFFFFF"/>
                      </a:gs>
                      <a:gs pos="46000">
                        <a:srgbClr val="FFFFFF"/>
                      </a:gs>
                    </a:gsLst>
                    <a:lin ang="5400000" scaled="0"/>
                  </a:gradFill>
                </a:rPr>
                <a:t>manages hundreds </a:t>
              </a:r>
              <a:br>
                <a:rPr lang="en-US" sz="1961" dirty="0">
                  <a:gradFill>
                    <a:gsLst>
                      <a:gs pos="16814">
                        <a:srgbClr val="FFFFFF"/>
                      </a:gs>
                      <a:gs pos="46000">
                        <a:srgbClr val="FFFFFF"/>
                      </a:gs>
                    </a:gsLst>
                    <a:lin ang="5400000" scaled="0"/>
                  </a:gradFill>
                </a:rPr>
              </a:br>
              <a:r>
                <a:rPr lang="en-US" sz="1961" dirty="0">
                  <a:gradFill>
                    <a:gsLst>
                      <a:gs pos="16814">
                        <a:srgbClr val="FFFFFF"/>
                      </a:gs>
                      <a:gs pos="46000">
                        <a:srgbClr val="FFFFFF"/>
                      </a:gs>
                    </a:gsLst>
                    <a:lin ang="5400000" scaled="0"/>
                  </a:gradFill>
                </a:rPr>
                <a:t>of thousands of </a:t>
              </a:r>
              <a:br>
                <a:rPr lang="en-US" sz="1961" dirty="0">
                  <a:gradFill>
                    <a:gsLst>
                      <a:gs pos="16814">
                        <a:srgbClr val="FFFFFF"/>
                      </a:gs>
                      <a:gs pos="46000">
                        <a:srgbClr val="FFFFFF"/>
                      </a:gs>
                    </a:gsLst>
                    <a:lin ang="5400000" scaled="0"/>
                  </a:gradFill>
                </a:rPr>
              </a:br>
              <a:r>
                <a:rPr lang="en-US" sz="1961" dirty="0">
                  <a:gradFill>
                    <a:gsLst>
                      <a:gs pos="16814">
                        <a:srgbClr val="FFFFFF"/>
                      </a:gs>
                      <a:gs pos="46000">
                        <a:srgbClr val="FFFFFF"/>
                      </a:gs>
                    </a:gsLst>
                    <a:lin ang="5400000" scaled="0"/>
                  </a:gradFill>
                </a:rPr>
                <a:t>Linux/UNIX servers</a:t>
              </a:r>
            </a:p>
          </p:txBody>
        </p:sp>
        <p:sp>
          <p:nvSpPr>
            <p:cNvPr id="13" name="Rectangle 12"/>
            <p:cNvSpPr/>
            <p:nvPr/>
          </p:nvSpPr>
          <p:spPr bwMode="auto">
            <a:xfrm rot="10800000">
              <a:off x="4320834" y="1935162"/>
              <a:ext cx="101600" cy="1359191"/>
            </a:xfrm>
            <a:prstGeom prst="rect">
              <a:avLst/>
            </a:prstGeom>
            <a:solidFill>
              <a:schemeClr val="accent3">
                <a:lumMod val="75000"/>
              </a:schemeClr>
            </a:solidFill>
            <a:ln>
              <a:no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vert="horz" wrap="square" lIns="179285" tIns="89642" rIns="179285" bIns="143428" numCol="1" rtlCol="0" anchor="t" anchorCtr="0" compatLnSpc="1">
              <a:prstTxWarp prst="textNoShape">
                <a:avLst/>
              </a:prstTxWarp>
            </a:bodyPr>
            <a:lstStyle/>
            <a:p>
              <a:pPr defTabSz="914030" fontAlgn="base">
                <a:lnSpc>
                  <a:spcPct val="95000"/>
                </a:lnSpc>
                <a:spcBef>
                  <a:spcPct val="0"/>
                </a:spcBef>
                <a:spcAft>
                  <a:spcPct val="0"/>
                </a:spcAft>
                <a:defRPr/>
              </a:pPr>
              <a:endParaRPr lang="en-US" sz="1765" dirty="0">
                <a:gradFill>
                  <a:gsLst>
                    <a:gs pos="16814">
                      <a:srgbClr val="FFFFFF"/>
                    </a:gs>
                    <a:gs pos="46000">
                      <a:srgbClr val="FFFFFF"/>
                    </a:gs>
                  </a:gsLst>
                  <a:lin ang="5400000" scaled="0"/>
                </a:gradFill>
              </a:endParaRPr>
            </a:p>
          </p:txBody>
        </p:sp>
        <p:sp>
          <p:nvSpPr>
            <p:cNvPr id="18" name="Freeform 5"/>
            <p:cNvSpPr>
              <a:spLocks noEditPoints="1"/>
            </p:cNvSpPr>
            <p:nvPr/>
          </p:nvSpPr>
          <p:spPr bwMode="auto">
            <a:xfrm>
              <a:off x="7165471" y="2522957"/>
              <a:ext cx="794094" cy="668113"/>
            </a:xfrm>
            <a:custGeom>
              <a:avLst/>
              <a:gdLst>
                <a:gd name="T0" fmla="*/ 4368 w 5175"/>
                <a:gd name="T1" fmla="*/ 1058 h 4354"/>
                <a:gd name="T2" fmla="*/ 3287 w 5175"/>
                <a:gd name="T3" fmla="*/ 724 h 4354"/>
                <a:gd name="T4" fmla="*/ 0 w 5175"/>
                <a:gd name="T5" fmla="*/ 845 h 4354"/>
                <a:gd name="T6" fmla="*/ 3287 w 5175"/>
                <a:gd name="T7" fmla="*/ 3623 h 4354"/>
                <a:gd name="T8" fmla="*/ 4500 w 5175"/>
                <a:gd name="T9" fmla="*/ 3117 h 4354"/>
                <a:gd name="T10" fmla="*/ 5167 w 5175"/>
                <a:gd name="T11" fmla="*/ 1479 h 4354"/>
                <a:gd name="T12" fmla="*/ 3287 w 5175"/>
                <a:gd name="T13" fmla="*/ 887 h 4354"/>
                <a:gd name="T14" fmla="*/ 2094 w 5175"/>
                <a:gd name="T15" fmla="*/ 144 h 4354"/>
                <a:gd name="T16" fmla="*/ 2035 w 5175"/>
                <a:gd name="T17" fmla="*/ 814 h 4354"/>
                <a:gd name="T18" fmla="*/ 2035 w 5175"/>
                <a:gd name="T19" fmla="*/ 1100 h 4354"/>
                <a:gd name="T20" fmla="*/ 2035 w 5175"/>
                <a:gd name="T21" fmla="*/ 1100 h 4354"/>
                <a:gd name="T22" fmla="*/ 3287 w 5175"/>
                <a:gd name="T23" fmla="*/ 1824 h 4354"/>
                <a:gd name="T24" fmla="*/ 2035 w 5175"/>
                <a:gd name="T25" fmla="*/ 1642 h 4354"/>
                <a:gd name="T26" fmla="*/ 3287 w 5175"/>
                <a:gd name="T27" fmla="*/ 2359 h 4354"/>
                <a:gd name="T28" fmla="*/ 2035 w 5175"/>
                <a:gd name="T29" fmla="*/ 2203 h 4354"/>
                <a:gd name="T30" fmla="*/ 2035 w 5175"/>
                <a:gd name="T31" fmla="*/ 3001 h 4354"/>
                <a:gd name="T32" fmla="*/ 2035 w 5175"/>
                <a:gd name="T33" fmla="*/ 3287 h 4354"/>
                <a:gd name="T34" fmla="*/ 2035 w 5175"/>
                <a:gd name="T35" fmla="*/ 3287 h 4354"/>
                <a:gd name="T36" fmla="*/ 2035 w 5175"/>
                <a:gd name="T37" fmla="*/ 3848 h 4354"/>
                <a:gd name="T38" fmla="*/ 2035 w 5175"/>
                <a:gd name="T39" fmla="*/ 4101 h 4354"/>
                <a:gd name="T40" fmla="*/ 4368 w 5175"/>
                <a:gd name="T41" fmla="*/ 1214 h 4354"/>
                <a:gd name="T42" fmla="*/ 3568 w 5175"/>
                <a:gd name="T43" fmla="*/ 724 h 4354"/>
                <a:gd name="T44" fmla="*/ 3528 w 5175"/>
                <a:gd name="T45" fmla="*/ 1183 h 4354"/>
                <a:gd name="T46" fmla="*/ 3528 w 5175"/>
                <a:gd name="T47" fmla="*/ 1382 h 4354"/>
                <a:gd name="T48" fmla="*/ 3528 w 5175"/>
                <a:gd name="T49" fmla="*/ 1382 h 4354"/>
                <a:gd name="T50" fmla="*/ 4368 w 5175"/>
                <a:gd name="T51" fmla="*/ 1872 h 4354"/>
                <a:gd name="T52" fmla="*/ 3528 w 5175"/>
                <a:gd name="T53" fmla="*/ 1751 h 4354"/>
                <a:gd name="T54" fmla="*/ 4368 w 5175"/>
                <a:gd name="T55" fmla="*/ 2246 h 4354"/>
                <a:gd name="T56" fmla="*/ 3528 w 5175"/>
                <a:gd name="T57" fmla="*/ 2137 h 4354"/>
                <a:gd name="T58" fmla="*/ 3528 w 5175"/>
                <a:gd name="T59" fmla="*/ 2688 h 4354"/>
                <a:gd name="T60" fmla="*/ 3528 w 5175"/>
                <a:gd name="T61" fmla="*/ 2885 h 4354"/>
                <a:gd name="T62" fmla="*/ 3528 w 5175"/>
                <a:gd name="T63" fmla="*/ 2885 h 4354"/>
                <a:gd name="T64" fmla="*/ 3528 w 5175"/>
                <a:gd name="T65" fmla="*/ 3273 h 4354"/>
                <a:gd name="T66" fmla="*/ 3528 w 5175"/>
                <a:gd name="T67" fmla="*/ 3443 h 4354"/>
                <a:gd name="T68" fmla="*/ 5149 w 5175"/>
                <a:gd name="T69" fmla="*/ 1436 h 4354"/>
                <a:gd name="T70" fmla="*/ 4574 w 5175"/>
                <a:gd name="T71" fmla="*/ 1074 h 4354"/>
                <a:gd name="T72" fmla="*/ 5167 w 5175"/>
                <a:gd name="T73" fmla="*/ 2579 h 4354"/>
                <a:gd name="T74" fmla="*/ 5167 w 5175"/>
                <a:gd name="T75" fmla="*/ 2489 h 4354"/>
                <a:gd name="T76" fmla="*/ 5167 w 5175"/>
                <a:gd name="T77" fmla="*/ 2489 h 4354"/>
                <a:gd name="T78" fmla="*/ 4543 w 5175"/>
                <a:gd name="T79" fmla="*/ 2456 h 4354"/>
                <a:gd name="T80" fmla="*/ 5167 w 5175"/>
                <a:gd name="T81" fmla="*/ 2319 h 4354"/>
                <a:gd name="T82" fmla="*/ 4543 w 5175"/>
                <a:gd name="T83" fmla="*/ 2071 h 4354"/>
                <a:gd name="T84" fmla="*/ 5167 w 5175"/>
                <a:gd name="T85" fmla="*/ 2144 h 4354"/>
                <a:gd name="T86" fmla="*/ 5167 w 5175"/>
                <a:gd name="T87" fmla="*/ 1891 h 4354"/>
                <a:gd name="T88" fmla="*/ 5167 w 5175"/>
                <a:gd name="T89" fmla="*/ 1798 h 4354"/>
                <a:gd name="T90" fmla="*/ 5167 w 5175"/>
                <a:gd name="T91" fmla="*/ 1798 h 4354"/>
                <a:gd name="T92" fmla="*/ 4543 w 5175"/>
                <a:gd name="T93" fmla="*/ 1406 h 4354"/>
                <a:gd name="T94" fmla="*/ 5167 w 5175"/>
                <a:gd name="T95" fmla="*/ 1626 h 43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5175" h="4354">
                  <a:moveTo>
                    <a:pt x="5167" y="1479"/>
                  </a:moveTo>
                  <a:lnTo>
                    <a:pt x="5167" y="1370"/>
                  </a:lnTo>
                  <a:lnTo>
                    <a:pt x="4543" y="1008"/>
                  </a:lnTo>
                  <a:lnTo>
                    <a:pt x="4368" y="1058"/>
                  </a:lnTo>
                  <a:lnTo>
                    <a:pt x="4368" y="1100"/>
                  </a:lnTo>
                  <a:lnTo>
                    <a:pt x="3528" y="615"/>
                  </a:lnTo>
                  <a:lnTo>
                    <a:pt x="3287" y="696"/>
                  </a:lnTo>
                  <a:lnTo>
                    <a:pt x="3287" y="724"/>
                  </a:lnTo>
                  <a:lnTo>
                    <a:pt x="2028" y="0"/>
                  </a:lnTo>
                  <a:lnTo>
                    <a:pt x="90" y="615"/>
                  </a:lnTo>
                  <a:lnTo>
                    <a:pt x="90" y="821"/>
                  </a:lnTo>
                  <a:lnTo>
                    <a:pt x="0" y="845"/>
                  </a:lnTo>
                  <a:lnTo>
                    <a:pt x="0" y="3715"/>
                  </a:lnTo>
                  <a:lnTo>
                    <a:pt x="1955" y="4354"/>
                  </a:lnTo>
                  <a:lnTo>
                    <a:pt x="3287" y="3583"/>
                  </a:lnTo>
                  <a:lnTo>
                    <a:pt x="3287" y="3623"/>
                  </a:lnTo>
                  <a:lnTo>
                    <a:pt x="3469" y="3623"/>
                  </a:lnTo>
                  <a:lnTo>
                    <a:pt x="4368" y="3105"/>
                  </a:lnTo>
                  <a:lnTo>
                    <a:pt x="4368" y="3117"/>
                  </a:lnTo>
                  <a:lnTo>
                    <a:pt x="4500" y="3117"/>
                  </a:lnTo>
                  <a:lnTo>
                    <a:pt x="5175" y="2719"/>
                  </a:lnTo>
                  <a:lnTo>
                    <a:pt x="5175" y="1486"/>
                  </a:lnTo>
                  <a:lnTo>
                    <a:pt x="5167" y="1479"/>
                  </a:lnTo>
                  <a:lnTo>
                    <a:pt x="5167" y="1479"/>
                  </a:lnTo>
                  <a:lnTo>
                    <a:pt x="5167" y="1479"/>
                  </a:lnTo>
                  <a:close/>
                  <a:moveTo>
                    <a:pt x="2094" y="144"/>
                  </a:moveTo>
                  <a:lnTo>
                    <a:pt x="3287" y="797"/>
                  </a:lnTo>
                  <a:lnTo>
                    <a:pt x="3287" y="887"/>
                  </a:lnTo>
                  <a:lnTo>
                    <a:pt x="2094" y="277"/>
                  </a:lnTo>
                  <a:lnTo>
                    <a:pt x="2094" y="144"/>
                  </a:lnTo>
                  <a:lnTo>
                    <a:pt x="2094" y="144"/>
                  </a:lnTo>
                  <a:lnTo>
                    <a:pt x="2094" y="144"/>
                  </a:lnTo>
                  <a:close/>
                  <a:moveTo>
                    <a:pt x="2035" y="556"/>
                  </a:moveTo>
                  <a:lnTo>
                    <a:pt x="3287" y="1086"/>
                  </a:lnTo>
                  <a:lnTo>
                    <a:pt x="3287" y="1264"/>
                  </a:lnTo>
                  <a:lnTo>
                    <a:pt x="2035" y="814"/>
                  </a:lnTo>
                  <a:lnTo>
                    <a:pt x="2035" y="556"/>
                  </a:lnTo>
                  <a:lnTo>
                    <a:pt x="2035" y="556"/>
                  </a:lnTo>
                  <a:lnTo>
                    <a:pt x="2035" y="556"/>
                  </a:lnTo>
                  <a:close/>
                  <a:moveTo>
                    <a:pt x="2035" y="1100"/>
                  </a:moveTo>
                  <a:lnTo>
                    <a:pt x="3287" y="1455"/>
                  </a:lnTo>
                  <a:lnTo>
                    <a:pt x="3287" y="1626"/>
                  </a:lnTo>
                  <a:lnTo>
                    <a:pt x="2035" y="1370"/>
                  </a:lnTo>
                  <a:lnTo>
                    <a:pt x="2035" y="1100"/>
                  </a:lnTo>
                  <a:lnTo>
                    <a:pt x="2035" y="1100"/>
                  </a:lnTo>
                  <a:lnTo>
                    <a:pt x="2035" y="1100"/>
                  </a:lnTo>
                  <a:close/>
                  <a:moveTo>
                    <a:pt x="2035" y="1642"/>
                  </a:moveTo>
                  <a:lnTo>
                    <a:pt x="3287" y="1824"/>
                  </a:lnTo>
                  <a:lnTo>
                    <a:pt x="3287" y="1988"/>
                  </a:lnTo>
                  <a:lnTo>
                    <a:pt x="2035" y="1907"/>
                  </a:lnTo>
                  <a:lnTo>
                    <a:pt x="2035" y="1642"/>
                  </a:lnTo>
                  <a:lnTo>
                    <a:pt x="2035" y="1642"/>
                  </a:lnTo>
                  <a:lnTo>
                    <a:pt x="2035" y="1642"/>
                  </a:lnTo>
                  <a:close/>
                  <a:moveTo>
                    <a:pt x="2035" y="2203"/>
                  </a:moveTo>
                  <a:lnTo>
                    <a:pt x="3287" y="2179"/>
                  </a:lnTo>
                  <a:lnTo>
                    <a:pt x="3287" y="2359"/>
                  </a:lnTo>
                  <a:lnTo>
                    <a:pt x="2035" y="2456"/>
                  </a:lnTo>
                  <a:lnTo>
                    <a:pt x="2035" y="2203"/>
                  </a:lnTo>
                  <a:lnTo>
                    <a:pt x="2035" y="2203"/>
                  </a:lnTo>
                  <a:lnTo>
                    <a:pt x="2035" y="2203"/>
                  </a:lnTo>
                  <a:close/>
                  <a:moveTo>
                    <a:pt x="2035" y="2747"/>
                  </a:moveTo>
                  <a:lnTo>
                    <a:pt x="3287" y="2549"/>
                  </a:lnTo>
                  <a:lnTo>
                    <a:pt x="3287" y="2719"/>
                  </a:lnTo>
                  <a:lnTo>
                    <a:pt x="2035" y="3001"/>
                  </a:lnTo>
                  <a:lnTo>
                    <a:pt x="2035" y="2747"/>
                  </a:lnTo>
                  <a:lnTo>
                    <a:pt x="2035" y="2747"/>
                  </a:lnTo>
                  <a:lnTo>
                    <a:pt x="2035" y="2747"/>
                  </a:lnTo>
                  <a:close/>
                  <a:moveTo>
                    <a:pt x="2035" y="3287"/>
                  </a:moveTo>
                  <a:lnTo>
                    <a:pt x="3287" y="2918"/>
                  </a:lnTo>
                  <a:lnTo>
                    <a:pt x="3287" y="3081"/>
                  </a:lnTo>
                  <a:lnTo>
                    <a:pt x="2035" y="3557"/>
                  </a:lnTo>
                  <a:lnTo>
                    <a:pt x="2035" y="3287"/>
                  </a:lnTo>
                  <a:lnTo>
                    <a:pt x="2035" y="3287"/>
                  </a:lnTo>
                  <a:lnTo>
                    <a:pt x="2035" y="3287"/>
                  </a:lnTo>
                  <a:close/>
                  <a:moveTo>
                    <a:pt x="2035" y="4101"/>
                  </a:moveTo>
                  <a:lnTo>
                    <a:pt x="2035" y="3848"/>
                  </a:lnTo>
                  <a:lnTo>
                    <a:pt x="3287" y="3273"/>
                  </a:lnTo>
                  <a:lnTo>
                    <a:pt x="3287" y="3453"/>
                  </a:lnTo>
                  <a:lnTo>
                    <a:pt x="2035" y="4101"/>
                  </a:lnTo>
                  <a:lnTo>
                    <a:pt x="2035" y="4101"/>
                  </a:lnTo>
                  <a:lnTo>
                    <a:pt x="2035" y="4101"/>
                  </a:lnTo>
                  <a:close/>
                  <a:moveTo>
                    <a:pt x="3568" y="724"/>
                  </a:moveTo>
                  <a:lnTo>
                    <a:pt x="4368" y="1159"/>
                  </a:lnTo>
                  <a:lnTo>
                    <a:pt x="4368" y="1214"/>
                  </a:lnTo>
                  <a:lnTo>
                    <a:pt x="3568" y="814"/>
                  </a:lnTo>
                  <a:lnTo>
                    <a:pt x="3568" y="724"/>
                  </a:lnTo>
                  <a:lnTo>
                    <a:pt x="3568" y="724"/>
                  </a:lnTo>
                  <a:lnTo>
                    <a:pt x="3568" y="724"/>
                  </a:lnTo>
                  <a:close/>
                  <a:moveTo>
                    <a:pt x="3528" y="1001"/>
                  </a:moveTo>
                  <a:lnTo>
                    <a:pt x="4368" y="1354"/>
                  </a:lnTo>
                  <a:lnTo>
                    <a:pt x="4368" y="1486"/>
                  </a:lnTo>
                  <a:lnTo>
                    <a:pt x="3528" y="1183"/>
                  </a:lnTo>
                  <a:lnTo>
                    <a:pt x="3528" y="1001"/>
                  </a:lnTo>
                  <a:lnTo>
                    <a:pt x="3528" y="1001"/>
                  </a:lnTo>
                  <a:lnTo>
                    <a:pt x="3528" y="1001"/>
                  </a:lnTo>
                  <a:close/>
                  <a:moveTo>
                    <a:pt x="3528" y="1382"/>
                  </a:moveTo>
                  <a:lnTo>
                    <a:pt x="4368" y="1619"/>
                  </a:lnTo>
                  <a:lnTo>
                    <a:pt x="4368" y="1732"/>
                  </a:lnTo>
                  <a:lnTo>
                    <a:pt x="3528" y="1559"/>
                  </a:lnTo>
                  <a:lnTo>
                    <a:pt x="3528" y="1382"/>
                  </a:lnTo>
                  <a:lnTo>
                    <a:pt x="3528" y="1382"/>
                  </a:lnTo>
                  <a:lnTo>
                    <a:pt x="3528" y="1382"/>
                  </a:lnTo>
                  <a:close/>
                  <a:moveTo>
                    <a:pt x="3528" y="1751"/>
                  </a:moveTo>
                  <a:lnTo>
                    <a:pt x="4368" y="1872"/>
                  </a:lnTo>
                  <a:lnTo>
                    <a:pt x="4368" y="1988"/>
                  </a:lnTo>
                  <a:lnTo>
                    <a:pt x="3528" y="1931"/>
                  </a:lnTo>
                  <a:lnTo>
                    <a:pt x="3528" y="1751"/>
                  </a:lnTo>
                  <a:lnTo>
                    <a:pt x="3528" y="1751"/>
                  </a:lnTo>
                  <a:lnTo>
                    <a:pt x="3528" y="1751"/>
                  </a:lnTo>
                  <a:close/>
                  <a:moveTo>
                    <a:pt x="3528" y="2137"/>
                  </a:moveTo>
                  <a:lnTo>
                    <a:pt x="4368" y="2120"/>
                  </a:lnTo>
                  <a:lnTo>
                    <a:pt x="4368" y="2246"/>
                  </a:lnTo>
                  <a:lnTo>
                    <a:pt x="3528" y="2307"/>
                  </a:lnTo>
                  <a:lnTo>
                    <a:pt x="3528" y="2137"/>
                  </a:lnTo>
                  <a:lnTo>
                    <a:pt x="3528" y="2137"/>
                  </a:lnTo>
                  <a:lnTo>
                    <a:pt x="3528" y="2137"/>
                  </a:lnTo>
                  <a:close/>
                  <a:moveTo>
                    <a:pt x="3528" y="2513"/>
                  </a:moveTo>
                  <a:lnTo>
                    <a:pt x="4368" y="2385"/>
                  </a:lnTo>
                  <a:lnTo>
                    <a:pt x="4368" y="2499"/>
                  </a:lnTo>
                  <a:lnTo>
                    <a:pt x="3528" y="2688"/>
                  </a:lnTo>
                  <a:lnTo>
                    <a:pt x="3528" y="2513"/>
                  </a:lnTo>
                  <a:lnTo>
                    <a:pt x="3528" y="2513"/>
                  </a:lnTo>
                  <a:lnTo>
                    <a:pt x="3528" y="2513"/>
                  </a:lnTo>
                  <a:close/>
                  <a:moveTo>
                    <a:pt x="3528" y="2885"/>
                  </a:moveTo>
                  <a:lnTo>
                    <a:pt x="4368" y="2631"/>
                  </a:lnTo>
                  <a:lnTo>
                    <a:pt x="4368" y="2755"/>
                  </a:lnTo>
                  <a:lnTo>
                    <a:pt x="3528" y="3074"/>
                  </a:lnTo>
                  <a:lnTo>
                    <a:pt x="3528" y="2885"/>
                  </a:lnTo>
                  <a:lnTo>
                    <a:pt x="3528" y="2885"/>
                  </a:lnTo>
                  <a:lnTo>
                    <a:pt x="3528" y="2885"/>
                  </a:lnTo>
                  <a:close/>
                  <a:moveTo>
                    <a:pt x="3528" y="3443"/>
                  </a:moveTo>
                  <a:lnTo>
                    <a:pt x="3528" y="3273"/>
                  </a:lnTo>
                  <a:lnTo>
                    <a:pt x="4368" y="2885"/>
                  </a:lnTo>
                  <a:lnTo>
                    <a:pt x="4368" y="3008"/>
                  </a:lnTo>
                  <a:lnTo>
                    <a:pt x="3528" y="3443"/>
                  </a:lnTo>
                  <a:lnTo>
                    <a:pt x="3528" y="3443"/>
                  </a:lnTo>
                  <a:lnTo>
                    <a:pt x="3528" y="3443"/>
                  </a:lnTo>
                  <a:close/>
                  <a:moveTo>
                    <a:pt x="4574" y="1074"/>
                  </a:moveTo>
                  <a:lnTo>
                    <a:pt x="5149" y="1396"/>
                  </a:lnTo>
                  <a:lnTo>
                    <a:pt x="5149" y="1436"/>
                  </a:lnTo>
                  <a:lnTo>
                    <a:pt x="4574" y="1141"/>
                  </a:lnTo>
                  <a:lnTo>
                    <a:pt x="4574" y="1074"/>
                  </a:lnTo>
                  <a:lnTo>
                    <a:pt x="4574" y="1074"/>
                  </a:lnTo>
                  <a:lnTo>
                    <a:pt x="4574" y="1074"/>
                  </a:lnTo>
                  <a:close/>
                  <a:moveTo>
                    <a:pt x="5167" y="2669"/>
                  </a:moveTo>
                  <a:lnTo>
                    <a:pt x="4543" y="2991"/>
                  </a:lnTo>
                  <a:lnTo>
                    <a:pt x="4543" y="2868"/>
                  </a:lnTo>
                  <a:lnTo>
                    <a:pt x="5167" y="2579"/>
                  </a:lnTo>
                  <a:lnTo>
                    <a:pt x="5167" y="2669"/>
                  </a:lnTo>
                  <a:lnTo>
                    <a:pt x="5167" y="2669"/>
                  </a:lnTo>
                  <a:lnTo>
                    <a:pt x="5167" y="2669"/>
                  </a:lnTo>
                  <a:close/>
                  <a:moveTo>
                    <a:pt x="5167" y="2489"/>
                  </a:moveTo>
                  <a:lnTo>
                    <a:pt x="4543" y="2729"/>
                  </a:lnTo>
                  <a:lnTo>
                    <a:pt x="4543" y="2596"/>
                  </a:lnTo>
                  <a:lnTo>
                    <a:pt x="5167" y="2409"/>
                  </a:lnTo>
                  <a:lnTo>
                    <a:pt x="5167" y="2489"/>
                  </a:lnTo>
                  <a:lnTo>
                    <a:pt x="5167" y="2489"/>
                  </a:lnTo>
                  <a:lnTo>
                    <a:pt x="5167" y="2489"/>
                  </a:lnTo>
                  <a:close/>
                  <a:moveTo>
                    <a:pt x="5167" y="2319"/>
                  </a:moveTo>
                  <a:lnTo>
                    <a:pt x="4543" y="2456"/>
                  </a:lnTo>
                  <a:lnTo>
                    <a:pt x="4543" y="2331"/>
                  </a:lnTo>
                  <a:lnTo>
                    <a:pt x="5167" y="2234"/>
                  </a:lnTo>
                  <a:lnTo>
                    <a:pt x="5167" y="2319"/>
                  </a:lnTo>
                  <a:lnTo>
                    <a:pt x="5167" y="2319"/>
                  </a:lnTo>
                  <a:lnTo>
                    <a:pt x="5167" y="2319"/>
                  </a:lnTo>
                  <a:close/>
                  <a:moveTo>
                    <a:pt x="5167" y="2144"/>
                  </a:moveTo>
                  <a:lnTo>
                    <a:pt x="4543" y="2194"/>
                  </a:lnTo>
                  <a:lnTo>
                    <a:pt x="4543" y="2071"/>
                  </a:lnTo>
                  <a:lnTo>
                    <a:pt x="5167" y="2064"/>
                  </a:lnTo>
                  <a:lnTo>
                    <a:pt x="5167" y="2144"/>
                  </a:lnTo>
                  <a:lnTo>
                    <a:pt x="5167" y="2144"/>
                  </a:lnTo>
                  <a:lnTo>
                    <a:pt x="5167" y="2144"/>
                  </a:lnTo>
                  <a:close/>
                  <a:moveTo>
                    <a:pt x="5167" y="1974"/>
                  </a:moveTo>
                  <a:lnTo>
                    <a:pt x="4543" y="1931"/>
                  </a:lnTo>
                  <a:lnTo>
                    <a:pt x="4543" y="1806"/>
                  </a:lnTo>
                  <a:lnTo>
                    <a:pt x="5167" y="1891"/>
                  </a:lnTo>
                  <a:lnTo>
                    <a:pt x="5167" y="1974"/>
                  </a:lnTo>
                  <a:lnTo>
                    <a:pt x="5167" y="1974"/>
                  </a:lnTo>
                  <a:lnTo>
                    <a:pt x="5167" y="1974"/>
                  </a:lnTo>
                  <a:close/>
                  <a:moveTo>
                    <a:pt x="5167" y="1798"/>
                  </a:moveTo>
                  <a:lnTo>
                    <a:pt x="4543" y="1666"/>
                  </a:lnTo>
                  <a:lnTo>
                    <a:pt x="4543" y="1545"/>
                  </a:lnTo>
                  <a:lnTo>
                    <a:pt x="5167" y="1716"/>
                  </a:lnTo>
                  <a:lnTo>
                    <a:pt x="5167" y="1798"/>
                  </a:lnTo>
                  <a:lnTo>
                    <a:pt x="5167" y="1798"/>
                  </a:lnTo>
                  <a:lnTo>
                    <a:pt x="5167" y="1798"/>
                  </a:lnTo>
                  <a:close/>
                  <a:moveTo>
                    <a:pt x="5167" y="1626"/>
                  </a:moveTo>
                  <a:lnTo>
                    <a:pt x="4543" y="1406"/>
                  </a:lnTo>
                  <a:lnTo>
                    <a:pt x="4543" y="1280"/>
                  </a:lnTo>
                  <a:lnTo>
                    <a:pt x="5167" y="1545"/>
                  </a:lnTo>
                  <a:lnTo>
                    <a:pt x="5167" y="1626"/>
                  </a:lnTo>
                  <a:lnTo>
                    <a:pt x="5167" y="1626"/>
                  </a:lnTo>
                  <a:lnTo>
                    <a:pt x="5167" y="1626"/>
                  </a:lnTo>
                  <a:close/>
                </a:path>
              </a:pathLst>
            </a:custGeom>
            <a:solidFill>
              <a:schemeClr val="tx1"/>
            </a:solidFill>
            <a:ln>
              <a:noFill/>
            </a:ln>
          </p:spPr>
          <p:txBody>
            <a:bodyPr vert="horz" wrap="square" lIns="89642" tIns="89642" rIns="89642" bIns="44821" numCol="1" anchor="t" anchorCtr="0" compatLnSpc="1">
              <a:prstTxWarp prst="textNoShape">
                <a:avLst/>
              </a:prstTxWarp>
            </a:bodyPr>
            <a:lstStyle/>
            <a:p>
              <a:pPr defTabSz="914367">
                <a:defRPr/>
              </a:pPr>
              <a:endParaRPr lang="en-US" sz="1765">
                <a:solidFill>
                  <a:srgbClr val="FFFFFF"/>
                </a:solidFill>
              </a:endParaRPr>
            </a:p>
          </p:txBody>
        </p:sp>
      </p:grpSp>
      <p:sp>
        <p:nvSpPr>
          <p:cNvPr id="66" name="Rectangle 65"/>
          <p:cNvSpPr/>
          <p:nvPr/>
        </p:nvSpPr>
        <p:spPr bwMode="auto">
          <a:xfrm>
            <a:off x="-9461" y="3779981"/>
            <a:ext cx="4242121" cy="1533241"/>
          </a:xfrm>
          <a:prstGeom prst="rect">
            <a:avLst/>
          </a:prstGeom>
          <a:solidFill>
            <a:schemeClr val="tx1"/>
          </a:solidFill>
          <a:ln>
            <a:no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vert="horz" wrap="square" lIns="0" tIns="45720" rIns="0" bIns="45720" numCol="1" rtlCol="0" anchor="ctr" anchorCtr="0" compatLnSpc="1">
            <a:prstTxWarp prst="textNoShape">
              <a:avLst/>
            </a:prstTxWarp>
          </a:bodyPr>
          <a:lstStyle/>
          <a:p>
            <a:pPr algn="ctr" defTabSz="914030" fontAlgn="base">
              <a:spcBef>
                <a:spcPct val="0"/>
              </a:spcBef>
              <a:spcAft>
                <a:spcPct val="0"/>
              </a:spcAft>
              <a:defRPr/>
            </a:pPr>
            <a:endParaRPr lang="en-US" sz="1961" dirty="0">
              <a:gradFill>
                <a:gsLst>
                  <a:gs pos="16814">
                    <a:srgbClr val="FFFFFF"/>
                  </a:gs>
                  <a:gs pos="46000">
                    <a:srgbClr val="FFFFFF"/>
                  </a:gs>
                </a:gsLst>
                <a:lin ang="5400000" scaled="0"/>
              </a:gradFill>
            </a:endParaRPr>
          </a:p>
        </p:txBody>
      </p:sp>
      <p:grpSp>
        <p:nvGrpSpPr>
          <p:cNvPr id="69" name="Group 68"/>
          <p:cNvGrpSpPr/>
          <p:nvPr/>
        </p:nvGrpSpPr>
        <p:grpSpPr>
          <a:xfrm>
            <a:off x="451325" y="3889663"/>
            <a:ext cx="3720163" cy="1335673"/>
            <a:chOff x="460375" y="3967162"/>
            <a:chExt cx="3794760" cy="1362456"/>
          </a:xfrm>
        </p:grpSpPr>
        <p:sp>
          <p:nvSpPr>
            <p:cNvPr id="7" name="Rectangle 6"/>
            <p:cNvSpPr/>
            <p:nvPr/>
          </p:nvSpPr>
          <p:spPr bwMode="auto">
            <a:xfrm>
              <a:off x="460375" y="3967162"/>
              <a:ext cx="3794760" cy="1362456"/>
            </a:xfrm>
            <a:prstGeom prst="rect">
              <a:avLst/>
            </a:prstGeom>
            <a:solidFill>
              <a:schemeClr val="accent1"/>
            </a:solidFill>
            <a:ln>
              <a:no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vert="horz" wrap="square" lIns="224106" tIns="143428" rIns="179285" bIns="143428" numCol="1" rtlCol="0" anchor="ctr" anchorCtr="0" compatLnSpc="1">
              <a:prstTxWarp prst="textNoShape">
                <a:avLst/>
              </a:prstTxWarp>
            </a:bodyPr>
            <a:lstStyle/>
            <a:p>
              <a:pPr defTabSz="914030" fontAlgn="base">
                <a:lnSpc>
                  <a:spcPct val="95000"/>
                </a:lnSpc>
                <a:spcBef>
                  <a:spcPct val="0"/>
                </a:spcBef>
                <a:spcAft>
                  <a:spcPct val="0"/>
                </a:spcAft>
                <a:defRPr/>
              </a:pPr>
              <a:r>
                <a:rPr lang="en-US" sz="2353" dirty="0">
                  <a:gradFill>
                    <a:gsLst>
                      <a:gs pos="16814">
                        <a:srgbClr val="FFFFFF"/>
                      </a:gs>
                      <a:gs pos="46000">
                        <a:srgbClr val="FFFFFF"/>
                      </a:gs>
                    </a:gsLst>
                    <a:lin ang="5400000" scaled="0"/>
                  </a:gradFill>
                </a:rPr>
                <a:t>System Center has managed Linux and</a:t>
              </a:r>
            </a:p>
            <a:p>
              <a:pPr defTabSz="914030" fontAlgn="base">
                <a:lnSpc>
                  <a:spcPct val="95000"/>
                </a:lnSpc>
                <a:spcBef>
                  <a:spcPct val="0"/>
                </a:spcBef>
                <a:spcAft>
                  <a:spcPct val="0"/>
                </a:spcAft>
                <a:defRPr/>
              </a:pPr>
              <a:r>
                <a:rPr lang="en-US" sz="2353" dirty="0">
                  <a:gradFill>
                    <a:gsLst>
                      <a:gs pos="16814">
                        <a:srgbClr val="FFFFFF"/>
                      </a:gs>
                      <a:gs pos="46000">
                        <a:srgbClr val="FFFFFF"/>
                      </a:gs>
                    </a:gsLst>
                    <a:lin ang="5400000" scaled="0"/>
                  </a:gradFill>
                </a:rPr>
                <a:t>UNIX servers since 2009</a:t>
              </a:r>
            </a:p>
          </p:txBody>
        </p:sp>
        <p:sp>
          <p:nvSpPr>
            <p:cNvPr id="68" name="Rectangle 67"/>
            <p:cNvSpPr/>
            <p:nvPr/>
          </p:nvSpPr>
          <p:spPr bwMode="auto">
            <a:xfrm rot="10800000">
              <a:off x="460376" y="3967162"/>
              <a:ext cx="101600" cy="1359191"/>
            </a:xfrm>
            <a:prstGeom prst="rect">
              <a:avLst/>
            </a:prstGeom>
            <a:solidFill>
              <a:schemeClr val="accent1">
                <a:lumMod val="75000"/>
              </a:schemeClr>
            </a:solidFill>
            <a:ln>
              <a:no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vert="horz" wrap="square" lIns="179285" tIns="143428" rIns="179285" bIns="143428" numCol="1" rtlCol="0" anchor="t" anchorCtr="0" compatLnSpc="1">
              <a:prstTxWarp prst="textNoShape">
                <a:avLst/>
              </a:prstTxWarp>
            </a:bodyPr>
            <a:lstStyle/>
            <a:p>
              <a:pPr defTabSz="914030" fontAlgn="base">
                <a:lnSpc>
                  <a:spcPct val="95000"/>
                </a:lnSpc>
                <a:spcBef>
                  <a:spcPct val="0"/>
                </a:spcBef>
                <a:spcAft>
                  <a:spcPct val="0"/>
                </a:spcAft>
                <a:defRPr/>
              </a:pPr>
              <a:endParaRPr lang="en-US" sz="1765" dirty="0">
                <a:gradFill>
                  <a:gsLst>
                    <a:gs pos="16814">
                      <a:srgbClr val="FFFFFF"/>
                    </a:gs>
                    <a:gs pos="46000">
                      <a:srgbClr val="FFFFFF"/>
                    </a:gs>
                  </a:gsLst>
                  <a:lin ang="5400000" scaled="0"/>
                </a:gradFill>
              </a:endParaRPr>
            </a:p>
          </p:txBody>
        </p:sp>
      </p:grpSp>
      <p:sp>
        <p:nvSpPr>
          <p:cNvPr id="67" name="Rectangle 66"/>
          <p:cNvSpPr/>
          <p:nvPr/>
        </p:nvSpPr>
        <p:spPr bwMode="auto">
          <a:xfrm>
            <a:off x="-15806" y="3775802"/>
            <a:ext cx="460783" cy="1497861"/>
          </a:xfrm>
          <a:prstGeom prst="rect">
            <a:avLst/>
          </a:prstGeom>
          <a:solidFill>
            <a:schemeClr val="tx1"/>
          </a:solidFill>
          <a:ln>
            <a:no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vert="horz" wrap="square" lIns="0" tIns="45720" rIns="0" bIns="45720" numCol="1" rtlCol="0" anchor="ctr" anchorCtr="0" compatLnSpc="1">
            <a:prstTxWarp prst="textNoShape">
              <a:avLst/>
            </a:prstTxWarp>
          </a:bodyPr>
          <a:lstStyle/>
          <a:p>
            <a:pPr algn="ctr" defTabSz="914030" fontAlgn="base">
              <a:spcBef>
                <a:spcPct val="0"/>
              </a:spcBef>
              <a:spcAft>
                <a:spcPct val="0"/>
              </a:spcAft>
              <a:defRPr/>
            </a:pPr>
            <a:endParaRPr lang="en-US" sz="1961" dirty="0">
              <a:gradFill>
                <a:gsLst>
                  <a:gs pos="16814">
                    <a:srgbClr val="FFFFFF"/>
                  </a:gs>
                  <a:gs pos="46000">
                    <a:srgbClr val="FFFFFF"/>
                  </a:gs>
                </a:gsLst>
                <a:lin ang="5400000" scaled="0"/>
              </a:gradFill>
            </a:endParaRPr>
          </a:p>
        </p:txBody>
      </p:sp>
      <p:sp>
        <p:nvSpPr>
          <p:cNvPr id="70" name="Rectangle 69"/>
          <p:cNvSpPr/>
          <p:nvPr/>
        </p:nvSpPr>
        <p:spPr bwMode="auto">
          <a:xfrm>
            <a:off x="8738" y="5222135"/>
            <a:ext cx="460783" cy="1497861"/>
          </a:xfrm>
          <a:prstGeom prst="rect">
            <a:avLst/>
          </a:prstGeom>
          <a:solidFill>
            <a:schemeClr val="tx1"/>
          </a:solidFill>
          <a:ln>
            <a:no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vert="horz" wrap="square" lIns="0" tIns="45720" rIns="0" bIns="45720" numCol="1" rtlCol="0" anchor="ctr" anchorCtr="0" compatLnSpc="1">
            <a:prstTxWarp prst="textNoShape">
              <a:avLst/>
            </a:prstTxWarp>
          </a:bodyPr>
          <a:lstStyle/>
          <a:p>
            <a:pPr algn="ctr" defTabSz="914030" fontAlgn="base">
              <a:spcBef>
                <a:spcPct val="0"/>
              </a:spcBef>
              <a:spcAft>
                <a:spcPct val="0"/>
              </a:spcAft>
              <a:defRPr/>
            </a:pPr>
            <a:endParaRPr lang="en-US" sz="1961" dirty="0">
              <a:gradFill>
                <a:gsLst>
                  <a:gs pos="16814">
                    <a:srgbClr val="FFFFFF"/>
                  </a:gs>
                  <a:gs pos="46000">
                    <a:srgbClr val="FFFFFF"/>
                  </a:gs>
                </a:gsLst>
                <a:lin ang="5400000" scaled="0"/>
              </a:gradFill>
            </a:endParaRPr>
          </a:p>
        </p:txBody>
      </p:sp>
      <p:grpSp>
        <p:nvGrpSpPr>
          <p:cNvPr id="89" name="Group 88"/>
          <p:cNvGrpSpPr/>
          <p:nvPr/>
        </p:nvGrpSpPr>
        <p:grpSpPr>
          <a:xfrm>
            <a:off x="451325" y="1846382"/>
            <a:ext cx="3720163" cy="1332472"/>
            <a:chOff x="460375" y="1882909"/>
            <a:chExt cx="3794760" cy="1359191"/>
          </a:xfrm>
        </p:grpSpPr>
        <p:grpSp>
          <p:nvGrpSpPr>
            <p:cNvPr id="55" name="Group 54"/>
            <p:cNvGrpSpPr/>
            <p:nvPr/>
          </p:nvGrpSpPr>
          <p:grpSpPr>
            <a:xfrm>
              <a:off x="460375" y="1882909"/>
              <a:ext cx="3794760" cy="1359191"/>
              <a:chOff x="460375" y="1882909"/>
              <a:chExt cx="3794760" cy="1359191"/>
            </a:xfrm>
          </p:grpSpPr>
          <p:sp>
            <p:nvSpPr>
              <p:cNvPr id="4" name="Rectangle 3"/>
              <p:cNvSpPr/>
              <p:nvPr/>
            </p:nvSpPr>
            <p:spPr bwMode="auto">
              <a:xfrm>
                <a:off x="460375" y="1882909"/>
                <a:ext cx="3794760" cy="1359191"/>
              </a:xfrm>
              <a:prstGeom prst="rect">
                <a:avLst/>
              </a:prstGeom>
              <a:solidFill>
                <a:schemeClr val="accent1"/>
              </a:solidFill>
              <a:ln>
                <a:no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vert="horz" wrap="square" lIns="224106" tIns="89642" rIns="179285" bIns="143428" numCol="1" rtlCol="0" anchor="ctr" anchorCtr="0" compatLnSpc="1">
                <a:prstTxWarp prst="textNoShape">
                  <a:avLst/>
                </a:prstTxWarp>
              </a:bodyPr>
              <a:lstStyle/>
              <a:p>
                <a:pPr defTabSz="914030" fontAlgn="base">
                  <a:lnSpc>
                    <a:spcPct val="95000"/>
                  </a:lnSpc>
                  <a:spcBef>
                    <a:spcPct val="0"/>
                  </a:spcBef>
                  <a:spcAft>
                    <a:spcPct val="0"/>
                  </a:spcAft>
                  <a:defRPr/>
                </a:pPr>
                <a:r>
                  <a:rPr lang="en-US" sz="1961" dirty="0">
                    <a:gradFill>
                      <a:gsLst>
                        <a:gs pos="16814">
                          <a:srgbClr val="FFFFFF"/>
                        </a:gs>
                        <a:gs pos="46000">
                          <a:srgbClr val="FFFFFF"/>
                        </a:gs>
                      </a:gsLst>
                      <a:lin ang="5400000" scaled="0"/>
                    </a:gradFill>
                  </a:rPr>
                  <a:t>25% of IaaS VMs </a:t>
                </a:r>
                <a:br>
                  <a:rPr lang="en-US" sz="1961" dirty="0">
                    <a:gradFill>
                      <a:gsLst>
                        <a:gs pos="16814">
                          <a:srgbClr val="FFFFFF"/>
                        </a:gs>
                        <a:gs pos="46000">
                          <a:srgbClr val="FFFFFF"/>
                        </a:gs>
                      </a:gsLst>
                      <a:lin ang="5400000" scaled="0"/>
                    </a:gradFill>
                  </a:rPr>
                </a:br>
                <a:r>
                  <a:rPr lang="en-US" sz="1961" dirty="0">
                    <a:gradFill>
                      <a:gsLst>
                        <a:gs pos="16814">
                          <a:srgbClr val="FFFFFF"/>
                        </a:gs>
                        <a:gs pos="46000">
                          <a:srgbClr val="FFFFFF"/>
                        </a:gs>
                      </a:gsLst>
                      <a:lin ang="5400000" scaled="0"/>
                    </a:gradFill>
                  </a:rPr>
                  <a:t>in Azure are Linux</a:t>
                </a:r>
              </a:p>
            </p:txBody>
          </p:sp>
          <p:sp>
            <p:nvSpPr>
              <p:cNvPr id="12" name="Rectangle 11"/>
              <p:cNvSpPr/>
              <p:nvPr/>
            </p:nvSpPr>
            <p:spPr bwMode="auto">
              <a:xfrm rot="10800000">
                <a:off x="460375" y="1882909"/>
                <a:ext cx="101600" cy="1359191"/>
              </a:xfrm>
              <a:prstGeom prst="rect">
                <a:avLst/>
              </a:prstGeom>
              <a:solidFill>
                <a:schemeClr val="accent1">
                  <a:lumMod val="75000"/>
                </a:schemeClr>
              </a:solidFill>
              <a:ln>
                <a:no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vert="horz" wrap="square" lIns="179285" tIns="89642" rIns="179285" bIns="143428" numCol="1" rtlCol="0" anchor="t" anchorCtr="0" compatLnSpc="1">
                <a:prstTxWarp prst="textNoShape">
                  <a:avLst/>
                </a:prstTxWarp>
              </a:bodyPr>
              <a:lstStyle/>
              <a:p>
                <a:pPr defTabSz="914030" fontAlgn="base">
                  <a:lnSpc>
                    <a:spcPct val="95000"/>
                  </a:lnSpc>
                  <a:spcBef>
                    <a:spcPct val="0"/>
                  </a:spcBef>
                  <a:spcAft>
                    <a:spcPct val="0"/>
                  </a:spcAft>
                  <a:defRPr/>
                </a:pPr>
                <a:endParaRPr lang="en-US" sz="1765" dirty="0">
                  <a:gradFill>
                    <a:gsLst>
                      <a:gs pos="16814">
                        <a:srgbClr val="FFFFFF"/>
                      </a:gs>
                      <a:gs pos="46000">
                        <a:srgbClr val="FFFFFF"/>
                      </a:gs>
                    </a:gsLst>
                    <a:lin ang="5400000" scaled="0"/>
                  </a:gradFill>
                </a:endParaRPr>
              </a:p>
            </p:txBody>
          </p:sp>
        </p:grpSp>
        <p:grpSp>
          <p:nvGrpSpPr>
            <p:cNvPr id="75" name="Group 74"/>
            <p:cNvGrpSpPr/>
            <p:nvPr/>
          </p:nvGrpSpPr>
          <p:grpSpPr>
            <a:xfrm>
              <a:off x="3387002" y="2515722"/>
              <a:ext cx="675178" cy="617758"/>
              <a:chOff x="7275676" y="1017047"/>
              <a:chExt cx="625799" cy="572579"/>
            </a:xfrm>
          </p:grpSpPr>
          <p:sp>
            <p:nvSpPr>
              <p:cNvPr id="83" name="Rectangle 82"/>
              <p:cNvSpPr/>
              <p:nvPr/>
            </p:nvSpPr>
            <p:spPr bwMode="auto">
              <a:xfrm>
                <a:off x="7312822" y="1049624"/>
                <a:ext cx="554832" cy="379126"/>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89642"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defRPr/>
                </a:pPr>
                <a:endParaRPr lang="en-US" sz="2353" dirty="0" err="1">
                  <a:gradFill>
                    <a:gsLst>
                      <a:gs pos="0">
                        <a:srgbClr val="FFFFFF"/>
                      </a:gs>
                      <a:gs pos="100000">
                        <a:srgbClr val="FFFFFF"/>
                      </a:gs>
                    </a:gsLst>
                    <a:lin ang="5400000" scaled="0"/>
                  </a:gradFill>
                  <a:ea typeface="Segoe UI" pitchFamily="34" charset="0"/>
                  <a:cs typeface="Segoe UI" pitchFamily="34" charset="0"/>
                </a:endParaRPr>
              </a:p>
            </p:txBody>
          </p:sp>
          <p:grpSp>
            <p:nvGrpSpPr>
              <p:cNvPr id="84" name="Group 4"/>
              <p:cNvGrpSpPr>
                <a:grpSpLocks noChangeAspect="1"/>
              </p:cNvGrpSpPr>
              <p:nvPr/>
            </p:nvGrpSpPr>
            <p:grpSpPr bwMode="auto">
              <a:xfrm>
                <a:off x="7275676" y="1017047"/>
                <a:ext cx="625799" cy="572579"/>
                <a:chOff x="4030" y="1558"/>
                <a:chExt cx="341" cy="312"/>
              </a:xfrm>
              <a:solidFill>
                <a:srgbClr val="00188F"/>
              </a:solidFill>
            </p:grpSpPr>
            <p:sp>
              <p:nvSpPr>
                <p:cNvPr id="85" name="Freeform 5"/>
                <p:cNvSpPr>
                  <a:spLocks noEditPoints="1"/>
                </p:cNvSpPr>
                <p:nvPr/>
              </p:nvSpPr>
              <p:spPr bwMode="auto">
                <a:xfrm>
                  <a:off x="4030" y="1558"/>
                  <a:ext cx="341" cy="312"/>
                </a:xfrm>
                <a:custGeom>
                  <a:avLst/>
                  <a:gdLst>
                    <a:gd name="T0" fmla="*/ 563 w 599"/>
                    <a:gd name="T1" fmla="*/ 0 h 553"/>
                    <a:gd name="T2" fmla="*/ 33 w 599"/>
                    <a:gd name="T3" fmla="*/ 0 h 553"/>
                    <a:gd name="T4" fmla="*/ 0 w 599"/>
                    <a:gd name="T5" fmla="*/ 34 h 553"/>
                    <a:gd name="T6" fmla="*/ 0 w 599"/>
                    <a:gd name="T7" fmla="*/ 404 h 553"/>
                    <a:gd name="T8" fmla="*/ 33 w 599"/>
                    <a:gd name="T9" fmla="*/ 438 h 553"/>
                    <a:gd name="T10" fmla="*/ 214 w 599"/>
                    <a:gd name="T11" fmla="*/ 438 h 553"/>
                    <a:gd name="T12" fmla="*/ 93 w 599"/>
                    <a:gd name="T13" fmla="*/ 517 h 553"/>
                    <a:gd name="T14" fmla="*/ 93 w 599"/>
                    <a:gd name="T15" fmla="*/ 553 h 553"/>
                    <a:gd name="T16" fmla="*/ 484 w 599"/>
                    <a:gd name="T17" fmla="*/ 553 h 553"/>
                    <a:gd name="T18" fmla="*/ 484 w 599"/>
                    <a:gd name="T19" fmla="*/ 517 h 553"/>
                    <a:gd name="T20" fmla="*/ 377 w 599"/>
                    <a:gd name="T21" fmla="*/ 438 h 553"/>
                    <a:gd name="T22" fmla="*/ 563 w 599"/>
                    <a:gd name="T23" fmla="*/ 438 h 553"/>
                    <a:gd name="T24" fmla="*/ 599 w 599"/>
                    <a:gd name="T25" fmla="*/ 404 h 553"/>
                    <a:gd name="T26" fmla="*/ 599 w 599"/>
                    <a:gd name="T27" fmla="*/ 34 h 553"/>
                    <a:gd name="T28" fmla="*/ 563 w 599"/>
                    <a:gd name="T29" fmla="*/ 0 h 553"/>
                    <a:gd name="T30" fmla="*/ 553 w 599"/>
                    <a:gd name="T31" fmla="*/ 47 h 553"/>
                    <a:gd name="T32" fmla="*/ 553 w 599"/>
                    <a:gd name="T33" fmla="*/ 392 h 553"/>
                    <a:gd name="T34" fmla="*/ 47 w 599"/>
                    <a:gd name="T35" fmla="*/ 392 h 553"/>
                    <a:gd name="T36" fmla="*/ 47 w 599"/>
                    <a:gd name="T37" fmla="*/ 47 h 553"/>
                    <a:gd name="T38" fmla="*/ 554 w 599"/>
                    <a:gd name="T39" fmla="*/ 46 h 553"/>
                    <a:gd name="T40" fmla="*/ 553 w 599"/>
                    <a:gd name="T41" fmla="*/ 47 h 5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99" h="553">
                      <a:moveTo>
                        <a:pt x="563" y="0"/>
                      </a:moveTo>
                      <a:lnTo>
                        <a:pt x="33" y="0"/>
                      </a:lnTo>
                      <a:cubicBezTo>
                        <a:pt x="15" y="0"/>
                        <a:pt x="0" y="17"/>
                        <a:pt x="0" y="34"/>
                      </a:cubicBezTo>
                      <a:lnTo>
                        <a:pt x="0" y="404"/>
                      </a:lnTo>
                      <a:cubicBezTo>
                        <a:pt x="0" y="422"/>
                        <a:pt x="15" y="438"/>
                        <a:pt x="33" y="438"/>
                      </a:cubicBezTo>
                      <a:lnTo>
                        <a:pt x="214" y="438"/>
                      </a:lnTo>
                      <a:cubicBezTo>
                        <a:pt x="234" y="507"/>
                        <a:pt x="208" y="517"/>
                        <a:pt x="93" y="517"/>
                      </a:cubicBezTo>
                      <a:lnTo>
                        <a:pt x="93" y="553"/>
                      </a:lnTo>
                      <a:lnTo>
                        <a:pt x="484" y="553"/>
                      </a:lnTo>
                      <a:lnTo>
                        <a:pt x="484" y="517"/>
                      </a:lnTo>
                      <a:cubicBezTo>
                        <a:pt x="369" y="517"/>
                        <a:pt x="357" y="507"/>
                        <a:pt x="377" y="438"/>
                      </a:cubicBezTo>
                      <a:lnTo>
                        <a:pt x="563" y="438"/>
                      </a:lnTo>
                      <a:cubicBezTo>
                        <a:pt x="581" y="438"/>
                        <a:pt x="599" y="422"/>
                        <a:pt x="599" y="404"/>
                      </a:cubicBezTo>
                      <a:lnTo>
                        <a:pt x="599" y="34"/>
                      </a:lnTo>
                      <a:cubicBezTo>
                        <a:pt x="599" y="17"/>
                        <a:pt x="581" y="0"/>
                        <a:pt x="563" y="0"/>
                      </a:cubicBezTo>
                      <a:close/>
                      <a:moveTo>
                        <a:pt x="553" y="47"/>
                      </a:moveTo>
                      <a:lnTo>
                        <a:pt x="553" y="392"/>
                      </a:lnTo>
                      <a:lnTo>
                        <a:pt x="47" y="392"/>
                      </a:lnTo>
                      <a:lnTo>
                        <a:pt x="47" y="47"/>
                      </a:lnTo>
                      <a:lnTo>
                        <a:pt x="554" y="46"/>
                      </a:lnTo>
                      <a:lnTo>
                        <a:pt x="553" y="47"/>
                      </a:lnTo>
                      <a:close/>
                    </a:path>
                  </a:pathLst>
                </a:custGeom>
                <a:solidFill>
                  <a:schemeClr val="tx1"/>
                </a:solidFill>
                <a:ln w="0">
                  <a:noFill/>
                  <a:prstDash val="solid"/>
                  <a:round/>
                  <a:headEnd/>
                  <a:tailEnd/>
                </a:ln>
              </p:spPr>
              <p:txBody>
                <a:bodyPr vert="horz" wrap="square" lIns="89642" tIns="89642" rIns="89642" bIns="44821" numCol="1" anchor="t" anchorCtr="0" compatLnSpc="1">
                  <a:prstTxWarp prst="textNoShape">
                    <a:avLst/>
                  </a:prstTxWarp>
                </a:bodyPr>
                <a:lstStyle/>
                <a:p>
                  <a:pPr defTabSz="914367">
                    <a:defRPr/>
                  </a:pPr>
                  <a:endParaRPr lang="en-US" sz="1765">
                    <a:solidFill>
                      <a:srgbClr val="505050"/>
                    </a:solidFill>
                  </a:endParaRPr>
                </a:p>
              </p:txBody>
            </p:sp>
            <p:sp>
              <p:nvSpPr>
                <p:cNvPr id="86" name="Freeform 6"/>
                <p:cNvSpPr>
                  <a:spLocks/>
                </p:cNvSpPr>
                <p:nvPr/>
              </p:nvSpPr>
              <p:spPr bwMode="auto">
                <a:xfrm>
                  <a:off x="4144" y="1615"/>
                  <a:ext cx="106" cy="61"/>
                </a:xfrm>
                <a:custGeom>
                  <a:avLst/>
                  <a:gdLst>
                    <a:gd name="T0" fmla="*/ 106 w 106"/>
                    <a:gd name="T1" fmla="*/ 30 h 61"/>
                    <a:gd name="T2" fmla="*/ 53 w 106"/>
                    <a:gd name="T3" fmla="*/ 0 h 61"/>
                    <a:gd name="T4" fmla="*/ 0 w 106"/>
                    <a:gd name="T5" fmla="*/ 30 h 61"/>
                    <a:gd name="T6" fmla="*/ 0 w 106"/>
                    <a:gd name="T7" fmla="*/ 31 h 61"/>
                    <a:gd name="T8" fmla="*/ 53 w 106"/>
                    <a:gd name="T9" fmla="*/ 61 h 61"/>
                    <a:gd name="T10" fmla="*/ 106 w 106"/>
                    <a:gd name="T11" fmla="*/ 31 h 61"/>
                    <a:gd name="T12" fmla="*/ 106 w 106"/>
                    <a:gd name="T13" fmla="*/ 30 h 61"/>
                  </a:gdLst>
                  <a:ahLst/>
                  <a:cxnLst>
                    <a:cxn ang="0">
                      <a:pos x="T0" y="T1"/>
                    </a:cxn>
                    <a:cxn ang="0">
                      <a:pos x="T2" y="T3"/>
                    </a:cxn>
                    <a:cxn ang="0">
                      <a:pos x="T4" y="T5"/>
                    </a:cxn>
                    <a:cxn ang="0">
                      <a:pos x="T6" y="T7"/>
                    </a:cxn>
                    <a:cxn ang="0">
                      <a:pos x="T8" y="T9"/>
                    </a:cxn>
                    <a:cxn ang="0">
                      <a:pos x="T10" y="T11"/>
                    </a:cxn>
                    <a:cxn ang="0">
                      <a:pos x="T12" y="T13"/>
                    </a:cxn>
                  </a:cxnLst>
                  <a:rect l="0" t="0" r="r" b="b"/>
                  <a:pathLst>
                    <a:path w="106" h="61">
                      <a:moveTo>
                        <a:pt x="106" y="30"/>
                      </a:moveTo>
                      <a:lnTo>
                        <a:pt x="53" y="0"/>
                      </a:lnTo>
                      <a:lnTo>
                        <a:pt x="0" y="30"/>
                      </a:lnTo>
                      <a:lnTo>
                        <a:pt x="0" y="31"/>
                      </a:lnTo>
                      <a:lnTo>
                        <a:pt x="53" y="61"/>
                      </a:lnTo>
                      <a:lnTo>
                        <a:pt x="106" y="31"/>
                      </a:lnTo>
                      <a:lnTo>
                        <a:pt x="106" y="30"/>
                      </a:ln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642" tIns="89642" rIns="89642" bIns="44821" numCol="1" anchor="t" anchorCtr="0" compatLnSpc="1">
                  <a:prstTxWarp prst="textNoShape">
                    <a:avLst/>
                  </a:prstTxWarp>
                </a:bodyPr>
                <a:lstStyle/>
                <a:p>
                  <a:pPr defTabSz="914367">
                    <a:defRPr/>
                  </a:pPr>
                  <a:endParaRPr lang="en-US" sz="1765">
                    <a:solidFill>
                      <a:srgbClr val="505050"/>
                    </a:solidFill>
                  </a:endParaRPr>
                </a:p>
              </p:txBody>
            </p:sp>
            <p:sp>
              <p:nvSpPr>
                <p:cNvPr id="87" name="Freeform 7"/>
                <p:cNvSpPr>
                  <a:spLocks/>
                </p:cNvSpPr>
                <p:nvPr/>
              </p:nvSpPr>
              <p:spPr bwMode="auto">
                <a:xfrm>
                  <a:off x="4202" y="1655"/>
                  <a:ext cx="53" cy="90"/>
                </a:xfrm>
                <a:custGeom>
                  <a:avLst/>
                  <a:gdLst>
                    <a:gd name="T0" fmla="*/ 0 w 53"/>
                    <a:gd name="T1" fmla="*/ 30 h 90"/>
                    <a:gd name="T2" fmla="*/ 0 w 53"/>
                    <a:gd name="T3" fmla="*/ 90 h 90"/>
                    <a:gd name="T4" fmla="*/ 53 w 53"/>
                    <a:gd name="T5" fmla="*/ 60 h 90"/>
                    <a:gd name="T6" fmla="*/ 53 w 53"/>
                    <a:gd name="T7" fmla="*/ 0 h 90"/>
                    <a:gd name="T8" fmla="*/ 0 w 53"/>
                    <a:gd name="T9" fmla="*/ 30 h 90"/>
                  </a:gdLst>
                  <a:ahLst/>
                  <a:cxnLst>
                    <a:cxn ang="0">
                      <a:pos x="T0" y="T1"/>
                    </a:cxn>
                    <a:cxn ang="0">
                      <a:pos x="T2" y="T3"/>
                    </a:cxn>
                    <a:cxn ang="0">
                      <a:pos x="T4" y="T5"/>
                    </a:cxn>
                    <a:cxn ang="0">
                      <a:pos x="T6" y="T7"/>
                    </a:cxn>
                    <a:cxn ang="0">
                      <a:pos x="T8" y="T9"/>
                    </a:cxn>
                  </a:cxnLst>
                  <a:rect l="0" t="0" r="r" b="b"/>
                  <a:pathLst>
                    <a:path w="53" h="90">
                      <a:moveTo>
                        <a:pt x="0" y="30"/>
                      </a:moveTo>
                      <a:lnTo>
                        <a:pt x="0" y="90"/>
                      </a:lnTo>
                      <a:lnTo>
                        <a:pt x="53" y="60"/>
                      </a:lnTo>
                      <a:lnTo>
                        <a:pt x="53" y="0"/>
                      </a:lnTo>
                      <a:lnTo>
                        <a:pt x="0" y="30"/>
                      </a:ln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642" tIns="89642" rIns="89642" bIns="44821" numCol="1" anchor="t" anchorCtr="0" compatLnSpc="1">
                  <a:prstTxWarp prst="textNoShape">
                    <a:avLst/>
                  </a:prstTxWarp>
                </a:bodyPr>
                <a:lstStyle/>
                <a:p>
                  <a:pPr defTabSz="914367">
                    <a:defRPr/>
                  </a:pPr>
                  <a:endParaRPr lang="en-US" sz="1765">
                    <a:solidFill>
                      <a:srgbClr val="505050"/>
                    </a:solidFill>
                  </a:endParaRPr>
                </a:p>
              </p:txBody>
            </p:sp>
            <p:sp>
              <p:nvSpPr>
                <p:cNvPr id="88" name="Freeform 8"/>
                <p:cNvSpPr>
                  <a:spLocks/>
                </p:cNvSpPr>
                <p:nvPr/>
              </p:nvSpPr>
              <p:spPr bwMode="auto">
                <a:xfrm>
                  <a:off x="4139" y="1655"/>
                  <a:ext cx="53" cy="90"/>
                </a:xfrm>
                <a:custGeom>
                  <a:avLst/>
                  <a:gdLst>
                    <a:gd name="T0" fmla="*/ 53 w 53"/>
                    <a:gd name="T1" fmla="*/ 30 h 90"/>
                    <a:gd name="T2" fmla="*/ 0 w 53"/>
                    <a:gd name="T3" fmla="*/ 0 h 90"/>
                    <a:gd name="T4" fmla="*/ 0 w 53"/>
                    <a:gd name="T5" fmla="*/ 60 h 90"/>
                    <a:gd name="T6" fmla="*/ 53 w 53"/>
                    <a:gd name="T7" fmla="*/ 90 h 90"/>
                    <a:gd name="T8" fmla="*/ 53 w 53"/>
                    <a:gd name="T9" fmla="*/ 30 h 90"/>
                  </a:gdLst>
                  <a:ahLst/>
                  <a:cxnLst>
                    <a:cxn ang="0">
                      <a:pos x="T0" y="T1"/>
                    </a:cxn>
                    <a:cxn ang="0">
                      <a:pos x="T2" y="T3"/>
                    </a:cxn>
                    <a:cxn ang="0">
                      <a:pos x="T4" y="T5"/>
                    </a:cxn>
                    <a:cxn ang="0">
                      <a:pos x="T6" y="T7"/>
                    </a:cxn>
                    <a:cxn ang="0">
                      <a:pos x="T8" y="T9"/>
                    </a:cxn>
                  </a:cxnLst>
                  <a:rect l="0" t="0" r="r" b="b"/>
                  <a:pathLst>
                    <a:path w="53" h="90">
                      <a:moveTo>
                        <a:pt x="53" y="30"/>
                      </a:moveTo>
                      <a:lnTo>
                        <a:pt x="0" y="0"/>
                      </a:lnTo>
                      <a:lnTo>
                        <a:pt x="0" y="60"/>
                      </a:lnTo>
                      <a:lnTo>
                        <a:pt x="53" y="90"/>
                      </a:lnTo>
                      <a:lnTo>
                        <a:pt x="53" y="30"/>
                      </a:ln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642" tIns="89642" rIns="89642" bIns="44821" numCol="1" anchor="t" anchorCtr="0" compatLnSpc="1">
                  <a:prstTxWarp prst="textNoShape">
                    <a:avLst/>
                  </a:prstTxWarp>
                </a:bodyPr>
                <a:lstStyle/>
                <a:p>
                  <a:pPr defTabSz="914367">
                    <a:defRPr/>
                  </a:pPr>
                  <a:endParaRPr lang="en-US" sz="1765">
                    <a:solidFill>
                      <a:srgbClr val="505050"/>
                    </a:solidFill>
                  </a:endParaRPr>
                </a:p>
              </p:txBody>
            </p:sp>
          </p:grpSp>
        </p:grpSp>
      </p:grpSp>
      <p:sp>
        <p:nvSpPr>
          <p:cNvPr id="59" name="Rectangle 58"/>
          <p:cNvSpPr/>
          <p:nvPr/>
        </p:nvSpPr>
        <p:spPr bwMode="auto">
          <a:xfrm>
            <a:off x="-9460" y="1746648"/>
            <a:ext cx="460783" cy="1497861"/>
          </a:xfrm>
          <a:prstGeom prst="rect">
            <a:avLst/>
          </a:prstGeom>
          <a:solidFill>
            <a:schemeClr val="tx1"/>
          </a:solidFill>
          <a:ln>
            <a:no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vert="horz" wrap="square" lIns="0" tIns="45720" rIns="0" bIns="45720" numCol="1" rtlCol="0" anchor="ctr" anchorCtr="0" compatLnSpc="1">
            <a:prstTxWarp prst="textNoShape">
              <a:avLst/>
            </a:prstTxWarp>
          </a:bodyPr>
          <a:lstStyle/>
          <a:p>
            <a:pPr algn="ctr" defTabSz="914030" fontAlgn="base">
              <a:spcBef>
                <a:spcPct val="0"/>
              </a:spcBef>
              <a:spcAft>
                <a:spcPct val="0"/>
              </a:spcAft>
              <a:defRPr/>
            </a:pPr>
            <a:endParaRPr lang="en-US" sz="1961" dirty="0">
              <a:gradFill>
                <a:gsLst>
                  <a:gs pos="16814">
                    <a:srgbClr val="FFFFFF"/>
                  </a:gs>
                  <a:gs pos="46000">
                    <a:srgbClr val="FFFFFF"/>
                  </a:gs>
                </a:gsLst>
                <a:lin ang="5400000" scaled="0"/>
              </a:gradFill>
            </a:endParaRPr>
          </a:p>
        </p:txBody>
      </p:sp>
    </p:spTree>
    <p:extLst>
      <p:ext uri="{BB962C8B-B14F-4D97-AF65-F5344CB8AC3E}">
        <p14:creationId xmlns:p14="http://schemas.microsoft.com/office/powerpoint/2010/main" val="105522257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8" decel="100000" fill="hold" nodeType="clickEffect">
                                  <p:stCondLst>
                                    <p:cond delay="0"/>
                                  </p:stCondLst>
                                  <p:childTnLst>
                                    <p:set>
                                      <p:cBhvr>
                                        <p:cTn id="11" dur="1" fill="hold">
                                          <p:stCondLst>
                                            <p:cond delay="0"/>
                                          </p:stCondLst>
                                        </p:cTn>
                                        <p:tgtEl>
                                          <p:spTgt spid="89"/>
                                        </p:tgtEl>
                                        <p:attrNameLst>
                                          <p:attrName>style.visibility</p:attrName>
                                        </p:attrNameLst>
                                      </p:cBhvr>
                                      <p:to>
                                        <p:strVal val="visible"/>
                                      </p:to>
                                    </p:set>
                                    <p:anim calcmode="lin" valueType="num">
                                      <p:cBhvr additive="base">
                                        <p:cTn id="12" dur="650" fill="hold"/>
                                        <p:tgtEl>
                                          <p:spTgt spid="89"/>
                                        </p:tgtEl>
                                        <p:attrNameLst>
                                          <p:attrName>ppt_x</p:attrName>
                                        </p:attrNameLst>
                                      </p:cBhvr>
                                      <p:tavLst>
                                        <p:tav tm="0">
                                          <p:val>
                                            <p:strVal val="0-#ppt_w/2"/>
                                          </p:val>
                                        </p:tav>
                                        <p:tav tm="100000">
                                          <p:val>
                                            <p:strVal val="#ppt_x"/>
                                          </p:val>
                                        </p:tav>
                                      </p:tavLst>
                                    </p:anim>
                                    <p:anim calcmode="lin" valueType="num">
                                      <p:cBhvr additive="base">
                                        <p:cTn id="13" dur="650" fill="hold"/>
                                        <p:tgtEl>
                                          <p:spTgt spid="89"/>
                                        </p:tgtEl>
                                        <p:attrNameLst>
                                          <p:attrName>ppt_y</p:attrName>
                                        </p:attrNameLst>
                                      </p:cBhvr>
                                      <p:tavLst>
                                        <p:tav tm="0">
                                          <p:val>
                                            <p:strVal val="#ppt_y"/>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8" decel="100000" fill="hold" nodeType="clickEffect">
                                  <p:stCondLst>
                                    <p:cond delay="0"/>
                                  </p:stCondLst>
                                  <p:childTnLst>
                                    <p:set>
                                      <p:cBhvr>
                                        <p:cTn id="17" dur="1" fill="hold">
                                          <p:stCondLst>
                                            <p:cond delay="0"/>
                                          </p:stCondLst>
                                        </p:cTn>
                                        <p:tgtEl>
                                          <p:spTgt spid="45"/>
                                        </p:tgtEl>
                                        <p:attrNameLst>
                                          <p:attrName>style.visibility</p:attrName>
                                        </p:attrNameLst>
                                      </p:cBhvr>
                                      <p:to>
                                        <p:strVal val="visible"/>
                                      </p:to>
                                    </p:set>
                                    <p:anim calcmode="lin" valueType="num">
                                      <p:cBhvr additive="base">
                                        <p:cTn id="18" dur="750" fill="hold"/>
                                        <p:tgtEl>
                                          <p:spTgt spid="45"/>
                                        </p:tgtEl>
                                        <p:attrNameLst>
                                          <p:attrName>ppt_x</p:attrName>
                                        </p:attrNameLst>
                                      </p:cBhvr>
                                      <p:tavLst>
                                        <p:tav tm="0">
                                          <p:val>
                                            <p:strVal val="0-#ppt_w/2"/>
                                          </p:val>
                                        </p:tav>
                                        <p:tav tm="100000">
                                          <p:val>
                                            <p:strVal val="#ppt_x"/>
                                          </p:val>
                                        </p:tav>
                                      </p:tavLst>
                                    </p:anim>
                                    <p:anim calcmode="lin" valueType="num">
                                      <p:cBhvr additive="base">
                                        <p:cTn id="19" dur="750" fill="hold"/>
                                        <p:tgtEl>
                                          <p:spTgt spid="45"/>
                                        </p:tgtEl>
                                        <p:attrNameLst>
                                          <p:attrName>ppt_y</p:attrName>
                                        </p:attrNameLst>
                                      </p:cBhvr>
                                      <p:tavLst>
                                        <p:tav tm="0">
                                          <p:val>
                                            <p:strVal val="#ppt_y"/>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8" decel="100000" fill="hold" nodeType="clickEffect">
                                  <p:stCondLst>
                                    <p:cond delay="0"/>
                                  </p:stCondLst>
                                  <p:childTnLst>
                                    <p:set>
                                      <p:cBhvr>
                                        <p:cTn id="23" dur="1" fill="hold">
                                          <p:stCondLst>
                                            <p:cond delay="0"/>
                                          </p:stCondLst>
                                        </p:cTn>
                                        <p:tgtEl>
                                          <p:spTgt spid="46"/>
                                        </p:tgtEl>
                                        <p:attrNameLst>
                                          <p:attrName>style.visibility</p:attrName>
                                        </p:attrNameLst>
                                      </p:cBhvr>
                                      <p:to>
                                        <p:strVal val="visible"/>
                                      </p:to>
                                    </p:set>
                                    <p:anim calcmode="lin" valueType="num">
                                      <p:cBhvr additive="base">
                                        <p:cTn id="24" dur="850" fill="hold"/>
                                        <p:tgtEl>
                                          <p:spTgt spid="46"/>
                                        </p:tgtEl>
                                        <p:attrNameLst>
                                          <p:attrName>ppt_x</p:attrName>
                                        </p:attrNameLst>
                                      </p:cBhvr>
                                      <p:tavLst>
                                        <p:tav tm="0">
                                          <p:val>
                                            <p:strVal val="0-#ppt_w/2"/>
                                          </p:val>
                                        </p:tav>
                                        <p:tav tm="100000">
                                          <p:val>
                                            <p:strVal val="#ppt_x"/>
                                          </p:val>
                                        </p:tav>
                                      </p:tavLst>
                                    </p:anim>
                                    <p:anim calcmode="lin" valueType="num">
                                      <p:cBhvr additive="base">
                                        <p:cTn id="25" dur="850" fill="hold"/>
                                        <p:tgtEl>
                                          <p:spTgt spid="46"/>
                                        </p:tgtEl>
                                        <p:attrNameLst>
                                          <p:attrName>ppt_y</p:attrName>
                                        </p:attrNameLst>
                                      </p:cBhvr>
                                      <p:tavLst>
                                        <p:tav tm="0">
                                          <p:val>
                                            <p:strVal val="#ppt_y"/>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54"/>
                                        </p:tgtEl>
                                        <p:attrNameLst>
                                          <p:attrName>style.visibility</p:attrName>
                                        </p:attrNameLst>
                                      </p:cBhvr>
                                      <p:to>
                                        <p:strVal val="visible"/>
                                      </p:to>
                                    </p:set>
                                    <p:animEffect transition="in" filter="fade">
                                      <p:cBhvr>
                                        <p:cTn id="30" dur="500"/>
                                        <p:tgtEl>
                                          <p:spTgt spid="54"/>
                                        </p:tgtEl>
                                      </p:cBhvr>
                                    </p:animEffect>
                                  </p:childTnLst>
                                </p:cTn>
                              </p:par>
                            </p:childTnLst>
                          </p:cTn>
                        </p:par>
                      </p:childTnLst>
                    </p:cTn>
                  </p:par>
                  <p:par>
                    <p:cTn id="31" fill="hold">
                      <p:stCondLst>
                        <p:cond delay="indefinite"/>
                      </p:stCondLst>
                      <p:childTnLst>
                        <p:par>
                          <p:cTn id="32" fill="hold">
                            <p:stCondLst>
                              <p:cond delay="0"/>
                            </p:stCondLst>
                            <p:childTnLst>
                              <p:par>
                                <p:cTn id="33" presetID="2" presetClass="entr" presetSubtype="8" decel="100000" fill="hold" nodeType="clickEffect">
                                  <p:stCondLst>
                                    <p:cond delay="0"/>
                                  </p:stCondLst>
                                  <p:childTnLst>
                                    <p:set>
                                      <p:cBhvr>
                                        <p:cTn id="34" dur="1" fill="hold">
                                          <p:stCondLst>
                                            <p:cond delay="0"/>
                                          </p:stCondLst>
                                        </p:cTn>
                                        <p:tgtEl>
                                          <p:spTgt spid="69"/>
                                        </p:tgtEl>
                                        <p:attrNameLst>
                                          <p:attrName>style.visibility</p:attrName>
                                        </p:attrNameLst>
                                      </p:cBhvr>
                                      <p:to>
                                        <p:strVal val="visible"/>
                                      </p:to>
                                    </p:set>
                                    <p:anim calcmode="lin" valueType="num">
                                      <p:cBhvr additive="base">
                                        <p:cTn id="35" dur="650" fill="hold"/>
                                        <p:tgtEl>
                                          <p:spTgt spid="69"/>
                                        </p:tgtEl>
                                        <p:attrNameLst>
                                          <p:attrName>ppt_x</p:attrName>
                                        </p:attrNameLst>
                                      </p:cBhvr>
                                      <p:tavLst>
                                        <p:tav tm="0">
                                          <p:val>
                                            <p:strVal val="0-#ppt_w/2"/>
                                          </p:val>
                                        </p:tav>
                                        <p:tav tm="100000">
                                          <p:val>
                                            <p:strVal val="#ppt_x"/>
                                          </p:val>
                                        </p:tav>
                                      </p:tavLst>
                                    </p:anim>
                                    <p:anim calcmode="lin" valueType="num">
                                      <p:cBhvr additive="base">
                                        <p:cTn id="36" dur="650" fill="hold"/>
                                        <p:tgtEl>
                                          <p:spTgt spid="69"/>
                                        </p:tgtEl>
                                        <p:attrNameLst>
                                          <p:attrName>ppt_y</p:attrName>
                                        </p:attrNameLst>
                                      </p:cBhvr>
                                      <p:tavLst>
                                        <p:tav tm="0">
                                          <p:val>
                                            <p:strVal val="#ppt_y"/>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2" presetClass="entr" presetSubtype="8" decel="100000" fill="hold" nodeType="clickEffect">
                                  <p:stCondLst>
                                    <p:cond delay="0"/>
                                  </p:stCondLst>
                                  <p:childTnLst>
                                    <p:set>
                                      <p:cBhvr>
                                        <p:cTn id="40" dur="1" fill="hold">
                                          <p:stCondLst>
                                            <p:cond delay="0"/>
                                          </p:stCondLst>
                                        </p:cTn>
                                        <p:tgtEl>
                                          <p:spTgt spid="53"/>
                                        </p:tgtEl>
                                        <p:attrNameLst>
                                          <p:attrName>style.visibility</p:attrName>
                                        </p:attrNameLst>
                                      </p:cBhvr>
                                      <p:to>
                                        <p:strVal val="visible"/>
                                      </p:to>
                                    </p:set>
                                    <p:anim calcmode="lin" valueType="num">
                                      <p:cBhvr additive="base">
                                        <p:cTn id="41" dur="750" fill="hold"/>
                                        <p:tgtEl>
                                          <p:spTgt spid="53"/>
                                        </p:tgtEl>
                                        <p:attrNameLst>
                                          <p:attrName>ppt_x</p:attrName>
                                        </p:attrNameLst>
                                      </p:cBhvr>
                                      <p:tavLst>
                                        <p:tav tm="0">
                                          <p:val>
                                            <p:strVal val="0-#ppt_w/2"/>
                                          </p:val>
                                        </p:tav>
                                        <p:tav tm="100000">
                                          <p:val>
                                            <p:strVal val="#ppt_x"/>
                                          </p:val>
                                        </p:tav>
                                      </p:tavLst>
                                    </p:anim>
                                    <p:anim calcmode="lin" valueType="num">
                                      <p:cBhvr additive="base">
                                        <p:cTn id="42" dur="750" fill="hold"/>
                                        <p:tgtEl>
                                          <p:spTgt spid="53"/>
                                        </p:tgtEl>
                                        <p:attrNameLst>
                                          <p:attrName>ppt_y</p:attrName>
                                        </p:attrNameLst>
                                      </p:cBhvr>
                                      <p:tavLst>
                                        <p:tav tm="0">
                                          <p:val>
                                            <p:strVal val="#ppt_y"/>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2" presetClass="entr" presetSubtype="8" decel="100000" fill="hold" nodeType="clickEffect">
                                  <p:stCondLst>
                                    <p:cond delay="0"/>
                                  </p:stCondLst>
                                  <p:childTnLst>
                                    <p:set>
                                      <p:cBhvr>
                                        <p:cTn id="46" dur="1" fill="hold">
                                          <p:stCondLst>
                                            <p:cond delay="0"/>
                                          </p:stCondLst>
                                        </p:cTn>
                                        <p:tgtEl>
                                          <p:spTgt spid="50"/>
                                        </p:tgtEl>
                                        <p:attrNameLst>
                                          <p:attrName>style.visibility</p:attrName>
                                        </p:attrNameLst>
                                      </p:cBhvr>
                                      <p:to>
                                        <p:strVal val="visible"/>
                                      </p:to>
                                    </p:set>
                                    <p:anim calcmode="lin" valueType="num">
                                      <p:cBhvr additive="base">
                                        <p:cTn id="47" dur="850" fill="hold"/>
                                        <p:tgtEl>
                                          <p:spTgt spid="50"/>
                                        </p:tgtEl>
                                        <p:attrNameLst>
                                          <p:attrName>ppt_x</p:attrName>
                                        </p:attrNameLst>
                                      </p:cBhvr>
                                      <p:tavLst>
                                        <p:tav tm="0">
                                          <p:val>
                                            <p:strVal val="0-#ppt_w/2"/>
                                          </p:val>
                                        </p:tav>
                                        <p:tav tm="100000">
                                          <p:val>
                                            <p:strVal val="#ppt_x"/>
                                          </p:val>
                                        </p:tav>
                                      </p:tavLst>
                                    </p:anim>
                                    <p:anim calcmode="lin" valueType="num">
                                      <p:cBhvr additive="base">
                                        <p:cTn id="48" dur="850" fill="hold"/>
                                        <p:tgtEl>
                                          <p:spTgt spid="50"/>
                                        </p:tgtEl>
                                        <p:attrNameLst>
                                          <p:attrName>ppt_y</p:attrName>
                                        </p:attrNameLst>
                                      </p:cBhvr>
                                      <p:tavLst>
                                        <p:tav tm="0">
                                          <p:val>
                                            <p:strVal val="#ppt_y"/>
                                          </p:val>
                                        </p:tav>
                                        <p:tav tm="100000">
                                          <p:val>
                                            <p:strVal val="#ppt_y"/>
                                          </p:val>
                                        </p:tav>
                                      </p:tavLst>
                                    </p:anim>
                                  </p:childTnLst>
                                </p:cTn>
                              </p:par>
                            </p:childTnLst>
                          </p:cTn>
                        </p:par>
                      </p:childTnLst>
                    </p:cTn>
                  </p:par>
                  <p:par>
                    <p:cTn id="49" fill="hold">
                      <p:stCondLst>
                        <p:cond delay="indefinite"/>
                      </p:stCondLst>
                      <p:childTnLst>
                        <p:par>
                          <p:cTn id="50" fill="hold">
                            <p:stCondLst>
                              <p:cond delay="0"/>
                            </p:stCondLst>
                            <p:childTnLst>
                              <p:par>
                                <p:cTn id="51" presetID="2" presetClass="entr" presetSubtype="8" decel="100000" fill="hold" grpId="0" nodeType="clickEffect">
                                  <p:stCondLst>
                                    <p:cond delay="0"/>
                                  </p:stCondLst>
                                  <p:childTnLst>
                                    <p:set>
                                      <p:cBhvr>
                                        <p:cTn id="52" dur="1" fill="hold">
                                          <p:stCondLst>
                                            <p:cond delay="0"/>
                                          </p:stCondLst>
                                        </p:cTn>
                                        <p:tgtEl>
                                          <p:spTgt spid="10"/>
                                        </p:tgtEl>
                                        <p:attrNameLst>
                                          <p:attrName>style.visibility</p:attrName>
                                        </p:attrNameLst>
                                      </p:cBhvr>
                                      <p:to>
                                        <p:strVal val="visible"/>
                                      </p:to>
                                    </p:set>
                                    <p:anim calcmode="lin" valueType="num">
                                      <p:cBhvr additive="base">
                                        <p:cTn id="53" dur="650" fill="hold"/>
                                        <p:tgtEl>
                                          <p:spTgt spid="10"/>
                                        </p:tgtEl>
                                        <p:attrNameLst>
                                          <p:attrName>ppt_x</p:attrName>
                                        </p:attrNameLst>
                                      </p:cBhvr>
                                      <p:tavLst>
                                        <p:tav tm="0">
                                          <p:val>
                                            <p:strVal val="0-#ppt_w/2"/>
                                          </p:val>
                                        </p:tav>
                                        <p:tav tm="100000">
                                          <p:val>
                                            <p:strVal val="#ppt_x"/>
                                          </p:val>
                                        </p:tav>
                                      </p:tavLst>
                                    </p:anim>
                                    <p:anim calcmode="lin" valueType="num">
                                      <p:cBhvr additive="base">
                                        <p:cTn id="54" dur="650" fill="hold"/>
                                        <p:tgtEl>
                                          <p:spTgt spid="10"/>
                                        </p:tgtEl>
                                        <p:attrNameLst>
                                          <p:attrName>ppt_y</p:attrName>
                                        </p:attrNameLst>
                                      </p:cBhvr>
                                      <p:tavLst>
                                        <p:tav tm="0">
                                          <p:val>
                                            <p:strVal val="#ppt_y"/>
                                          </p:val>
                                        </p:tav>
                                        <p:tav tm="100000">
                                          <p:val>
                                            <p:strVal val="#ppt_y"/>
                                          </p:val>
                                        </p:tav>
                                      </p:tavLst>
                                    </p:anim>
                                  </p:childTnLst>
                                </p:cTn>
                              </p:par>
                            </p:childTnLst>
                          </p:cTn>
                        </p:par>
                        <p:par>
                          <p:cTn id="55" fill="hold">
                            <p:stCondLst>
                              <p:cond delay="650"/>
                            </p:stCondLst>
                            <p:childTnLst>
                              <p:par>
                                <p:cTn id="56" presetID="10" presetClass="entr" presetSubtype="0" fill="hold" grpId="0" nodeType="afterEffect">
                                  <p:stCondLst>
                                    <p:cond delay="0"/>
                                  </p:stCondLst>
                                  <p:childTnLst>
                                    <p:set>
                                      <p:cBhvr>
                                        <p:cTn id="57" dur="1" fill="hold">
                                          <p:stCondLst>
                                            <p:cond delay="0"/>
                                          </p:stCondLst>
                                        </p:cTn>
                                        <p:tgtEl>
                                          <p:spTgt spid="56"/>
                                        </p:tgtEl>
                                        <p:attrNameLst>
                                          <p:attrName>style.visibility</p:attrName>
                                        </p:attrNameLst>
                                      </p:cBhvr>
                                      <p:to>
                                        <p:strVal val="visible"/>
                                      </p:to>
                                    </p:set>
                                    <p:animEffect transition="in" filter="fade">
                                      <p:cBhvr>
                                        <p:cTn id="58" dur="500"/>
                                        <p:tgtEl>
                                          <p:spTgt spid="5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p:bldP spid="54" grpId="0"/>
      <p:bldP spid="56"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prstGeom prst="rect">
            <a:avLst/>
          </a:prstGeom>
        </p:spPr>
        <p:txBody>
          <a:bodyPr>
            <a:normAutofit/>
          </a:bodyPr>
          <a:lstStyle/>
          <a:p>
            <a:r>
              <a:rPr lang="en-US" altLang="zh-CN" dirty="0"/>
              <a:t>Virtual Machine Availability</a:t>
            </a:r>
            <a:endParaRPr lang="en-US" dirty="0"/>
          </a:p>
        </p:txBody>
      </p:sp>
      <p:sp>
        <p:nvSpPr>
          <p:cNvPr id="6" name="Subtitle 5"/>
          <p:cNvSpPr>
            <a:spLocks noGrp="1"/>
          </p:cNvSpPr>
          <p:nvPr>
            <p:ph sz="quarter" idx="10"/>
          </p:nvPr>
        </p:nvSpPr>
        <p:spPr>
          <a:prstGeom prst="rect">
            <a:avLst/>
          </a:prstGeom>
        </p:spPr>
        <p:txBody>
          <a:bodyPr anchor="ctr">
            <a:noAutofit/>
          </a:bodyPr>
          <a:lstStyle/>
          <a:p>
            <a:pPr marL="571500" indent="-571500">
              <a:lnSpc>
                <a:spcPct val="200000"/>
              </a:lnSpc>
              <a:buClr>
                <a:srgbClr val="92D050"/>
              </a:buClr>
              <a:buFont typeface="Wingdings" panose="05000000000000000000" pitchFamily="2" charset="2"/>
              <a:buChar char="à"/>
            </a:pPr>
            <a:r>
              <a:rPr lang="en-US" sz="4000" dirty="0">
                <a:sym typeface="Wingdings" panose="05000000000000000000" pitchFamily="2" charset="2"/>
              </a:rPr>
              <a:t>Meaning of 9’s</a:t>
            </a:r>
            <a:endParaRPr lang="en-US" sz="4000" dirty="0"/>
          </a:p>
          <a:p>
            <a:pPr marL="571500" indent="-571500">
              <a:lnSpc>
                <a:spcPct val="200000"/>
              </a:lnSpc>
              <a:buClr>
                <a:srgbClr val="92D050"/>
              </a:buClr>
              <a:buFont typeface="Wingdings" panose="05000000000000000000" pitchFamily="2" charset="2"/>
              <a:buChar char="à"/>
            </a:pPr>
            <a:r>
              <a:rPr lang="en-US" sz="4000" dirty="0">
                <a:sym typeface="Wingdings" panose="05000000000000000000" pitchFamily="2" charset="2"/>
              </a:rPr>
              <a:t>F</a:t>
            </a:r>
            <a:r>
              <a:rPr lang="en-US" sz="4000" dirty="0"/>
              <a:t>ault domains, update domains and availability sets</a:t>
            </a:r>
          </a:p>
          <a:p>
            <a:pPr marL="571500" indent="-571500">
              <a:lnSpc>
                <a:spcPct val="200000"/>
              </a:lnSpc>
              <a:buClr>
                <a:srgbClr val="92D050"/>
              </a:buClr>
              <a:buFont typeface="Wingdings" panose="05000000000000000000" pitchFamily="2" charset="2"/>
              <a:buChar char="à"/>
            </a:pPr>
            <a:r>
              <a:rPr lang="en-US" altLang="zh-CN" sz="4000" dirty="0">
                <a:sym typeface="Wingdings" panose="05000000000000000000" pitchFamily="2" charset="2"/>
              </a:rPr>
              <a:t>Load balancing</a:t>
            </a:r>
            <a:endParaRPr lang="en-US" sz="4000" dirty="0">
              <a:sym typeface="Wingdings" panose="05000000000000000000" pitchFamily="2" charset="2"/>
            </a:endParaRPr>
          </a:p>
        </p:txBody>
      </p:sp>
    </p:spTree>
    <p:extLst>
      <p:ext uri="{BB962C8B-B14F-4D97-AF65-F5344CB8AC3E}">
        <p14:creationId xmlns:p14="http://schemas.microsoft.com/office/powerpoint/2010/main" val="13034296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fade">
                                      <p:cBhvr>
                                        <p:cTn id="7" dur="500"/>
                                        <p:tgtEl>
                                          <p:spTgt spid="6">
                                            <p:txEl>
                                              <p:pRg st="0" end="0"/>
                                            </p:txEl>
                                          </p:spTgt>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animEffect transition="in" filter="fade">
                                      <p:cBhvr>
                                        <p:cTn id="11" dur="500"/>
                                        <p:tgtEl>
                                          <p:spTgt spid="6">
                                            <p:txEl>
                                              <p:pRg st="1" end="1"/>
                                            </p:txEl>
                                          </p:spTgt>
                                        </p:tgtEl>
                                      </p:cBhvr>
                                    </p:animEffect>
                                  </p:childTnLst>
                                </p:cTn>
                              </p:par>
                            </p:childTnLst>
                          </p:cTn>
                        </p:par>
                        <p:par>
                          <p:cTn id="12" fill="hold">
                            <p:stCondLst>
                              <p:cond delay="1000"/>
                            </p:stCondLst>
                            <p:childTnLst>
                              <p:par>
                                <p:cTn id="13" presetID="10" presetClass="entr" presetSubtype="0" fill="hold" grpId="0" nodeType="after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animEffect transition="in" filter="fade">
                                      <p:cBhvr>
                                        <p:cTn id="15" dur="500"/>
                                        <p:tgtEl>
                                          <p:spTgt spid="6">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111250" y="342900"/>
            <a:ext cx="11080750" cy="957263"/>
          </a:xfrm>
          <a:prstGeom prst="rect">
            <a:avLst/>
          </a:prstGeom>
        </p:spPr>
        <p:txBody>
          <a:bodyPr/>
          <a:lstStyle/>
          <a:p>
            <a:r>
              <a:rPr lang="en-US" dirty="0"/>
              <a:t>Meaning of 9’s</a:t>
            </a:r>
          </a:p>
        </p:txBody>
      </p:sp>
      <p:graphicFrame>
        <p:nvGraphicFramePr>
          <p:cNvPr id="6" name="Table 5"/>
          <p:cNvGraphicFramePr>
            <a:graphicFrameLocks noGrp="1"/>
          </p:cNvGraphicFramePr>
          <p:nvPr>
            <p:extLst>
              <p:ext uri="{D42A27DB-BD31-4B8C-83A1-F6EECF244321}">
                <p14:modId xmlns:p14="http://schemas.microsoft.com/office/powerpoint/2010/main" val="1967717162"/>
              </p:ext>
            </p:extLst>
          </p:nvPr>
        </p:nvGraphicFramePr>
        <p:xfrm>
          <a:off x="598120" y="1299955"/>
          <a:ext cx="11056423" cy="4114800"/>
        </p:xfrm>
        <a:graphic>
          <a:graphicData uri="http://schemas.openxmlformats.org/drawingml/2006/table">
            <a:tbl>
              <a:tblPr firstRow="1" bandRow="1">
                <a:tableStyleId>{5C22544A-7EE6-4342-B048-85BDC9FD1C3A}</a:tableStyleId>
              </a:tblPr>
              <a:tblGrid>
                <a:gridCol w="1343696">
                  <a:extLst>
                    <a:ext uri="{9D8B030D-6E8A-4147-A177-3AD203B41FA5}">
                      <a16:colId xmlns:a16="http://schemas.microsoft.com/office/drawing/2014/main" val="20000"/>
                    </a:ext>
                  </a:extLst>
                </a:gridCol>
                <a:gridCol w="1500027">
                  <a:extLst>
                    <a:ext uri="{9D8B030D-6E8A-4147-A177-3AD203B41FA5}">
                      <a16:colId xmlns:a16="http://schemas.microsoft.com/office/drawing/2014/main" val="20001"/>
                    </a:ext>
                  </a:extLst>
                </a:gridCol>
                <a:gridCol w="1510301">
                  <a:extLst>
                    <a:ext uri="{9D8B030D-6E8A-4147-A177-3AD203B41FA5}">
                      <a16:colId xmlns:a16="http://schemas.microsoft.com/office/drawing/2014/main" val="20002"/>
                    </a:ext>
                  </a:extLst>
                </a:gridCol>
                <a:gridCol w="1500027">
                  <a:extLst>
                    <a:ext uri="{9D8B030D-6E8A-4147-A177-3AD203B41FA5}">
                      <a16:colId xmlns:a16="http://schemas.microsoft.com/office/drawing/2014/main" val="20003"/>
                    </a:ext>
                  </a:extLst>
                </a:gridCol>
                <a:gridCol w="1397285">
                  <a:extLst>
                    <a:ext uri="{9D8B030D-6E8A-4147-A177-3AD203B41FA5}">
                      <a16:colId xmlns:a16="http://schemas.microsoft.com/office/drawing/2014/main" val="20004"/>
                    </a:ext>
                  </a:extLst>
                </a:gridCol>
                <a:gridCol w="2225598">
                  <a:extLst>
                    <a:ext uri="{9D8B030D-6E8A-4147-A177-3AD203B41FA5}">
                      <a16:colId xmlns:a16="http://schemas.microsoft.com/office/drawing/2014/main" val="20005"/>
                    </a:ext>
                  </a:extLst>
                </a:gridCol>
                <a:gridCol w="1579489">
                  <a:extLst>
                    <a:ext uri="{9D8B030D-6E8A-4147-A177-3AD203B41FA5}">
                      <a16:colId xmlns:a16="http://schemas.microsoft.com/office/drawing/2014/main" val="20006"/>
                    </a:ext>
                  </a:extLst>
                </a:gridCol>
              </a:tblGrid>
              <a:tr h="496275">
                <a:tc>
                  <a:txBody>
                    <a:bodyPr/>
                    <a:lstStyle/>
                    <a:p>
                      <a:r>
                        <a:rPr lang="en-US" sz="1600" dirty="0">
                          <a:solidFill>
                            <a:schemeClr val="bg1"/>
                          </a:solidFill>
                        </a:rPr>
                        <a:t>Service Availability(%)</a:t>
                      </a:r>
                    </a:p>
                  </a:txBody>
                  <a:tcPr marL="137160" marR="137160" marT="137160" marB="137160" anchor="ctr">
                    <a:lnL w="12700" cmpd="sng">
                      <a:noFill/>
                    </a:lnL>
                    <a:lnR w="12700" cmpd="sng">
                      <a:noFill/>
                    </a:lnR>
                    <a:lnT w="12700" cmpd="sng">
                      <a:noFill/>
                    </a:lnT>
                    <a:lnB w="38100" cmpd="sng">
                      <a:noFill/>
                    </a:lnB>
                    <a:lnTlToBr w="12700" cmpd="sng">
                      <a:noFill/>
                      <a:prstDash val="solid"/>
                    </a:lnTlToBr>
                    <a:lnBlToTr w="12700" cmpd="sng">
                      <a:noFill/>
                      <a:prstDash val="solid"/>
                    </a:lnBlToTr>
                  </a:tcPr>
                </a:tc>
                <a:tc>
                  <a:txBody>
                    <a:bodyPr/>
                    <a:lstStyle/>
                    <a:p>
                      <a:r>
                        <a:rPr lang="en-US" sz="1600" dirty="0">
                          <a:solidFill>
                            <a:schemeClr val="bg1"/>
                          </a:solidFill>
                        </a:rPr>
                        <a:t>System </a:t>
                      </a:r>
                      <a:r>
                        <a:rPr lang="en-US" altLang="zh-CN" sz="1600" dirty="0">
                          <a:solidFill>
                            <a:schemeClr val="bg1"/>
                          </a:solidFill>
                        </a:rPr>
                        <a:t>Type</a:t>
                      </a:r>
                      <a:endParaRPr lang="en-US" sz="1600" dirty="0">
                        <a:solidFill>
                          <a:schemeClr val="bg1"/>
                        </a:solidFill>
                      </a:endParaRPr>
                    </a:p>
                  </a:txBody>
                  <a:tcPr marL="137160" marR="137160" marT="137160" marB="137160" anchor="ctr">
                    <a:lnL w="12700" cmpd="sng">
                      <a:noFill/>
                    </a:lnL>
                    <a:lnR w="12700" cmpd="sng">
                      <a:noFill/>
                    </a:lnR>
                    <a:lnT w="12700" cmpd="sng">
                      <a:noFill/>
                    </a:lnT>
                    <a:lnB w="38100" cmpd="sng">
                      <a:noFill/>
                    </a:lnB>
                    <a:lnTlToBr w="12700" cmpd="sng">
                      <a:noFill/>
                      <a:prstDash val="solid"/>
                    </a:lnTlToBr>
                    <a:lnBlToTr w="12700" cmpd="sng">
                      <a:noFill/>
                      <a:prstDash val="solid"/>
                    </a:lnBlToTr>
                  </a:tcPr>
                </a:tc>
                <a:tc>
                  <a:txBody>
                    <a:bodyPr/>
                    <a:lstStyle/>
                    <a:p>
                      <a:r>
                        <a:rPr lang="en-US" altLang="zh-CN" sz="1600" dirty="0">
                          <a:solidFill>
                            <a:schemeClr val="bg1"/>
                          </a:solidFill>
                        </a:rPr>
                        <a:t>Annualized</a:t>
                      </a:r>
                      <a:r>
                        <a:rPr lang="en-US" altLang="zh-CN" sz="1600" baseline="0" dirty="0">
                          <a:solidFill>
                            <a:schemeClr val="bg1"/>
                          </a:solidFill>
                        </a:rPr>
                        <a:t> Down Minutes</a:t>
                      </a:r>
                      <a:endParaRPr lang="en-US" sz="1600" dirty="0">
                        <a:solidFill>
                          <a:schemeClr val="bg1"/>
                        </a:solidFill>
                      </a:endParaRPr>
                    </a:p>
                  </a:txBody>
                  <a:tcPr marL="137160" marR="137160" marT="137160" marB="137160" anchor="ctr">
                    <a:lnL w="12700" cmpd="sng">
                      <a:noFill/>
                    </a:lnL>
                    <a:lnR w="12700" cmpd="sng">
                      <a:noFill/>
                    </a:lnR>
                    <a:lnT w="12700" cmpd="sng">
                      <a:noFill/>
                    </a:lnT>
                    <a:lnB w="38100" cmpd="sng">
                      <a:noFill/>
                    </a:lnB>
                    <a:lnTlToBr w="12700" cmpd="sng">
                      <a:noFill/>
                      <a:prstDash val="solid"/>
                    </a:lnTlToBr>
                    <a:lnBlToTr w="12700" cmpd="sng">
                      <a:noFill/>
                      <a:prstDash val="solid"/>
                    </a:lnBlToTr>
                  </a:tcPr>
                </a:tc>
                <a:tc>
                  <a:txBody>
                    <a:bodyPr/>
                    <a:lstStyle/>
                    <a:p>
                      <a:r>
                        <a:rPr lang="en-US" sz="1600" dirty="0">
                          <a:solidFill>
                            <a:schemeClr val="bg1"/>
                          </a:solidFill>
                        </a:rPr>
                        <a:t>Quarterly Down Minutes</a:t>
                      </a:r>
                    </a:p>
                  </a:txBody>
                  <a:tcPr marL="137160" marR="137160" marT="137160" marB="137160" anchor="ctr">
                    <a:lnL w="12700" cmpd="sng">
                      <a:noFill/>
                    </a:lnL>
                    <a:lnR w="12700" cmpd="sng">
                      <a:noFill/>
                    </a:lnR>
                    <a:lnT w="12700" cmpd="sng">
                      <a:noFill/>
                    </a:lnT>
                    <a:lnB w="38100" cmpd="sng">
                      <a:noFill/>
                    </a:lnB>
                    <a:lnTlToBr w="12700" cmpd="sng">
                      <a:noFill/>
                      <a:prstDash val="solid"/>
                    </a:lnTlToBr>
                    <a:lnBlToTr w="12700" cmpd="sng">
                      <a:noFill/>
                      <a:prstDash val="solid"/>
                    </a:lnBlToTr>
                  </a:tcPr>
                </a:tc>
                <a:tc>
                  <a:txBody>
                    <a:bodyPr/>
                    <a:lstStyle/>
                    <a:p>
                      <a:r>
                        <a:rPr lang="en-US" sz="1600" dirty="0">
                          <a:solidFill>
                            <a:schemeClr val="bg1"/>
                          </a:solidFill>
                        </a:rPr>
                        <a:t>Monthly</a:t>
                      </a:r>
                      <a:r>
                        <a:rPr lang="en-US" sz="1600" baseline="0" dirty="0">
                          <a:solidFill>
                            <a:schemeClr val="bg1"/>
                          </a:solidFill>
                        </a:rPr>
                        <a:t> Down Minutes</a:t>
                      </a:r>
                      <a:endParaRPr lang="en-US" sz="1600" dirty="0">
                        <a:solidFill>
                          <a:schemeClr val="bg1"/>
                        </a:solidFill>
                      </a:endParaRPr>
                    </a:p>
                  </a:txBody>
                  <a:tcPr marL="137160" marR="137160" marT="137160" marB="137160" anchor="ctr">
                    <a:lnL w="12700" cmpd="sng">
                      <a:noFill/>
                    </a:lnL>
                    <a:lnR w="12700" cmpd="sng">
                      <a:noFill/>
                    </a:lnR>
                    <a:lnT w="12700" cmpd="sng">
                      <a:noFill/>
                    </a:lnT>
                    <a:lnB w="38100" cmpd="sng">
                      <a:noFill/>
                    </a:lnB>
                    <a:lnTlToBr w="12700" cmpd="sng">
                      <a:noFill/>
                      <a:prstDash val="solid"/>
                    </a:lnTlToBr>
                    <a:lnBlToTr w="12700" cmpd="sng">
                      <a:noFill/>
                      <a:prstDash val="solid"/>
                    </a:lnBlToTr>
                  </a:tcPr>
                </a:tc>
                <a:tc>
                  <a:txBody>
                    <a:bodyPr/>
                    <a:lstStyle/>
                    <a:p>
                      <a:r>
                        <a:rPr lang="en-US" sz="1600" dirty="0">
                          <a:solidFill>
                            <a:schemeClr val="bg1"/>
                          </a:solidFill>
                        </a:rPr>
                        <a:t>Practical Meaning</a:t>
                      </a:r>
                    </a:p>
                  </a:txBody>
                  <a:tcPr marL="137160" marR="137160" marT="137160" marB="137160" anchor="ctr">
                    <a:lnL w="12700" cmpd="sng">
                      <a:noFill/>
                    </a:lnL>
                    <a:lnR w="12700" cmpd="sng">
                      <a:noFill/>
                    </a:lnR>
                    <a:lnT w="12700" cmpd="sng">
                      <a:noFill/>
                    </a:lnT>
                    <a:lnB w="38100" cmpd="sng">
                      <a:noFill/>
                    </a:lnB>
                    <a:lnTlToBr w="12700" cmpd="sng">
                      <a:noFill/>
                      <a:prstDash val="solid"/>
                    </a:lnTlToBr>
                    <a:lnBlToTr w="12700" cmpd="sng">
                      <a:noFill/>
                      <a:prstDash val="solid"/>
                    </a:lnBlToTr>
                  </a:tcPr>
                </a:tc>
                <a:tc>
                  <a:txBody>
                    <a:bodyPr/>
                    <a:lstStyle/>
                    <a:p>
                      <a:r>
                        <a:rPr lang="en-US" sz="1600" dirty="0">
                          <a:solidFill>
                            <a:schemeClr val="bg1"/>
                          </a:solidFill>
                        </a:rPr>
                        <a:t>FAA rating</a:t>
                      </a:r>
                    </a:p>
                  </a:txBody>
                  <a:tcPr marL="137160" marR="137160" marT="137160" marB="137160" anchor="ctr">
                    <a:lnL w="12700" cmpd="sng">
                      <a:noFill/>
                    </a:lnL>
                    <a:lnR w="12700" cmpd="sng">
                      <a:noFill/>
                    </a:lnR>
                    <a:lnT w="12700" cmpd="sng">
                      <a:noFill/>
                    </a:lnT>
                    <a:lnB w="38100" cmpd="sng">
                      <a:noFill/>
                    </a:lnB>
                    <a:lnTlToBr w="12700" cmpd="sng">
                      <a:noFill/>
                      <a:prstDash val="solid"/>
                    </a:lnTlToBr>
                    <a:lnBlToTr w="12700" cmpd="sng">
                      <a:noFill/>
                      <a:prstDash val="solid"/>
                    </a:lnBlToTr>
                  </a:tcPr>
                </a:tc>
                <a:extLst>
                  <a:ext uri="{0D108BD9-81ED-4DB2-BD59-A6C34878D82A}">
                    <a16:rowId xmlns:a16="http://schemas.microsoft.com/office/drawing/2014/main" val="10000"/>
                  </a:ext>
                </a:extLst>
              </a:tr>
              <a:tr h="460827">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sz="2000" dirty="0">
                          <a:solidFill>
                            <a:srgbClr val="3C454F"/>
                          </a:solidFill>
                        </a:rPr>
                        <a:t>90</a:t>
                      </a:r>
                    </a:p>
                    <a:p>
                      <a:pPr algn="r"/>
                      <a:endParaRPr lang="en-US" sz="2000" dirty="0">
                        <a:solidFill>
                          <a:srgbClr val="3C454F"/>
                        </a:solidFill>
                      </a:endParaRPr>
                    </a:p>
                  </a:txBody>
                  <a:tcPr marL="45720" marR="45720">
                    <a:lnL w="12700" cmpd="sng">
                      <a:noFill/>
                    </a:lnL>
                    <a:lnR w="12700" cmpd="sng">
                      <a:noFill/>
                    </a:lnR>
                    <a:lnT w="38100" cmpd="sng">
                      <a:noFill/>
                    </a:lnT>
                    <a:lnB w="12700" cmpd="sng">
                      <a:noFill/>
                    </a:lnB>
                    <a:lnTlToBr w="12700" cmpd="sng">
                      <a:noFill/>
                      <a:prstDash val="solid"/>
                    </a:lnTlToBr>
                    <a:lnBlToTr w="12700" cmpd="sng">
                      <a:noFill/>
                      <a:prstDash val="solid"/>
                    </a:lnBlToTr>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000" dirty="0">
                          <a:solidFill>
                            <a:srgbClr val="3C454F"/>
                          </a:solidFill>
                        </a:rPr>
                        <a:t>Unmanaged</a:t>
                      </a:r>
                    </a:p>
                    <a:p>
                      <a:endParaRPr lang="en-US" sz="2000" dirty="0">
                        <a:solidFill>
                          <a:srgbClr val="3C454F"/>
                        </a:solidFill>
                      </a:endParaRPr>
                    </a:p>
                  </a:txBody>
                  <a:tcPr marL="45720" marR="45720">
                    <a:lnL w="12700" cmpd="sng">
                      <a:noFill/>
                    </a:lnL>
                    <a:lnR w="12700" cmpd="sng">
                      <a:noFill/>
                    </a:lnR>
                    <a:lnT w="38100" cmpd="sng">
                      <a:noFill/>
                    </a:lnT>
                    <a:lnB w="12700" cmpd="sng">
                      <a:noFill/>
                    </a:lnB>
                    <a:lnTlToBr w="12700" cmpd="sng">
                      <a:noFill/>
                      <a:prstDash val="solid"/>
                    </a:lnTlToBr>
                    <a:lnBlToTr w="12700" cmpd="sng">
                      <a:noFill/>
                      <a:prstDash val="solid"/>
                    </a:lnBlToTr>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sz="2000" dirty="0">
                          <a:solidFill>
                            <a:srgbClr val="3C454F"/>
                          </a:solidFill>
                        </a:rPr>
                        <a:t>52,596.00</a:t>
                      </a:r>
                    </a:p>
                    <a:p>
                      <a:pPr algn="r"/>
                      <a:endParaRPr lang="en-US" sz="2000" dirty="0">
                        <a:solidFill>
                          <a:srgbClr val="3C454F"/>
                        </a:solidFill>
                      </a:endParaRPr>
                    </a:p>
                  </a:txBody>
                  <a:tcPr marL="45720" marR="45720">
                    <a:lnL w="12700" cmpd="sng">
                      <a:noFill/>
                    </a:lnL>
                    <a:lnR w="12700" cmpd="sng">
                      <a:noFill/>
                    </a:lnR>
                    <a:lnT w="38100" cmpd="sng">
                      <a:noFill/>
                    </a:lnT>
                    <a:lnB w="12700" cmpd="sng">
                      <a:noFill/>
                    </a:lnB>
                    <a:lnTlToBr w="12700" cmpd="sng">
                      <a:noFill/>
                      <a:prstDash val="solid"/>
                    </a:lnTlToBr>
                    <a:lnBlToTr w="12700" cmpd="sng">
                      <a:noFill/>
                      <a:prstDash val="solid"/>
                    </a:lnBlToTr>
                  </a:tcPr>
                </a:tc>
                <a:tc>
                  <a:txBody>
                    <a:bodyPr/>
                    <a:lstStyle/>
                    <a:p>
                      <a:pPr algn="r"/>
                      <a:r>
                        <a:rPr lang="en-US" sz="2000" dirty="0">
                          <a:solidFill>
                            <a:srgbClr val="3C454F"/>
                          </a:solidFill>
                        </a:rPr>
                        <a:t>13,149.00</a:t>
                      </a:r>
                    </a:p>
                  </a:txBody>
                  <a:tcPr marL="45720" marR="45720">
                    <a:lnL w="12700" cmpd="sng">
                      <a:noFill/>
                    </a:lnL>
                    <a:lnR w="12700" cmpd="sng">
                      <a:noFill/>
                    </a:lnR>
                    <a:lnT w="38100" cmpd="sng">
                      <a:noFill/>
                    </a:lnT>
                    <a:lnB w="12700" cmpd="sng">
                      <a:noFill/>
                    </a:lnB>
                    <a:lnTlToBr w="12700" cmpd="sng">
                      <a:noFill/>
                      <a:prstDash val="solid"/>
                    </a:lnTlToBr>
                    <a:lnBlToTr w="12700" cmpd="sng">
                      <a:noFill/>
                      <a:prstDash val="solid"/>
                    </a:lnBlToTr>
                  </a:tcPr>
                </a:tc>
                <a:tc>
                  <a:txBody>
                    <a:bodyPr/>
                    <a:lstStyle/>
                    <a:p>
                      <a:pPr algn="r"/>
                      <a:r>
                        <a:rPr lang="en-US" sz="2000" dirty="0">
                          <a:solidFill>
                            <a:srgbClr val="3C454F"/>
                          </a:solidFill>
                        </a:rPr>
                        <a:t>4,383.00</a:t>
                      </a:r>
                    </a:p>
                  </a:txBody>
                  <a:tcPr marL="45720" marR="45720">
                    <a:lnL w="12700" cmpd="sng">
                      <a:noFill/>
                    </a:lnL>
                    <a:lnR w="12700" cmpd="sng">
                      <a:noFill/>
                    </a:lnR>
                    <a:lnT w="38100" cmpd="sng">
                      <a:noFill/>
                    </a:lnT>
                    <a:lnB w="12700" cmpd="sng">
                      <a:noFill/>
                    </a:lnB>
                    <a:lnTlToBr w="12700" cmpd="sng">
                      <a:noFill/>
                      <a:prstDash val="solid"/>
                    </a:lnTlToBr>
                    <a:lnBlToTr w="12700" cmpd="sng">
                      <a:noFill/>
                      <a:prstDash val="solid"/>
                    </a:lnBlToTr>
                  </a:tcPr>
                </a:tc>
                <a:tc>
                  <a:txBody>
                    <a:bodyPr/>
                    <a:lstStyle/>
                    <a:p>
                      <a:r>
                        <a:rPr lang="en-US" sz="2000" dirty="0">
                          <a:solidFill>
                            <a:srgbClr val="3C454F"/>
                          </a:solidFill>
                        </a:rPr>
                        <a:t>Down 5 weeks per year</a:t>
                      </a:r>
                    </a:p>
                  </a:txBody>
                  <a:tcPr marL="45720" marR="45720">
                    <a:lnL w="12700" cmpd="sng">
                      <a:noFill/>
                    </a:lnL>
                    <a:lnR w="12700" cmpd="sng">
                      <a:noFill/>
                    </a:lnR>
                    <a:lnT w="38100" cmpd="sng">
                      <a:noFill/>
                    </a:lnT>
                    <a:lnB w="12700" cmpd="sng">
                      <a:noFill/>
                    </a:lnB>
                    <a:lnTlToBr w="12700" cmpd="sng">
                      <a:noFill/>
                      <a:prstDash val="solid"/>
                    </a:lnTlToBr>
                    <a:lnBlToTr w="12700" cmpd="sng">
                      <a:noFill/>
                      <a:prstDash val="solid"/>
                    </a:lnBlToTr>
                  </a:tcPr>
                </a:tc>
                <a:tc>
                  <a:txBody>
                    <a:bodyPr/>
                    <a:lstStyle/>
                    <a:p>
                      <a:endParaRPr lang="en-US" sz="2000" dirty="0">
                        <a:solidFill>
                          <a:srgbClr val="3C454F"/>
                        </a:solidFill>
                      </a:endParaRPr>
                    </a:p>
                  </a:txBody>
                  <a:tcPr marL="45720" marR="45720">
                    <a:lnL w="12700" cmpd="sng">
                      <a:noFill/>
                    </a:lnL>
                    <a:lnR w="12700" cmpd="sng">
                      <a:noFill/>
                    </a:lnR>
                    <a:lnT w="381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1"/>
                  </a:ext>
                </a:extLst>
              </a:tr>
              <a:tr h="460827">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sz="2000" dirty="0">
                          <a:solidFill>
                            <a:srgbClr val="3C454F"/>
                          </a:solidFill>
                        </a:rPr>
                        <a:t>99</a:t>
                      </a:r>
                    </a:p>
                    <a:p>
                      <a:pPr algn="r"/>
                      <a:endParaRPr lang="en-US" sz="2000" dirty="0">
                        <a:solidFill>
                          <a:srgbClr val="3C454F"/>
                        </a:solidFill>
                      </a:endParaRPr>
                    </a:p>
                  </a:txBody>
                  <a:tcPr marL="45720" marR="45720">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000" dirty="0">
                          <a:solidFill>
                            <a:srgbClr val="3C454F"/>
                          </a:solidFill>
                        </a:rPr>
                        <a:t>Managed</a:t>
                      </a:r>
                    </a:p>
                    <a:p>
                      <a:endParaRPr lang="en-US" sz="2000" dirty="0">
                        <a:solidFill>
                          <a:srgbClr val="3C454F"/>
                        </a:solidFill>
                      </a:endParaRPr>
                    </a:p>
                  </a:txBody>
                  <a:tcPr marL="45720" marR="45720">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sz="2000" dirty="0">
                          <a:solidFill>
                            <a:srgbClr val="3C454F"/>
                          </a:solidFill>
                        </a:rPr>
                        <a:t>5,259.60</a:t>
                      </a:r>
                    </a:p>
                    <a:p>
                      <a:pPr algn="r"/>
                      <a:endParaRPr lang="en-US" sz="2000" dirty="0">
                        <a:solidFill>
                          <a:srgbClr val="3C454F"/>
                        </a:solidFill>
                      </a:endParaRPr>
                    </a:p>
                  </a:txBody>
                  <a:tcPr marL="45720" marR="45720">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r"/>
                      <a:r>
                        <a:rPr lang="en-US" sz="2000" dirty="0">
                          <a:solidFill>
                            <a:srgbClr val="3C454F"/>
                          </a:solidFill>
                        </a:rPr>
                        <a:t>1,314.90</a:t>
                      </a:r>
                    </a:p>
                  </a:txBody>
                  <a:tcPr marL="45720" marR="45720">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r"/>
                      <a:r>
                        <a:rPr lang="en-US" sz="2000" dirty="0">
                          <a:solidFill>
                            <a:srgbClr val="3C454F"/>
                          </a:solidFill>
                        </a:rPr>
                        <a:t>438.30</a:t>
                      </a:r>
                    </a:p>
                  </a:txBody>
                  <a:tcPr marL="45720" marR="45720">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US" sz="2000" dirty="0">
                          <a:solidFill>
                            <a:srgbClr val="3C454F"/>
                          </a:solidFill>
                        </a:rPr>
                        <a:t>Down 4 days per year</a:t>
                      </a:r>
                    </a:p>
                  </a:txBody>
                  <a:tcPr marL="45720" marR="45720">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US" sz="2000" dirty="0">
                          <a:solidFill>
                            <a:srgbClr val="3C454F"/>
                          </a:solidFill>
                        </a:rPr>
                        <a:t>ROUTINE</a:t>
                      </a:r>
                    </a:p>
                  </a:txBody>
                  <a:tcPr marL="45720" marR="45720">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2"/>
                  </a:ext>
                </a:extLst>
              </a:tr>
              <a:tr h="460827">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sz="2000" dirty="0">
                          <a:solidFill>
                            <a:srgbClr val="3C454F"/>
                          </a:solidFill>
                        </a:rPr>
                        <a:t>99.9</a:t>
                      </a:r>
                    </a:p>
                    <a:p>
                      <a:pPr algn="r"/>
                      <a:endParaRPr lang="en-US" sz="2000" dirty="0">
                        <a:solidFill>
                          <a:srgbClr val="3C454F"/>
                        </a:solidFill>
                      </a:endParaRPr>
                    </a:p>
                  </a:txBody>
                  <a:tcPr marL="45720" marR="45720">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000" dirty="0">
                          <a:solidFill>
                            <a:srgbClr val="3C454F"/>
                          </a:solidFill>
                        </a:rPr>
                        <a:t>Well managed</a:t>
                      </a:r>
                    </a:p>
                    <a:p>
                      <a:endParaRPr lang="en-US" sz="2000" dirty="0">
                        <a:solidFill>
                          <a:srgbClr val="3C454F"/>
                        </a:solidFill>
                      </a:endParaRPr>
                    </a:p>
                  </a:txBody>
                  <a:tcPr marL="45720" marR="45720">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sz="2000" dirty="0">
                          <a:solidFill>
                            <a:srgbClr val="3C454F"/>
                          </a:solidFill>
                        </a:rPr>
                        <a:t>525.96</a:t>
                      </a:r>
                    </a:p>
                    <a:p>
                      <a:pPr algn="r"/>
                      <a:endParaRPr lang="en-US" sz="2000" dirty="0">
                        <a:solidFill>
                          <a:srgbClr val="3C454F"/>
                        </a:solidFill>
                      </a:endParaRPr>
                    </a:p>
                  </a:txBody>
                  <a:tcPr marL="45720" marR="45720">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r"/>
                      <a:r>
                        <a:rPr lang="en-US" sz="2000" dirty="0">
                          <a:solidFill>
                            <a:srgbClr val="3C454F"/>
                          </a:solidFill>
                        </a:rPr>
                        <a:t>131.49</a:t>
                      </a:r>
                    </a:p>
                  </a:txBody>
                  <a:tcPr marL="45720" marR="45720">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r"/>
                      <a:r>
                        <a:rPr lang="en-US" sz="2000" dirty="0">
                          <a:solidFill>
                            <a:srgbClr val="3C454F"/>
                          </a:solidFill>
                        </a:rPr>
                        <a:t>43.83</a:t>
                      </a:r>
                    </a:p>
                  </a:txBody>
                  <a:tcPr marL="45720" marR="45720">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US" sz="2000" dirty="0">
                          <a:solidFill>
                            <a:srgbClr val="3C454F"/>
                          </a:solidFill>
                        </a:rPr>
                        <a:t>Down 9 hours per year</a:t>
                      </a:r>
                    </a:p>
                  </a:txBody>
                  <a:tcPr marL="45720" marR="45720">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US" sz="2000" dirty="0">
                          <a:solidFill>
                            <a:srgbClr val="3C454F"/>
                          </a:solidFill>
                        </a:rPr>
                        <a:t>ESSENTIAL</a:t>
                      </a:r>
                    </a:p>
                  </a:txBody>
                  <a:tcPr marL="45720" marR="45720">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3"/>
                  </a:ext>
                </a:extLst>
              </a:tr>
              <a:tr h="432050">
                <a:tc>
                  <a:txBody>
                    <a:bodyPr/>
                    <a:lstStyle/>
                    <a:p>
                      <a:pPr algn="r"/>
                      <a:r>
                        <a:rPr lang="en-US" sz="2000" dirty="0">
                          <a:solidFill>
                            <a:srgbClr val="3C454F"/>
                          </a:solidFill>
                        </a:rPr>
                        <a:t>99.99</a:t>
                      </a:r>
                    </a:p>
                  </a:txBody>
                  <a:tcPr marL="45720" marR="45720">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US" sz="2000" dirty="0">
                          <a:solidFill>
                            <a:srgbClr val="3C454F"/>
                          </a:solidFill>
                        </a:rPr>
                        <a:t>Fault</a:t>
                      </a:r>
                      <a:r>
                        <a:rPr lang="en-US" sz="2000" baseline="0" dirty="0">
                          <a:solidFill>
                            <a:srgbClr val="3C454F"/>
                          </a:solidFill>
                        </a:rPr>
                        <a:t> tolerant</a:t>
                      </a:r>
                      <a:endParaRPr lang="en-US" sz="2000" dirty="0">
                        <a:solidFill>
                          <a:srgbClr val="3C454F"/>
                        </a:solidFill>
                      </a:endParaRPr>
                    </a:p>
                  </a:txBody>
                  <a:tcPr marL="45720" marR="45720">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r"/>
                      <a:r>
                        <a:rPr lang="en-US" sz="2000" dirty="0">
                          <a:solidFill>
                            <a:srgbClr val="3C454F"/>
                          </a:solidFill>
                        </a:rPr>
                        <a:t>52.60</a:t>
                      </a:r>
                    </a:p>
                  </a:txBody>
                  <a:tcPr marL="45720" marR="45720">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r"/>
                      <a:r>
                        <a:rPr lang="en-US" sz="2000" dirty="0">
                          <a:solidFill>
                            <a:srgbClr val="3C454F"/>
                          </a:solidFill>
                        </a:rPr>
                        <a:t>13.15</a:t>
                      </a:r>
                    </a:p>
                  </a:txBody>
                  <a:tcPr marL="45720" marR="45720">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r"/>
                      <a:r>
                        <a:rPr lang="en-US" sz="2000" dirty="0">
                          <a:solidFill>
                            <a:srgbClr val="3C454F"/>
                          </a:solidFill>
                        </a:rPr>
                        <a:t>4.38</a:t>
                      </a:r>
                    </a:p>
                  </a:txBody>
                  <a:tcPr marL="45720" marR="45720">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US" sz="2000" dirty="0">
                          <a:solidFill>
                            <a:srgbClr val="3C454F"/>
                          </a:solidFill>
                        </a:rPr>
                        <a:t>Down 1 hour per year</a:t>
                      </a:r>
                    </a:p>
                  </a:txBody>
                  <a:tcPr marL="45720" marR="45720">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2000" dirty="0">
                        <a:solidFill>
                          <a:srgbClr val="3C454F"/>
                        </a:solidFill>
                      </a:endParaRPr>
                    </a:p>
                  </a:txBody>
                  <a:tcPr marL="45720" marR="45720">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4"/>
                  </a:ext>
                </a:extLst>
              </a:tr>
            </a:tbl>
          </a:graphicData>
        </a:graphic>
      </p:graphicFrame>
      <p:sp>
        <p:nvSpPr>
          <p:cNvPr id="8" name="TextBox 7"/>
          <p:cNvSpPr txBox="1"/>
          <p:nvPr/>
        </p:nvSpPr>
        <p:spPr>
          <a:xfrm>
            <a:off x="598120" y="6256216"/>
            <a:ext cx="1792863" cy="369332"/>
          </a:xfrm>
          <a:prstGeom prst="rect">
            <a:avLst/>
          </a:prstGeom>
          <a:noFill/>
        </p:spPr>
        <p:txBody>
          <a:bodyPr wrap="none" rtlCol="0">
            <a:spAutoFit/>
          </a:bodyPr>
          <a:lstStyle/>
          <a:p>
            <a:r>
              <a:rPr lang="en-US" dirty="0">
                <a:solidFill>
                  <a:schemeClr val="bg1"/>
                </a:solidFill>
              </a:rPr>
              <a:t>Microsoft Azure</a:t>
            </a:r>
          </a:p>
        </p:txBody>
      </p:sp>
      <p:sp>
        <p:nvSpPr>
          <p:cNvPr id="7" name="TextBox 6"/>
          <p:cNvSpPr txBox="1"/>
          <p:nvPr/>
        </p:nvSpPr>
        <p:spPr>
          <a:xfrm>
            <a:off x="992214" y="5856106"/>
            <a:ext cx="10755086" cy="400110"/>
          </a:xfrm>
          <a:prstGeom prst="rect">
            <a:avLst/>
          </a:prstGeom>
          <a:noFill/>
        </p:spPr>
        <p:txBody>
          <a:bodyPr wrap="square" rtlCol="0">
            <a:spAutoFit/>
          </a:bodyPr>
          <a:lstStyle/>
          <a:p>
            <a:pPr algn="r"/>
            <a:r>
              <a:rPr lang="en-US" altLang="zh-CN" sz="1000" i="1" dirty="0">
                <a:solidFill>
                  <a:schemeClr val="bg1">
                    <a:lumMod val="95000"/>
                  </a:schemeClr>
                </a:solidFill>
              </a:rPr>
              <a:t>From Generic Requirements for Operation Systems Platform Reliability, </a:t>
            </a:r>
            <a:r>
              <a:rPr lang="en-US" altLang="zh-CN" sz="1000" i="1" dirty="0" err="1">
                <a:solidFill>
                  <a:schemeClr val="bg1">
                    <a:lumMod val="95000"/>
                  </a:schemeClr>
                </a:solidFill>
              </a:rPr>
              <a:t>Telcordia</a:t>
            </a:r>
            <a:r>
              <a:rPr lang="en-US" altLang="zh-CN" sz="1000" i="1" dirty="0">
                <a:solidFill>
                  <a:schemeClr val="bg1">
                    <a:lumMod val="95000"/>
                  </a:schemeClr>
                </a:solidFill>
              </a:rPr>
              <a:t> Technologies System Documentation,GR-2841-CORE and </a:t>
            </a:r>
          </a:p>
          <a:p>
            <a:pPr algn="r"/>
            <a:r>
              <a:rPr lang="en-US" altLang="zh-CN" sz="1000" i="1" dirty="0">
                <a:solidFill>
                  <a:schemeClr val="bg1">
                    <a:lumMod val="95000"/>
                  </a:schemeClr>
                </a:solidFill>
              </a:rPr>
              <a:t>Federation Aviation Administration Handbook: Reliability, Maintainability, and Availability (RMA) Handbook, FAA-HDBK-006A, Jan 7, 2008.</a:t>
            </a:r>
            <a:endParaRPr lang="en-US" sz="1000" i="1" dirty="0">
              <a:solidFill>
                <a:schemeClr val="bg1">
                  <a:lumMod val="95000"/>
                </a:schemeClr>
              </a:solidFill>
            </a:endParaRPr>
          </a:p>
        </p:txBody>
      </p:sp>
    </p:spTree>
    <p:extLst>
      <p:ext uri="{BB962C8B-B14F-4D97-AF65-F5344CB8AC3E}">
        <p14:creationId xmlns:p14="http://schemas.microsoft.com/office/powerpoint/2010/main" val="12380330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111250" y="342900"/>
            <a:ext cx="11080750" cy="957263"/>
          </a:xfrm>
          <a:prstGeom prst="rect">
            <a:avLst/>
          </a:prstGeom>
        </p:spPr>
        <p:txBody>
          <a:bodyPr/>
          <a:lstStyle/>
          <a:p>
            <a:r>
              <a:rPr lang="en-US" dirty="0"/>
              <a:t>Meaning of 9’s</a:t>
            </a:r>
          </a:p>
        </p:txBody>
      </p:sp>
      <p:graphicFrame>
        <p:nvGraphicFramePr>
          <p:cNvPr id="6" name="Table 5"/>
          <p:cNvGraphicFramePr>
            <a:graphicFrameLocks noGrp="1"/>
          </p:cNvGraphicFramePr>
          <p:nvPr>
            <p:extLst>
              <p:ext uri="{D42A27DB-BD31-4B8C-83A1-F6EECF244321}">
                <p14:modId xmlns:p14="http://schemas.microsoft.com/office/powerpoint/2010/main" val="1290353100"/>
              </p:ext>
            </p:extLst>
          </p:nvPr>
        </p:nvGraphicFramePr>
        <p:xfrm>
          <a:off x="598120" y="1299955"/>
          <a:ext cx="11056423" cy="3108960"/>
        </p:xfrm>
        <a:graphic>
          <a:graphicData uri="http://schemas.openxmlformats.org/drawingml/2006/table">
            <a:tbl>
              <a:tblPr firstRow="1" bandRow="1">
                <a:tableStyleId>{5C22544A-7EE6-4342-B048-85BDC9FD1C3A}</a:tableStyleId>
              </a:tblPr>
              <a:tblGrid>
                <a:gridCol w="1343696">
                  <a:extLst>
                    <a:ext uri="{9D8B030D-6E8A-4147-A177-3AD203B41FA5}">
                      <a16:colId xmlns:a16="http://schemas.microsoft.com/office/drawing/2014/main" val="20000"/>
                    </a:ext>
                  </a:extLst>
                </a:gridCol>
                <a:gridCol w="1500027">
                  <a:extLst>
                    <a:ext uri="{9D8B030D-6E8A-4147-A177-3AD203B41FA5}">
                      <a16:colId xmlns:a16="http://schemas.microsoft.com/office/drawing/2014/main" val="20001"/>
                    </a:ext>
                  </a:extLst>
                </a:gridCol>
                <a:gridCol w="1510301">
                  <a:extLst>
                    <a:ext uri="{9D8B030D-6E8A-4147-A177-3AD203B41FA5}">
                      <a16:colId xmlns:a16="http://schemas.microsoft.com/office/drawing/2014/main" val="20002"/>
                    </a:ext>
                  </a:extLst>
                </a:gridCol>
                <a:gridCol w="1500027">
                  <a:extLst>
                    <a:ext uri="{9D8B030D-6E8A-4147-A177-3AD203B41FA5}">
                      <a16:colId xmlns:a16="http://schemas.microsoft.com/office/drawing/2014/main" val="20003"/>
                    </a:ext>
                  </a:extLst>
                </a:gridCol>
                <a:gridCol w="1397285">
                  <a:extLst>
                    <a:ext uri="{9D8B030D-6E8A-4147-A177-3AD203B41FA5}">
                      <a16:colId xmlns:a16="http://schemas.microsoft.com/office/drawing/2014/main" val="20004"/>
                    </a:ext>
                  </a:extLst>
                </a:gridCol>
                <a:gridCol w="2225598">
                  <a:extLst>
                    <a:ext uri="{9D8B030D-6E8A-4147-A177-3AD203B41FA5}">
                      <a16:colId xmlns:a16="http://schemas.microsoft.com/office/drawing/2014/main" val="20005"/>
                    </a:ext>
                  </a:extLst>
                </a:gridCol>
                <a:gridCol w="1579489">
                  <a:extLst>
                    <a:ext uri="{9D8B030D-6E8A-4147-A177-3AD203B41FA5}">
                      <a16:colId xmlns:a16="http://schemas.microsoft.com/office/drawing/2014/main" val="20006"/>
                    </a:ext>
                  </a:extLst>
                </a:gridCol>
              </a:tblGrid>
              <a:tr h="496275">
                <a:tc>
                  <a:txBody>
                    <a:bodyPr/>
                    <a:lstStyle/>
                    <a:p>
                      <a:r>
                        <a:rPr lang="en-US" sz="1600" dirty="0">
                          <a:solidFill>
                            <a:schemeClr val="bg1"/>
                          </a:solidFill>
                        </a:rPr>
                        <a:t>Service Availability(%)</a:t>
                      </a:r>
                    </a:p>
                  </a:txBody>
                  <a:tcPr marL="137160" marR="137160" marT="137160" marB="137160" anchor="ctr">
                    <a:lnL w="12700" cmpd="sng">
                      <a:noFill/>
                    </a:lnL>
                    <a:lnR w="12700" cmpd="sng">
                      <a:noFill/>
                    </a:lnR>
                    <a:lnT w="12700" cmpd="sng">
                      <a:noFill/>
                    </a:lnT>
                    <a:lnB w="38100" cmpd="sng">
                      <a:noFill/>
                    </a:lnB>
                    <a:lnTlToBr w="12700" cmpd="sng">
                      <a:noFill/>
                      <a:prstDash val="solid"/>
                    </a:lnTlToBr>
                    <a:lnBlToTr w="12700" cmpd="sng">
                      <a:noFill/>
                      <a:prstDash val="solid"/>
                    </a:lnBlToTr>
                  </a:tcPr>
                </a:tc>
                <a:tc>
                  <a:txBody>
                    <a:bodyPr/>
                    <a:lstStyle/>
                    <a:p>
                      <a:r>
                        <a:rPr lang="en-US" sz="1600" dirty="0">
                          <a:solidFill>
                            <a:schemeClr val="bg1"/>
                          </a:solidFill>
                        </a:rPr>
                        <a:t>System </a:t>
                      </a:r>
                      <a:r>
                        <a:rPr lang="en-US" altLang="zh-CN" sz="1600" dirty="0">
                          <a:solidFill>
                            <a:schemeClr val="bg1"/>
                          </a:solidFill>
                        </a:rPr>
                        <a:t>Type</a:t>
                      </a:r>
                      <a:endParaRPr lang="en-US" sz="1600" dirty="0">
                        <a:solidFill>
                          <a:schemeClr val="bg1"/>
                        </a:solidFill>
                      </a:endParaRPr>
                    </a:p>
                  </a:txBody>
                  <a:tcPr marL="137160" marR="137160" marT="137160" marB="137160" anchor="ctr">
                    <a:lnL w="12700" cmpd="sng">
                      <a:noFill/>
                    </a:lnL>
                    <a:lnR w="12700" cmpd="sng">
                      <a:noFill/>
                    </a:lnR>
                    <a:lnT w="12700" cmpd="sng">
                      <a:noFill/>
                    </a:lnT>
                    <a:lnB w="38100" cmpd="sng">
                      <a:noFill/>
                    </a:lnB>
                    <a:lnTlToBr w="12700" cmpd="sng">
                      <a:noFill/>
                      <a:prstDash val="solid"/>
                    </a:lnTlToBr>
                    <a:lnBlToTr w="12700" cmpd="sng">
                      <a:noFill/>
                      <a:prstDash val="solid"/>
                    </a:lnBlToTr>
                  </a:tcPr>
                </a:tc>
                <a:tc>
                  <a:txBody>
                    <a:bodyPr/>
                    <a:lstStyle/>
                    <a:p>
                      <a:r>
                        <a:rPr lang="en-US" altLang="zh-CN" sz="1600" dirty="0">
                          <a:solidFill>
                            <a:schemeClr val="bg1"/>
                          </a:solidFill>
                        </a:rPr>
                        <a:t>Annualized</a:t>
                      </a:r>
                      <a:r>
                        <a:rPr lang="en-US" altLang="zh-CN" sz="1600" baseline="0" dirty="0">
                          <a:solidFill>
                            <a:schemeClr val="bg1"/>
                          </a:solidFill>
                        </a:rPr>
                        <a:t> Down Minutes</a:t>
                      </a:r>
                      <a:endParaRPr lang="en-US" sz="1600" dirty="0">
                        <a:solidFill>
                          <a:schemeClr val="bg1"/>
                        </a:solidFill>
                      </a:endParaRPr>
                    </a:p>
                  </a:txBody>
                  <a:tcPr marL="137160" marR="137160" marT="137160" marB="137160" anchor="ctr">
                    <a:lnL w="12700" cmpd="sng">
                      <a:noFill/>
                    </a:lnL>
                    <a:lnR w="12700" cmpd="sng">
                      <a:noFill/>
                    </a:lnR>
                    <a:lnT w="12700" cmpd="sng">
                      <a:noFill/>
                    </a:lnT>
                    <a:lnB w="38100" cmpd="sng">
                      <a:noFill/>
                    </a:lnB>
                    <a:lnTlToBr w="12700" cmpd="sng">
                      <a:noFill/>
                      <a:prstDash val="solid"/>
                    </a:lnTlToBr>
                    <a:lnBlToTr w="12700" cmpd="sng">
                      <a:noFill/>
                      <a:prstDash val="solid"/>
                    </a:lnBlToTr>
                  </a:tcPr>
                </a:tc>
                <a:tc>
                  <a:txBody>
                    <a:bodyPr/>
                    <a:lstStyle/>
                    <a:p>
                      <a:r>
                        <a:rPr lang="en-US" sz="1600" dirty="0">
                          <a:solidFill>
                            <a:schemeClr val="bg1"/>
                          </a:solidFill>
                        </a:rPr>
                        <a:t>Quarterly Down Minutes</a:t>
                      </a:r>
                    </a:p>
                  </a:txBody>
                  <a:tcPr marL="137160" marR="137160" marT="137160" marB="137160" anchor="ctr">
                    <a:lnL w="12700" cmpd="sng">
                      <a:noFill/>
                    </a:lnL>
                    <a:lnR w="12700" cmpd="sng">
                      <a:noFill/>
                    </a:lnR>
                    <a:lnT w="12700" cmpd="sng">
                      <a:noFill/>
                    </a:lnT>
                    <a:lnB w="38100" cmpd="sng">
                      <a:noFill/>
                    </a:lnB>
                    <a:lnTlToBr w="12700" cmpd="sng">
                      <a:noFill/>
                      <a:prstDash val="solid"/>
                    </a:lnTlToBr>
                    <a:lnBlToTr w="12700" cmpd="sng">
                      <a:noFill/>
                      <a:prstDash val="solid"/>
                    </a:lnBlToTr>
                  </a:tcPr>
                </a:tc>
                <a:tc>
                  <a:txBody>
                    <a:bodyPr/>
                    <a:lstStyle/>
                    <a:p>
                      <a:r>
                        <a:rPr lang="en-US" sz="1600" dirty="0">
                          <a:solidFill>
                            <a:schemeClr val="bg1"/>
                          </a:solidFill>
                        </a:rPr>
                        <a:t>Monthly</a:t>
                      </a:r>
                      <a:r>
                        <a:rPr lang="en-US" sz="1600" baseline="0" dirty="0">
                          <a:solidFill>
                            <a:schemeClr val="bg1"/>
                          </a:solidFill>
                        </a:rPr>
                        <a:t> Down Minutes</a:t>
                      </a:r>
                      <a:endParaRPr lang="en-US" sz="1600" dirty="0">
                        <a:solidFill>
                          <a:schemeClr val="bg1"/>
                        </a:solidFill>
                      </a:endParaRPr>
                    </a:p>
                  </a:txBody>
                  <a:tcPr marL="137160" marR="137160" marT="137160" marB="137160" anchor="ctr">
                    <a:lnL w="12700" cmpd="sng">
                      <a:noFill/>
                    </a:lnL>
                    <a:lnR w="12700" cmpd="sng">
                      <a:noFill/>
                    </a:lnR>
                    <a:lnT w="12700" cmpd="sng">
                      <a:noFill/>
                    </a:lnT>
                    <a:lnB w="38100" cmpd="sng">
                      <a:noFill/>
                    </a:lnB>
                    <a:lnTlToBr w="12700" cmpd="sng">
                      <a:noFill/>
                      <a:prstDash val="solid"/>
                    </a:lnTlToBr>
                    <a:lnBlToTr w="12700" cmpd="sng">
                      <a:noFill/>
                      <a:prstDash val="solid"/>
                    </a:lnBlToTr>
                  </a:tcPr>
                </a:tc>
                <a:tc>
                  <a:txBody>
                    <a:bodyPr/>
                    <a:lstStyle/>
                    <a:p>
                      <a:r>
                        <a:rPr lang="en-US" sz="1600" dirty="0">
                          <a:solidFill>
                            <a:schemeClr val="bg1"/>
                          </a:solidFill>
                        </a:rPr>
                        <a:t>Practical Meaning</a:t>
                      </a:r>
                    </a:p>
                  </a:txBody>
                  <a:tcPr marL="137160" marR="137160" marT="137160" marB="137160" anchor="ctr">
                    <a:lnL w="12700" cmpd="sng">
                      <a:noFill/>
                    </a:lnL>
                    <a:lnR w="12700" cmpd="sng">
                      <a:noFill/>
                    </a:lnR>
                    <a:lnT w="12700" cmpd="sng">
                      <a:noFill/>
                    </a:lnT>
                    <a:lnB w="38100" cmpd="sng">
                      <a:noFill/>
                    </a:lnB>
                    <a:lnTlToBr w="12700" cmpd="sng">
                      <a:noFill/>
                      <a:prstDash val="solid"/>
                    </a:lnTlToBr>
                    <a:lnBlToTr w="12700" cmpd="sng">
                      <a:noFill/>
                      <a:prstDash val="solid"/>
                    </a:lnBlToTr>
                  </a:tcPr>
                </a:tc>
                <a:tc>
                  <a:txBody>
                    <a:bodyPr/>
                    <a:lstStyle/>
                    <a:p>
                      <a:r>
                        <a:rPr lang="en-US" sz="1600" dirty="0">
                          <a:solidFill>
                            <a:schemeClr val="bg1"/>
                          </a:solidFill>
                        </a:rPr>
                        <a:t>FAA rating</a:t>
                      </a:r>
                    </a:p>
                  </a:txBody>
                  <a:tcPr marL="137160" marR="137160" marT="137160" marB="137160" anchor="ctr">
                    <a:lnL w="12700" cmpd="sng">
                      <a:noFill/>
                    </a:lnL>
                    <a:lnR w="12700" cmpd="sng">
                      <a:noFill/>
                    </a:lnR>
                    <a:lnT w="12700" cmpd="sng">
                      <a:noFill/>
                    </a:lnT>
                    <a:lnB w="38100" cmpd="sng">
                      <a:noFill/>
                    </a:lnB>
                    <a:lnTlToBr w="12700" cmpd="sng">
                      <a:noFill/>
                      <a:prstDash val="solid"/>
                    </a:lnTlToBr>
                    <a:lnBlToTr w="12700" cmpd="sng">
                      <a:noFill/>
                      <a:prstDash val="solid"/>
                    </a:lnBlToTr>
                  </a:tcPr>
                </a:tc>
                <a:extLst>
                  <a:ext uri="{0D108BD9-81ED-4DB2-BD59-A6C34878D82A}">
                    <a16:rowId xmlns:a16="http://schemas.microsoft.com/office/drawing/2014/main" val="10000"/>
                  </a:ext>
                </a:extLst>
              </a:tr>
              <a:tr h="460827">
                <a:tc>
                  <a:txBody>
                    <a:bodyPr/>
                    <a:lstStyle/>
                    <a:p>
                      <a:pPr algn="r"/>
                      <a:r>
                        <a:rPr lang="en-US" sz="2000" dirty="0">
                          <a:solidFill>
                            <a:srgbClr val="3C454F"/>
                          </a:solidFill>
                        </a:rPr>
                        <a:t>99.999</a:t>
                      </a:r>
                    </a:p>
                  </a:txBody>
                  <a:tcPr marL="45720" marR="45720">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US" sz="2000" dirty="0">
                          <a:solidFill>
                            <a:srgbClr val="3C454F"/>
                          </a:solidFill>
                        </a:rPr>
                        <a:t>High availability</a:t>
                      </a:r>
                    </a:p>
                  </a:txBody>
                  <a:tcPr marL="45720" marR="45720">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r"/>
                      <a:r>
                        <a:rPr lang="en-US" sz="2000" dirty="0">
                          <a:solidFill>
                            <a:srgbClr val="3C454F"/>
                          </a:solidFill>
                        </a:rPr>
                        <a:t>5.26</a:t>
                      </a:r>
                    </a:p>
                  </a:txBody>
                  <a:tcPr marL="45720" marR="45720">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r"/>
                      <a:r>
                        <a:rPr lang="en-US" sz="2000" dirty="0">
                          <a:solidFill>
                            <a:srgbClr val="3C454F"/>
                          </a:solidFill>
                        </a:rPr>
                        <a:t>1.31</a:t>
                      </a:r>
                    </a:p>
                  </a:txBody>
                  <a:tcPr marL="45720" marR="45720">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r"/>
                      <a:r>
                        <a:rPr lang="en-US" sz="2000" dirty="0">
                          <a:solidFill>
                            <a:srgbClr val="3C454F"/>
                          </a:solidFill>
                        </a:rPr>
                        <a:t>0.44</a:t>
                      </a:r>
                    </a:p>
                  </a:txBody>
                  <a:tcPr marL="45720" marR="45720">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US" sz="2000" dirty="0">
                          <a:solidFill>
                            <a:srgbClr val="3C454F"/>
                          </a:solidFill>
                        </a:rPr>
                        <a:t>Down 5 minutes per year</a:t>
                      </a:r>
                    </a:p>
                  </a:txBody>
                  <a:tcPr marL="45720" marR="45720">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US" sz="2000" dirty="0">
                          <a:solidFill>
                            <a:srgbClr val="3C454F"/>
                          </a:solidFill>
                        </a:rPr>
                        <a:t>CRITICAL</a:t>
                      </a:r>
                    </a:p>
                  </a:txBody>
                  <a:tcPr marL="45720" marR="45720">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1"/>
                  </a:ext>
                </a:extLst>
              </a:tr>
              <a:tr h="460827">
                <a:tc>
                  <a:txBody>
                    <a:bodyPr/>
                    <a:lstStyle/>
                    <a:p>
                      <a:pPr algn="r"/>
                      <a:r>
                        <a:rPr lang="en-US" sz="2000" dirty="0">
                          <a:solidFill>
                            <a:srgbClr val="3C454F"/>
                          </a:solidFill>
                        </a:rPr>
                        <a:t>99.9999</a:t>
                      </a:r>
                    </a:p>
                  </a:txBody>
                  <a:tcPr marL="45720" marR="45720">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US" sz="2000" dirty="0">
                          <a:solidFill>
                            <a:srgbClr val="3C454F"/>
                          </a:solidFill>
                        </a:rPr>
                        <a:t>Very high availability</a:t>
                      </a:r>
                    </a:p>
                  </a:txBody>
                  <a:tcPr marL="45720" marR="45720">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r"/>
                      <a:r>
                        <a:rPr lang="en-US" sz="2000" dirty="0">
                          <a:solidFill>
                            <a:srgbClr val="3C454F"/>
                          </a:solidFill>
                        </a:rPr>
                        <a:t>0.53</a:t>
                      </a:r>
                    </a:p>
                  </a:txBody>
                  <a:tcPr marL="45720" marR="45720">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r"/>
                      <a:r>
                        <a:rPr lang="en-US" sz="2000" dirty="0">
                          <a:solidFill>
                            <a:srgbClr val="3C454F"/>
                          </a:solidFill>
                        </a:rPr>
                        <a:t>0.13</a:t>
                      </a:r>
                    </a:p>
                  </a:txBody>
                  <a:tcPr marL="45720" marR="45720">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r"/>
                      <a:r>
                        <a:rPr lang="en-US" sz="2000" dirty="0">
                          <a:solidFill>
                            <a:srgbClr val="3C454F"/>
                          </a:solidFill>
                        </a:rPr>
                        <a:t>0.04</a:t>
                      </a:r>
                    </a:p>
                  </a:txBody>
                  <a:tcPr marL="45720" marR="45720">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US" sz="2000" dirty="0">
                          <a:solidFill>
                            <a:srgbClr val="3C454F"/>
                          </a:solidFill>
                        </a:rPr>
                        <a:t>Down 30</a:t>
                      </a:r>
                      <a:r>
                        <a:rPr lang="en-US" sz="2000" baseline="0" dirty="0">
                          <a:solidFill>
                            <a:srgbClr val="3C454F"/>
                          </a:solidFill>
                        </a:rPr>
                        <a:t> seconds per year</a:t>
                      </a:r>
                      <a:endParaRPr lang="en-US" sz="2000" dirty="0">
                        <a:solidFill>
                          <a:srgbClr val="3C454F"/>
                        </a:solidFill>
                      </a:endParaRPr>
                    </a:p>
                  </a:txBody>
                  <a:tcPr marL="45720" marR="45720">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2000" dirty="0">
                        <a:solidFill>
                          <a:srgbClr val="3C454F"/>
                        </a:solidFill>
                      </a:endParaRPr>
                    </a:p>
                  </a:txBody>
                  <a:tcPr marL="45720" marR="45720">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2"/>
                  </a:ext>
                </a:extLst>
              </a:tr>
              <a:tr h="460827">
                <a:tc>
                  <a:txBody>
                    <a:bodyPr/>
                    <a:lstStyle/>
                    <a:p>
                      <a:pPr algn="r"/>
                      <a:r>
                        <a:rPr lang="en-US" sz="2000" dirty="0">
                          <a:solidFill>
                            <a:srgbClr val="3C454F"/>
                          </a:solidFill>
                        </a:rPr>
                        <a:t>99.99999</a:t>
                      </a:r>
                    </a:p>
                  </a:txBody>
                  <a:tcPr marL="45720" marR="45720">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US" sz="2000" dirty="0">
                          <a:solidFill>
                            <a:srgbClr val="3C454F"/>
                          </a:solidFill>
                        </a:rPr>
                        <a:t>Ultra availability</a:t>
                      </a:r>
                    </a:p>
                  </a:txBody>
                  <a:tcPr marL="45720" marR="45720">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r"/>
                      <a:r>
                        <a:rPr lang="en-US" sz="2000" dirty="0">
                          <a:solidFill>
                            <a:srgbClr val="3C454F"/>
                          </a:solidFill>
                        </a:rPr>
                        <a:t>0.05</a:t>
                      </a:r>
                    </a:p>
                  </a:txBody>
                  <a:tcPr marL="45720" marR="45720">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r"/>
                      <a:r>
                        <a:rPr lang="en-US" sz="2000" dirty="0">
                          <a:solidFill>
                            <a:srgbClr val="3C454F"/>
                          </a:solidFill>
                        </a:rPr>
                        <a:t>0.01</a:t>
                      </a:r>
                    </a:p>
                  </a:txBody>
                  <a:tcPr marL="45720" marR="45720">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r"/>
                      <a:r>
                        <a:rPr lang="en-US" sz="2000" dirty="0">
                          <a:solidFill>
                            <a:srgbClr val="3C454F"/>
                          </a:solidFill>
                        </a:rPr>
                        <a:t>-</a:t>
                      </a:r>
                    </a:p>
                  </a:txBody>
                  <a:tcPr marL="45720" marR="45720">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US" sz="2000" dirty="0">
                          <a:solidFill>
                            <a:srgbClr val="3C454F"/>
                          </a:solidFill>
                        </a:rPr>
                        <a:t>Down 3 seconds per year</a:t>
                      </a:r>
                    </a:p>
                  </a:txBody>
                  <a:tcPr marL="45720" marR="45720">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US" sz="2000" dirty="0">
                          <a:solidFill>
                            <a:srgbClr val="3C454F"/>
                          </a:solidFill>
                        </a:rPr>
                        <a:t>SAFETY CRITICAL</a:t>
                      </a:r>
                    </a:p>
                  </a:txBody>
                  <a:tcPr marL="45720" marR="45720">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3"/>
                  </a:ext>
                </a:extLst>
              </a:tr>
            </a:tbl>
          </a:graphicData>
        </a:graphic>
      </p:graphicFrame>
      <p:sp>
        <p:nvSpPr>
          <p:cNvPr id="8" name="TextBox 7"/>
          <p:cNvSpPr txBox="1"/>
          <p:nvPr/>
        </p:nvSpPr>
        <p:spPr>
          <a:xfrm>
            <a:off x="598120" y="6256216"/>
            <a:ext cx="1792863" cy="369332"/>
          </a:xfrm>
          <a:prstGeom prst="rect">
            <a:avLst/>
          </a:prstGeom>
          <a:noFill/>
        </p:spPr>
        <p:txBody>
          <a:bodyPr wrap="none" rtlCol="0">
            <a:spAutoFit/>
          </a:bodyPr>
          <a:lstStyle/>
          <a:p>
            <a:r>
              <a:rPr lang="en-US" dirty="0">
                <a:solidFill>
                  <a:schemeClr val="bg1"/>
                </a:solidFill>
              </a:rPr>
              <a:t>Microsoft Azure</a:t>
            </a:r>
          </a:p>
        </p:txBody>
      </p:sp>
      <p:sp>
        <p:nvSpPr>
          <p:cNvPr id="7" name="TextBox 6"/>
          <p:cNvSpPr txBox="1"/>
          <p:nvPr/>
        </p:nvSpPr>
        <p:spPr>
          <a:xfrm>
            <a:off x="992214" y="5856106"/>
            <a:ext cx="10755086" cy="400110"/>
          </a:xfrm>
          <a:prstGeom prst="rect">
            <a:avLst/>
          </a:prstGeom>
          <a:noFill/>
        </p:spPr>
        <p:txBody>
          <a:bodyPr wrap="square" rtlCol="0">
            <a:spAutoFit/>
          </a:bodyPr>
          <a:lstStyle/>
          <a:p>
            <a:pPr algn="r"/>
            <a:r>
              <a:rPr lang="en-US" altLang="zh-CN" sz="1000" i="1" dirty="0">
                <a:solidFill>
                  <a:schemeClr val="bg1">
                    <a:lumMod val="95000"/>
                  </a:schemeClr>
                </a:solidFill>
              </a:rPr>
              <a:t>From Generic Requirements for Operation Systems Platform Reliability, </a:t>
            </a:r>
            <a:r>
              <a:rPr lang="en-US" altLang="zh-CN" sz="1000" i="1" dirty="0" err="1">
                <a:solidFill>
                  <a:schemeClr val="bg1">
                    <a:lumMod val="95000"/>
                  </a:schemeClr>
                </a:solidFill>
              </a:rPr>
              <a:t>Telcordia</a:t>
            </a:r>
            <a:r>
              <a:rPr lang="en-US" altLang="zh-CN" sz="1000" i="1" dirty="0">
                <a:solidFill>
                  <a:schemeClr val="bg1">
                    <a:lumMod val="95000"/>
                  </a:schemeClr>
                </a:solidFill>
              </a:rPr>
              <a:t> Technologies System Documentation,GR-2841-CORE and </a:t>
            </a:r>
          </a:p>
          <a:p>
            <a:pPr algn="r"/>
            <a:r>
              <a:rPr lang="en-US" altLang="zh-CN" sz="1000" i="1" dirty="0">
                <a:solidFill>
                  <a:schemeClr val="bg1">
                    <a:lumMod val="95000"/>
                  </a:schemeClr>
                </a:solidFill>
              </a:rPr>
              <a:t>Federation Aviation Administration Handbook: Reliability, Maintainability, and Availability (RMA) Handbook, FAA-HDBK-006A, Jan 7, 2008.</a:t>
            </a:r>
            <a:endParaRPr lang="en-US" sz="1000" i="1" dirty="0">
              <a:solidFill>
                <a:schemeClr val="bg1">
                  <a:lumMod val="95000"/>
                </a:schemeClr>
              </a:solidFill>
            </a:endParaRPr>
          </a:p>
        </p:txBody>
      </p:sp>
    </p:spTree>
    <p:extLst>
      <p:ext uri="{BB962C8B-B14F-4D97-AF65-F5344CB8AC3E}">
        <p14:creationId xmlns:p14="http://schemas.microsoft.com/office/powerpoint/2010/main" val="17247182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prstGeom prst="rect">
            <a:avLst/>
          </a:prstGeom>
        </p:spPr>
        <p:txBody>
          <a:bodyPr/>
          <a:lstStyle/>
          <a:p>
            <a:r>
              <a:rPr lang="en-US" dirty="0"/>
              <a:t>Service Level Agreements	</a:t>
            </a:r>
          </a:p>
        </p:txBody>
      </p:sp>
      <p:grpSp>
        <p:nvGrpSpPr>
          <p:cNvPr id="8" name="Group 7"/>
          <p:cNvGrpSpPr/>
          <p:nvPr/>
        </p:nvGrpSpPr>
        <p:grpSpPr>
          <a:xfrm>
            <a:off x="517952" y="1030455"/>
            <a:ext cx="11156097" cy="3393796"/>
            <a:chOff x="745166" y="1899135"/>
            <a:chExt cx="11156097" cy="3393796"/>
          </a:xfrm>
        </p:grpSpPr>
        <p:grpSp>
          <p:nvGrpSpPr>
            <p:cNvPr id="4" name="Group 3"/>
            <p:cNvGrpSpPr/>
            <p:nvPr/>
          </p:nvGrpSpPr>
          <p:grpSpPr bwMode="black">
            <a:xfrm>
              <a:off x="745166" y="1899135"/>
              <a:ext cx="3394886" cy="3393796"/>
              <a:chOff x="3422650" y="3467100"/>
              <a:chExt cx="533400" cy="549275"/>
            </a:xfrm>
            <a:solidFill>
              <a:schemeClr val="accent5"/>
            </a:solidFill>
          </p:grpSpPr>
          <p:sp>
            <p:nvSpPr>
              <p:cNvPr id="5" name="Freeform 82"/>
              <p:cNvSpPr>
                <a:spLocks noEditPoints="1"/>
              </p:cNvSpPr>
              <p:nvPr/>
            </p:nvSpPr>
            <p:spPr bwMode="black">
              <a:xfrm>
                <a:off x="3422650" y="3467100"/>
                <a:ext cx="533400" cy="533400"/>
              </a:xfrm>
              <a:custGeom>
                <a:avLst/>
                <a:gdLst>
                  <a:gd name="T0" fmla="*/ 590 w 2193"/>
                  <a:gd name="T1" fmla="*/ 531 h 2197"/>
                  <a:gd name="T2" fmla="*/ 1140 w 2193"/>
                  <a:gd name="T3" fmla="*/ 364 h 2197"/>
                  <a:gd name="T4" fmla="*/ 1100 w 2193"/>
                  <a:gd name="T5" fmla="*/ 435 h 2197"/>
                  <a:gd name="T6" fmla="*/ 1066 w 2193"/>
                  <a:gd name="T7" fmla="*/ 405 h 2197"/>
                  <a:gd name="T8" fmla="*/ 1025 w 2193"/>
                  <a:gd name="T9" fmla="*/ 503 h 2197"/>
                  <a:gd name="T10" fmla="*/ 951 w 2193"/>
                  <a:gd name="T11" fmla="*/ 405 h 2197"/>
                  <a:gd name="T12" fmla="*/ 992 w 2193"/>
                  <a:gd name="T13" fmla="*/ 503 h 2197"/>
                  <a:gd name="T14" fmla="*/ 877 w 2193"/>
                  <a:gd name="T15" fmla="*/ 364 h 2197"/>
                  <a:gd name="T16" fmla="*/ 917 w 2193"/>
                  <a:gd name="T17" fmla="*/ 544 h 2197"/>
                  <a:gd name="T18" fmla="*/ 802 w 2193"/>
                  <a:gd name="T19" fmla="*/ 435 h 2197"/>
                  <a:gd name="T20" fmla="*/ 802 w 2193"/>
                  <a:gd name="T21" fmla="*/ 544 h 2197"/>
                  <a:gd name="T22" fmla="*/ 768 w 2193"/>
                  <a:gd name="T23" fmla="*/ 435 h 2197"/>
                  <a:gd name="T24" fmla="*/ 727 w 2193"/>
                  <a:gd name="T25" fmla="*/ 503 h 2197"/>
                  <a:gd name="T26" fmla="*/ 693 w 2193"/>
                  <a:gd name="T27" fmla="*/ 476 h 2197"/>
                  <a:gd name="T28" fmla="*/ 655 w 2193"/>
                  <a:gd name="T29" fmla="*/ 282 h 2197"/>
                  <a:gd name="T30" fmla="*/ 655 w 2193"/>
                  <a:gd name="T31" fmla="*/ 282 h 2197"/>
                  <a:gd name="T32" fmla="*/ 1140 w 2193"/>
                  <a:gd name="T33" fmla="*/ 92 h 2197"/>
                  <a:gd name="T34" fmla="*/ 1100 w 2193"/>
                  <a:gd name="T35" fmla="*/ 191 h 2197"/>
                  <a:gd name="T36" fmla="*/ 1025 w 2193"/>
                  <a:gd name="T37" fmla="*/ 92 h 2197"/>
                  <a:gd name="T38" fmla="*/ 1066 w 2193"/>
                  <a:gd name="T39" fmla="*/ 191 h 2197"/>
                  <a:gd name="T40" fmla="*/ 951 w 2193"/>
                  <a:gd name="T41" fmla="*/ 52 h 2197"/>
                  <a:gd name="T42" fmla="*/ 992 w 2193"/>
                  <a:gd name="T43" fmla="*/ 231 h 2197"/>
                  <a:gd name="T44" fmla="*/ 877 w 2193"/>
                  <a:gd name="T45" fmla="*/ 123 h 2197"/>
                  <a:gd name="T46" fmla="*/ 877 w 2193"/>
                  <a:gd name="T47" fmla="*/ 231 h 2197"/>
                  <a:gd name="T48" fmla="*/ 842 w 2193"/>
                  <a:gd name="T49" fmla="*/ 123 h 2197"/>
                  <a:gd name="T50" fmla="*/ 802 w 2193"/>
                  <a:gd name="T51" fmla="*/ 191 h 2197"/>
                  <a:gd name="T52" fmla="*/ 768 w 2193"/>
                  <a:gd name="T53" fmla="*/ 163 h 2197"/>
                  <a:gd name="T54" fmla="*/ 653 w 2193"/>
                  <a:gd name="T55" fmla="*/ 52 h 2197"/>
                  <a:gd name="T56" fmla="*/ 653 w 2193"/>
                  <a:gd name="T57" fmla="*/ 163 h 2197"/>
                  <a:gd name="T58" fmla="*/ 1315 w 2193"/>
                  <a:gd name="T59" fmla="*/ 2023 h 2197"/>
                  <a:gd name="T60" fmla="*/ 1444 w 2193"/>
                  <a:gd name="T61" fmla="*/ 2179 h 2197"/>
                  <a:gd name="T62" fmla="*/ 1597 w 2193"/>
                  <a:gd name="T63" fmla="*/ 1488 h 2197"/>
                  <a:gd name="T64" fmla="*/ 2182 w 2193"/>
                  <a:gd name="T65" fmla="*/ 1590 h 2197"/>
                  <a:gd name="T66" fmla="*/ 925 w 2193"/>
                  <a:gd name="T67" fmla="*/ 1617 h 2197"/>
                  <a:gd name="T68" fmla="*/ 1137 w 2193"/>
                  <a:gd name="T69" fmla="*/ 1617 h 2197"/>
                  <a:gd name="T70" fmla="*/ 2090 w 2193"/>
                  <a:gd name="T71" fmla="*/ 1142 h 2197"/>
                  <a:gd name="T72" fmla="*/ 1538 w 2193"/>
                  <a:gd name="T73" fmla="*/ 908 h 2197"/>
                  <a:gd name="T74" fmla="*/ 1043 w 2193"/>
                  <a:gd name="T75" fmla="*/ 908 h 2197"/>
                  <a:gd name="T76" fmla="*/ 103 w 2193"/>
                  <a:gd name="T77" fmla="*/ 1377 h 2197"/>
                  <a:gd name="T78" fmla="*/ 1675 w 2193"/>
                  <a:gd name="T79" fmla="*/ 1407 h 2197"/>
                  <a:gd name="T80" fmla="*/ 1268 w 2193"/>
                  <a:gd name="T81" fmla="*/ 1660 h 2197"/>
                  <a:gd name="T82" fmla="*/ 1268 w 2193"/>
                  <a:gd name="T83" fmla="*/ 1660 h 2197"/>
                  <a:gd name="T84" fmla="*/ 1140 w 2193"/>
                  <a:gd name="T85" fmla="*/ 788 h 2197"/>
                  <a:gd name="T86" fmla="*/ 1025 w 2193"/>
                  <a:gd name="T87" fmla="*/ 677 h 2197"/>
                  <a:gd name="T88" fmla="*/ 1025 w 2193"/>
                  <a:gd name="T89" fmla="*/ 788 h 2197"/>
                  <a:gd name="T90" fmla="*/ 653 w 2193"/>
                  <a:gd name="T91" fmla="*/ 788 h 2197"/>
                  <a:gd name="T92" fmla="*/ 693 w 2193"/>
                  <a:gd name="T93" fmla="*/ 717 h 2197"/>
                  <a:gd name="T94" fmla="*/ 727 w 2193"/>
                  <a:gd name="T95" fmla="*/ 748 h 2197"/>
                  <a:gd name="T96" fmla="*/ 842 w 2193"/>
                  <a:gd name="T97" fmla="*/ 856 h 2197"/>
                  <a:gd name="T98" fmla="*/ 842 w 2193"/>
                  <a:gd name="T99" fmla="*/ 748 h 2197"/>
                  <a:gd name="T100" fmla="*/ 877 w 2193"/>
                  <a:gd name="T101" fmla="*/ 856 h 2197"/>
                  <a:gd name="T102" fmla="*/ 917 w 2193"/>
                  <a:gd name="T103" fmla="*/ 788 h 2197"/>
                  <a:gd name="T104" fmla="*/ 951 w 2193"/>
                  <a:gd name="T105" fmla="*/ 816 h 2197"/>
                  <a:gd name="T106" fmla="*/ 992 w 2193"/>
                  <a:gd name="T107" fmla="*/ 717 h 2197"/>
                  <a:gd name="T108" fmla="*/ 1066 w 2193"/>
                  <a:gd name="T109" fmla="*/ 856 h 2197"/>
                  <a:gd name="T110" fmla="*/ 176 w 2193"/>
                  <a:gd name="T111" fmla="*/ 1407 h 2197"/>
                  <a:gd name="T112" fmla="*/ 0 w 2193"/>
                  <a:gd name="T113" fmla="*/ 1622 h 21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2193" h="2197">
                    <a:moveTo>
                      <a:pt x="655" y="595"/>
                    </a:moveTo>
                    <a:cubicBezTo>
                      <a:pt x="1538" y="595"/>
                      <a:pt x="1538" y="595"/>
                      <a:pt x="1538" y="595"/>
                    </a:cubicBezTo>
                    <a:cubicBezTo>
                      <a:pt x="1574" y="595"/>
                      <a:pt x="1603" y="566"/>
                      <a:pt x="1603" y="531"/>
                    </a:cubicBezTo>
                    <a:cubicBezTo>
                      <a:pt x="1603" y="377"/>
                      <a:pt x="1603" y="377"/>
                      <a:pt x="1603" y="377"/>
                    </a:cubicBezTo>
                    <a:cubicBezTo>
                      <a:pt x="1603" y="342"/>
                      <a:pt x="1574" y="313"/>
                      <a:pt x="1538" y="313"/>
                    </a:cubicBezTo>
                    <a:cubicBezTo>
                      <a:pt x="655" y="313"/>
                      <a:pt x="655" y="313"/>
                      <a:pt x="655" y="313"/>
                    </a:cubicBezTo>
                    <a:cubicBezTo>
                      <a:pt x="619" y="313"/>
                      <a:pt x="590" y="342"/>
                      <a:pt x="590" y="377"/>
                    </a:cubicBezTo>
                    <a:cubicBezTo>
                      <a:pt x="590" y="531"/>
                      <a:pt x="590" y="531"/>
                      <a:pt x="590" y="531"/>
                    </a:cubicBezTo>
                    <a:cubicBezTo>
                      <a:pt x="590" y="566"/>
                      <a:pt x="619" y="595"/>
                      <a:pt x="655" y="595"/>
                    </a:cubicBezTo>
                    <a:close/>
                    <a:moveTo>
                      <a:pt x="1464" y="403"/>
                    </a:moveTo>
                    <a:cubicBezTo>
                      <a:pt x="1492" y="403"/>
                      <a:pt x="1515" y="426"/>
                      <a:pt x="1515" y="454"/>
                    </a:cubicBezTo>
                    <a:cubicBezTo>
                      <a:pt x="1515" y="482"/>
                      <a:pt x="1492" y="505"/>
                      <a:pt x="1464" y="505"/>
                    </a:cubicBezTo>
                    <a:cubicBezTo>
                      <a:pt x="1436" y="505"/>
                      <a:pt x="1413" y="482"/>
                      <a:pt x="1413" y="454"/>
                    </a:cubicBezTo>
                    <a:cubicBezTo>
                      <a:pt x="1413" y="426"/>
                      <a:pt x="1436" y="403"/>
                      <a:pt x="1464" y="403"/>
                    </a:cubicBezTo>
                    <a:close/>
                    <a:moveTo>
                      <a:pt x="1100" y="364"/>
                    </a:moveTo>
                    <a:cubicBezTo>
                      <a:pt x="1140" y="364"/>
                      <a:pt x="1140" y="364"/>
                      <a:pt x="1140" y="364"/>
                    </a:cubicBezTo>
                    <a:cubicBezTo>
                      <a:pt x="1140" y="405"/>
                      <a:pt x="1140" y="405"/>
                      <a:pt x="1140" y="405"/>
                    </a:cubicBezTo>
                    <a:cubicBezTo>
                      <a:pt x="1100" y="405"/>
                      <a:pt x="1100" y="405"/>
                      <a:pt x="1100" y="405"/>
                    </a:cubicBezTo>
                    <a:lnTo>
                      <a:pt x="1100" y="364"/>
                    </a:lnTo>
                    <a:close/>
                    <a:moveTo>
                      <a:pt x="1100" y="435"/>
                    </a:moveTo>
                    <a:cubicBezTo>
                      <a:pt x="1140" y="435"/>
                      <a:pt x="1140" y="435"/>
                      <a:pt x="1140" y="435"/>
                    </a:cubicBezTo>
                    <a:cubicBezTo>
                      <a:pt x="1140" y="476"/>
                      <a:pt x="1140" y="476"/>
                      <a:pt x="1140" y="476"/>
                    </a:cubicBezTo>
                    <a:cubicBezTo>
                      <a:pt x="1100" y="476"/>
                      <a:pt x="1100" y="476"/>
                      <a:pt x="1100" y="476"/>
                    </a:cubicBezTo>
                    <a:lnTo>
                      <a:pt x="1100" y="435"/>
                    </a:lnTo>
                    <a:close/>
                    <a:moveTo>
                      <a:pt x="1100" y="503"/>
                    </a:moveTo>
                    <a:cubicBezTo>
                      <a:pt x="1140" y="503"/>
                      <a:pt x="1140" y="503"/>
                      <a:pt x="1140" y="503"/>
                    </a:cubicBezTo>
                    <a:cubicBezTo>
                      <a:pt x="1140" y="544"/>
                      <a:pt x="1140" y="544"/>
                      <a:pt x="1140" y="544"/>
                    </a:cubicBezTo>
                    <a:cubicBezTo>
                      <a:pt x="1100" y="544"/>
                      <a:pt x="1100" y="544"/>
                      <a:pt x="1100" y="544"/>
                    </a:cubicBezTo>
                    <a:lnTo>
                      <a:pt x="1100" y="503"/>
                    </a:lnTo>
                    <a:close/>
                    <a:moveTo>
                      <a:pt x="1025" y="364"/>
                    </a:moveTo>
                    <a:cubicBezTo>
                      <a:pt x="1066" y="364"/>
                      <a:pt x="1066" y="364"/>
                      <a:pt x="1066" y="364"/>
                    </a:cubicBezTo>
                    <a:cubicBezTo>
                      <a:pt x="1066" y="405"/>
                      <a:pt x="1066" y="405"/>
                      <a:pt x="1066" y="405"/>
                    </a:cubicBezTo>
                    <a:cubicBezTo>
                      <a:pt x="1025" y="405"/>
                      <a:pt x="1025" y="405"/>
                      <a:pt x="1025" y="405"/>
                    </a:cubicBezTo>
                    <a:lnTo>
                      <a:pt x="1025" y="364"/>
                    </a:lnTo>
                    <a:close/>
                    <a:moveTo>
                      <a:pt x="1025" y="435"/>
                    </a:moveTo>
                    <a:cubicBezTo>
                      <a:pt x="1066" y="435"/>
                      <a:pt x="1066" y="435"/>
                      <a:pt x="1066" y="435"/>
                    </a:cubicBezTo>
                    <a:cubicBezTo>
                      <a:pt x="1066" y="476"/>
                      <a:pt x="1066" y="476"/>
                      <a:pt x="1066" y="476"/>
                    </a:cubicBezTo>
                    <a:cubicBezTo>
                      <a:pt x="1025" y="476"/>
                      <a:pt x="1025" y="476"/>
                      <a:pt x="1025" y="476"/>
                    </a:cubicBezTo>
                    <a:lnTo>
                      <a:pt x="1025" y="435"/>
                    </a:lnTo>
                    <a:close/>
                    <a:moveTo>
                      <a:pt x="1025" y="503"/>
                    </a:moveTo>
                    <a:cubicBezTo>
                      <a:pt x="1066" y="503"/>
                      <a:pt x="1066" y="503"/>
                      <a:pt x="1066" y="503"/>
                    </a:cubicBezTo>
                    <a:cubicBezTo>
                      <a:pt x="1066" y="544"/>
                      <a:pt x="1066" y="544"/>
                      <a:pt x="1066" y="544"/>
                    </a:cubicBezTo>
                    <a:cubicBezTo>
                      <a:pt x="1025" y="544"/>
                      <a:pt x="1025" y="544"/>
                      <a:pt x="1025" y="544"/>
                    </a:cubicBezTo>
                    <a:lnTo>
                      <a:pt x="1025" y="503"/>
                    </a:lnTo>
                    <a:close/>
                    <a:moveTo>
                      <a:pt x="951" y="364"/>
                    </a:moveTo>
                    <a:cubicBezTo>
                      <a:pt x="992" y="364"/>
                      <a:pt x="992" y="364"/>
                      <a:pt x="992" y="364"/>
                    </a:cubicBezTo>
                    <a:cubicBezTo>
                      <a:pt x="992" y="405"/>
                      <a:pt x="992" y="405"/>
                      <a:pt x="992" y="405"/>
                    </a:cubicBezTo>
                    <a:cubicBezTo>
                      <a:pt x="951" y="405"/>
                      <a:pt x="951" y="405"/>
                      <a:pt x="951" y="405"/>
                    </a:cubicBezTo>
                    <a:lnTo>
                      <a:pt x="951" y="364"/>
                    </a:lnTo>
                    <a:close/>
                    <a:moveTo>
                      <a:pt x="951" y="435"/>
                    </a:moveTo>
                    <a:cubicBezTo>
                      <a:pt x="992" y="435"/>
                      <a:pt x="992" y="435"/>
                      <a:pt x="992" y="435"/>
                    </a:cubicBezTo>
                    <a:cubicBezTo>
                      <a:pt x="992" y="476"/>
                      <a:pt x="992" y="476"/>
                      <a:pt x="992" y="476"/>
                    </a:cubicBezTo>
                    <a:cubicBezTo>
                      <a:pt x="951" y="476"/>
                      <a:pt x="951" y="476"/>
                      <a:pt x="951" y="476"/>
                    </a:cubicBezTo>
                    <a:lnTo>
                      <a:pt x="951" y="435"/>
                    </a:lnTo>
                    <a:close/>
                    <a:moveTo>
                      <a:pt x="951" y="503"/>
                    </a:moveTo>
                    <a:cubicBezTo>
                      <a:pt x="992" y="503"/>
                      <a:pt x="992" y="503"/>
                      <a:pt x="992" y="503"/>
                    </a:cubicBezTo>
                    <a:cubicBezTo>
                      <a:pt x="992" y="544"/>
                      <a:pt x="992" y="544"/>
                      <a:pt x="992" y="544"/>
                    </a:cubicBezTo>
                    <a:cubicBezTo>
                      <a:pt x="951" y="544"/>
                      <a:pt x="951" y="544"/>
                      <a:pt x="951" y="544"/>
                    </a:cubicBezTo>
                    <a:lnTo>
                      <a:pt x="951" y="503"/>
                    </a:lnTo>
                    <a:close/>
                    <a:moveTo>
                      <a:pt x="877" y="364"/>
                    </a:moveTo>
                    <a:cubicBezTo>
                      <a:pt x="917" y="364"/>
                      <a:pt x="917" y="364"/>
                      <a:pt x="917" y="364"/>
                    </a:cubicBezTo>
                    <a:cubicBezTo>
                      <a:pt x="917" y="405"/>
                      <a:pt x="917" y="405"/>
                      <a:pt x="917" y="405"/>
                    </a:cubicBezTo>
                    <a:cubicBezTo>
                      <a:pt x="877" y="405"/>
                      <a:pt x="877" y="405"/>
                      <a:pt x="877" y="405"/>
                    </a:cubicBezTo>
                    <a:lnTo>
                      <a:pt x="877" y="364"/>
                    </a:lnTo>
                    <a:close/>
                    <a:moveTo>
                      <a:pt x="877" y="435"/>
                    </a:moveTo>
                    <a:cubicBezTo>
                      <a:pt x="917" y="435"/>
                      <a:pt x="917" y="435"/>
                      <a:pt x="917" y="435"/>
                    </a:cubicBezTo>
                    <a:cubicBezTo>
                      <a:pt x="917" y="476"/>
                      <a:pt x="917" y="476"/>
                      <a:pt x="917" y="476"/>
                    </a:cubicBezTo>
                    <a:cubicBezTo>
                      <a:pt x="877" y="476"/>
                      <a:pt x="877" y="476"/>
                      <a:pt x="877" y="476"/>
                    </a:cubicBezTo>
                    <a:lnTo>
                      <a:pt x="877" y="435"/>
                    </a:lnTo>
                    <a:close/>
                    <a:moveTo>
                      <a:pt x="877" y="503"/>
                    </a:moveTo>
                    <a:cubicBezTo>
                      <a:pt x="917" y="503"/>
                      <a:pt x="917" y="503"/>
                      <a:pt x="917" y="503"/>
                    </a:cubicBezTo>
                    <a:cubicBezTo>
                      <a:pt x="917" y="544"/>
                      <a:pt x="917" y="544"/>
                      <a:pt x="917" y="544"/>
                    </a:cubicBezTo>
                    <a:cubicBezTo>
                      <a:pt x="877" y="544"/>
                      <a:pt x="877" y="544"/>
                      <a:pt x="877" y="544"/>
                    </a:cubicBezTo>
                    <a:lnTo>
                      <a:pt x="877" y="503"/>
                    </a:lnTo>
                    <a:close/>
                    <a:moveTo>
                      <a:pt x="802" y="364"/>
                    </a:moveTo>
                    <a:cubicBezTo>
                      <a:pt x="842" y="364"/>
                      <a:pt x="842" y="364"/>
                      <a:pt x="842" y="364"/>
                    </a:cubicBezTo>
                    <a:cubicBezTo>
                      <a:pt x="842" y="405"/>
                      <a:pt x="842" y="405"/>
                      <a:pt x="842" y="405"/>
                    </a:cubicBezTo>
                    <a:cubicBezTo>
                      <a:pt x="802" y="405"/>
                      <a:pt x="802" y="405"/>
                      <a:pt x="802" y="405"/>
                    </a:cubicBezTo>
                    <a:lnTo>
                      <a:pt x="802" y="364"/>
                    </a:lnTo>
                    <a:close/>
                    <a:moveTo>
                      <a:pt x="802" y="435"/>
                    </a:moveTo>
                    <a:cubicBezTo>
                      <a:pt x="842" y="435"/>
                      <a:pt x="842" y="435"/>
                      <a:pt x="842" y="435"/>
                    </a:cubicBezTo>
                    <a:cubicBezTo>
                      <a:pt x="842" y="476"/>
                      <a:pt x="842" y="476"/>
                      <a:pt x="842" y="476"/>
                    </a:cubicBezTo>
                    <a:cubicBezTo>
                      <a:pt x="802" y="476"/>
                      <a:pt x="802" y="476"/>
                      <a:pt x="802" y="476"/>
                    </a:cubicBezTo>
                    <a:lnTo>
                      <a:pt x="802" y="435"/>
                    </a:lnTo>
                    <a:close/>
                    <a:moveTo>
                      <a:pt x="802" y="503"/>
                    </a:moveTo>
                    <a:cubicBezTo>
                      <a:pt x="842" y="503"/>
                      <a:pt x="842" y="503"/>
                      <a:pt x="842" y="503"/>
                    </a:cubicBezTo>
                    <a:cubicBezTo>
                      <a:pt x="842" y="544"/>
                      <a:pt x="842" y="544"/>
                      <a:pt x="842" y="544"/>
                    </a:cubicBezTo>
                    <a:cubicBezTo>
                      <a:pt x="802" y="544"/>
                      <a:pt x="802" y="544"/>
                      <a:pt x="802" y="544"/>
                    </a:cubicBezTo>
                    <a:lnTo>
                      <a:pt x="802" y="503"/>
                    </a:lnTo>
                    <a:close/>
                    <a:moveTo>
                      <a:pt x="727" y="364"/>
                    </a:moveTo>
                    <a:cubicBezTo>
                      <a:pt x="768" y="364"/>
                      <a:pt x="768" y="364"/>
                      <a:pt x="768" y="364"/>
                    </a:cubicBezTo>
                    <a:cubicBezTo>
                      <a:pt x="768" y="405"/>
                      <a:pt x="768" y="405"/>
                      <a:pt x="768" y="405"/>
                    </a:cubicBezTo>
                    <a:cubicBezTo>
                      <a:pt x="727" y="405"/>
                      <a:pt x="727" y="405"/>
                      <a:pt x="727" y="405"/>
                    </a:cubicBezTo>
                    <a:lnTo>
                      <a:pt x="727" y="364"/>
                    </a:lnTo>
                    <a:close/>
                    <a:moveTo>
                      <a:pt x="727" y="435"/>
                    </a:moveTo>
                    <a:cubicBezTo>
                      <a:pt x="768" y="435"/>
                      <a:pt x="768" y="435"/>
                      <a:pt x="768" y="435"/>
                    </a:cubicBezTo>
                    <a:cubicBezTo>
                      <a:pt x="768" y="476"/>
                      <a:pt x="768" y="476"/>
                      <a:pt x="768" y="476"/>
                    </a:cubicBezTo>
                    <a:cubicBezTo>
                      <a:pt x="727" y="476"/>
                      <a:pt x="727" y="476"/>
                      <a:pt x="727" y="476"/>
                    </a:cubicBezTo>
                    <a:lnTo>
                      <a:pt x="727" y="435"/>
                    </a:lnTo>
                    <a:close/>
                    <a:moveTo>
                      <a:pt x="727" y="503"/>
                    </a:moveTo>
                    <a:cubicBezTo>
                      <a:pt x="768" y="503"/>
                      <a:pt x="768" y="503"/>
                      <a:pt x="768" y="503"/>
                    </a:cubicBezTo>
                    <a:cubicBezTo>
                      <a:pt x="768" y="544"/>
                      <a:pt x="768" y="544"/>
                      <a:pt x="768" y="544"/>
                    </a:cubicBezTo>
                    <a:cubicBezTo>
                      <a:pt x="727" y="544"/>
                      <a:pt x="727" y="544"/>
                      <a:pt x="727" y="544"/>
                    </a:cubicBezTo>
                    <a:lnTo>
                      <a:pt x="727" y="503"/>
                    </a:lnTo>
                    <a:close/>
                    <a:moveTo>
                      <a:pt x="653" y="364"/>
                    </a:moveTo>
                    <a:cubicBezTo>
                      <a:pt x="693" y="364"/>
                      <a:pt x="693" y="364"/>
                      <a:pt x="693" y="364"/>
                    </a:cubicBezTo>
                    <a:cubicBezTo>
                      <a:pt x="693" y="405"/>
                      <a:pt x="693" y="405"/>
                      <a:pt x="693" y="405"/>
                    </a:cubicBezTo>
                    <a:cubicBezTo>
                      <a:pt x="653" y="405"/>
                      <a:pt x="653" y="405"/>
                      <a:pt x="653" y="405"/>
                    </a:cubicBezTo>
                    <a:lnTo>
                      <a:pt x="653" y="364"/>
                    </a:lnTo>
                    <a:close/>
                    <a:moveTo>
                      <a:pt x="653" y="435"/>
                    </a:moveTo>
                    <a:cubicBezTo>
                      <a:pt x="693" y="435"/>
                      <a:pt x="693" y="435"/>
                      <a:pt x="693" y="435"/>
                    </a:cubicBezTo>
                    <a:cubicBezTo>
                      <a:pt x="693" y="476"/>
                      <a:pt x="693" y="476"/>
                      <a:pt x="693" y="476"/>
                    </a:cubicBezTo>
                    <a:cubicBezTo>
                      <a:pt x="653" y="476"/>
                      <a:pt x="653" y="476"/>
                      <a:pt x="653" y="476"/>
                    </a:cubicBezTo>
                    <a:lnTo>
                      <a:pt x="653" y="435"/>
                    </a:lnTo>
                    <a:close/>
                    <a:moveTo>
                      <a:pt x="653" y="503"/>
                    </a:moveTo>
                    <a:cubicBezTo>
                      <a:pt x="693" y="503"/>
                      <a:pt x="693" y="503"/>
                      <a:pt x="693" y="503"/>
                    </a:cubicBezTo>
                    <a:cubicBezTo>
                      <a:pt x="693" y="544"/>
                      <a:pt x="693" y="544"/>
                      <a:pt x="693" y="544"/>
                    </a:cubicBezTo>
                    <a:cubicBezTo>
                      <a:pt x="653" y="544"/>
                      <a:pt x="653" y="544"/>
                      <a:pt x="653" y="544"/>
                    </a:cubicBezTo>
                    <a:lnTo>
                      <a:pt x="653" y="503"/>
                    </a:lnTo>
                    <a:close/>
                    <a:moveTo>
                      <a:pt x="655" y="282"/>
                    </a:moveTo>
                    <a:cubicBezTo>
                      <a:pt x="1538" y="282"/>
                      <a:pt x="1538" y="282"/>
                      <a:pt x="1538" y="282"/>
                    </a:cubicBezTo>
                    <a:cubicBezTo>
                      <a:pt x="1574" y="282"/>
                      <a:pt x="1603" y="254"/>
                      <a:pt x="1603" y="218"/>
                    </a:cubicBezTo>
                    <a:cubicBezTo>
                      <a:pt x="1603" y="65"/>
                      <a:pt x="1603" y="65"/>
                      <a:pt x="1603" y="65"/>
                    </a:cubicBezTo>
                    <a:cubicBezTo>
                      <a:pt x="1603" y="29"/>
                      <a:pt x="1574" y="0"/>
                      <a:pt x="1538" y="0"/>
                    </a:cubicBezTo>
                    <a:cubicBezTo>
                      <a:pt x="655" y="0"/>
                      <a:pt x="655" y="0"/>
                      <a:pt x="655" y="0"/>
                    </a:cubicBezTo>
                    <a:cubicBezTo>
                      <a:pt x="619" y="0"/>
                      <a:pt x="590" y="29"/>
                      <a:pt x="590" y="65"/>
                    </a:cubicBezTo>
                    <a:cubicBezTo>
                      <a:pt x="590" y="218"/>
                      <a:pt x="590" y="218"/>
                      <a:pt x="590" y="218"/>
                    </a:cubicBezTo>
                    <a:cubicBezTo>
                      <a:pt x="590" y="254"/>
                      <a:pt x="619" y="282"/>
                      <a:pt x="655" y="282"/>
                    </a:cubicBezTo>
                    <a:close/>
                    <a:moveTo>
                      <a:pt x="1464" y="90"/>
                    </a:moveTo>
                    <a:cubicBezTo>
                      <a:pt x="1492" y="90"/>
                      <a:pt x="1515" y="113"/>
                      <a:pt x="1515" y="141"/>
                    </a:cubicBezTo>
                    <a:cubicBezTo>
                      <a:pt x="1515" y="170"/>
                      <a:pt x="1492" y="192"/>
                      <a:pt x="1464" y="192"/>
                    </a:cubicBezTo>
                    <a:cubicBezTo>
                      <a:pt x="1436" y="192"/>
                      <a:pt x="1413" y="170"/>
                      <a:pt x="1413" y="141"/>
                    </a:cubicBezTo>
                    <a:cubicBezTo>
                      <a:pt x="1413" y="113"/>
                      <a:pt x="1436" y="90"/>
                      <a:pt x="1464" y="90"/>
                    </a:cubicBezTo>
                    <a:close/>
                    <a:moveTo>
                      <a:pt x="1100" y="52"/>
                    </a:moveTo>
                    <a:cubicBezTo>
                      <a:pt x="1140" y="52"/>
                      <a:pt x="1140" y="52"/>
                      <a:pt x="1140" y="52"/>
                    </a:cubicBezTo>
                    <a:cubicBezTo>
                      <a:pt x="1140" y="92"/>
                      <a:pt x="1140" y="92"/>
                      <a:pt x="1140" y="92"/>
                    </a:cubicBezTo>
                    <a:cubicBezTo>
                      <a:pt x="1100" y="92"/>
                      <a:pt x="1100" y="92"/>
                      <a:pt x="1100" y="92"/>
                    </a:cubicBezTo>
                    <a:lnTo>
                      <a:pt x="1100" y="52"/>
                    </a:lnTo>
                    <a:close/>
                    <a:moveTo>
                      <a:pt x="1100" y="123"/>
                    </a:moveTo>
                    <a:cubicBezTo>
                      <a:pt x="1140" y="123"/>
                      <a:pt x="1140" y="123"/>
                      <a:pt x="1140" y="123"/>
                    </a:cubicBezTo>
                    <a:cubicBezTo>
                      <a:pt x="1140" y="163"/>
                      <a:pt x="1140" y="163"/>
                      <a:pt x="1140" y="163"/>
                    </a:cubicBezTo>
                    <a:cubicBezTo>
                      <a:pt x="1100" y="163"/>
                      <a:pt x="1100" y="163"/>
                      <a:pt x="1100" y="163"/>
                    </a:cubicBezTo>
                    <a:lnTo>
                      <a:pt x="1100" y="123"/>
                    </a:lnTo>
                    <a:close/>
                    <a:moveTo>
                      <a:pt x="1100" y="191"/>
                    </a:moveTo>
                    <a:cubicBezTo>
                      <a:pt x="1140" y="191"/>
                      <a:pt x="1140" y="191"/>
                      <a:pt x="1140" y="191"/>
                    </a:cubicBezTo>
                    <a:cubicBezTo>
                      <a:pt x="1140" y="231"/>
                      <a:pt x="1140" y="231"/>
                      <a:pt x="1140" y="231"/>
                    </a:cubicBezTo>
                    <a:cubicBezTo>
                      <a:pt x="1100" y="231"/>
                      <a:pt x="1100" y="231"/>
                      <a:pt x="1100" y="231"/>
                    </a:cubicBezTo>
                    <a:lnTo>
                      <a:pt x="1100" y="191"/>
                    </a:lnTo>
                    <a:close/>
                    <a:moveTo>
                      <a:pt x="1025" y="52"/>
                    </a:moveTo>
                    <a:cubicBezTo>
                      <a:pt x="1066" y="52"/>
                      <a:pt x="1066" y="52"/>
                      <a:pt x="1066" y="52"/>
                    </a:cubicBezTo>
                    <a:cubicBezTo>
                      <a:pt x="1066" y="92"/>
                      <a:pt x="1066" y="92"/>
                      <a:pt x="1066" y="92"/>
                    </a:cubicBezTo>
                    <a:cubicBezTo>
                      <a:pt x="1025" y="92"/>
                      <a:pt x="1025" y="92"/>
                      <a:pt x="1025" y="92"/>
                    </a:cubicBezTo>
                    <a:lnTo>
                      <a:pt x="1025" y="52"/>
                    </a:lnTo>
                    <a:close/>
                    <a:moveTo>
                      <a:pt x="1025" y="123"/>
                    </a:moveTo>
                    <a:cubicBezTo>
                      <a:pt x="1066" y="123"/>
                      <a:pt x="1066" y="123"/>
                      <a:pt x="1066" y="123"/>
                    </a:cubicBezTo>
                    <a:cubicBezTo>
                      <a:pt x="1066" y="163"/>
                      <a:pt x="1066" y="163"/>
                      <a:pt x="1066" y="163"/>
                    </a:cubicBezTo>
                    <a:cubicBezTo>
                      <a:pt x="1025" y="163"/>
                      <a:pt x="1025" y="163"/>
                      <a:pt x="1025" y="163"/>
                    </a:cubicBezTo>
                    <a:lnTo>
                      <a:pt x="1025" y="123"/>
                    </a:lnTo>
                    <a:close/>
                    <a:moveTo>
                      <a:pt x="1025" y="191"/>
                    </a:moveTo>
                    <a:cubicBezTo>
                      <a:pt x="1066" y="191"/>
                      <a:pt x="1066" y="191"/>
                      <a:pt x="1066" y="191"/>
                    </a:cubicBezTo>
                    <a:cubicBezTo>
                      <a:pt x="1066" y="231"/>
                      <a:pt x="1066" y="231"/>
                      <a:pt x="1066" y="231"/>
                    </a:cubicBezTo>
                    <a:cubicBezTo>
                      <a:pt x="1025" y="231"/>
                      <a:pt x="1025" y="231"/>
                      <a:pt x="1025" y="231"/>
                    </a:cubicBezTo>
                    <a:lnTo>
                      <a:pt x="1025" y="191"/>
                    </a:lnTo>
                    <a:close/>
                    <a:moveTo>
                      <a:pt x="951" y="52"/>
                    </a:moveTo>
                    <a:cubicBezTo>
                      <a:pt x="992" y="52"/>
                      <a:pt x="992" y="52"/>
                      <a:pt x="992" y="52"/>
                    </a:cubicBezTo>
                    <a:cubicBezTo>
                      <a:pt x="992" y="92"/>
                      <a:pt x="992" y="92"/>
                      <a:pt x="992" y="92"/>
                    </a:cubicBezTo>
                    <a:cubicBezTo>
                      <a:pt x="951" y="92"/>
                      <a:pt x="951" y="92"/>
                      <a:pt x="951" y="92"/>
                    </a:cubicBezTo>
                    <a:lnTo>
                      <a:pt x="951" y="52"/>
                    </a:lnTo>
                    <a:close/>
                    <a:moveTo>
                      <a:pt x="951" y="123"/>
                    </a:moveTo>
                    <a:cubicBezTo>
                      <a:pt x="992" y="123"/>
                      <a:pt x="992" y="123"/>
                      <a:pt x="992" y="123"/>
                    </a:cubicBezTo>
                    <a:cubicBezTo>
                      <a:pt x="992" y="163"/>
                      <a:pt x="992" y="163"/>
                      <a:pt x="992" y="163"/>
                    </a:cubicBezTo>
                    <a:cubicBezTo>
                      <a:pt x="951" y="163"/>
                      <a:pt x="951" y="163"/>
                      <a:pt x="951" y="163"/>
                    </a:cubicBezTo>
                    <a:lnTo>
                      <a:pt x="951" y="123"/>
                    </a:lnTo>
                    <a:close/>
                    <a:moveTo>
                      <a:pt x="951" y="191"/>
                    </a:moveTo>
                    <a:cubicBezTo>
                      <a:pt x="992" y="191"/>
                      <a:pt x="992" y="191"/>
                      <a:pt x="992" y="191"/>
                    </a:cubicBezTo>
                    <a:cubicBezTo>
                      <a:pt x="992" y="231"/>
                      <a:pt x="992" y="231"/>
                      <a:pt x="992" y="231"/>
                    </a:cubicBezTo>
                    <a:cubicBezTo>
                      <a:pt x="951" y="231"/>
                      <a:pt x="951" y="231"/>
                      <a:pt x="951" y="231"/>
                    </a:cubicBezTo>
                    <a:lnTo>
                      <a:pt x="951" y="191"/>
                    </a:lnTo>
                    <a:close/>
                    <a:moveTo>
                      <a:pt x="877" y="52"/>
                    </a:moveTo>
                    <a:cubicBezTo>
                      <a:pt x="917" y="52"/>
                      <a:pt x="917" y="52"/>
                      <a:pt x="917" y="52"/>
                    </a:cubicBezTo>
                    <a:cubicBezTo>
                      <a:pt x="917" y="92"/>
                      <a:pt x="917" y="92"/>
                      <a:pt x="917" y="92"/>
                    </a:cubicBezTo>
                    <a:cubicBezTo>
                      <a:pt x="877" y="92"/>
                      <a:pt x="877" y="92"/>
                      <a:pt x="877" y="92"/>
                    </a:cubicBezTo>
                    <a:lnTo>
                      <a:pt x="877" y="52"/>
                    </a:lnTo>
                    <a:close/>
                    <a:moveTo>
                      <a:pt x="877" y="123"/>
                    </a:moveTo>
                    <a:cubicBezTo>
                      <a:pt x="917" y="123"/>
                      <a:pt x="917" y="123"/>
                      <a:pt x="917" y="123"/>
                    </a:cubicBezTo>
                    <a:cubicBezTo>
                      <a:pt x="917" y="163"/>
                      <a:pt x="917" y="163"/>
                      <a:pt x="917" y="163"/>
                    </a:cubicBezTo>
                    <a:cubicBezTo>
                      <a:pt x="877" y="163"/>
                      <a:pt x="877" y="163"/>
                      <a:pt x="877" y="163"/>
                    </a:cubicBezTo>
                    <a:lnTo>
                      <a:pt x="877" y="123"/>
                    </a:lnTo>
                    <a:close/>
                    <a:moveTo>
                      <a:pt x="877" y="191"/>
                    </a:moveTo>
                    <a:cubicBezTo>
                      <a:pt x="917" y="191"/>
                      <a:pt x="917" y="191"/>
                      <a:pt x="917" y="191"/>
                    </a:cubicBezTo>
                    <a:cubicBezTo>
                      <a:pt x="917" y="231"/>
                      <a:pt x="917" y="231"/>
                      <a:pt x="917" y="231"/>
                    </a:cubicBezTo>
                    <a:cubicBezTo>
                      <a:pt x="877" y="231"/>
                      <a:pt x="877" y="231"/>
                      <a:pt x="877" y="231"/>
                    </a:cubicBezTo>
                    <a:lnTo>
                      <a:pt x="877" y="191"/>
                    </a:lnTo>
                    <a:close/>
                    <a:moveTo>
                      <a:pt x="802" y="52"/>
                    </a:moveTo>
                    <a:cubicBezTo>
                      <a:pt x="842" y="52"/>
                      <a:pt x="842" y="52"/>
                      <a:pt x="842" y="52"/>
                    </a:cubicBezTo>
                    <a:cubicBezTo>
                      <a:pt x="842" y="92"/>
                      <a:pt x="842" y="92"/>
                      <a:pt x="842" y="92"/>
                    </a:cubicBezTo>
                    <a:cubicBezTo>
                      <a:pt x="802" y="92"/>
                      <a:pt x="802" y="92"/>
                      <a:pt x="802" y="92"/>
                    </a:cubicBezTo>
                    <a:lnTo>
                      <a:pt x="802" y="52"/>
                    </a:lnTo>
                    <a:close/>
                    <a:moveTo>
                      <a:pt x="802" y="123"/>
                    </a:moveTo>
                    <a:cubicBezTo>
                      <a:pt x="842" y="123"/>
                      <a:pt x="842" y="123"/>
                      <a:pt x="842" y="123"/>
                    </a:cubicBezTo>
                    <a:cubicBezTo>
                      <a:pt x="842" y="163"/>
                      <a:pt x="842" y="163"/>
                      <a:pt x="842" y="163"/>
                    </a:cubicBezTo>
                    <a:cubicBezTo>
                      <a:pt x="802" y="163"/>
                      <a:pt x="802" y="163"/>
                      <a:pt x="802" y="163"/>
                    </a:cubicBezTo>
                    <a:lnTo>
                      <a:pt x="802" y="123"/>
                    </a:lnTo>
                    <a:close/>
                    <a:moveTo>
                      <a:pt x="802" y="191"/>
                    </a:moveTo>
                    <a:cubicBezTo>
                      <a:pt x="842" y="191"/>
                      <a:pt x="842" y="191"/>
                      <a:pt x="842" y="191"/>
                    </a:cubicBezTo>
                    <a:cubicBezTo>
                      <a:pt x="842" y="231"/>
                      <a:pt x="842" y="231"/>
                      <a:pt x="842" y="231"/>
                    </a:cubicBezTo>
                    <a:cubicBezTo>
                      <a:pt x="802" y="231"/>
                      <a:pt x="802" y="231"/>
                      <a:pt x="802" y="231"/>
                    </a:cubicBezTo>
                    <a:lnTo>
                      <a:pt x="802" y="191"/>
                    </a:lnTo>
                    <a:close/>
                    <a:moveTo>
                      <a:pt x="727" y="52"/>
                    </a:moveTo>
                    <a:cubicBezTo>
                      <a:pt x="768" y="52"/>
                      <a:pt x="768" y="52"/>
                      <a:pt x="768" y="52"/>
                    </a:cubicBezTo>
                    <a:cubicBezTo>
                      <a:pt x="768" y="92"/>
                      <a:pt x="768" y="92"/>
                      <a:pt x="768" y="92"/>
                    </a:cubicBezTo>
                    <a:cubicBezTo>
                      <a:pt x="727" y="92"/>
                      <a:pt x="727" y="92"/>
                      <a:pt x="727" y="92"/>
                    </a:cubicBezTo>
                    <a:lnTo>
                      <a:pt x="727" y="52"/>
                    </a:lnTo>
                    <a:close/>
                    <a:moveTo>
                      <a:pt x="727" y="123"/>
                    </a:moveTo>
                    <a:cubicBezTo>
                      <a:pt x="768" y="123"/>
                      <a:pt x="768" y="123"/>
                      <a:pt x="768" y="123"/>
                    </a:cubicBezTo>
                    <a:cubicBezTo>
                      <a:pt x="768" y="163"/>
                      <a:pt x="768" y="163"/>
                      <a:pt x="768" y="163"/>
                    </a:cubicBezTo>
                    <a:cubicBezTo>
                      <a:pt x="727" y="163"/>
                      <a:pt x="727" y="163"/>
                      <a:pt x="727" y="163"/>
                    </a:cubicBezTo>
                    <a:lnTo>
                      <a:pt x="727" y="123"/>
                    </a:lnTo>
                    <a:close/>
                    <a:moveTo>
                      <a:pt x="727" y="191"/>
                    </a:moveTo>
                    <a:cubicBezTo>
                      <a:pt x="768" y="191"/>
                      <a:pt x="768" y="191"/>
                      <a:pt x="768" y="191"/>
                    </a:cubicBezTo>
                    <a:cubicBezTo>
                      <a:pt x="768" y="231"/>
                      <a:pt x="768" y="231"/>
                      <a:pt x="768" y="231"/>
                    </a:cubicBezTo>
                    <a:cubicBezTo>
                      <a:pt x="727" y="231"/>
                      <a:pt x="727" y="231"/>
                      <a:pt x="727" y="231"/>
                    </a:cubicBezTo>
                    <a:lnTo>
                      <a:pt x="727" y="191"/>
                    </a:lnTo>
                    <a:close/>
                    <a:moveTo>
                      <a:pt x="653" y="52"/>
                    </a:moveTo>
                    <a:cubicBezTo>
                      <a:pt x="693" y="52"/>
                      <a:pt x="693" y="52"/>
                      <a:pt x="693" y="52"/>
                    </a:cubicBezTo>
                    <a:cubicBezTo>
                      <a:pt x="693" y="92"/>
                      <a:pt x="693" y="92"/>
                      <a:pt x="693" y="92"/>
                    </a:cubicBezTo>
                    <a:cubicBezTo>
                      <a:pt x="653" y="92"/>
                      <a:pt x="653" y="92"/>
                      <a:pt x="653" y="92"/>
                    </a:cubicBezTo>
                    <a:lnTo>
                      <a:pt x="653" y="52"/>
                    </a:lnTo>
                    <a:close/>
                    <a:moveTo>
                      <a:pt x="653" y="123"/>
                    </a:moveTo>
                    <a:cubicBezTo>
                      <a:pt x="693" y="123"/>
                      <a:pt x="693" y="123"/>
                      <a:pt x="693" y="123"/>
                    </a:cubicBezTo>
                    <a:cubicBezTo>
                      <a:pt x="693" y="163"/>
                      <a:pt x="693" y="163"/>
                      <a:pt x="693" y="163"/>
                    </a:cubicBezTo>
                    <a:cubicBezTo>
                      <a:pt x="653" y="163"/>
                      <a:pt x="653" y="163"/>
                      <a:pt x="653" y="163"/>
                    </a:cubicBezTo>
                    <a:lnTo>
                      <a:pt x="653" y="123"/>
                    </a:lnTo>
                    <a:close/>
                    <a:moveTo>
                      <a:pt x="653" y="191"/>
                    </a:moveTo>
                    <a:cubicBezTo>
                      <a:pt x="693" y="191"/>
                      <a:pt x="693" y="191"/>
                      <a:pt x="693" y="191"/>
                    </a:cubicBezTo>
                    <a:cubicBezTo>
                      <a:pt x="693" y="231"/>
                      <a:pt x="693" y="231"/>
                      <a:pt x="693" y="231"/>
                    </a:cubicBezTo>
                    <a:cubicBezTo>
                      <a:pt x="653" y="231"/>
                      <a:pt x="653" y="231"/>
                      <a:pt x="653" y="231"/>
                    </a:cubicBezTo>
                    <a:lnTo>
                      <a:pt x="653" y="191"/>
                    </a:lnTo>
                    <a:close/>
                    <a:moveTo>
                      <a:pt x="1345" y="2036"/>
                    </a:moveTo>
                    <a:cubicBezTo>
                      <a:pt x="1339" y="2029"/>
                      <a:pt x="1325" y="2023"/>
                      <a:pt x="1315" y="2023"/>
                    </a:cubicBezTo>
                    <a:cubicBezTo>
                      <a:pt x="878" y="2023"/>
                      <a:pt x="878" y="2023"/>
                      <a:pt x="878" y="2023"/>
                    </a:cubicBezTo>
                    <a:cubicBezTo>
                      <a:pt x="868" y="2023"/>
                      <a:pt x="855" y="2029"/>
                      <a:pt x="848" y="2036"/>
                    </a:cubicBezTo>
                    <a:cubicBezTo>
                      <a:pt x="761" y="2138"/>
                      <a:pt x="761" y="2138"/>
                      <a:pt x="761" y="2138"/>
                    </a:cubicBezTo>
                    <a:cubicBezTo>
                      <a:pt x="755" y="2146"/>
                      <a:pt x="749" y="2160"/>
                      <a:pt x="749" y="2170"/>
                    </a:cubicBezTo>
                    <a:cubicBezTo>
                      <a:pt x="749" y="2179"/>
                      <a:pt x="749" y="2179"/>
                      <a:pt x="749" y="2179"/>
                    </a:cubicBezTo>
                    <a:cubicBezTo>
                      <a:pt x="749" y="2189"/>
                      <a:pt x="757" y="2197"/>
                      <a:pt x="767" y="2197"/>
                    </a:cubicBezTo>
                    <a:cubicBezTo>
                      <a:pt x="1426" y="2197"/>
                      <a:pt x="1426" y="2197"/>
                      <a:pt x="1426" y="2197"/>
                    </a:cubicBezTo>
                    <a:cubicBezTo>
                      <a:pt x="1436" y="2197"/>
                      <a:pt x="1444" y="2189"/>
                      <a:pt x="1444" y="2179"/>
                    </a:cubicBezTo>
                    <a:cubicBezTo>
                      <a:pt x="1444" y="2170"/>
                      <a:pt x="1444" y="2170"/>
                      <a:pt x="1444" y="2170"/>
                    </a:cubicBezTo>
                    <a:cubicBezTo>
                      <a:pt x="1444" y="2160"/>
                      <a:pt x="1439" y="2146"/>
                      <a:pt x="1432" y="2138"/>
                    </a:cubicBezTo>
                    <a:lnTo>
                      <a:pt x="1345" y="2036"/>
                    </a:lnTo>
                    <a:close/>
                    <a:moveTo>
                      <a:pt x="2182" y="1590"/>
                    </a:moveTo>
                    <a:cubicBezTo>
                      <a:pt x="2095" y="1488"/>
                      <a:pt x="2095" y="1488"/>
                      <a:pt x="2095" y="1488"/>
                    </a:cubicBezTo>
                    <a:cubicBezTo>
                      <a:pt x="2088" y="1480"/>
                      <a:pt x="2075" y="1474"/>
                      <a:pt x="2065" y="1474"/>
                    </a:cubicBezTo>
                    <a:cubicBezTo>
                      <a:pt x="1627" y="1474"/>
                      <a:pt x="1627" y="1474"/>
                      <a:pt x="1627" y="1474"/>
                    </a:cubicBezTo>
                    <a:cubicBezTo>
                      <a:pt x="1617" y="1474"/>
                      <a:pt x="1604" y="1480"/>
                      <a:pt x="1597" y="1488"/>
                    </a:cubicBezTo>
                    <a:cubicBezTo>
                      <a:pt x="1510" y="1590"/>
                      <a:pt x="1510" y="1590"/>
                      <a:pt x="1510" y="1590"/>
                    </a:cubicBezTo>
                    <a:cubicBezTo>
                      <a:pt x="1504" y="1598"/>
                      <a:pt x="1499" y="1612"/>
                      <a:pt x="1499" y="1622"/>
                    </a:cubicBezTo>
                    <a:cubicBezTo>
                      <a:pt x="1499" y="1630"/>
                      <a:pt x="1499" y="1630"/>
                      <a:pt x="1499" y="1630"/>
                    </a:cubicBezTo>
                    <a:cubicBezTo>
                      <a:pt x="1499" y="1640"/>
                      <a:pt x="1507" y="1649"/>
                      <a:pt x="1517" y="1649"/>
                    </a:cubicBezTo>
                    <a:cubicBezTo>
                      <a:pt x="2175" y="1649"/>
                      <a:pt x="2175" y="1649"/>
                      <a:pt x="2175" y="1649"/>
                    </a:cubicBezTo>
                    <a:cubicBezTo>
                      <a:pt x="2185" y="1649"/>
                      <a:pt x="2193" y="1640"/>
                      <a:pt x="2193" y="1630"/>
                    </a:cubicBezTo>
                    <a:cubicBezTo>
                      <a:pt x="2193" y="1622"/>
                      <a:pt x="2193" y="1622"/>
                      <a:pt x="2193" y="1622"/>
                    </a:cubicBezTo>
                    <a:cubicBezTo>
                      <a:pt x="2193" y="1612"/>
                      <a:pt x="2188" y="1598"/>
                      <a:pt x="2182" y="1590"/>
                    </a:cubicBezTo>
                    <a:close/>
                    <a:moveTo>
                      <a:pt x="176" y="1449"/>
                    </a:moveTo>
                    <a:cubicBezTo>
                      <a:pt x="519" y="1449"/>
                      <a:pt x="519" y="1449"/>
                      <a:pt x="519" y="1449"/>
                    </a:cubicBezTo>
                    <a:cubicBezTo>
                      <a:pt x="559" y="1449"/>
                      <a:pt x="591" y="1417"/>
                      <a:pt x="591" y="1377"/>
                    </a:cubicBezTo>
                    <a:cubicBezTo>
                      <a:pt x="591" y="1322"/>
                      <a:pt x="591" y="1322"/>
                      <a:pt x="591" y="1322"/>
                    </a:cubicBezTo>
                    <a:cubicBezTo>
                      <a:pt x="920" y="1322"/>
                      <a:pt x="920" y="1322"/>
                      <a:pt x="920" y="1322"/>
                    </a:cubicBezTo>
                    <a:cubicBezTo>
                      <a:pt x="936" y="1388"/>
                      <a:pt x="990" y="1440"/>
                      <a:pt x="1057" y="1455"/>
                    </a:cubicBezTo>
                    <a:cubicBezTo>
                      <a:pt x="1057" y="1617"/>
                      <a:pt x="1057" y="1617"/>
                      <a:pt x="1057" y="1617"/>
                    </a:cubicBezTo>
                    <a:cubicBezTo>
                      <a:pt x="925" y="1617"/>
                      <a:pt x="925" y="1617"/>
                      <a:pt x="925" y="1617"/>
                    </a:cubicBezTo>
                    <a:cubicBezTo>
                      <a:pt x="885" y="1617"/>
                      <a:pt x="853" y="1650"/>
                      <a:pt x="853" y="1690"/>
                    </a:cubicBezTo>
                    <a:cubicBezTo>
                      <a:pt x="853" y="1925"/>
                      <a:pt x="853" y="1925"/>
                      <a:pt x="853" y="1925"/>
                    </a:cubicBezTo>
                    <a:cubicBezTo>
                      <a:pt x="853" y="1965"/>
                      <a:pt x="885" y="1997"/>
                      <a:pt x="925" y="1997"/>
                    </a:cubicBezTo>
                    <a:cubicBezTo>
                      <a:pt x="1268" y="1997"/>
                      <a:pt x="1268" y="1997"/>
                      <a:pt x="1268" y="1997"/>
                    </a:cubicBezTo>
                    <a:cubicBezTo>
                      <a:pt x="1308" y="1997"/>
                      <a:pt x="1341" y="1965"/>
                      <a:pt x="1341" y="1925"/>
                    </a:cubicBezTo>
                    <a:cubicBezTo>
                      <a:pt x="1341" y="1690"/>
                      <a:pt x="1341" y="1690"/>
                      <a:pt x="1341" y="1690"/>
                    </a:cubicBezTo>
                    <a:cubicBezTo>
                      <a:pt x="1341" y="1650"/>
                      <a:pt x="1308" y="1617"/>
                      <a:pt x="1268" y="1617"/>
                    </a:cubicBezTo>
                    <a:cubicBezTo>
                      <a:pt x="1137" y="1617"/>
                      <a:pt x="1137" y="1617"/>
                      <a:pt x="1137" y="1617"/>
                    </a:cubicBezTo>
                    <a:cubicBezTo>
                      <a:pt x="1137" y="1455"/>
                      <a:pt x="1137" y="1455"/>
                      <a:pt x="1137" y="1455"/>
                    </a:cubicBezTo>
                    <a:cubicBezTo>
                      <a:pt x="1204" y="1440"/>
                      <a:pt x="1257" y="1388"/>
                      <a:pt x="1273" y="1322"/>
                    </a:cubicBezTo>
                    <a:cubicBezTo>
                      <a:pt x="1602" y="1322"/>
                      <a:pt x="1602" y="1322"/>
                      <a:pt x="1602" y="1322"/>
                    </a:cubicBezTo>
                    <a:cubicBezTo>
                      <a:pt x="1602" y="1377"/>
                      <a:pt x="1602" y="1377"/>
                      <a:pt x="1602" y="1377"/>
                    </a:cubicBezTo>
                    <a:cubicBezTo>
                      <a:pt x="1602" y="1417"/>
                      <a:pt x="1634" y="1449"/>
                      <a:pt x="1675" y="1449"/>
                    </a:cubicBezTo>
                    <a:cubicBezTo>
                      <a:pt x="2018" y="1449"/>
                      <a:pt x="2018" y="1449"/>
                      <a:pt x="2018" y="1449"/>
                    </a:cubicBezTo>
                    <a:cubicBezTo>
                      <a:pt x="2058" y="1449"/>
                      <a:pt x="2090" y="1417"/>
                      <a:pt x="2090" y="1377"/>
                    </a:cubicBezTo>
                    <a:cubicBezTo>
                      <a:pt x="2090" y="1142"/>
                      <a:pt x="2090" y="1142"/>
                      <a:pt x="2090" y="1142"/>
                    </a:cubicBezTo>
                    <a:cubicBezTo>
                      <a:pt x="2090" y="1102"/>
                      <a:pt x="2058" y="1069"/>
                      <a:pt x="2018" y="1069"/>
                    </a:cubicBezTo>
                    <a:cubicBezTo>
                      <a:pt x="1675" y="1069"/>
                      <a:pt x="1675" y="1069"/>
                      <a:pt x="1675" y="1069"/>
                    </a:cubicBezTo>
                    <a:cubicBezTo>
                      <a:pt x="1634" y="1069"/>
                      <a:pt x="1602" y="1102"/>
                      <a:pt x="1602" y="1142"/>
                    </a:cubicBezTo>
                    <a:cubicBezTo>
                      <a:pt x="1602" y="1242"/>
                      <a:pt x="1602" y="1242"/>
                      <a:pt x="1602" y="1242"/>
                    </a:cubicBezTo>
                    <a:cubicBezTo>
                      <a:pt x="1275" y="1242"/>
                      <a:pt x="1275" y="1242"/>
                      <a:pt x="1275" y="1242"/>
                    </a:cubicBezTo>
                    <a:cubicBezTo>
                      <a:pt x="1262" y="1176"/>
                      <a:pt x="1214" y="1122"/>
                      <a:pt x="1150" y="1103"/>
                    </a:cubicBezTo>
                    <a:cubicBezTo>
                      <a:pt x="1150" y="908"/>
                      <a:pt x="1150" y="908"/>
                      <a:pt x="1150" y="908"/>
                    </a:cubicBezTo>
                    <a:cubicBezTo>
                      <a:pt x="1538" y="908"/>
                      <a:pt x="1538" y="908"/>
                      <a:pt x="1538" y="908"/>
                    </a:cubicBezTo>
                    <a:cubicBezTo>
                      <a:pt x="1574" y="908"/>
                      <a:pt x="1603" y="879"/>
                      <a:pt x="1603" y="843"/>
                    </a:cubicBezTo>
                    <a:cubicBezTo>
                      <a:pt x="1603" y="690"/>
                      <a:pt x="1603" y="690"/>
                      <a:pt x="1603" y="690"/>
                    </a:cubicBezTo>
                    <a:cubicBezTo>
                      <a:pt x="1603" y="654"/>
                      <a:pt x="1574" y="625"/>
                      <a:pt x="1538" y="625"/>
                    </a:cubicBezTo>
                    <a:cubicBezTo>
                      <a:pt x="655" y="625"/>
                      <a:pt x="655" y="625"/>
                      <a:pt x="655" y="625"/>
                    </a:cubicBezTo>
                    <a:cubicBezTo>
                      <a:pt x="619" y="625"/>
                      <a:pt x="590" y="654"/>
                      <a:pt x="590" y="690"/>
                    </a:cubicBezTo>
                    <a:cubicBezTo>
                      <a:pt x="590" y="843"/>
                      <a:pt x="590" y="843"/>
                      <a:pt x="590" y="843"/>
                    </a:cubicBezTo>
                    <a:cubicBezTo>
                      <a:pt x="590" y="879"/>
                      <a:pt x="619" y="908"/>
                      <a:pt x="655" y="908"/>
                    </a:cubicBezTo>
                    <a:cubicBezTo>
                      <a:pt x="1043" y="908"/>
                      <a:pt x="1043" y="908"/>
                      <a:pt x="1043" y="908"/>
                    </a:cubicBezTo>
                    <a:cubicBezTo>
                      <a:pt x="1043" y="1103"/>
                      <a:pt x="1043" y="1103"/>
                      <a:pt x="1043" y="1103"/>
                    </a:cubicBezTo>
                    <a:cubicBezTo>
                      <a:pt x="980" y="1122"/>
                      <a:pt x="931" y="1176"/>
                      <a:pt x="918" y="1242"/>
                    </a:cubicBezTo>
                    <a:cubicBezTo>
                      <a:pt x="591" y="1242"/>
                      <a:pt x="591" y="1242"/>
                      <a:pt x="591" y="1242"/>
                    </a:cubicBezTo>
                    <a:cubicBezTo>
                      <a:pt x="591" y="1142"/>
                      <a:pt x="591" y="1142"/>
                      <a:pt x="591" y="1142"/>
                    </a:cubicBezTo>
                    <a:cubicBezTo>
                      <a:pt x="591" y="1102"/>
                      <a:pt x="559" y="1069"/>
                      <a:pt x="519" y="1069"/>
                    </a:cubicBezTo>
                    <a:cubicBezTo>
                      <a:pt x="176" y="1069"/>
                      <a:pt x="176" y="1069"/>
                      <a:pt x="176" y="1069"/>
                    </a:cubicBezTo>
                    <a:cubicBezTo>
                      <a:pt x="136" y="1069"/>
                      <a:pt x="103" y="1102"/>
                      <a:pt x="103" y="1142"/>
                    </a:cubicBezTo>
                    <a:cubicBezTo>
                      <a:pt x="103" y="1377"/>
                      <a:pt x="103" y="1377"/>
                      <a:pt x="103" y="1377"/>
                    </a:cubicBezTo>
                    <a:cubicBezTo>
                      <a:pt x="103" y="1417"/>
                      <a:pt x="136" y="1449"/>
                      <a:pt x="176" y="1449"/>
                    </a:cubicBezTo>
                    <a:close/>
                    <a:moveTo>
                      <a:pt x="1644" y="1142"/>
                    </a:moveTo>
                    <a:cubicBezTo>
                      <a:pt x="1644" y="1125"/>
                      <a:pt x="1658" y="1111"/>
                      <a:pt x="1675" y="1111"/>
                    </a:cubicBezTo>
                    <a:cubicBezTo>
                      <a:pt x="2018" y="1111"/>
                      <a:pt x="2018" y="1111"/>
                      <a:pt x="2018" y="1111"/>
                    </a:cubicBezTo>
                    <a:cubicBezTo>
                      <a:pt x="2034" y="1111"/>
                      <a:pt x="2048" y="1125"/>
                      <a:pt x="2048" y="1142"/>
                    </a:cubicBezTo>
                    <a:cubicBezTo>
                      <a:pt x="2048" y="1377"/>
                      <a:pt x="2048" y="1377"/>
                      <a:pt x="2048" y="1377"/>
                    </a:cubicBezTo>
                    <a:cubicBezTo>
                      <a:pt x="2048" y="1393"/>
                      <a:pt x="2034" y="1407"/>
                      <a:pt x="2018" y="1407"/>
                    </a:cubicBezTo>
                    <a:cubicBezTo>
                      <a:pt x="1675" y="1407"/>
                      <a:pt x="1675" y="1407"/>
                      <a:pt x="1675" y="1407"/>
                    </a:cubicBezTo>
                    <a:cubicBezTo>
                      <a:pt x="1658" y="1407"/>
                      <a:pt x="1644" y="1393"/>
                      <a:pt x="1644" y="1377"/>
                    </a:cubicBezTo>
                    <a:lnTo>
                      <a:pt x="1644" y="1142"/>
                    </a:lnTo>
                    <a:close/>
                    <a:moveTo>
                      <a:pt x="1464" y="715"/>
                    </a:moveTo>
                    <a:cubicBezTo>
                      <a:pt x="1492" y="715"/>
                      <a:pt x="1515" y="738"/>
                      <a:pt x="1515" y="766"/>
                    </a:cubicBezTo>
                    <a:cubicBezTo>
                      <a:pt x="1515" y="795"/>
                      <a:pt x="1492" y="818"/>
                      <a:pt x="1464" y="818"/>
                    </a:cubicBezTo>
                    <a:cubicBezTo>
                      <a:pt x="1436" y="818"/>
                      <a:pt x="1413" y="795"/>
                      <a:pt x="1413" y="766"/>
                    </a:cubicBezTo>
                    <a:cubicBezTo>
                      <a:pt x="1413" y="738"/>
                      <a:pt x="1436" y="715"/>
                      <a:pt x="1464" y="715"/>
                    </a:cubicBezTo>
                    <a:close/>
                    <a:moveTo>
                      <a:pt x="1268" y="1660"/>
                    </a:moveTo>
                    <a:cubicBezTo>
                      <a:pt x="1285" y="1660"/>
                      <a:pt x="1298" y="1673"/>
                      <a:pt x="1298" y="1690"/>
                    </a:cubicBezTo>
                    <a:cubicBezTo>
                      <a:pt x="1298" y="1925"/>
                      <a:pt x="1298" y="1925"/>
                      <a:pt x="1298" y="1925"/>
                    </a:cubicBezTo>
                    <a:cubicBezTo>
                      <a:pt x="1298" y="1942"/>
                      <a:pt x="1285" y="1955"/>
                      <a:pt x="1268" y="1955"/>
                    </a:cubicBezTo>
                    <a:cubicBezTo>
                      <a:pt x="925" y="1955"/>
                      <a:pt x="925" y="1955"/>
                      <a:pt x="925" y="1955"/>
                    </a:cubicBezTo>
                    <a:cubicBezTo>
                      <a:pt x="908" y="1955"/>
                      <a:pt x="895" y="1942"/>
                      <a:pt x="895" y="1925"/>
                    </a:cubicBezTo>
                    <a:cubicBezTo>
                      <a:pt x="895" y="1690"/>
                      <a:pt x="895" y="1690"/>
                      <a:pt x="895" y="1690"/>
                    </a:cubicBezTo>
                    <a:cubicBezTo>
                      <a:pt x="895" y="1673"/>
                      <a:pt x="908" y="1660"/>
                      <a:pt x="925" y="1660"/>
                    </a:cubicBezTo>
                    <a:lnTo>
                      <a:pt x="1268" y="1660"/>
                    </a:lnTo>
                    <a:close/>
                    <a:moveTo>
                      <a:pt x="1100" y="677"/>
                    </a:moveTo>
                    <a:cubicBezTo>
                      <a:pt x="1140" y="677"/>
                      <a:pt x="1140" y="677"/>
                      <a:pt x="1140" y="677"/>
                    </a:cubicBezTo>
                    <a:cubicBezTo>
                      <a:pt x="1140" y="717"/>
                      <a:pt x="1140" y="717"/>
                      <a:pt x="1140" y="717"/>
                    </a:cubicBezTo>
                    <a:cubicBezTo>
                      <a:pt x="1100" y="717"/>
                      <a:pt x="1100" y="717"/>
                      <a:pt x="1100" y="717"/>
                    </a:cubicBezTo>
                    <a:lnTo>
                      <a:pt x="1100" y="677"/>
                    </a:lnTo>
                    <a:close/>
                    <a:moveTo>
                      <a:pt x="1100" y="748"/>
                    </a:moveTo>
                    <a:cubicBezTo>
                      <a:pt x="1140" y="748"/>
                      <a:pt x="1140" y="748"/>
                      <a:pt x="1140" y="748"/>
                    </a:cubicBezTo>
                    <a:cubicBezTo>
                      <a:pt x="1140" y="788"/>
                      <a:pt x="1140" y="788"/>
                      <a:pt x="1140" y="788"/>
                    </a:cubicBezTo>
                    <a:cubicBezTo>
                      <a:pt x="1100" y="788"/>
                      <a:pt x="1100" y="788"/>
                      <a:pt x="1100" y="788"/>
                    </a:cubicBezTo>
                    <a:lnTo>
                      <a:pt x="1100" y="748"/>
                    </a:lnTo>
                    <a:close/>
                    <a:moveTo>
                      <a:pt x="1100" y="816"/>
                    </a:moveTo>
                    <a:cubicBezTo>
                      <a:pt x="1140" y="816"/>
                      <a:pt x="1140" y="816"/>
                      <a:pt x="1140" y="816"/>
                    </a:cubicBezTo>
                    <a:cubicBezTo>
                      <a:pt x="1140" y="856"/>
                      <a:pt x="1140" y="856"/>
                      <a:pt x="1140" y="856"/>
                    </a:cubicBezTo>
                    <a:cubicBezTo>
                      <a:pt x="1100" y="856"/>
                      <a:pt x="1100" y="856"/>
                      <a:pt x="1100" y="856"/>
                    </a:cubicBezTo>
                    <a:lnTo>
                      <a:pt x="1100" y="816"/>
                    </a:lnTo>
                    <a:close/>
                    <a:moveTo>
                      <a:pt x="1025" y="677"/>
                    </a:moveTo>
                    <a:cubicBezTo>
                      <a:pt x="1066" y="677"/>
                      <a:pt x="1066" y="677"/>
                      <a:pt x="1066" y="677"/>
                    </a:cubicBezTo>
                    <a:cubicBezTo>
                      <a:pt x="1066" y="717"/>
                      <a:pt x="1066" y="717"/>
                      <a:pt x="1066" y="717"/>
                    </a:cubicBezTo>
                    <a:cubicBezTo>
                      <a:pt x="1025" y="717"/>
                      <a:pt x="1025" y="717"/>
                      <a:pt x="1025" y="717"/>
                    </a:cubicBezTo>
                    <a:lnTo>
                      <a:pt x="1025" y="677"/>
                    </a:lnTo>
                    <a:close/>
                    <a:moveTo>
                      <a:pt x="1025" y="748"/>
                    </a:moveTo>
                    <a:cubicBezTo>
                      <a:pt x="1066" y="748"/>
                      <a:pt x="1066" y="748"/>
                      <a:pt x="1066" y="748"/>
                    </a:cubicBezTo>
                    <a:cubicBezTo>
                      <a:pt x="1066" y="788"/>
                      <a:pt x="1066" y="788"/>
                      <a:pt x="1066" y="788"/>
                    </a:cubicBezTo>
                    <a:cubicBezTo>
                      <a:pt x="1025" y="788"/>
                      <a:pt x="1025" y="788"/>
                      <a:pt x="1025" y="788"/>
                    </a:cubicBezTo>
                    <a:lnTo>
                      <a:pt x="1025" y="748"/>
                    </a:lnTo>
                    <a:close/>
                    <a:moveTo>
                      <a:pt x="693" y="856"/>
                    </a:moveTo>
                    <a:cubicBezTo>
                      <a:pt x="653" y="856"/>
                      <a:pt x="653" y="856"/>
                      <a:pt x="653" y="856"/>
                    </a:cubicBezTo>
                    <a:cubicBezTo>
                      <a:pt x="653" y="816"/>
                      <a:pt x="653" y="816"/>
                      <a:pt x="653" y="816"/>
                    </a:cubicBezTo>
                    <a:cubicBezTo>
                      <a:pt x="693" y="816"/>
                      <a:pt x="693" y="816"/>
                      <a:pt x="693" y="816"/>
                    </a:cubicBezTo>
                    <a:lnTo>
                      <a:pt x="693" y="856"/>
                    </a:lnTo>
                    <a:close/>
                    <a:moveTo>
                      <a:pt x="693" y="788"/>
                    </a:moveTo>
                    <a:cubicBezTo>
                      <a:pt x="653" y="788"/>
                      <a:pt x="653" y="788"/>
                      <a:pt x="653" y="788"/>
                    </a:cubicBezTo>
                    <a:cubicBezTo>
                      <a:pt x="653" y="748"/>
                      <a:pt x="653" y="748"/>
                      <a:pt x="653" y="748"/>
                    </a:cubicBezTo>
                    <a:cubicBezTo>
                      <a:pt x="693" y="748"/>
                      <a:pt x="693" y="748"/>
                      <a:pt x="693" y="748"/>
                    </a:cubicBezTo>
                    <a:lnTo>
                      <a:pt x="693" y="788"/>
                    </a:lnTo>
                    <a:close/>
                    <a:moveTo>
                      <a:pt x="693" y="717"/>
                    </a:moveTo>
                    <a:cubicBezTo>
                      <a:pt x="653" y="717"/>
                      <a:pt x="653" y="717"/>
                      <a:pt x="653" y="717"/>
                    </a:cubicBezTo>
                    <a:cubicBezTo>
                      <a:pt x="653" y="677"/>
                      <a:pt x="653" y="677"/>
                      <a:pt x="653" y="677"/>
                    </a:cubicBezTo>
                    <a:cubicBezTo>
                      <a:pt x="693" y="677"/>
                      <a:pt x="693" y="677"/>
                      <a:pt x="693" y="677"/>
                    </a:cubicBezTo>
                    <a:lnTo>
                      <a:pt x="693" y="717"/>
                    </a:lnTo>
                    <a:close/>
                    <a:moveTo>
                      <a:pt x="768" y="856"/>
                    </a:moveTo>
                    <a:cubicBezTo>
                      <a:pt x="727" y="856"/>
                      <a:pt x="727" y="856"/>
                      <a:pt x="727" y="856"/>
                    </a:cubicBezTo>
                    <a:cubicBezTo>
                      <a:pt x="727" y="816"/>
                      <a:pt x="727" y="816"/>
                      <a:pt x="727" y="816"/>
                    </a:cubicBezTo>
                    <a:cubicBezTo>
                      <a:pt x="768" y="816"/>
                      <a:pt x="768" y="816"/>
                      <a:pt x="768" y="816"/>
                    </a:cubicBezTo>
                    <a:lnTo>
                      <a:pt x="768" y="856"/>
                    </a:lnTo>
                    <a:close/>
                    <a:moveTo>
                      <a:pt x="768" y="788"/>
                    </a:moveTo>
                    <a:cubicBezTo>
                      <a:pt x="727" y="788"/>
                      <a:pt x="727" y="788"/>
                      <a:pt x="727" y="788"/>
                    </a:cubicBezTo>
                    <a:cubicBezTo>
                      <a:pt x="727" y="748"/>
                      <a:pt x="727" y="748"/>
                      <a:pt x="727" y="748"/>
                    </a:cubicBezTo>
                    <a:cubicBezTo>
                      <a:pt x="768" y="748"/>
                      <a:pt x="768" y="748"/>
                      <a:pt x="768" y="748"/>
                    </a:cubicBezTo>
                    <a:lnTo>
                      <a:pt x="768" y="788"/>
                    </a:lnTo>
                    <a:close/>
                    <a:moveTo>
                      <a:pt x="768" y="717"/>
                    </a:moveTo>
                    <a:cubicBezTo>
                      <a:pt x="727" y="717"/>
                      <a:pt x="727" y="717"/>
                      <a:pt x="727" y="717"/>
                    </a:cubicBezTo>
                    <a:cubicBezTo>
                      <a:pt x="727" y="677"/>
                      <a:pt x="727" y="677"/>
                      <a:pt x="727" y="677"/>
                    </a:cubicBezTo>
                    <a:cubicBezTo>
                      <a:pt x="768" y="677"/>
                      <a:pt x="768" y="677"/>
                      <a:pt x="768" y="677"/>
                    </a:cubicBezTo>
                    <a:lnTo>
                      <a:pt x="768" y="717"/>
                    </a:lnTo>
                    <a:close/>
                    <a:moveTo>
                      <a:pt x="842" y="856"/>
                    </a:moveTo>
                    <a:cubicBezTo>
                      <a:pt x="802" y="856"/>
                      <a:pt x="802" y="856"/>
                      <a:pt x="802" y="856"/>
                    </a:cubicBezTo>
                    <a:cubicBezTo>
                      <a:pt x="802" y="816"/>
                      <a:pt x="802" y="816"/>
                      <a:pt x="802" y="816"/>
                    </a:cubicBezTo>
                    <a:cubicBezTo>
                      <a:pt x="842" y="816"/>
                      <a:pt x="842" y="816"/>
                      <a:pt x="842" y="816"/>
                    </a:cubicBezTo>
                    <a:lnTo>
                      <a:pt x="842" y="856"/>
                    </a:lnTo>
                    <a:close/>
                    <a:moveTo>
                      <a:pt x="842" y="788"/>
                    </a:moveTo>
                    <a:cubicBezTo>
                      <a:pt x="802" y="788"/>
                      <a:pt x="802" y="788"/>
                      <a:pt x="802" y="788"/>
                    </a:cubicBezTo>
                    <a:cubicBezTo>
                      <a:pt x="802" y="748"/>
                      <a:pt x="802" y="748"/>
                      <a:pt x="802" y="748"/>
                    </a:cubicBezTo>
                    <a:cubicBezTo>
                      <a:pt x="842" y="748"/>
                      <a:pt x="842" y="748"/>
                      <a:pt x="842" y="748"/>
                    </a:cubicBezTo>
                    <a:lnTo>
                      <a:pt x="842" y="788"/>
                    </a:lnTo>
                    <a:close/>
                    <a:moveTo>
                      <a:pt x="842" y="717"/>
                    </a:moveTo>
                    <a:cubicBezTo>
                      <a:pt x="802" y="717"/>
                      <a:pt x="802" y="717"/>
                      <a:pt x="802" y="717"/>
                    </a:cubicBezTo>
                    <a:cubicBezTo>
                      <a:pt x="802" y="677"/>
                      <a:pt x="802" y="677"/>
                      <a:pt x="802" y="677"/>
                    </a:cubicBezTo>
                    <a:cubicBezTo>
                      <a:pt x="842" y="677"/>
                      <a:pt x="842" y="677"/>
                      <a:pt x="842" y="677"/>
                    </a:cubicBezTo>
                    <a:lnTo>
                      <a:pt x="842" y="717"/>
                    </a:lnTo>
                    <a:close/>
                    <a:moveTo>
                      <a:pt x="917" y="856"/>
                    </a:moveTo>
                    <a:cubicBezTo>
                      <a:pt x="877" y="856"/>
                      <a:pt x="877" y="856"/>
                      <a:pt x="877" y="856"/>
                    </a:cubicBezTo>
                    <a:cubicBezTo>
                      <a:pt x="877" y="816"/>
                      <a:pt x="877" y="816"/>
                      <a:pt x="877" y="816"/>
                    </a:cubicBezTo>
                    <a:cubicBezTo>
                      <a:pt x="917" y="816"/>
                      <a:pt x="917" y="816"/>
                      <a:pt x="917" y="816"/>
                    </a:cubicBezTo>
                    <a:lnTo>
                      <a:pt x="917" y="856"/>
                    </a:lnTo>
                    <a:close/>
                    <a:moveTo>
                      <a:pt x="917" y="788"/>
                    </a:moveTo>
                    <a:cubicBezTo>
                      <a:pt x="877" y="788"/>
                      <a:pt x="877" y="788"/>
                      <a:pt x="877" y="788"/>
                    </a:cubicBezTo>
                    <a:cubicBezTo>
                      <a:pt x="877" y="748"/>
                      <a:pt x="877" y="748"/>
                      <a:pt x="877" y="748"/>
                    </a:cubicBezTo>
                    <a:cubicBezTo>
                      <a:pt x="917" y="748"/>
                      <a:pt x="917" y="748"/>
                      <a:pt x="917" y="748"/>
                    </a:cubicBezTo>
                    <a:lnTo>
                      <a:pt x="917" y="788"/>
                    </a:lnTo>
                    <a:close/>
                    <a:moveTo>
                      <a:pt x="917" y="717"/>
                    </a:moveTo>
                    <a:cubicBezTo>
                      <a:pt x="877" y="717"/>
                      <a:pt x="877" y="717"/>
                      <a:pt x="877" y="717"/>
                    </a:cubicBezTo>
                    <a:cubicBezTo>
                      <a:pt x="877" y="677"/>
                      <a:pt x="877" y="677"/>
                      <a:pt x="877" y="677"/>
                    </a:cubicBezTo>
                    <a:cubicBezTo>
                      <a:pt x="917" y="677"/>
                      <a:pt x="917" y="677"/>
                      <a:pt x="917" y="677"/>
                    </a:cubicBezTo>
                    <a:lnTo>
                      <a:pt x="917" y="717"/>
                    </a:lnTo>
                    <a:close/>
                    <a:moveTo>
                      <a:pt x="992" y="856"/>
                    </a:moveTo>
                    <a:cubicBezTo>
                      <a:pt x="951" y="856"/>
                      <a:pt x="951" y="856"/>
                      <a:pt x="951" y="856"/>
                    </a:cubicBezTo>
                    <a:cubicBezTo>
                      <a:pt x="951" y="816"/>
                      <a:pt x="951" y="816"/>
                      <a:pt x="951" y="816"/>
                    </a:cubicBezTo>
                    <a:cubicBezTo>
                      <a:pt x="992" y="816"/>
                      <a:pt x="992" y="816"/>
                      <a:pt x="992" y="816"/>
                    </a:cubicBezTo>
                    <a:lnTo>
                      <a:pt x="992" y="856"/>
                    </a:lnTo>
                    <a:close/>
                    <a:moveTo>
                      <a:pt x="992" y="788"/>
                    </a:moveTo>
                    <a:cubicBezTo>
                      <a:pt x="951" y="788"/>
                      <a:pt x="951" y="788"/>
                      <a:pt x="951" y="788"/>
                    </a:cubicBezTo>
                    <a:cubicBezTo>
                      <a:pt x="951" y="748"/>
                      <a:pt x="951" y="748"/>
                      <a:pt x="951" y="748"/>
                    </a:cubicBezTo>
                    <a:cubicBezTo>
                      <a:pt x="992" y="748"/>
                      <a:pt x="992" y="748"/>
                      <a:pt x="992" y="748"/>
                    </a:cubicBezTo>
                    <a:lnTo>
                      <a:pt x="992" y="788"/>
                    </a:lnTo>
                    <a:close/>
                    <a:moveTo>
                      <a:pt x="992" y="717"/>
                    </a:moveTo>
                    <a:cubicBezTo>
                      <a:pt x="951" y="717"/>
                      <a:pt x="951" y="717"/>
                      <a:pt x="951" y="717"/>
                    </a:cubicBezTo>
                    <a:cubicBezTo>
                      <a:pt x="951" y="677"/>
                      <a:pt x="951" y="677"/>
                      <a:pt x="951" y="677"/>
                    </a:cubicBezTo>
                    <a:cubicBezTo>
                      <a:pt x="992" y="677"/>
                      <a:pt x="992" y="677"/>
                      <a:pt x="992" y="677"/>
                    </a:cubicBezTo>
                    <a:lnTo>
                      <a:pt x="992" y="717"/>
                    </a:lnTo>
                    <a:close/>
                    <a:moveTo>
                      <a:pt x="1025" y="856"/>
                    </a:moveTo>
                    <a:cubicBezTo>
                      <a:pt x="1025" y="816"/>
                      <a:pt x="1025" y="816"/>
                      <a:pt x="1025" y="816"/>
                    </a:cubicBezTo>
                    <a:cubicBezTo>
                      <a:pt x="1066" y="816"/>
                      <a:pt x="1066" y="816"/>
                      <a:pt x="1066" y="816"/>
                    </a:cubicBezTo>
                    <a:cubicBezTo>
                      <a:pt x="1066" y="856"/>
                      <a:pt x="1066" y="856"/>
                      <a:pt x="1066" y="856"/>
                    </a:cubicBezTo>
                    <a:lnTo>
                      <a:pt x="1025" y="856"/>
                    </a:lnTo>
                    <a:close/>
                    <a:moveTo>
                      <a:pt x="145" y="1142"/>
                    </a:moveTo>
                    <a:cubicBezTo>
                      <a:pt x="145" y="1125"/>
                      <a:pt x="159" y="1111"/>
                      <a:pt x="176" y="1111"/>
                    </a:cubicBezTo>
                    <a:cubicBezTo>
                      <a:pt x="519" y="1111"/>
                      <a:pt x="519" y="1111"/>
                      <a:pt x="519" y="1111"/>
                    </a:cubicBezTo>
                    <a:cubicBezTo>
                      <a:pt x="535" y="1111"/>
                      <a:pt x="549" y="1125"/>
                      <a:pt x="549" y="1142"/>
                    </a:cubicBezTo>
                    <a:cubicBezTo>
                      <a:pt x="549" y="1377"/>
                      <a:pt x="549" y="1377"/>
                      <a:pt x="549" y="1377"/>
                    </a:cubicBezTo>
                    <a:cubicBezTo>
                      <a:pt x="549" y="1393"/>
                      <a:pt x="535" y="1407"/>
                      <a:pt x="519" y="1407"/>
                    </a:cubicBezTo>
                    <a:cubicBezTo>
                      <a:pt x="176" y="1407"/>
                      <a:pt x="176" y="1407"/>
                      <a:pt x="176" y="1407"/>
                    </a:cubicBezTo>
                    <a:cubicBezTo>
                      <a:pt x="159" y="1407"/>
                      <a:pt x="145" y="1393"/>
                      <a:pt x="145" y="1377"/>
                    </a:cubicBezTo>
                    <a:lnTo>
                      <a:pt x="145" y="1142"/>
                    </a:lnTo>
                    <a:close/>
                    <a:moveTo>
                      <a:pt x="596" y="1488"/>
                    </a:moveTo>
                    <a:cubicBezTo>
                      <a:pt x="589" y="1480"/>
                      <a:pt x="576" y="1474"/>
                      <a:pt x="566" y="1474"/>
                    </a:cubicBezTo>
                    <a:cubicBezTo>
                      <a:pt x="128" y="1474"/>
                      <a:pt x="128" y="1474"/>
                      <a:pt x="128" y="1474"/>
                    </a:cubicBezTo>
                    <a:cubicBezTo>
                      <a:pt x="118" y="1474"/>
                      <a:pt x="105" y="1480"/>
                      <a:pt x="99" y="1488"/>
                    </a:cubicBezTo>
                    <a:cubicBezTo>
                      <a:pt x="12" y="1590"/>
                      <a:pt x="12" y="1590"/>
                      <a:pt x="12" y="1590"/>
                    </a:cubicBezTo>
                    <a:cubicBezTo>
                      <a:pt x="5" y="1598"/>
                      <a:pt x="0" y="1612"/>
                      <a:pt x="0" y="1622"/>
                    </a:cubicBezTo>
                    <a:cubicBezTo>
                      <a:pt x="0" y="1630"/>
                      <a:pt x="0" y="1630"/>
                      <a:pt x="0" y="1630"/>
                    </a:cubicBezTo>
                    <a:cubicBezTo>
                      <a:pt x="0" y="1640"/>
                      <a:pt x="8" y="1649"/>
                      <a:pt x="18" y="1649"/>
                    </a:cubicBezTo>
                    <a:cubicBezTo>
                      <a:pt x="676" y="1649"/>
                      <a:pt x="676" y="1649"/>
                      <a:pt x="676" y="1649"/>
                    </a:cubicBezTo>
                    <a:cubicBezTo>
                      <a:pt x="686" y="1649"/>
                      <a:pt x="694" y="1640"/>
                      <a:pt x="694" y="1630"/>
                    </a:cubicBezTo>
                    <a:cubicBezTo>
                      <a:pt x="694" y="1622"/>
                      <a:pt x="694" y="1622"/>
                      <a:pt x="694" y="1622"/>
                    </a:cubicBezTo>
                    <a:cubicBezTo>
                      <a:pt x="694" y="1612"/>
                      <a:pt x="689" y="1598"/>
                      <a:pt x="683" y="1590"/>
                    </a:cubicBezTo>
                    <a:lnTo>
                      <a:pt x="596" y="1488"/>
                    </a:lnTo>
                    <a:close/>
                  </a:path>
                </a:pathLst>
              </a:custGeom>
              <a:grpFill/>
              <a:ln>
                <a:noFill/>
              </a:ln>
            </p:spPr>
            <p:txBody>
              <a:bodyPr vert="horz" wrap="square" lIns="121888" tIns="60944" rIns="121888" bIns="60944" numCol="1" anchor="t" anchorCtr="0" compatLnSpc="1">
                <a:prstTxWarp prst="textNoShape">
                  <a:avLst/>
                </a:prstTxWarp>
              </a:bodyPr>
              <a:lstStyle/>
              <a:p>
                <a:pPr defTabSz="1218987"/>
                <a:endParaRPr lang="en-US" sz="1600">
                  <a:solidFill>
                    <a:srgbClr val="505050"/>
                  </a:solidFill>
                </a:endParaRPr>
              </a:p>
            </p:txBody>
          </p:sp>
          <p:sp>
            <p:nvSpPr>
              <p:cNvPr id="6" name="Freeform 86"/>
              <p:cNvSpPr>
                <a:spLocks noEditPoints="1"/>
              </p:cNvSpPr>
              <p:nvPr/>
            </p:nvSpPr>
            <p:spPr bwMode="black">
              <a:xfrm>
                <a:off x="3422650" y="3873500"/>
                <a:ext cx="168275" cy="142875"/>
              </a:xfrm>
              <a:custGeom>
                <a:avLst/>
                <a:gdLst>
                  <a:gd name="T0" fmla="*/ 682 w 694"/>
                  <a:gd name="T1" fmla="*/ 58 h 588"/>
                  <a:gd name="T2" fmla="*/ 694 w 694"/>
                  <a:gd name="T3" fmla="*/ 26 h 588"/>
                  <a:gd name="T4" fmla="*/ 694 w 694"/>
                  <a:gd name="T5" fmla="*/ 18 h 588"/>
                  <a:gd name="T6" fmla="*/ 676 w 694"/>
                  <a:gd name="T7" fmla="*/ 0 h 588"/>
                  <a:gd name="T8" fmla="*/ 18 w 694"/>
                  <a:gd name="T9" fmla="*/ 0 h 588"/>
                  <a:gd name="T10" fmla="*/ 0 w 694"/>
                  <a:gd name="T11" fmla="*/ 18 h 588"/>
                  <a:gd name="T12" fmla="*/ 0 w 694"/>
                  <a:gd name="T13" fmla="*/ 26 h 588"/>
                  <a:gd name="T14" fmla="*/ 11 w 694"/>
                  <a:gd name="T15" fmla="*/ 58 h 588"/>
                  <a:gd name="T16" fmla="*/ 98 w 694"/>
                  <a:gd name="T17" fmla="*/ 160 h 588"/>
                  <a:gd name="T18" fmla="*/ 128 w 694"/>
                  <a:gd name="T19" fmla="*/ 174 h 588"/>
                  <a:gd name="T20" fmla="*/ 565 w 694"/>
                  <a:gd name="T21" fmla="*/ 174 h 588"/>
                  <a:gd name="T22" fmla="*/ 595 w 694"/>
                  <a:gd name="T23" fmla="*/ 160 h 588"/>
                  <a:gd name="T24" fmla="*/ 682 w 694"/>
                  <a:gd name="T25" fmla="*/ 58 h 588"/>
                  <a:gd name="T26" fmla="*/ 387 w 694"/>
                  <a:gd name="T27" fmla="*/ 588 h 588"/>
                  <a:gd name="T28" fmla="*/ 387 w 694"/>
                  <a:gd name="T29" fmla="*/ 579 h 588"/>
                  <a:gd name="T30" fmla="*/ 518 w 694"/>
                  <a:gd name="T31" fmla="*/ 579 h 588"/>
                  <a:gd name="T32" fmla="*/ 591 w 694"/>
                  <a:gd name="T33" fmla="*/ 507 h 588"/>
                  <a:gd name="T34" fmla="*/ 591 w 694"/>
                  <a:gd name="T35" fmla="*/ 272 h 588"/>
                  <a:gd name="T36" fmla="*/ 518 w 694"/>
                  <a:gd name="T37" fmla="*/ 199 h 588"/>
                  <a:gd name="T38" fmla="*/ 175 w 694"/>
                  <a:gd name="T39" fmla="*/ 199 h 588"/>
                  <a:gd name="T40" fmla="*/ 103 w 694"/>
                  <a:gd name="T41" fmla="*/ 272 h 588"/>
                  <a:gd name="T42" fmla="*/ 103 w 694"/>
                  <a:gd name="T43" fmla="*/ 507 h 588"/>
                  <a:gd name="T44" fmla="*/ 175 w 694"/>
                  <a:gd name="T45" fmla="*/ 579 h 588"/>
                  <a:gd name="T46" fmla="*/ 307 w 694"/>
                  <a:gd name="T47" fmla="*/ 579 h 588"/>
                  <a:gd name="T48" fmla="*/ 307 w 694"/>
                  <a:gd name="T49" fmla="*/ 588 h 588"/>
                  <a:gd name="T50" fmla="*/ 387 w 694"/>
                  <a:gd name="T51" fmla="*/ 588 h 588"/>
                  <a:gd name="T52" fmla="*/ 175 w 694"/>
                  <a:gd name="T53" fmla="*/ 537 h 588"/>
                  <a:gd name="T54" fmla="*/ 145 w 694"/>
                  <a:gd name="T55" fmla="*/ 507 h 588"/>
                  <a:gd name="T56" fmla="*/ 145 w 694"/>
                  <a:gd name="T57" fmla="*/ 272 h 588"/>
                  <a:gd name="T58" fmla="*/ 175 w 694"/>
                  <a:gd name="T59" fmla="*/ 242 h 588"/>
                  <a:gd name="T60" fmla="*/ 518 w 694"/>
                  <a:gd name="T61" fmla="*/ 242 h 588"/>
                  <a:gd name="T62" fmla="*/ 549 w 694"/>
                  <a:gd name="T63" fmla="*/ 272 h 588"/>
                  <a:gd name="T64" fmla="*/ 549 w 694"/>
                  <a:gd name="T65" fmla="*/ 507 h 588"/>
                  <a:gd name="T66" fmla="*/ 518 w 694"/>
                  <a:gd name="T67" fmla="*/ 537 h 588"/>
                  <a:gd name="T68" fmla="*/ 175 w 694"/>
                  <a:gd name="T69" fmla="*/ 537 h 5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694" h="588">
                    <a:moveTo>
                      <a:pt x="682" y="58"/>
                    </a:moveTo>
                    <a:cubicBezTo>
                      <a:pt x="689" y="51"/>
                      <a:pt x="694" y="36"/>
                      <a:pt x="694" y="26"/>
                    </a:cubicBezTo>
                    <a:cubicBezTo>
                      <a:pt x="694" y="18"/>
                      <a:pt x="694" y="18"/>
                      <a:pt x="694" y="18"/>
                    </a:cubicBezTo>
                    <a:cubicBezTo>
                      <a:pt x="694" y="8"/>
                      <a:pt x="686" y="0"/>
                      <a:pt x="676" y="0"/>
                    </a:cubicBezTo>
                    <a:cubicBezTo>
                      <a:pt x="18" y="0"/>
                      <a:pt x="18" y="0"/>
                      <a:pt x="18" y="0"/>
                    </a:cubicBezTo>
                    <a:cubicBezTo>
                      <a:pt x="8" y="0"/>
                      <a:pt x="0" y="8"/>
                      <a:pt x="0" y="18"/>
                    </a:cubicBezTo>
                    <a:cubicBezTo>
                      <a:pt x="0" y="26"/>
                      <a:pt x="0" y="26"/>
                      <a:pt x="0" y="26"/>
                    </a:cubicBezTo>
                    <a:cubicBezTo>
                      <a:pt x="0" y="36"/>
                      <a:pt x="5" y="51"/>
                      <a:pt x="11" y="58"/>
                    </a:cubicBezTo>
                    <a:cubicBezTo>
                      <a:pt x="98" y="160"/>
                      <a:pt x="98" y="160"/>
                      <a:pt x="98" y="160"/>
                    </a:cubicBezTo>
                    <a:cubicBezTo>
                      <a:pt x="105" y="168"/>
                      <a:pt x="118" y="174"/>
                      <a:pt x="128" y="174"/>
                    </a:cubicBezTo>
                    <a:cubicBezTo>
                      <a:pt x="565" y="174"/>
                      <a:pt x="565" y="174"/>
                      <a:pt x="565" y="174"/>
                    </a:cubicBezTo>
                    <a:cubicBezTo>
                      <a:pt x="575" y="174"/>
                      <a:pt x="589" y="168"/>
                      <a:pt x="595" y="160"/>
                    </a:cubicBezTo>
                    <a:lnTo>
                      <a:pt x="682" y="58"/>
                    </a:lnTo>
                    <a:close/>
                    <a:moveTo>
                      <a:pt x="387" y="588"/>
                    </a:moveTo>
                    <a:cubicBezTo>
                      <a:pt x="387" y="582"/>
                      <a:pt x="387" y="579"/>
                      <a:pt x="387" y="579"/>
                    </a:cubicBezTo>
                    <a:cubicBezTo>
                      <a:pt x="518" y="579"/>
                      <a:pt x="518" y="579"/>
                      <a:pt x="518" y="579"/>
                    </a:cubicBezTo>
                    <a:cubicBezTo>
                      <a:pt x="558" y="579"/>
                      <a:pt x="591" y="547"/>
                      <a:pt x="591" y="507"/>
                    </a:cubicBezTo>
                    <a:cubicBezTo>
                      <a:pt x="591" y="272"/>
                      <a:pt x="591" y="272"/>
                      <a:pt x="591" y="272"/>
                    </a:cubicBezTo>
                    <a:cubicBezTo>
                      <a:pt x="591" y="232"/>
                      <a:pt x="558" y="199"/>
                      <a:pt x="518" y="199"/>
                    </a:cubicBezTo>
                    <a:cubicBezTo>
                      <a:pt x="175" y="199"/>
                      <a:pt x="175" y="199"/>
                      <a:pt x="175" y="199"/>
                    </a:cubicBezTo>
                    <a:cubicBezTo>
                      <a:pt x="135" y="199"/>
                      <a:pt x="103" y="232"/>
                      <a:pt x="103" y="272"/>
                    </a:cubicBezTo>
                    <a:cubicBezTo>
                      <a:pt x="103" y="507"/>
                      <a:pt x="103" y="507"/>
                      <a:pt x="103" y="507"/>
                    </a:cubicBezTo>
                    <a:cubicBezTo>
                      <a:pt x="103" y="547"/>
                      <a:pt x="135" y="579"/>
                      <a:pt x="175" y="579"/>
                    </a:cubicBezTo>
                    <a:cubicBezTo>
                      <a:pt x="307" y="579"/>
                      <a:pt x="307" y="579"/>
                      <a:pt x="307" y="579"/>
                    </a:cubicBezTo>
                    <a:cubicBezTo>
                      <a:pt x="307" y="579"/>
                      <a:pt x="307" y="582"/>
                      <a:pt x="307" y="588"/>
                    </a:cubicBezTo>
                    <a:lnTo>
                      <a:pt x="387" y="588"/>
                    </a:lnTo>
                    <a:close/>
                    <a:moveTo>
                      <a:pt x="175" y="537"/>
                    </a:moveTo>
                    <a:cubicBezTo>
                      <a:pt x="159" y="537"/>
                      <a:pt x="145" y="523"/>
                      <a:pt x="145" y="507"/>
                    </a:cubicBezTo>
                    <a:cubicBezTo>
                      <a:pt x="145" y="272"/>
                      <a:pt x="145" y="272"/>
                      <a:pt x="145" y="272"/>
                    </a:cubicBezTo>
                    <a:cubicBezTo>
                      <a:pt x="145" y="255"/>
                      <a:pt x="159" y="242"/>
                      <a:pt x="175" y="242"/>
                    </a:cubicBezTo>
                    <a:cubicBezTo>
                      <a:pt x="518" y="242"/>
                      <a:pt x="518" y="242"/>
                      <a:pt x="518" y="242"/>
                    </a:cubicBezTo>
                    <a:cubicBezTo>
                      <a:pt x="535" y="242"/>
                      <a:pt x="549" y="255"/>
                      <a:pt x="549" y="272"/>
                    </a:cubicBezTo>
                    <a:cubicBezTo>
                      <a:pt x="549" y="507"/>
                      <a:pt x="549" y="507"/>
                      <a:pt x="549" y="507"/>
                    </a:cubicBezTo>
                    <a:cubicBezTo>
                      <a:pt x="549" y="523"/>
                      <a:pt x="535" y="537"/>
                      <a:pt x="518" y="537"/>
                    </a:cubicBezTo>
                    <a:lnTo>
                      <a:pt x="175" y="537"/>
                    </a:lnTo>
                    <a:close/>
                  </a:path>
                </a:pathLst>
              </a:custGeom>
              <a:grpFill/>
              <a:ln>
                <a:noFill/>
              </a:ln>
            </p:spPr>
            <p:txBody>
              <a:bodyPr vert="horz" wrap="square" lIns="121888" tIns="60944" rIns="121888" bIns="60944" numCol="1" anchor="t" anchorCtr="0" compatLnSpc="1">
                <a:prstTxWarp prst="textNoShape">
                  <a:avLst/>
                </a:prstTxWarp>
              </a:bodyPr>
              <a:lstStyle/>
              <a:p>
                <a:pPr defTabSz="1218987"/>
                <a:endParaRPr lang="en-US" sz="1600">
                  <a:solidFill>
                    <a:srgbClr val="505050"/>
                  </a:solidFill>
                </a:endParaRPr>
              </a:p>
            </p:txBody>
          </p:sp>
        </p:grpSp>
        <p:grpSp>
          <p:nvGrpSpPr>
            <p:cNvPr id="7" name="Group 6"/>
            <p:cNvGrpSpPr/>
            <p:nvPr/>
          </p:nvGrpSpPr>
          <p:grpSpPr>
            <a:xfrm>
              <a:off x="4522013" y="2068385"/>
              <a:ext cx="7379250" cy="3224546"/>
              <a:chOff x="4522013" y="2068385"/>
              <a:chExt cx="7379250" cy="3224546"/>
            </a:xfrm>
          </p:grpSpPr>
          <p:sp>
            <p:nvSpPr>
              <p:cNvPr id="12" name="Content Placeholder 2"/>
              <p:cNvSpPr txBox="1">
                <a:spLocks/>
              </p:cNvSpPr>
              <p:nvPr/>
            </p:nvSpPr>
            <p:spPr>
              <a:xfrm>
                <a:off x="4522013" y="3002944"/>
                <a:ext cx="7379248" cy="1347869"/>
              </a:xfrm>
              <a:prstGeom prst="rect">
                <a:avLst/>
              </a:prstGeom>
            </p:spPr>
            <p:txBody>
              <a:bodyPr vert="horz" wrap="square" lIns="0" tIns="0" rIns="0" bIns="0" rtlCol="0">
                <a:spAutoFit/>
              </a:bodyPr>
              <a:lstStyle>
                <a:lvl1pPr marL="2382" marR="0" indent="0" algn="l" defTabSz="685835" rtl="0" eaLnBrk="1" fontAlgn="auto" latinLnBrk="0" hangingPunct="1">
                  <a:lnSpc>
                    <a:spcPct val="90000"/>
                  </a:lnSpc>
                  <a:spcBef>
                    <a:spcPts val="0"/>
                  </a:spcBef>
                  <a:spcAft>
                    <a:spcPts val="675"/>
                  </a:spcAft>
                  <a:buClrTx/>
                  <a:buSzPct val="80000"/>
                  <a:buFont typeface="Arial" pitchFamily="34" charset="0"/>
                  <a:buNone/>
                  <a:tabLst/>
                  <a:defRPr sz="3000" kern="1200" spc="-75" baseline="0">
                    <a:gradFill>
                      <a:gsLst>
                        <a:gs pos="0">
                          <a:srgbClr val="595959"/>
                        </a:gs>
                        <a:gs pos="86000">
                          <a:srgbClr val="595959"/>
                        </a:gs>
                      </a:gsLst>
                      <a:lin ang="5400000" scaled="0"/>
                    </a:gradFill>
                    <a:latin typeface="Segoe UI Light" pitchFamily="34" charset="0"/>
                    <a:ea typeface="+mn-ea"/>
                    <a:cs typeface="+mn-cs"/>
                  </a:defRPr>
                </a:lvl1pPr>
                <a:lvl2pPr marL="2382" marR="0" indent="0" algn="l" defTabSz="685835" rtl="0" eaLnBrk="1" fontAlgn="auto" latinLnBrk="0" hangingPunct="1">
                  <a:lnSpc>
                    <a:spcPct val="90000"/>
                  </a:lnSpc>
                  <a:spcBef>
                    <a:spcPts val="0"/>
                  </a:spcBef>
                  <a:spcAft>
                    <a:spcPts val="0"/>
                  </a:spcAft>
                  <a:buClrTx/>
                  <a:buSzPct val="80000"/>
                  <a:buFont typeface="Arial" pitchFamily="34" charset="0"/>
                  <a:buNone/>
                  <a:tabLst/>
                  <a:defRPr sz="1500" kern="1200" spc="-38" baseline="0">
                    <a:gradFill>
                      <a:gsLst>
                        <a:gs pos="0">
                          <a:srgbClr val="595959"/>
                        </a:gs>
                        <a:gs pos="86000">
                          <a:srgbClr val="595959"/>
                        </a:gs>
                      </a:gsLst>
                      <a:lin ang="5400000" scaled="0"/>
                    </a:gradFill>
                    <a:latin typeface="+mn-lt"/>
                    <a:ea typeface="+mn-ea"/>
                    <a:cs typeface="+mn-cs"/>
                  </a:defRPr>
                </a:lvl2pPr>
                <a:lvl3pPr marL="944175" marR="0" indent="-302422" algn="l" defTabSz="685835" rtl="0" eaLnBrk="1" fontAlgn="auto" latinLnBrk="0" hangingPunct="1">
                  <a:lnSpc>
                    <a:spcPct val="90000"/>
                  </a:lnSpc>
                  <a:spcBef>
                    <a:spcPct val="20000"/>
                  </a:spcBef>
                  <a:spcAft>
                    <a:spcPts val="0"/>
                  </a:spcAft>
                  <a:buClrTx/>
                  <a:buSzPct val="80000"/>
                  <a:buFontTx/>
                  <a:buBlip>
                    <a:blip r:embed="rId3"/>
                  </a:buBlip>
                  <a:tabLst>
                    <a:tab pos="598940" algn="l"/>
                  </a:tabLst>
                  <a:defRPr sz="1800" kern="1200" spc="0" baseline="0">
                    <a:gradFill>
                      <a:gsLst>
                        <a:gs pos="0">
                          <a:schemeClr val="tx1">
                            <a:lumMod val="90000"/>
                            <a:lumOff val="10000"/>
                          </a:schemeClr>
                        </a:gs>
                        <a:gs pos="86000">
                          <a:schemeClr val="tx1">
                            <a:lumMod val="90000"/>
                            <a:lumOff val="10000"/>
                          </a:schemeClr>
                        </a:gs>
                      </a:gsLst>
                      <a:lin ang="5400000" scaled="0"/>
                    </a:gradFill>
                    <a:latin typeface="+mn-lt"/>
                    <a:ea typeface="+mn-ea"/>
                    <a:cs typeface="+mn-cs"/>
                  </a:defRPr>
                </a:lvl3pPr>
                <a:lvl4pPr marL="1203730" marR="0" indent="-259558" algn="l" defTabSz="685835" rtl="0" eaLnBrk="1" fontAlgn="auto" latinLnBrk="0" hangingPunct="1">
                  <a:lnSpc>
                    <a:spcPct val="90000"/>
                  </a:lnSpc>
                  <a:spcBef>
                    <a:spcPct val="20000"/>
                  </a:spcBef>
                  <a:spcAft>
                    <a:spcPts val="0"/>
                  </a:spcAft>
                  <a:buClrTx/>
                  <a:buSzPct val="80000"/>
                  <a:buFontTx/>
                  <a:buBlip>
                    <a:blip r:embed="rId3"/>
                  </a:buBlip>
                  <a:tabLst/>
                  <a:defRPr sz="1500" kern="1200" spc="0" baseline="0">
                    <a:gradFill>
                      <a:gsLst>
                        <a:gs pos="0">
                          <a:schemeClr val="tx1">
                            <a:lumMod val="90000"/>
                            <a:lumOff val="10000"/>
                          </a:schemeClr>
                        </a:gs>
                        <a:gs pos="86000">
                          <a:schemeClr val="tx1">
                            <a:lumMod val="90000"/>
                            <a:lumOff val="10000"/>
                          </a:schemeClr>
                        </a:gs>
                      </a:gsLst>
                      <a:lin ang="5400000" scaled="0"/>
                    </a:gradFill>
                    <a:latin typeface="+mn-lt"/>
                    <a:ea typeface="+mn-ea"/>
                    <a:cs typeface="+mn-cs"/>
                  </a:defRPr>
                </a:lvl4pPr>
                <a:lvl5pPr marL="1456147" marR="0" indent="-252415" algn="l" defTabSz="685835" rtl="0" eaLnBrk="1" fontAlgn="auto" latinLnBrk="0" hangingPunct="1">
                  <a:lnSpc>
                    <a:spcPct val="90000"/>
                  </a:lnSpc>
                  <a:spcBef>
                    <a:spcPct val="20000"/>
                  </a:spcBef>
                  <a:spcAft>
                    <a:spcPts val="0"/>
                  </a:spcAft>
                  <a:buClrTx/>
                  <a:buSzPct val="80000"/>
                  <a:buFontTx/>
                  <a:buBlip>
                    <a:blip r:embed="rId3"/>
                  </a:buBlip>
                  <a:tabLst>
                    <a:tab pos="941871" algn="l"/>
                  </a:tabLst>
                  <a:defRPr sz="1500" kern="1200" spc="0" baseline="0">
                    <a:gradFill>
                      <a:gsLst>
                        <a:gs pos="0">
                          <a:schemeClr val="tx1">
                            <a:lumMod val="90000"/>
                            <a:lumOff val="10000"/>
                          </a:schemeClr>
                        </a:gs>
                        <a:gs pos="86000">
                          <a:schemeClr val="tx1">
                            <a:lumMod val="90000"/>
                            <a:lumOff val="10000"/>
                          </a:schemeClr>
                        </a:gs>
                      </a:gsLst>
                      <a:lin ang="5400000" scaled="0"/>
                    </a:gradFill>
                    <a:latin typeface="+mn-lt"/>
                    <a:ea typeface="+mn-ea"/>
                    <a:cs typeface="+mn-cs"/>
                  </a:defRPr>
                </a:lvl5pPr>
                <a:lvl6pPr marL="1886048" indent="-171459" algn="l" defTabSz="685835" rtl="0" eaLnBrk="1" latinLnBrk="0" hangingPunct="1">
                  <a:spcBef>
                    <a:spcPct val="20000"/>
                  </a:spcBef>
                  <a:buFont typeface="Arial" pitchFamily="34" charset="0"/>
                  <a:buChar char="•"/>
                  <a:defRPr sz="1500" kern="1200">
                    <a:solidFill>
                      <a:schemeClr val="tx1"/>
                    </a:solidFill>
                    <a:latin typeface="+mn-lt"/>
                    <a:ea typeface="+mn-ea"/>
                    <a:cs typeface="+mn-cs"/>
                  </a:defRPr>
                </a:lvl6pPr>
                <a:lvl7pPr marL="2228965" indent="-171459" algn="l" defTabSz="685835" rtl="0" eaLnBrk="1" latinLnBrk="0" hangingPunct="1">
                  <a:spcBef>
                    <a:spcPct val="20000"/>
                  </a:spcBef>
                  <a:buFont typeface="Arial" pitchFamily="34" charset="0"/>
                  <a:buChar char="•"/>
                  <a:defRPr sz="1500" kern="1200">
                    <a:solidFill>
                      <a:schemeClr val="tx1"/>
                    </a:solidFill>
                    <a:latin typeface="+mn-lt"/>
                    <a:ea typeface="+mn-ea"/>
                    <a:cs typeface="+mn-cs"/>
                  </a:defRPr>
                </a:lvl7pPr>
                <a:lvl8pPr marL="2571883" indent="-171459" algn="l" defTabSz="685835" rtl="0" eaLnBrk="1" latinLnBrk="0" hangingPunct="1">
                  <a:spcBef>
                    <a:spcPct val="20000"/>
                  </a:spcBef>
                  <a:buFont typeface="Arial" pitchFamily="34" charset="0"/>
                  <a:buChar char="•"/>
                  <a:defRPr sz="1500" kern="1200">
                    <a:solidFill>
                      <a:schemeClr val="tx1"/>
                    </a:solidFill>
                    <a:latin typeface="+mn-lt"/>
                    <a:ea typeface="+mn-ea"/>
                    <a:cs typeface="+mn-cs"/>
                  </a:defRPr>
                </a:lvl8pPr>
                <a:lvl9pPr marL="2914801" indent="-171459" algn="l" defTabSz="685835"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a:spcAft>
                    <a:spcPts val="0"/>
                  </a:spcAft>
                </a:pPr>
                <a:r>
                  <a:rPr lang="en-US" sz="3732" dirty="0">
                    <a:solidFill>
                      <a:schemeClr val="tx2">
                        <a:alpha val="99000"/>
                      </a:schemeClr>
                    </a:solidFill>
                    <a:latin typeface="+mn-lt"/>
                  </a:rPr>
                  <a:t>What’s included</a:t>
                </a:r>
              </a:p>
              <a:p>
                <a:pPr lvl="1"/>
                <a:r>
                  <a:rPr lang="en-US" sz="2000" dirty="0">
                    <a:solidFill>
                      <a:schemeClr val="tx1">
                        <a:alpha val="99000"/>
                      </a:schemeClr>
                    </a:solidFill>
                  </a:rPr>
                  <a:t>Compute Hardware failure (disk, CPU, memory)</a:t>
                </a:r>
              </a:p>
              <a:p>
                <a:pPr lvl="1"/>
                <a:r>
                  <a:rPr lang="en-US" sz="2000" dirty="0">
                    <a:solidFill>
                      <a:schemeClr val="tx1">
                        <a:alpha val="99000"/>
                      </a:schemeClr>
                    </a:solidFill>
                  </a:rPr>
                  <a:t>Datacenter failures - Network failure, power failure</a:t>
                </a:r>
              </a:p>
              <a:p>
                <a:pPr lvl="1"/>
                <a:r>
                  <a:rPr lang="en-US" sz="2000" dirty="0">
                    <a:solidFill>
                      <a:schemeClr val="tx1">
                        <a:alpha val="99000"/>
                      </a:schemeClr>
                    </a:solidFill>
                  </a:rPr>
                  <a:t>Hardware upgrades, Software maintenance – Host OS Updates</a:t>
                </a:r>
              </a:p>
            </p:txBody>
          </p:sp>
          <p:sp>
            <p:nvSpPr>
              <p:cNvPr id="13" name="Content Placeholder 2"/>
              <p:cNvSpPr txBox="1">
                <a:spLocks/>
              </p:cNvSpPr>
              <p:nvPr/>
            </p:nvSpPr>
            <p:spPr>
              <a:xfrm>
                <a:off x="4522014" y="4461934"/>
                <a:ext cx="7379249" cy="830997"/>
              </a:xfrm>
              <a:prstGeom prst="rect">
                <a:avLst/>
              </a:prstGeom>
            </p:spPr>
            <p:txBody>
              <a:bodyPr vert="horz" wrap="square" lIns="0" tIns="0" rIns="0" bIns="0" rtlCol="0">
                <a:spAutoFit/>
              </a:bodyPr>
              <a:lstStyle>
                <a:lvl1pPr marL="2382" marR="0" indent="0" algn="l" defTabSz="685835" rtl="0" eaLnBrk="1" fontAlgn="auto" latinLnBrk="0" hangingPunct="1">
                  <a:lnSpc>
                    <a:spcPct val="90000"/>
                  </a:lnSpc>
                  <a:spcBef>
                    <a:spcPts val="0"/>
                  </a:spcBef>
                  <a:spcAft>
                    <a:spcPts val="675"/>
                  </a:spcAft>
                  <a:buClrTx/>
                  <a:buSzPct val="80000"/>
                  <a:buFont typeface="Arial" pitchFamily="34" charset="0"/>
                  <a:buNone/>
                  <a:tabLst/>
                  <a:defRPr sz="3000" kern="1200" spc="-75" baseline="0">
                    <a:gradFill>
                      <a:gsLst>
                        <a:gs pos="0">
                          <a:srgbClr val="595959"/>
                        </a:gs>
                        <a:gs pos="86000">
                          <a:srgbClr val="595959"/>
                        </a:gs>
                      </a:gsLst>
                      <a:lin ang="5400000" scaled="0"/>
                    </a:gradFill>
                    <a:latin typeface="Segoe UI Light" pitchFamily="34" charset="0"/>
                    <a:ea typeface="+mn-ea"/>
                    <a:cs typeface="+mn-cs"/>
                  </a:defRPr>
                </a:lvl1pPr>
                <a:lvl2pPr marL="2382" marR="0" indent="0" algn="l" defTabSz="685835" rtl="0" eaLnBrk="1" fontAlgn="auto" latinLnBrk="0" hangingPunct="1">
                  <a:lnSpc>
                    <a:spcPct val="90000"/>
                  </a:lnSpc>
                  <a:spcBef>
                    <a:spcPts val="0"/>
                  </a:spcBef>
                  <a:spcAft>
                    <a:spcPts val="0"/>
                  </a:spcAft>
                  <a:buClrTx/>
                  <a:buSzPct val="80000"/>
                  <a:buFont typeface="Arial" pitchFamily="34" charset="0"/>
                  <a:buNone/>
                  <a:tabLst/>
                  <a:defRPr sz="1500" kern="1200" spc="-38" baseline="0">
                    <a:gradFill>
                      <a:gsLst>
                        <a:gs pos="0">
                          <a:srgbClr val="595959"/>
                        </a:gs>
                        <a:gs pos="86000">
                          <a:srgbClr val="595959"/>
                        </a:gs>
                      </a:gsLst>
                      <a:lin ang="5400000" scaled="0"/>
                    </a:gradFill>
                    <a:latin typeface="+mn-lt"/>
                    <a:ea typeface="+mn-ea"/>
                    <a:cs typeface="+mn-cs"/>
                  </a:defRPr>
                </a:lvl2pPr>
                <a:lvl3pPr marL="944175" marR="0" indent="-302422" algn="l" defTabSz="685835" rtl="0" eaLnBrk="1" fontAlgn="auto" latinLnBrk="0" hangingPunct="1">
                  <a:lnSpc>
                    <a:spcPct val="90000"/>
                  </a:lnSpc>
                  <a:spcBef>
                    <a:spcPct val="20000"/>
                  </a:spcBef>
                  <a:spcAft>
                    <a:spcPts val="0"/>
                  </a:spcAft>
                  <a:buClrTx/>
                  <a:buSzPct val="80000"/>
                  <a:buFontTx/>
                  <a:buBlip>
                    <a:blip r:embed="rId3"/>
                  </a:buBlip>
                  <a:tabLst>
                    <a:tab pos="598940" algn="l"/>
                  </a:tabLst>
                  <a:defRPr sz="1800" kern="1200" spc="0" baseline="0">
                    <a:gradFill>
                      <a:gsLst>
                        <a:gs pos="0">
                          <a:schemeClr val="tx1">
                            <a:lumMod val="90000"/>
                            <a:lumOff val="10000"/>
                          </a:schemeClr>
                        </a:gs>
                        <a:gs pos="86000">
                          <a:schemeClr val="tx1">
                            <a:lumMod val="90000"/>
                            <a:lumOff val="10000"/>
                          </a:schemeClr>
                        </a:gs>
                      </a:gsLst>
                      <a:lin ang="5400000" scaled="0"/>
                    </a:gradFill>
                    <a:latin typeface="+mn-lt"/>
                    <a:ea typeface="+mn-ea"/>
                    <a:cs typeface="+mn-cs"/>
                  </a:defRPr>
                </a:lvl3pPr>
                <a:lvl4pPr marL="1203730" marR="0" indent="-259558" algn="l" defTabSz="685835" rtl="0" eaLnBrk="1" fontAlgn="auto" latinLnBrk="0" hangingPunct="1">
                  <a:lnSpc>
                    <a:spcPct val="90000"/>
                  </a:lnSpc>
                  <a:spcBef>
                    <a:spcPct val="20000"/>
                  </a:spcBef>
                  <a:spcAft>
                    <a:spcPts val="0"/>
                  </a:spcAft>
                  <a:buClrTx/>
                  <a:buSzPct val="80000"/>
                  <a:buFontTx/>
                  <a:buBlip>
                    <a:blip r:embed="rId3"/>
                  </a:buBlip>
                  <a:tabLst/>
                  <a:defRPr sz="1500" kern="1200" spc="0" baseline="0">
                    <a:gradFill>
                      <a:gsLst>
                        <a:gs pos="0">
                          <a:schemeClr val="tx1">
                            <a:lumMod val="90000"/>
                            <a:lumOff val="10000"/>
                          </a:schemeClr>
                        </a:gs>
                        <a:gs pos="86000">
                          <a:schemeClr val="tx1">
                            <a:lumMod val="90000"/>
                            <a:lumOff val="10000"/>
                          </a:schemeClr>
                        </a:gs>
                      </a:gsLst>
                      <a:lin ang="5400000" scaled="0"/>
                    </a:gradFill>
                    <a:latin typeface="+mn-lt"/>
                    <a:ea typeface="+mn-ea"/>
                    <a:cs typeface="+mn-cs"/>
                  </a:defRPr>
                </a:lvl4pPr>
                <a:lvl5pPr marL="1456147" marR="0" indent="-252415" algn="l" defTabSz="685835" rtl="0" eaLnBrk="1" fontAlgn="auto" latinLnBrk="0" hangingPunct="1">
                  <a:lnSpc>
                    <a:spcPct val="90000"/>
                  </a:lnSpc>
                  <a:spcBef>
                    <a:spcPct val="20000"/>
                  </a:spcBef>
                  <a:spcAft>
                    <a:spcPts val="0"/>
                  </a:spcAft>
                  <a:buClrTx/>
                  <a:buSzPct val="80000"/>
                  <a:buFontTx/>
                  <a:buBlip>
                    <a:blip r:embed="rId3"/>
                  </a:buBlip>
                  <a:tabLst>
                    <a:tab pos="941871" algn="l"/>
                  </a:tabLst>
                  <a:defRPr sz="1500" kern="1200" spc="0" baseline="0">
                    <a:gradFill>
                      <a:gsLst>
                        <a:gs pos="0">
                          <a:schemeClr val="tx1">
                            <a:lumMod val="90000"/>
                            <a:lumOff val="10000"/>
                          </a:schemeClr>
                        </a:gs>
                        <a:gs pos="86000">
                          <a:schemeClr val="tx1">
                            <a:lumMod val="90000"/>
                            <a:lumOff val="10000"/>
                          </a:schemeClr>
                        </a:gs>
                      </a:gsLst>
                      <a:lin ang="5400000" scaled="0"/>
                    </a:gradFill>
                    <a:latin typeface="+mn-lt"/>
                    <a:ea typeface="+mn-ea"/>
                    <a:cs typeface="+mn-cs"/>
                  </a:defRPr>
                </a:lvl5pPr>
                <a:lvl6pPr marL="1886048" indent="-171459" algn="l" defTabSz="685835" rtl="0" eaLnBrk="1" latinLnBrk="0" hangingPunct="1">
                  <a:spcBef>
                    <a:spcPct val="20000"/>
                  </a:spcBef>
                  <a:buFont typeface="Arial" pitchFamily="34" charset="0"/>
                  <a:buChar char="•"/>
                  <a:defRPr sz="1500" kern="1200">
                    <a:solidFill>
                      <a:schemeClr val="tx1"/>
                    </a:solidFill>
                    <a:latin typeface="+mn-lt"/>
                    <a:ea typeface="+mn-ea"/>
                    <a:cs typeface="+mn-cs"/>
                  </a:defRPr>
                </a:lvl6pPr>
                <a:lvl7pPr marL="2228965" indent="-171459" algn="l" defTabSz="685835" rtl="0" eaLnBrk="1" latinLnBrk="0" hangingPunct="1">
                  <a:spcBef>
                    <a:spcPct val="20000"/>
                  </a:spcBef>
                  <a:buFont typeface="Arial" pitchFamily="34" charset="0"/>
                  <a:buChar char="•"/>
                  <a:defRPr sz="1500" kern="1200">
                    <a:solidFill>
                      <a:schemeClr val="tx1"/>
                    </a:solidFill>
                    <a:latin typeface="+mn-lt"/>
                    <a:ea typeface="+mn-ea"/>
                    <a:cs typeface="+mn-cs"/>
                  </a:defRPr>
                </a:lvl7pPr>
                <a:lvl8pPr marL="2571883" indent="-171459" algn="l" defTabSz="685835" rtl="0" eaLnBrk="1" latinLnBrk="0" hangingPunct="1">
                  <a:spcBef>
                    <a:spcPct val="20000"/>
                  </a:spcBef>
                  <a:buFont typeface="Arial" pitchFamily="34" charset="0"/>
                  <a:buChar char="•"/>
                  <a:defRPr sz="1500" kern="1200">
                    <a:solidFill>
                      <a:schemeClr val="tx1"/>
                    </a:solidFill>
                    <a:latin typeface="+mn-lt"/>
                    <a:ea typeface="+mn-ea"/>
                    <a:cs typeface="+mn-cs"/>
                  </a:defRPr>
                </a:lvl8pPr>
                <a:lvl9pPr marL="2914801" indent="-171459" algn="l" defTabSz="685835"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a:spcAft>
                    <a:spcPts val="0"/>
                  </a:spcAft>
                </a:pPr>
                <a:r>
                  <a:rPr lang="en-US" sz="4000" dirty="0">
                    <a:solidFill>
                      <a:schemeClr val="tx2">
                        <a:alpha val="99000"/>
                      </a:schemeClr>
                    </a:solidFill>
                    <a:latin typeface="+mn-lt"/>
                  </a:rPr>
                  <a:t>What is not included</a:t>
                </a:r>
              </a:p>
              <a:p>
                <a:pPr lvl="1"/>
                <a:r>
                  <a:rPr lang="en-US" sz="2000" dirty="0">
                    <a:solidFill>
                      <a:schemeClr val="tx1">
                        <a:alpha val="99000"/>
                      </a:schemeClr>
                    </a:solidFill>
                  </a:rPr>
                  <a:t>VM Container crashes, Guest OS Updates</a:t>
                </a:r>
              </a:p>
            </p:txBody>
          </p:sp>
          <p:sp>
            <p:nvSpPr>
              <p:cNvPr id="14" name="Content Placeholder 2"/>
              <p:cNvSpPr txBox="1">
                <a:spLocks/>
              </p:cNvSpPr>
              <p:nvPr/>
            </p:nvSpPr>
            <p:spPr>
              <a:xfrm>
                <a:off x="4522013" y="2068385"/>
                <a:ext cx="7379248" cy="830997"/>
              </a:xfrm>
              <a:prstGeom prst="rect">
                <a:avLst/>
              </a:prstGeom>
            </p:spPr>
            <p:txBody>
              <a:bodyPr vert="horz" wrap="square" lIns="0" tIns="0" rIns="0" bIns="0" rtlCol="0">
                <a:spAutoFit/>
              </a:bodyPr>
              <a:lstStyle>
                <a:lvl1pPr marL="2382" marR="0" indent="0" algn="l" defTabSz="685835" rtl="0" eaLnBrk="1" fontAlgn="auto" latinLnBrk="0" hangingPunct="1">
                  <a:lnSpc>
                    <a:spcPct val="90000"/>
                  </a:lnSpc>
                  <a:spcBef>
                    <a:spcPts val="0"/>
                  </a:spcBef>
                  <a:spcAft>
                    <a:spcPts val="675"/>
                  </a:spcAft>
                  <a:buClrTx/>
                  <a:buSzPct val="80000"/>
                  <a:buFont typeface="Arial" pitchFamily="34" charset="0"/>
                  <a:buNone/>
                  <a:tabLst/>
                  <a:defRPr sz="3000" kern="1200" spc="-75" baseline="0">
                    <a:gradFill>
                      <a:gsLst>
                        <a:gs pos="0">
                          <a:srgbClr val="595959"/>
                        </a:gs>
                        <a:gs pos="86000">
                          <a:srgbClr val="595959"/>
                        </a:gs>
                      </a:gsLst>
                      <a:lin ang="5400000" scaled="0"/>
                    </a:gradFill>
                    <a:latin typeface="Segoe UI Light" pitchFamily="34" charset="0"/>
                    <a:ea typeface="+mn-ea"/>
                    <a:cs typeface="+mn-cs"/>
                  </a:defRPr>
                </a:lvl1pPr>
                <a:lvl2pPr marL="2382" marR="0" indent="0" algn="l" defTabSz="685835" rtl="0" eaLnBrk="1" fontAlgn="auto" latinLnBrk="0" hangingPunct="1">
                  <a:lnSpc>
                    <a:spcPct val="90000"/>
                  </a:lnSpc>
                  <a:spcBef>
                    <a:spcPts val="0"/>
                  </a:spcBef>
                  <a:spcAft>
                    <a:spcPts val="0"/>
                  </a:spcAft>
                  <a:buClrTx/>
                  <a:buSzPct val="80000"/>
                  <a:buFont typeface="Arial" pitchFamily="34" charset="0"/>
                  <a:buNone/>
                  <a:tabLst/>
                  <a:defRPr sz="1500" kern="1200" spc="-38" baseline="0">
                    <a:gradFill>
                      <a:gsLst>
                        <a:gs pos="0">
                          <a:srgbClr val="595959"/>
                        </a:gs>
                        <a:gs pos="86000">
                          <a:srgbClr val="595959"/>
                        </a:gs>
                      </a:gsLst>
                      <a:lin ang="5400000" scaled="0"/>
                    </a:gradFill>
                    <a:latin typeface="+mn-lt"/>
                    <a:ea typeface="+mn-ea"/>
                    <a:cs typeface="+mn-cs"/>
                  </a:defRPr>
                </a:lvl2pPr>
                <a:lvl3pPr marL="944175" marR="0" indent="-302422" algn="l" defTabSz="685835" rtl="0" eaLnBrk="1" fontAlgn="auto" latinLnBrk="0" hangingPunct="1">
                  <a:lnSpc>
                    <a:spcPct val="90000"/>
                  </a:lnSpc>
                  <a:spcBef>
                    <a:spcPct val="20000"/>
                  </a:spcBef>
                  <a:spcAft>
                    <a:spcPts val="0"/>
                  </a:spcAft>
                  <a:buClrTx/>
                  <a:buSzPct val="80000"/>
                  <a:buFontTx/>
                  <a:buBlip>
                    <a:blip r:embed="rId3"/>
                  </a:buBlip>
                  <a:tabLst>
                    <a:tab pos="598940" algn="l"/>
                  </a:tabLst>
                  <a:defRPr sz="1800" kern="1200" spc="0" baseline="0">
                    <a:gradFill>
                      <a:gsLst>
                        <a:gs pos="0">
                          <a:schemeClr val="tx1">
                            <a:lumMod val="90000"/>
                            <a:lumOff val="10000"/>
                          </a:schemeClr>
                        </a:gs>
                        <a:gs pos="86000">
                          <a:schemeClr val="tx1">
                            <a:lumMod val="90000"/>
                            <a:lumOff val="10000"/>
                          </a:schemeClr>
                        </a:gs>
                      </a:gsLst>
                      <a:lin ang="5400000" scaled="0"/>
                    </a:gradFill>
                    <a:latin typeface="+mn-lt"/>
                    <a:ea typeface="+mn-ea"/>
                    <a:cs typeface="+mn-cs"/>
                  </a:defRPr>
                </a:lvl3pPr>
                <a:lvl4pPr marL="1203730" marR="0" indent="-259558" algn="l" defTabSz="685835" rtl="0" eaLnBrk="1" fontAlgn="auto" latinLnBrk="0" hangingPunct="1">
                  <a:lnSpc>
                    <a:spcPct val="90000"/>
                  </a:lnSpc>
                  <a:spcBef>
                    <a:spcPct val="20000"/>
                  </a:spcBef>
                  <a:spcAft>
                    <a:spcPts val="0"/>
                  </a:spcAft>
                  <a:buClrTx/>
                  <a:buSzPct val="80000"/>
                  <a:buFontTx/>
                  <a:buBlip>
                    <a:blip r:embed="rId3"/>
                  </a:buBlip>
                  <a:tabLst/>
                  <a:defRPr sz="1500" kern="1200" spc="0" baseline="0">
                    <a:gradFill>
                      <a:gsLst>
                        <a:gs pos="0">
                          <a:schemeClr val="tx1">
                            <a:lumMod val="90000"/>
                            <a:lumOff val="10000"/>
                          </a:schemeClr>
                        </a:gs>
                        <a:gs pos="86000">
                          <a:schemeClr val="tx1">
                            <a:lumMod val="90000"/>
                            <a:lumOff val="10000"/>
                          </a:schemeClr>
                        </a:gs>
                      </a:gsLst>
                      <a:lin ang="5400000" scaled="0"/>
                    </a:gradFill>
                    <a:latin typeface="+mn-lt"/>
                    <a:ea typeface="+mn-ea"/>
                    <a:cs typeface="+mn-cs"/>
                  </a:defRPr>
                </a:lvl4pPr>
                <a:lvl5pPr marL="1456147" marR="0" indent="-252415" algn="l" defTabSz="685835" rtl="0" eaLnBrk="1" fontAlgn="auto" latinLnBrk="0" hangingPunct="1">
                  <a:lnSpc>
                    <a:spcPct val="90000"/>
                  </a:lnSpc>
                  <a:spcBef>
                    <a:spcPct val="20000"/>
                  </a:spcBef>
                  <a:spcAft>
                    <a:spcPts val="0"/>
                  </a:spcAft>
                  <a:buClrTx/>
                  <a:buSzPct val="80000"/>
                  <a:buFontTx/>
                  <a:buBlip>
                    <a:blip r:embed="rId3"/>
                  </a:buBlip>
                  <a:tabLst>
                    <a:tab pos="941871" algn="l"/>
                  </a:tabLst>
                  <a:defRPr sz="1500" kern="1200" spc="0" baseline="0">
                    <a:gradFill>
                      <a:gsLst>
                        <a:gs pos="0">
                          <a:schemeClr val="tx1">
                            <a:lumMod val="90000"/>
                            <a:lumOff val="10000"/>
                          </a:schemeClr>
                        </a:gs>
                        <a:gs pos="86000">
                          <a:schemeClr val="tx1">
                            <a:lumMod val="90000"/>
                            <a:lumOff val="10000"/>
                          </a:schemeClr>
                        </a:gs>
                      </a:gsLst>
                      <a:lin ang="5400000" scaled="0"/>
                    </a:gradFill>
                    <a:latin typeface="+mn-lt"/>
                    <a:ea typeface="+mn-ea"/>
                    <a:cs typeface="+mn-cs"/>
                  </a:defRPr>
                </a:lvl5pPr>
                <a:lvl6pPr marL="1886048" indent="-171459" algn="l" defTabSz="685835" rtl="0" eaLnBrk="1" latinLnBrk="0" hangingPunct="1">
                  <a:spcBef>
                    <a:spcPct val="20000"/>
                  </a:spcBef>
                  <a:buFont typeface="Arial" pitchFamily="34" charset="0"/>
                  <a:buChar char="•"/>
                  <a:defRPr sz="1500" kern="1200">
                    <a:solidFill>
                      <a:schemeClr val="tx1"/>
                    </a:solidFill>
                    <a:latin typeface="+mn-lt"/>
                    <a:ea typeface="+mn-ea"/>
                    <a:cs typeface="+mn-cs"/>
                  </a:defRPr>
                </a:lvl6pPr>
                <a:lvl7pPr marL="2228965" indent="-171459" algn="l" defTabSz="685835" rtl="0" eaLnBrk="1" latinLnBrk="0" hangingPunct="1">
                  <a:spcBef>
                    <a:spcPct val="20000"/>
                  </a:spcBef>
                  <a:buFont typeface="Arial" pitchFamily="34" charset="0"/>
                  <a:buChar char="•"/>
                  <a:defRPr sz="1500" kern="1200">
                    <a:solidFill>
                      <a:schemeClr val="tx1"/>
                    </a:solidFill>
                    <a:latin typeface="+mn-lt"/>
                    <a:ea typeface="+mn-ea"/>
                    <a:cs typeface="+mn-cs"/>
                  </a:defRPr>
                </a:lvl7pPr>
                <a:lvl8pPr marL="2571883" indent="-171459" algn="l" defTabSz="685835" rtl="0" eaLnBrk="1" latinLnBrk="0" hangingPunct="1">
                  <a:spcBef>
                    <a:spcPct val="20000"/>
                  </a:spcBef>
                  <a:buFont typeface="Arial" pitchFamily="34" charset="0"/>
                  <a:buChar char="•"/>
                  <a:defRPr sz="1500" kern="1200">
                    <a:solidFill>
                      <a:schemeClr val="tx1"/>
                    </a:solidFill>
                    <a:latin typeface="+mn-lt"/>
                    <a:ea typeface="+mn-ea"/>
                    <a:cs typeface="+mn-cs"/>
                  </a:defRPr>
                </a:lvl8pPr>
                <a:lvl9pPr marL="2914801" indent="-171459" algn="l" defTabSz="685835"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a:spcAft>
                    <a:spcPts val="0"/>
                  </a:spcAft>
                </a:pPr>
                <a:r>
                  <a:rPr lang="en-US" sz="4000" dirty="0">
                    <a:solidFill>
                      <a:schemeClr val="tx2">
                        <a:alpha val="99000"/>
                      </a:schemeClr>
                    </a:solidFill>
                    <a:latin typeface="+mn-lt"/>
                  </a:rPr>
                  <a:t>99.95% for multiple role instances</a:t>
                </a:r>
              </a:p>
              <a:p>
                <a:pPr lvl="1"/>
                <a:r>
                  <a:rPr lang="en-US" sz="2000" dirty="0">
                    <a:solidFill>
                      <a:schemeClr val="tx1">
                        <a:alpha val="99000"/>
                      </a:schemeClr>
                    </a:solidFill>
                  </a:rPr>
                  <a:t>4.38 hours of downtime per year</a:t>
                </a:r>
              </a:p>
            </p:txBody>
          </p:sp>
        </p:grpSp>
      </p:grpSp>
    </p:spTree>
    <p:extLst>
      <p:ext uri="{BB962C8B-B14F-4D97-AF65-F5344CB8AC3E}">
        <p14:creationId xmlns:p14="http://schemas.microsoft.com/office/powerpoint/2010/main" val="132203944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ectangle 13"/>
          <p:cNvSpPr/>
          <p:nvPr>
            <p:custDataLst>
              <p:tags r:id="rId2"/>
            </p:custDataLst>
          </p:nvPr>
        </p:nvSpPr>
        <p:spPr bwMode="auto">
          <a:xfrm>
            <a:off x="1645282" y="2487218"/>
            <a:ext cx="5271868" cy="2747044"/>
          </a:xfrm>
          <a:prstGeom prst="rect">
            <a:avLst/>
          </a:prstGeom>
          <a:solidFill>
            <a:srgbClr val="00B050"/>
          </a:solidFill>
          <a:ln>
            <a:solidFill>
              <a:srgbClr val="000000"/>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lIns="68535" tIns="34267" rIns="68535" bIns="34267" anchor="ctr"/>
          <a:lstStyle/>
          <a:p>
            <a:pPr algn="ctr" defTabSz="685169">
              <a:defRPr/>
            </a:pPr>
            <a:endParaRPr lang="en-US" sz="1700" dirty="0">
              <a:solidFill>
                <a:schemeClr val="tx1"/>
              </a:solidFill>
              <a:latin typeface="Segoe UI" panose="020B0502040204020203" pitchFamily="34" charset="0"/>
              <a:cs typeface="Segoe UI" panose="020B0502040204020203" pitchFamily="34" charset="0"/>
            </a:endParaRPr>
          </a:p>
        </p:txBody>
      </p:sp>
      <p:sp>
        <p:nvSpPr>
          <p:cNvPr id="19" name="Rectangle 18"/>
          <p:cNvSpPr/>
          <p:nvPr/>
        </p:nvSpPr>
        <p:spPr bwMode="auto">
          <a:xfrm>
            <a:off x="1908346" y="2810679"/>
            <a:ext cx="2088004" cy="2119390"/>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lIns="91375" tIns="45688" rIns="91375" bIns="91410" anchor="b"/>
          <a:lstStyle/>
          <a:p>
            <a:pPr algn="ctr" defTabSz="685169">
              <a:defRPr/>
            </a:pPr>
            <a:r>
              <a:rPr lang="en-US" sz="2400" b="1" dirty="0">
                <a:ln>
                  <a:solidFill>
                    <a:srgbClr val="FFFFFF">
                      <a:alpha val="0"/>
                    </a:srgbClr>
                  </a:solidFill>
                </a:ln>
                <a:solidFill>
                  <a:schemeClr val="tx1"/>
                </a:solidFill>
                <a:latin typeface="Segoe UI" panose="020B0502040204020203" pitchFamily="34" charset="0"/>
                <a:cs typeface="Segoe UI" panose="020B0502040204020203" pitchFamily="34" charset="0"/>
              </a:rPr>
              <a:t>Virtual Machine</a:t>
            </a:r>
          </a:p>
        </p:txBody>
      </p:sp>
      <p:sp>
        <p:nvSpPr>
          <p:cNvPr id="31" name="Rectangle 30"/>
          <p:cNvSpPr/>
          <p:nvPr/>
        </p:nvSpPr>
        <p:spPr bwMode="auto">
          <a:xfrm>
            <a:off x="4546976" y="2843357"/>
            <a:ext cx="2082242" cy="2086712"/>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lIns="91375" tIns="45688" rIns="91375" bIns="91410" anchor="b"/>
          <a:lstStyle/>
          <a:p>
            <a:pPr algn="ctr" defTabSz="685169">
              <a:defRPr/>
            </a:pPr>
            <a:r>
              <a:rPr lang="en-US" sz="2400" b="1" dirty="0">
                <a:ln>
                  <a:solidFill>
                    <a:srgbClr val="FFFFFF">
                      <a:alpha val="0"/>
                    </a:srgbClr>
                  </a:solidFill>
                </a:ln>
                <a:solidFill>
                  <a:schemeClr val="tx1"/>
                </a:solidFill>
                <a:latin typeface="Segoe UI" panose="020B0502040204020203" pitchFamily="34" charset="0"/>
                <a:cs typeface="Segoe UI" panose="020B0502040204020203" pitchFamily="34" charset="0"/>
              </a:rPr>
              <a:t>Virtual Machine</a:t>
            </a:r>
          </a:p>
        </p:txBody>
      </p:sp>
      <p:graphicFrame>
        <p:nvGraphicFramePr>
          <p:cNvPr id="21509" name="Object 9" hidden="1"/>
          <p:cNvGraphicFramePr>
            <a:graphicFrameLocks noChangeAspect="1"/>
          </p:cNvGraphicFramePr>
          <p:nvPr>
            <p:custDataLst>
              <p:tags r:id="rId3"/>
            </p:custDataLst>
          </p:nvPr>
        </p:nvGraphicFramePr>
        <p:xfrm>
          <a:off x="1524649" y="857616"/>
          <a:ext cx="120634" cy="118516"/>
        </p:xfrm>
        <a:graphic>
          <a:graphicData uri="http://schemas.openxmlformats.org/presentationml/2006/ole">
            <mc:AlternateContent xmlns:mc="http://schemas.openxmlformats.org/markup-compatibility/2006">
              <mc:Choice xmlns:v="urn:schemas-microsoft-com:vml" Requires="v">
                <p:oleObj spid="_x0000_s2096" name="think-cell Slide" r:id="rId9" imgW="360" imgH="360" progId="TCLayout.ActiveDocument.1">
                  <p:embed/>
                </p:oleObj>
              </mc:Choice>
              <mc:Fallback>
                <p:oleObj name="think-cell Slide" r:id="rId9" imgW="360" imgH="360" progId="TCLayout.ActiveDocument.1">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524649" y="857616"/>
                        <a:ext cx="120634" cy="1185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1510" name="Title 3"/>
          <p:cNvSpPr>
            <a:spLocks noGrp="1"/>
          </p:cNvSpPr>
          <p:nvPr>
            <p:ph type="title" idx="4294967295"/>
            <p:custDataLst>
              <p:tags r:id="rId4"/>
            </p:custDataLst>
          </p:nvPr>
        </p:nvSpPr>
        <p:spPr bwMode="auto">
          <a:xfrm>
            <a:off x="539750" y="165100"/>
            <a:ext cx="11652250" cy="8985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a:latin typeface="Segoe UI Light" panose="020B0502040204020203" pitchFamily="34" charset="0"/>
                <a:cs typeface="Segoe UI Light" panose="020B0502040204020203" pitchFamily="34" charset="0"/>
              </a:rPr>
              <a:t>Availability Sets</a:t>
            </a:r>
          </a:p>
        </p:txBody>
      </p:sp>
      <p:grpSp>
        <p:nvGrpSpPr>
          <p:cNvPr id="21511" name="Group 38"/>
          <p:cNvGrpSpPr>
            <a:grpSpLocks/>
          </p:cNvGrpSpPr>
          <p:nvPr/>
        </p:nvGrpSpPr>
        <p:grpSpPr bwMode="auto">
          <a:xfrm>
            <a:off x="2015646" y="2788276"/>
            <a:ext cx="1980919" cy="1343892"/>
            <a:chOff x="1" y="2450330"/>
            <a:chExt cx="1520439" cy="1219200"/>
          </a:xfrm>
        </p:grpSpPr>
        <p:pic>
          <p:nvPicPr>
            <p:cNvPr id="21520" name="Picture 39"/>
            <p:cNvPicPr>
              <a:picLocks noChangeAspect="1"/>
            </p:cNvPicPr>
            <p:nvPr/>
          </p:nvPicPr>
          <p:blipFill>
            <a:blip r:embed="rId11">
              <a:extLst>
                <a:ext uri="{28A0092B-C50C-407E-A947-70E740481C1C}">
                  <a14:useLocalDpi xmlns:a14="http://schemas.microsoft.com/office/drawing/2010/main" val="0"/>
                </a:ext>
              </a:extLst>
            </a:blip>
            <a:srcRect/>
            <a:stretch>
              <a:fillRect/>
            </a:stretch>
          </p:blipFill>
          <p:spPr bwMode="auto">
            <a:xfrm>
              <a:off x="1" y="2450330"/>
              <a:ext cx="1520439" cy="121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1521" name="Freeform 6"/>
            <p:cNvSpPr>
              <a:spLocks noEditPoints="1"/>
            </p:cNvSpPr>
            <p:nvPr/>
          </p:nvSpPr>
          <p:spPr bwMode="auto">
            <a:xfrm>
              <a:off x="119095" y="2806975"/>
              <a:ext cx="1288134" cy="833158"/>
            </a:xfrm>
            <a:custGeom>
              <a:avLst/>
              <a:gdLst>
                <a:gd name="T0" fmla="*/ 642734 w 966"/>
                <a:gd name="T1" fmla="*/ 833158 h 2028"/>
                <a:gd name="T2" fmla="*/ 1288134 w 966"/>
                <a:gd name="T3" fmla="*/ 766604 h 2028"/>
                <a:gd name="T4" fmla="*/ 1288134 w 966"/>
                <a:gd name="T5" fmla="*/ 66554 h 2028"/>
                <a:gd name="T6" fmla="*/ 642734 w 966"/>
                <a:gd name="T7" fmla="*/ 0 h 2028"/>
                <a:gd name="T8" fmla="*/ 0 w 966"/>
                <a:gd name="T9" fmla="*/ 66554 h 2028"/>
                <a:gd name="T10" fmla="*/ 0 w 966"/>
                <a:gd name="T11" fmla="*/ 766604 h 2028"/>
                <a:gd name="T12" fmla="*/ 642734 w 966"/>
                <a:gd name="T13" fmla="*/ 833158 h 2028"/>
                <a:gd name="T14" fmla="*/ 642734 w 966"/>
                <a:gd name="T15" fmla="*/ 19720 h 2028"/>
                <a:gd name="T16" fmla="*/ 1186790 w 966"/>
                <a:gd name="T17" fmla="*/ 65322 h 2028"/>
                <a:gd name="T18" fmla="*/ 642734 w 966"/>
                <a:gd name="T19" fmla="*/ 110923 h 2028"/>
                <a:gd name="T20" fmla="*/ 101344 w 966"/>
                <a:gd name="T21" fmla="*/ 65322 h 2028"/>
                <a:gd name="T22" fmla="*/ 642734 w 966"/>
                <a:gd name="T23" fmla="*/ 19720 h 2028"/>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966"/>
                <a:gd name="T37" fmla="*/ 0 h 2028"/>
                <a:gd name="T38" fmla="*/ 966 w 966"/>
                <a:gd name="T39" fmla="*/ 2028 h 2028"/>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966" h="2028">
                  <a:moveTo>
                    <a:pt x="482" y="2028"/>
                  </a:moveTo>
                  <a:cubicBezTo>
                    <a:pt x="663" y="2028"/>
                    <a:pt x="966" y="1993"/>
                    <a:pt x="966" y="1866"/>
                  </a:cubicBezTo>
                  <a:cubicBezTo>
                    <a:pt x="966" y="1076"/>
                    <a:pt x="966" y="162"/>
                    <a:pt x="966" y="162"/>
                  </a:cubicBezTo>
                  <a:cubicBezTo>
                    <a:pt x="966" y="34"/>
                    <a:pt x="663" y="0"/>
                    <a:pt x="482" y="0"/>
                  </a:cubicBezTo>
                  <a:cubicBezTo>
                    <a:pt x="303" y="0"/>
                    <a:pt x="0" y="34"/>
                    <a:pt x="0" y="162"/>
                  </a:cubicBezTo>
                  <a:cubicBezTo>
                    <a:pt x="0" y="952"/>
                    <a:pt x="0" y="1866"/>
                    <a:pt x="0" y="1866"/>
                  </a:cubicBezTo>
                  <a:cubicBezTo>
                    <a:pt x="0" y="1993"/>
                    <a:pt x="303" y="2028"/>
                    <a:pt x="482" y="2028"/>
                  </a:cubicBezTo>
                  <a:close/>
                  <a:moveTo>
                    <a:pt x="482" y="48"/>
                  </a:moveTo>
                  <a:cubicBezTo>
                    <a:pt x="708" y="48"/>
                    <a:pt x="890" y="97"/>
                    <a:pt x="890" y="159"/>
                  </a:cubicBezTo>
                  <a:cubicBezTo>
                    <a:pt x="890" y="220"/>
                    <a:pt x="708" y="270"/>
                    <a:pt x="482" y="270"/>
                  </a:cubicBezTo>
                  <a:cubicBezTo>
                    <a:pt x="258" y="270"/>
                    <a:pt x="76" y="220"/>
                    <a:pt x="76" y="159"/>
                  </a:cubicBezTo>
                  <a:cubicBezTo>
                    <a:pt x="76" y="97"/>
                    <a:pt x="258" y="48"/>
                    <a:pt x="482" y="48"/>
                  </a:cubicBezTo>
                  <a:close/>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14" tIns="45706" rIns="91414" bIns="45706" anchor="ctr"/>
            <a:lstStyle>
              <a:lvl1pPr>
                <a:defRPr>
                  <a:solidFill>
                    <a:schemeClr val="tx1"/>
                  </a:solidFill>
                  <a:latin typeface="Century Gothic" panose="020B0502020202020204" pitchFamily="34" charset="0"/>
                  <a:ea typeface="MS PGothic" panose="020B0600070205080204" pitchFamily="34" charset="-128"/>
                </a:defRPr>
              </a:lvl1pPr>
              <a:lvl2pPr marL="742950" indent="-285750">
                <a:defRPr>
                  <a:solidFill>
                    <a:schemeClr val="tx1"/>
                  </a:solidFill>
                  <a:latin typeface="Century Gothic" panose="020B0502020202020204" pitchFamily="34" charset="0"/>
                  <a:ea typeface="MS PGothic" panose="020B0600070205080204" pitchFamily="34" charset="-128"/>
                </a:defRPr>
              </a:lvl2pPr>
              <a:lvl3pPr marL="1143000" indent="-228600">
                <a:defRPr>
                  <a:solidFill>
                    <a:schemeClr val="tx1"/>
                  </a:solidFill>
                  <a:latin typeface="Century Gothic" panose="020B0502020202020204" pitchFamily="34" charset="0"/>
                  <a:ea typeface="MS PGothic" panose="020B0600070205080204" pitchFamily="34" charset="-128"/>
                </a:defRPr>
              </a:lvl3pPr>
              <a:lvl4pPr marL="1600200" indent="-228600">
                <a:defRPr>
                  <a:solidFill>
                    <a:schemeClr val="tx1"/>
                  </a:solidFill>
                  <a:latin typeface="Century Gothic" panose="020B0502020202020204" pitchFamily="34" charset="0"/>
                  <a:ea typeface="MS PGothic" panose="020B0600070205080204" pitchFamily="34" charset="-128"/>
                </a:defRPr>
              </a:lvl4pPr>
              <a:lvl5pPr marL="2057400" indent="-228600">
                <a:defRPr>
                  <a:solidFill>
                    <a:schemeClr val="tx1"/>
                  </a:solidFill>
                  <a:latin typeface="Century Gothic" panose="020B0502020202020204" pitchFamily="34" charset="0"/>
                  <a:ea typeface="MS PGothic" panose="020B0600070205080204" pitchFamily="34" charset="-128"/>
                </a:defRPr>
              </a:lvl5pPr>
              <a:lvl6pPr marL="2514600" indent="-228600" defTabSz="457200" eaLnBrk="0" fontAlgn="base" hangingPunct="0">
                <a:spcBef>
                  <a:spcPct val="0"/>
                </a:spcBef>
                <a:spcAft>
                  <a:spcPct val="0"/>
                </a:spcAft>
                <a:defRPr>
                  <a:solidFill>
                    <a:schemeClr val="tx1"/>
                  </a:solidFill>
                  <a:latin typeface="Century Gothic" panose="020B0502020202020204" pitchFamily="34" charset="0"/>
                  <a:ea typeface="MS PGothic" panose="020B0600070205080204" pitchFamily="34" charset="-128"/>
                </a:defRPr>
              </a:lvl6pPr>
              <a:lvl7pPr marL="2971800" indent="-228600" defTabSz="457200" eaLnBrk="0" fontAlgn="base" hangingPunct="0">
                <a:spcBef>
                  <a:spcPct val="0"/>
                </a:spcBef>
                <a:spcAft>
                  <a:spcPct val="0"/>
                </a:spcAft>
                <a:defRPr>
                  <a:solidFill>
                    <a:schemeClr val="tx1"/>
                  </a:solidFill>
                  <a:latin typeface="Century Gothic" panose="020B0502020202020204" pitchFamily="34" charset="0"/>
                  <a:ea typeface="MS PGothic" panose="020B0600070205080204" pitchFamily="34" charset="-128"/>
                </a:defRPr>
              </a:lvl7pPr>
              <a:lvl8pPr marL="3429000" indent="-228600" defTabSz="457200" eaLnBrk="0" fontAlgn="base" hangingPunct="0">
                <a:spcBef>
                  <a:spcPct val="0"/>
                </a:spcBef>
                <a:spcAft>
                  <a:spcPct val="0"/>
                </a:spcAft>
                <a:defRPr>
                  <a:solidFill>
                    <a:schemeClr val="tx1"/>
                  </a:solidFill>
                  <a:latin typeface="Century Gothic" panose="020B0502020202020204" pitchFamily="34" charset="0"/>
                  <a:ea typeface="MS PGothic" panose="020B0600070205080204" pitchFamily="34" charset="-128"/>
                </a:defRPr>
              </a:lvl8pPr>
              <a:lvl9pPr marL="3886200" indent="-228600" defTabSz="457200" eaLnBrk="0" fontAlgn="base" hangingPunct="0">
                <a:spcBef>
                  <a:spcPct val="0"/>
                </a:spcBef>
                <a:spcAft>
                  <a:spcPct val="0"/>
                </a:spcAft>
                <a:defRPr>
                  <a:solidFill>
                    <a:schemeClr val="tx1"/>
                  </a:solidFill>
                  <a:latin typeface="Century Gothic" panose="020B0502020202020204" pitchFamily="34" charset="0"/>
                  <a:ea typeface="MS PGothic" panose="020B0600070205080204" pitchFamily="34" charset="-128"/>
                </a:defRPr>
              </a:lvl9pPr>
            </a:lstStyle>
            <a:p>
              <a:pPr algn="ctr">
                <a:lnSpc>
                  <a:spcPct val="90000"/>
                </a:lnSpc>
              </a:pPr>
              <a:r>
                <a:rPr lang="en-US" altLang="en-US" sz="1866" dirty="0">
                  <a:latin typeface="Segoe UI" panose="020B0502040204020203" pitchFamily="34" charset="0"/>
                  <a:cs typeface="Segoe UI" panose="020B0502040204020203" pitchFamily="34" charset="0"/>
                </a:rPr>
                <a:t>SQL Server</a:t>
              </a:r>
            </a:p>
            <a:p>
              <a:pPr algn="ctr">
                <a:lnSpc>
                  <a:spcPct val="90000"/>
                </a:lnSpc>
              </a:pPr>
              <a:r>
                <a:rPr lang="en-US" altLang="en-US" sz="1866" dirty="0">
                  <a:latin typeface="Segoe UI" panose="020B0502040204020203" pitchFamily="34" charset="0"/>
                  <a:cs typeface="Segoe UI" panose="020B0502040204020203" pitchFamily="34" charset="0"/>
                </a:rPr>
                <a:t>Primary </a:t>
              </a:r>
            </a:p>
          </p:txBody>
        </p:sp>
      </p:grpSp>
      <p:grpSp>
        <p:nvGrpSpPr>
          <p:cNvPr id="21512" name="Group 41"/>
          <p:cNvGrpSpPr>
            <a:grpSpLocks/>
          </p:cNvGrpSpPr>
          <p:nvPr/>
        </p:nvGrpSpPr>
        <p:grpSpPr bwMode="auto">
          <a:xfrm>
            <a:off x="4703431" y="2828338"/>
            <a:ext cx="1925894" cy="1303681"/>
            <a:chOff x="1" y="2442072"/>
            <a:chExt cx="1686130" cy="1199863"/>
          </a:xfrm>
        </p:grpSpPr>
        <p:pic>
          <p:nvPicPr>
            <p:cNvPr id="21518" name="Picture 42"/>
            <p:cNvPicPr>
              <a:picLocks noChangeAspect="1"/>
            </p:cNvPicPr>
            <p:nvPr/>
          </p:nvPicPr>
          <p:blipFill>
            <a:blip r:embed="rId11">
              <a:extLst>
                <a:ext uri="{28A0092B-C50C-407E-A947-70E740481C1C}">
                  <a14:useLocalDpi xmlns:a14="http://schemas.microsoft.com/office/drawing/2010/main" val="0"/>
                </a:ext>
              </a:extLst>
            </a:blip>
            <a:srcRect/>
            <a:stretch>
              <a:fillRect/>
            </a:stretch>
          </p:blipFill>
          <p:spPr bwMode="auto">
            <a:xfrm>
              <a:off x="1" y="2442072"/>
              <a:ext cx="1686130" cy="11962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1519" name="Freeform 6"/>
            <p:cNvSpPr>
              <a:spLocks noEditPoints="1"/>
            </p:cNvSpPr>
            <p:nvPr/>
          </p:nvSpPr>
          <p:spPr bwMode="auto">
            <a:xfrm>
              <a:off x="222351" y="2808777"/>
              <a:ext cx="1288134" cy="833158"/>
            </a:xfrm>
            <a:custGeom>
              <a:avLst/>
              <a:gdLst>
                <a:gd name="T0" fmla="*/ 642734 w 966"/>
                <a:gd name="T1" fmla="*/ 833158 h 2028"/>
                <a:gd name="T2" fmla="*/ 1288134 w 966"/>
                <a:gd name="T3" fmla="*/ 766604 h 2028"/>
                <a:gd name="T4" fmla="*/ 1288134 w 966"/>
                <a:gd name="T5" fmla="*/ 66554 h 2028"/>
                <a:gd name="T6" fmla="*/ 642734 w 966"/>
                <a:gd name="T7" fmla="*/ 0 h 2028"/>
                <a:gd name="T8" fmla="*/ 0 w 966"/>
                <a:gd name="T9" fmla="*/ 66554 h 2028"/>
                <a:gd name="T10" fmla="*/ 0 w 966"/>
                <a:gd name="T11" fmla="*/ 766604 h 2028"/>
                <a:gd name="T12" fmla="*/ 642734 w 966"/>
                <a:gd name="T13" fmla="*/ 833158 h 2028"/>
                <a:gd name="T14" fmla="*/ 642734 w 966"/>
                <a:gd name="T15" fmla="*/ 19720 h 2028"/>
                <a:gd name="T16" fmla="*/ 1186790 w 966"/>
                <a:gd name="T17" fmla="*/ 65322 h 2028"/>
                <a:gd name="T18" fmla="*/ 642734 w 966"/>
                <a:gd name="T19" fmla="*/ 110923 h 2028"/>
                <a:gd name="T20" fmla="*/ 101344 w 966"/>
                <a:gd name="T21" fmla="*/ 65322 h 2028"/>
                <a:gd name="T22" fmla="*/ 642734 w 966"/>
                <a:gd name="T23" fmla="*/ 19720 h 2028"/>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966"/>
                <a:gd name="T37" fmla="*/ 0 h 2028"/>
                <a:gd name="T38" fmla="*/ 966 w 966"/>
                <a:gd name="T39" fmla="*/ 2028 h 2028"/>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966" h="2028">
                  <a:moveTo>
                    <a:pt x="482" y="2028"/>
                  </a:moveTo>
                  <a:cubicBezTo>
                    <a:pt x="663" y="2028"/>
                    <a:pt x="966" y="1993"/>
                    <a:pt x="966" y="1866"/>
                  </a:cubicBezTo>
                  <a:cubicBezTo>
                    <a:pt x="966" y="1076"/>
                    <a:pt x="966" y="162"/>
                    <a:pt x="966" y="162"/>
                  </a:cubicBezTo>
                  <a:cubicBezTo>
                    <a:pt x="966" y="34"/>
                    <a:pt x="663" y="0"/>
                    <a:pt x="482" y="0"/>
                  </a:cubicBezTo>
                  <a:cubicBezTo>
                    <a:pt x="303" y="0"/>
                    <a:pt x="0" y="34"/>
                    <a:pt x="0" y="162"/>
                  </a:cubicBezTo>
                  <a:cubicBezTo>
                    <a:pt x="0" y="952"/>
                    <a:pt x="0" y="1866"/>
                    <a:pt x="0" y="1866"/>
                  </a:cubicBezTo>
                  <a:cubicBezTo>
                    <a:pt x="0" y="1993"/>
                    <a:pt x="303" y="2028"/>
                    <a:pt x="482" y="2028"/>
                  </a:cubicBezTo>
                  <a:close/>
                  <a:moveTo>
                    <a:pt x="482" y="48"/>
                  </a:moveTo>
                  <a:cubicBezTo>
                    <a:pt x="708" y="48"/>
                    <a:pt x="890" y="97"/>
                    <a:pt x="890" y="159"/>
                  </a:cubicBezTo>
                  <a:cubicBezTo>
                    <a:pt x="890" y="220"/>
                    <a:pt x="708" y="270"/>
                    <a:pt x="482" y="270"/>
                  </a:cubicBezTo>
                  <a:cubicBezTo>
                    <a:pt x="258" y="270"/>
                    <a:pt x="76" y="220"/>
                    <a:pt x="76" y="159"/>
                  </a:cubicBezTo>
                  <a:cubicBezTo>
                    <a:pt x="76" y="97"/>
                    <a:pt x="258" y="48"/>
                    <a:pt x="482" y="48"/>
                  </a:cubicBezTo>
                  <a:close/>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14" tIns="45706" rIns="91414" bIns="45706" anchor="ctr"/>
            <a:lstStyle>
              <a:lvl1pPr>
                <a:defRPr>
                  <a:solidFill>
                    <a:schemeClr val="tx1"/>
                  </a:solidFill>
                  <a:latin typeface="Century Gothic" panose="020B0502020202020204" pitchFamily="34" charset="0"/>
                  <a:ea typeface="MS PGothic" panose="020B0600070205080204" pitchFamily="34" charset="-128"/>
                </a:defRPr>
              </a:lvl1pPr>
              <a:lvl2pPr marL="742950" indent="-285750">
                <a:defRPr>
                  <a:solidFill>
                    <a:schemeClr val="tx1"/>
                  </a:solidFill>
                  <a:latin typeface="Century Gothic" panose="020B0502020202020204" pitchFamily="34" charset="0"/>
                  <a:ea typeface="MS PGothic" panose="020B0600070205080204" pitchFamily="34" charset="-128"/>
                </a:defRPr>
              </a:lvl2pPr>
              <a:lvl3pPr marL="1143000" indent="-228600">
                <a:defRPr>
                  <a:solidFill>
                    <a:schemeClr val="tx1"/>
                  </a:solidFill>
                  <a:latin typeface="Century Gothic" panose="020B0502020202020204" pitchFamily="34" charset="0"/>
                  <a:ea typeface="MS PGothic" panose="020B0600070205080204" pitchFamily="34" charset="-128"/>
                </a:defRPr>
              </a:lvl3pPr>
              <a:lvl4pPr marL="1600200" indent="-228600">
                <a:defRPr>
                  <a:solidFill>
                    <a:schemeClr val="tx1"/>
                  </a:solidFill>
                  <a:latin typeface="Century Gothic" panose="020B0502020202020204" pitchFamily="34" charset="0"/>
                  <a:ea typeface="MS PGothic" panose="020B0600070205080204" pitchFamily="34" charset="-128"/>
                </a:defRPr>
              </a:lvl4pPr>
              <a:lvl5pPr marL="2057400" indent="-228600">
                <a:defRPr>
                  <a:solidFill>
                    <a:schemeClr val="tx1"/>
                  </a:solidFill>
                  <a:latin typeface="Century Gothic" panose="020B0502020202020204" pitchFamily="34" charset="0"/>
                  <a:ea typeface="MS PGothic" panose="020B0600070205080204" pitchFamily="34" charset="-128"/>
                </a:defRPr>
              </a:lvl5pPr>
              <a:lvl6pPr marL="2514600" indent="-228600" defTabSz="457200" eaLnBrk="0" fontAlgn="base" hangingPunct="0">
                <a:spcBef>
                  <a:spcPct val="0"/>
                </a:spcBef>
                <a:spcAft>
                  <a:spcPct val="0"/>
                </a:spcAft>
                <a:defRPr>
                  <a:solidFill>
                    <a:schemeClr val="tx1"/>
                  </a:solidFill>
                  <a:latin typeface="Century Gothic" panose="020B0502020202020204" pitchFamily="34" charset="0"/>
                  <a:ea typeface="MS PGothic" panose="020B0600070205080204" pitchFamily="34" charset="-128"/>
                </a:defRPr>
              </a:lvl6pPr>
              <a:lvl7pPr marL="2971800" indent="-228600" defTabSz="457200" eaLnBrk="0" fontAlgn="base" hangingPunct="0">
                <a:spcBef>
                  <a:spcPct val="0"/>
                </a:spcBef>
                <a:spcAft>
                  <a:spcPct val="0"/>
                </a:spcAft>
                <a:defRPr>
                  <a:solidFill>
                    <a:schemeClr val="tx1"/>
                  </a:solidFill>
                  <a:latin typeface="Century Gothic" panose="020B0502020202020204" pitchFamily="34" charset="0"/>
                  <a:ea typeface="MS PGothic" panose="020B0600070205080204" pitchFamily="34" charset="-128"/>
                </a:defRPr>
              </a:lvl7pPr>
              <a:lvl8pPr marL="3429000" indent="-228600" defTabSz="457200" eaLnBrk="0" fontAlgn="base" hangingPunct="0">
                <a:spcBef>
                  <a:spcPct val="0"/>
                </a:spcBef>
                <a:spcAft>
                  <a:spcPct val="0"/>
                </a:spcAft>
                <a:defRPr>
                  <a:solidFill>
                    <a:schemeClr val="tx1"/>
                  </a:solidFill>
                  <a:latin typeface="Century Gothic" panose="020B0502020202020204" pitchFamily="34" charset="0"/>
                  <a:ea typeface="MS PGothic" panose="020B0600070205080204" pitchFamily="34" charset="-128"/>
                </a:defRPr>
              </a:lvl8pPr>
              <a:lvl9pPr marL="3886200" indent="-228600" defTabSz="457200" eaLnBrk="0" fontAlgn="base" hangingPunct="0">
                <a:spcBef>
                  <a:spcPct val="0"/>
                </a:spcBef>
                <a:spcAft>
                  <a:spcPct val="0"/>
                </a:spcAft>
                <a:defRPr>
                  <a:solidFill>
                    <a:schemeClr val="tx1"/>
                  </a:solidFill>
                  <a:latin typeface="Century Gothic" panose="020B0502020202020204" pitchFamily="34" charset="0"/>
                  <a:ea typeface="MS PGothic" panose="020B0600070205080204" pitchFamily="34" charset="-128"/>
                </a:defRPr>
              </a:lvl9pPr>
            </a:lstStyle>
            <a:p>
              <a:pPr algn="ctr">
                <a:lnSpc>
                  <a:spcPct val="90000"/>
                </a:lnSpc>
              </a:pPr>
              <a:r>
                <a:rPr lang="en-US" altLang="en-US" sz="1866" dirty="0">
                  <a:latin typeface="Segoe UI" panose="020B0502040204020203" pitchFamily="34" charset="0"/>
                  <a:cs typeface="Segoe UI" panose="020B0502040204020203" pitchFamily="34" charset="0"/>
                </a:rPr>
                <a:t>SQL Server</a:t>
              </a:r>
            </a:p>
            <a:p>
              <a:pPr algn="ctr">
                <a:lnSpc>
                  <a:spcPct val="90000"/>
                </a:lnSpc>
              </a:pPr>
              <a:r>
                <a:rPr lang="en-US" altLang="en-US" sz="1866" dirty="0">
                  <a:latin typeface="Segoe UI" panose="020B0502040204020203" pitchFamily="34" charset="0"/>
                  <a:cs typeface="Segoe UI" panose="020B0502040204020203" pitchFamily="34" charset="0"/>
                </a:rPr>
                <a:t>Secondary </a:t>
              </a:r>
            </a:p>
          </p:txBody>
        </p:sp>
      </p:grpSp>
      <p:sp>
        <p:nvSpPr>
          <p:cNvPr id="45" name="Rectangle 44"/>
          <p:cNvSpPr/>
          <p:nvPr>
            <p:custDataLst>
              <p:tags r:id="rId5"/>
            </p:custDataLst>
          </p:nvPr>
        </p:nvSpPr>
        <p:spPr bwMode="auto">
          <a:xfrm>
            <a:off x="2229662" y="1736557"/>
            <a:ext cx="3895317" cy="463333"/>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lIns="68535" tIns="34267" rIns="68535" bIns="34267" anchor="ctr"/>
          <a:lstStyle/>
          <a:p>
            <a:pPr algn="ctr" defTabSz="685169">
              <a:defRPr/>
            </a:pPr>
            <a:r>
              <a:rPr lang="en-US" sz="3920" dirty="0">
                <a:solidFill>
                  <a:schemeClr val="bg1"/>
                </a:solidFill>
                <a:latin typeface="Segoe UI Light" panose="020B0502040204020203" pitchFamily="34" charset="0"/>
                <a:cs typeface="Segoe UI Light" panose="020B0502040204020203" pitchFamily="34" charset="0"/>
              </a:rPr>
              <a:t>Availability set</a:t>
            </a:r>
          </a:p>
        </p:txBody>
      </p:sp>
      <p:sp>
        <p:nvSpPr>
          <p:cNvPr id="16" name="Rectangle 15"/>
          <p:cNvSpPr/>
          <p:nvPr>
            <p:custDataLst>
              <p:tags r:id="rId6"/>
            </p:custDataLst>
          </p:nvPr>
        </p:nvSpPr>
        <p:spPr bwMode="auto">
          <a:xfrm>
            <a:off x="1554279" y="6268632"/>
            <a:ext cx="5453877" cy="463483"/>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lIns="68535" tIns="34267" rIns="68535" bIns="34267" anchor="ctr"/>
          <a:lstStyle/>
          <a:p>
            <a:pPr algn="ctr" defTabSz="685169">
              <a:defRPr/>
            </a:pPr>
            <a:r>
              <a:rPr lang="en-US" sz="3137" dirty="0">
                <a:solidFill>
                  <a:schemeClr val="bg1"/>
                </a:solidFill>
                <a:latin typeface="Segoe UI" panose="020B0502040204020203" pitchFamily="34" charset="0"/>
                <a:cs typeface="Segoe UI" panose="020B0502040204020203" pitchFamily="34" charset="0"/>
              </a:rPr>
              <a:t>SLA</a:t>
            </a:r>
            <a:r>
              <a:rPr lang="en-US" sz="3137" b="1" dirty="0">
                <a:solidFill>
                  <a:schemeClr val="bg1"/>
                </a:solidFill>
                <a:latin typeface="Segoe UI" panose="020B0502040204020203" pitchFamily="34" charset="0"/>
                <a:cs typeface="Segoe UI" panose="020B0502040204020203" pitchFamily="34" charset="0"/>
              </a:rPr>
              <a:t> </a:t>
            </a:r>
            <a:r>
              <a:rPr lang="en-US" sz="3137" dirty="0">
                <a:solidFill>
                  <a:schemeClr val="bg1"/>
                </a:solidFill>
                <a:latin typeface="Segoe UI" panose="020B0502040204020203" pitchFamily="34" charset="0"/>
                <a:cs typeface="Segoe UI" panose="020B0502040204020203" pitchFamily="34" charset="0"/>
              </a:rPr>
              <a:t>99.95</a:t>
            </a:r>
          </a:p>
        </p:txBody>
      </p:sp>
      <p:sp>
        <p:nvSpPr>
          <p:cNvPr id="17" name="Left Brace 16"/>
          <p:cNvSpPr/>
          <p:nvPr/>
        </p:nvSpPr>
        <p:spPr>
          <a:xfrm rot="16200000">
            <a:off x="3989158" y="2952201"/>
            <a:ext cx="554488" cy="5483506"/>
          </a:xfrm>
          <a:prstGeom prst="leftBrace">
            <a:avLst/>
          </a:prstGeom>
          <a:ln w="57150">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en-US" sz="2400" b="1" dirty="0">
              <a:ln>
                <a:solidFill>
                  <a:sysClr val="windowText" lastClr="000000"/>
                </a:solidFill>
              </a:ln>
              <a:latin typeface="Segoe UI" panose="020B0502040204020203" pitchFamily="34" charset="0"/>
              <a:cs typeface="Segoe UI" panose="020B0502040204020203" pitchFamily="34" charset="0"/>
            </a:endParaRPr>
          </a:p>
        </p:txBody>
      </p:sp>
      <p:sp>
        <p:nvSpPr>
          <p:cNvPr id="18" name="Content Placeholder 2"/>
          <p:cNvSpPr txBox="1">
            <a:spLocks/>
          </p:cNvSpPr>
          <p:nvPr/>
        </p:nvSpPr>
        <p:spPr>
          <a:xfrm>
            <a:off x="7646887" y="2408911"/>
            <a:ext cx="4789337" cy="1713754"/>
          </a:xfrm>
          <a:prstGeom prst="rect">
            <a:avLst/>
          </a:prstGeom>
          <a:noFill/>
        </p:spPr>
        <p:txBody>
          <a:bodyPr lIns="143388" tIns="89617" rIns="143388" bIns="89617">
            <a:spAutoFit/>
          </a:bodyPr>
          <a:lstStyle>
            <a:lvl1pPr marL="342900" marR="0" indent="-342900" algn="l" defTabSz="932742" rtl="0" eaLnBrk="1" fontAlgn="auto" latinLnBrk="0" hangingPunct="1">
              <a:lnSpc>
                <a:spcPct val="90000"/>
              </a:lnSpc>
              <a:spcBef>
                <a:spcPct val="20000"/>
              </a:spcBef>
              <a:spcAft>
                <a:spcPts val="0"/>
              </a:spcAft>
              <a:buClr>
                <a:schemeClr val="tx1"/>
              </a:buClr>
              <a:buSzPct val="90000"/>
              <a:buFont typeface="Wingdings" panose="05000000000000000000" pitchFamily="2" charset="2"/>
              <a:buChar char="§"/>
              <a:tabLst/>
              <a:defRPr sz="4000" kern="1200" spc="0" baseline="0">
                <a:gradFill>
                  <a:gsLst>
                    <a:gs pos="1250">
                      <a:schemeClr val="tx1"/>
                    </a:gs>
                    <a:gs pos="100000">
                      <a:schemeClr val="tx1"/>
                    </a:gs>
                  </a:gsLst>
                  <a:lin ang="5400000" scaled="0"/>
                </a:gradFill>
                <a:latin typeface="+mj-lt"/>
                <a:ea typeface="+mn-ea"/>
                <a:cs typeface="+mn-cs"/>
              </a:defRPr>
            </a:lvl1pPr>
            <a:lvl2pPr marL="584200" marR="0" indent="-241300" algn="l" defTabSz="932742" rtl="0" eaLnBrk="1" fontAlgn="auto" latinLnBrk="0" hangingPunct="1">
              <a:lnSpc>
                <a:spcPct val="90000"/>
              </a:lnSpc>
              <a:spcBef>
                <a:spcPct val="20000"/>
              </a:spcBef>
              <a:spcAft>
                <a:spcPts val="0"/>
              </a:spcAft>
              <a:buClr>
                <a:schemeClr val="tx1"/>
              </a:buClr>
              <a:buSzPct val="90000"/>
              <a:buFont typeface="Wingdings" panose="05000000000000000000" pitchFamily="2" charset="2"/>
              <a:buChar char="§"/>
              <a:tabLst/>
              <a:defRPr sz="2400" kern="1200" spc="0" baseline="0">
                <a:gradFill>
                  <a:gsLst>
                    <a:gs pos="1250">
                      <a:schemeClr val="tx1"/>
                    </a:gs>
                    <a:gs pos="100000">
                      <a:schemeClr val="tx1"/>
                    </a:gs>
                  </a:gsLst>
                  <a:lin ang="5400000" scaled="0"/>
                </a:gradFill>
                <a:latin typeface="+mn-lt"/>
                <a:ea typeface="+mn-ea"/>
                <a:cs typeface="+mn-cs"/>
              </a:defRPr>
            </a:lvl2pPr>
            <a:lvl3pPr marL="800100" marR="0" indent="-228600" algn="l" defTabSz="932742" rtl="0" eaLnBrk="1" fontAlgn="auto" latinLnBrk="0" hangingPunct="1">
              <a:lnSpc>
                <a:spcPct val="90000"/>
              </a:lnSpc>
              <a:spcBef>
                <a:spcPct val="20000"/>
              </a:spcBef>
              <a:spcAft>
                <a:spcPts val="0"/>
              </a:spcAft>
              <a:buClr>
                <a:schemeClr val="tx1"/>
              </a:buClr>
              <a:buSzPct val="90000"/>
              <a:buFont typeface="Wingdings" panose="05000000000000000000" pitchFamily="2" charset="2"/>
              <a:buChar char="§"/>
              <a:tabLst/>
              <a:defRPr sz="2400" kern="1200" spc="0" baseline="0">
                <a:gradFill>
                  <a:gsLst>
                    <a:gs pos="1250">
                      <a:schemeClr val="tx1"/>
                    </a:gs>
                    <a:gs pos="100000">
                      <a:schemeClr val="tx1"/>
                    </a:gs>
                  </a:gsLst>
                  <a:lin ang="5400000" scaled="0"/>
                </a:gradFill>
                <a:latin typeface="+mn-lt"/>
                <a:ea typeface="+mn-ea"/>
                <a:cs typeface="+mn-cs"/>
              </a:defRPr>
            </a:lvl3pPr>
            <a:lvl4pPr marL="1028700" marR="0" indent="-228600" algn="l" defTabSz="932742" rtl="0" eaLnBrk="1" fontAlgn="auto" latinLnBrk="0" hangingPunct="1">
              <a:lnSpc>
                <a:spcPct val="90000"/>
              </a:lnSpc>
              <a:spcBef>
                <a:spcPct val="20000"/>
              </a:spcBef>
              <a:spcAft>
                <a:spcPts val="0"/>
              </a:spcAft>
              <a:buClr>
                <a:schemeClr val="tx1"/>
              </a:buClr>
              <a:buSzPct val="90000"/>
              <a:buFont typeface="Wingdings" panose="05000000000000000000" pitchFamily="2" charset="2"/>
              <a:buChar char="§"/>
              <a:tabLst/>
              <a:defRPr sz="2000" kern="1200" spc="0" baseline="0">
                <a:gradFill>
                  <a:gsLst>
                    <a:gs pos="1250">
                      <a:schemeClr val="tx1"/>
                    </a:gs>
                    <a:gs pos="100000">
                      <a:schemeClr val="tx1"/>
                    </a:gs>
                  </a:gsLst>
                  <a:lin ang="5400000" scaled="0"/>
                </a:gradFill>
                <a:latin typeface="+mn-lt"/>
                <a:ea typeface="+mn-ea"/>
                <a:cs typeface="+mn-cs"/>
              </a:defRPr>
            </a:lvl4pPr>
            <a:lvl5pPr marL="1257300" marR="0" indent="-228600" algn="l" defTabSz="932742" rtl="0" eaLnBrk="1" fontAlgn="auto" latinLnBrk="0" hangingPunct="1">
              <a:lnSpc>
                <a:spcPct val="90000"/>
              </a:lnSpc>
              <a:spcBef>
                <a:spcPct val="20000"/>
              </a:spcBef>
              <a:spcAft>
                <a:spcPts val="0"/>
              </a:spcAft>
              <a:buClr>
                <a:schemeClr val="tx1"/>
              </a:buClr>
              <a:buSzPct val="90000"/>
              <a:buFont typeface="Wingdings" panose="05000000000000000000" pitchFamily="2" charset="2"/>
              <a:buChar char="§"/>
              <a:tabLst/>
              <a:defRPr sz="20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nSpc>
                <a:spcPct val="100000"/>
              </a:lnSpc>
              <a:spcBef>
                <a:spcPts val="1175"/>
              </a:spcBef>
              <a:buClr>
                <a:schemeClr val="bg1"/>
              </a:buClr>
              <a:buNone/>
              <a:defRPr/>
            </a:pPr>
            <a:r>
              <a:rPr lang="en-US" sz="2666" dirty="0">
                <a:solidFill>
                  <a:schemeClr val="bg1"/>
                </a:solidFill>
                <a:latin typeface="+mn-lt"/>
                <a:cs typeface="Segoe UI" panose="020B0502040204020203" pitchFamily="34" charset="0"/>
              </a:rPr>
              <a:t>SLA High Availability </a:t>
            </a:r>
          </a:p>
          <a:p>
            <a:pPr marL="0" indent="0">
              <a:lnSpc>
                <a:spcPct val="100000"/>
              </a:lnSpc>
              <a:spcBef>
                <a:spcPts val="1175"/>
              </a:spcBef>
              <a:buClr>
                <a:schemeClr val="bg1"/>
              </a:buClr>
              <a:buNone/>
              <a:defRPr/>
            </a:pPr>
            <a:r>
              <a:rPr lang="en-US" sz="2666" dirty="0">
                <a:solidFill>
                  <a:schemeClr val="bg1"/>
                </a:solidFill>
                <a:latin typeface="+mn-lt"/>
                <a:cs typeface="Segoe UI" panose="020B0502040204020203" pitchFamily="34" charset="0"/>
              </a:rPr>
              <a:t>Hardware and Software</a:t>
            </a:r>
          </a:p>
          <a:p>
            <a:pPr marL="0" indent="0">
              <a:lnSpc>
                <a:spcPct val="100000"/>
              </a:lnSpc>
              <a:spcBef>
                <a:spcPts val="1175"/>
              </a:spcBef>
              <a:buClr>
                <a:schemeClr val="bg1"/>
              </a:buClr>
              <a:buNone/>
              <a:defRPr/>
            </a:pPr>
            <a:r>
              <a:rPr lang="en-US" sz="2666" dirty="0">
                <a:solidFill>
                  <a:schemeClr val="bg1"/>
                </a:solidFill>
                <a:latin typeface="+mn-lt"/>
                <a:cs typeface="Segoe UI" panose="020B0502040204020203" pitchFamily="34" charset="0"/>
              </a:rPr>
              <a:t>Windows and Linux</a:t>
            </a:r>
          </a:p>
        </p:txBody>
      </p:sp>
      <p:cxnSp>
        <p:nvCxnSpPr>
          <p:cNvPr id="20" name="Straight Connector 19"/>
          <p:cNvCxnSpPr/>
          <p:nvPr/>
        </p:nvCxnSpPr>
        <p:spPr>
          <a:xfrm>
            <a:off x="7678632" y="2199392"/>
            <a:ext cx="4512504" cy="0"/>
          </a:xfrm>
          <a:prstGeom prst="line">
            <a:avLst/>
          </a:prstGeom>
          <a:ln>
            <a:solidFill>
              <a:schemeClr val="tx2"/>
            </a:solidFill>
            <a:headEnd type="none"/>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5472481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0" presetClass="entr" presetSubtype="0" fill="hold" grpId="0" nodeType="withEffect">
                                  <p:stCondLst>
                                    <p:cond delay="25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500"/>
                                        <p:tgtEl>
                                          <p:spTgt spid="18"/>
                                        </p:tgtEl>
                                      </p:cBhvr>
                                    </p:animEffect>
                                  </p:childTnLst>
                                </p:cTn>
                              </p:par>
                            </p:childTnLst>
                          </p:cTn>
                        </p:par>
                        <p:par>
                          <p:cTn id="8" fill="hold" nodeType="afterGroup">
                            <p:stCondLst>
                              <p:cond delay="750"/>
                            </p:stCondLst>
                            <p:childTnLst>
                              <p:par>
                                <p:cTn id="9" presetID="22" presetClass="entr" presetSubtype="8" fill="hold" nodeType="afterEffect">
                                  <p:stCondLst>
                                    <p:cond delay="0"/>
                                  </p:stCondLst>
                                  <p:childTnLst>
                                    <p:set>
                                      <p:cBhvr>
                                        <p:cTn id="10" dur="1" fill="hold">
                                          <p:stCondLst>
                                            <p:cond delay="0"/>
                                          </p:stCondLst>
                                        </p:cTn>
                                        <p:tgtEl>
                                          <p:spTgt spid="20"/>
                                        </p:tgtEl>
                                        <p:attrNameLst>
                                          <p:attrName>style.visibility</p:attrName>
                                        </p:attrNameLst>
                                      </p:cBhvr>
                                      <p:to>
                                        <p:strVal val="visible"/>
                                      </p:to>
                                    </p:set>
                                    <p:animEffect transition="in" filter="wipe(left)">
                                      <p:cBhvr>
                                        <p:cTn id="11"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itle 1"/>
          <p:cNvSpPr>
            <a:spLocks noGrp="1"/>
          </p:cNvSpPr>
          <p:nvPr>
            <p:ph type="title" idx="4294967295"/>
          </p:nvPr>
        </p:nvSpPr>
        <p:spPr bwMode="auto">
          <a:xfrm>
            <a:off x="539750" y="195263"/>
            <a:ext cx="11652250" cy="900112"/>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a:t>Availability Sets</a:t>
            </a:r>
          </a:p>
        </p:txBody>
      </p:sp>
      <p:pic>
        <p:nvPicPr>
          <p:cNvPr id="23555" name="Picture 3"/>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46351" y="1194158"/>
            <a:ext cx="3286717" cy="47618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Rectangle 4"/>
          <p:cNvSpPr/>
          <p:nvPr/>
        </p:nvSpPr>
        <p:spPr bwMode="auto">
          <a:xfrm>
            <a:off x="6386946" y="1941780"/>
            <a:ext cx="4419455" cy="672128"/>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lIns="179235" tIns="143388" rIns="179235" bIns="143388"/>
          <a:lstStyle/>
          <a:p>
            <a:pPr algn="ctr" defTabSz="913938">
              <a:lnSpc>
                <a:spcPct val="90000"/>
              </a:lnSpc>
              <a:defRPr/>
            </a:pPr>
            <a:r>
              <a:rPr lang="en-US" sz="3527" b="1" dirty="0">
                <a:gradFill>
                  <a:gsLst>
                    <a:gs pos="0">
                      <a:srgbClr val="FFFFFF"/>
                    </a:gs>
                    <a:gs pos="100000">
                      <a:srgbClr val="FFFFFF"/>
                    </a:gs>
                  </a:gsLst>
                  <a:lin ang="5400000" scaled="0"/>
                </a:gradFill>
                <a:latin typeface="Segoe UI" panose="020B0502040204020203" pitchFamily="34" charset="0"/>
                <a:ea typeface="Segoe UI" panose="020B0502040204020203" pitchFamily="34" charset="0"/>
                <a:cs typeface="Segoe UI" panose="020B0502040204020203" pitchFamily="34" charset="0"/>
              </a:rPr>
              <a:t>Physical Machines</a:t>
            </a:r>
          </a:p>
        </p:txBody>
      </p:sp>
      <p:cxnSp>
        <p:nvCxnSpPr>
          <p:cNvPr id="7" name="Straight Arrow Connector 6"/>
          <p:cNvCxnSpPr>
            <a:endCxn id="5" idx="1"/>
          </p:cNvCxnSpPr>
          <p:nvPr/>
        </p:nvCxnSpPr>
        <p:spPr>
          <a:xfrm>
            <a:off x="4146828" y="1549706"/>
            <a:ext cx="2239116" cy="728030"/>
          </a:xfrm>
          <a:prstGeom prst="straightConnector1">
            <a:avLst/>
          </a:prstGeom>
          <a:ln w="76200">
            <a:solidFill>
              <a:schemeClr val="accent4"/>
            </a:solidFill>
            <a:headEnd type="none"/>
            <a:tailEnd type="triangle"/>
          </a:ln>
        </p:spPr>
        <p:style>
          <a:lnRef idx="3">
            <a:schemeClr val="dk1"/>
          </a:lnRef>
          <a:fillRef idx="0">
            <a:schemeClr val="dk1"/>
          </a:fillRef>
          <a:effectRef idx="2">
            <a:schemeClr val="dk1"/>
          </a:effectRef>
          <a:fontRef idx="minor">
            <a:schemeClr val="tx1"/>
          </a:fontRef>
        </p:style>
      </p:cxnSp>
      <p:cxnSp>
        <p:nvCxnSpPr>
          <p:cNvPr id="8" name="Straight Arrow Connector 7"/>
          <p:cNvCxnSpPr>
            <a:endCxn id="5" idx="1"/>
          </p:cNvCxnSpPr>
          <p:nvPr/>
        </p:nvCxnSpPr>
        <p:spPr>
          <a:xfrm>
            <a:off x="4146828" y="2277736"/>
            <a:ext cx="2239116" cy="0"/>
          </a:xfrm>
          <a:prstGeom prst="straightConnector1">
            <a:avLst/>
          </a:prstGeom>
          <a:ln w="76200">
            <a:solidFill>
              <a:schemeClr val="accent4"/>
            </a:solidFill>
            <a:headEnd type="none"/>
            <a:tailEnd type="triangle"/>
          </a:ln>
        </p:spPr>
        <p:style>
          <a:lnRef idx="3">
            <a:schemeClr val="dk1"/>
          </a:lnRef>
          <a:fillRef idx="0">
            <a:schemeClr val="dk1"/>
          </a:fillRef>
          <a:effectRef idx="2">
            <a:schemeClr val="dk1"/>
          </a:effectRef>
          <a:fontRef idx="minor">
            <a:schemeClr val="tx1"/>
          </a:fontRef>
        </p:style>
      </p:cxnSp>
      <p:cxnSp>
        <p:nvCxnSpPr>
          <p:cNvPr id="11" name="Straight Arrow Connector 10"/>
          <p:cNvCxnSpPr>
            <a:endCxn id="5" idx="1"/>
          </p:cNvCxnSpPr>
          <p:nvPr/>
        </p:nvCxnSpPr>
        <p:spPr>
          <a:xfrm flipV="1">
            <a:off x="3977519" y="2277737"/>
            <a:ext cx="2408425" cy="3360790"/>
          </a:xfrm>
          <a:prstGeom prst="straightConnector1">
            <a:avLst/>
          </a:prstGeom>
          <a:ln w="76200">
            <a:solidFill>
              <a:schemeClr val="accent4"/>
            </a:solidFill>
            <a:headEnd type="none"/>
            <a:tailEnd type="triangle"/>
          </a:ln>
        </p:spPr>
        <p:style>
          <a:lnRef idx="3">
            <a:schemeClr val="dk1"/>
          </a:lnRef>
          <a:fillRef idx="0">
            <a:schemeClr val="dk1"/>
          </a:fillRef>
          <a:effectRef idx="2">
            <a:schemeClr val="dk1"/>
          </a:effectRef>
          <a:fontRef idx="minor">
            <a:schemeClr val="tx1"/>
          </a:fontRef>
        </p:style>
      </p:cxnSp>
      <p:cxnSp>
        <p:nvCxnSpPr>
          <p:cNvPr id="14" name="Straight Arrow Connector 13"/>
          <p:cNvCxnSpPr>
            <a:endCxn id="5" idx="1"/>
          </p:cNvCxnSpPr>
          <p:nvPr/>
        </p:nvCxnSpPr>
        <p:spPr>
          <a:xfrm flipV="1">
            <a:off x="4146828" y="2277737"/>
            <a:ext cx="2239116" cy="579884"/>
          </a:xfrm>
          <a:prstGeom prst="straightConnector1">
            <a:avLst/>
          </a:prstGeom>
          <a:ln w="76200">
            <a:solidFill>
              <a:schemeClr val="accent4"/>
            </a:solidFill>
            <a:headEnd type="none"/>
            <a:tailEnd type="triangle"/>
          </a:ln>
        </p:spPr>
        <p:style>
          <a:lnRef idx="3">
            <a:schemeClr val="dk1"/>
          </a:lnRef>
          <a:fillRef idx="0">
            <a:schemeClr val="dk1"/>
          </a:fillRef>
          <a:effectRef idx="2">
            <a:schemeClr val="dk1"/>
          </a:effectRef>
          <a:fontRef idx="minor">
            <a:schemeClr val="tx1"/>
          </a:fontRef>
        </p:style>
      </p:cxnSp>
      <p:sp>
        <p:nvSpPr>
          <p:cNvPr id="21" name="Rectangle 20"/>
          <p:cNvSpPr/>
          <p:nvPr/>
        </p:nvSpPr>
        <p:spPr bwMode="auto">
          <a:xfrm>
            <a:off x="6386946" y="2868279"/>
            <a:ext cx="4419455" cy="1172646"/>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lIns="179235" tIns="143388" rIns="179235" bIns="143388"/>
          <a:lstStyle/>
          <a:p>
            <a:pPr algn="ctr" defTabSz="913938">
              <a:lnSpc>
                <a:spcPct val="90000"/>
              </a:lnSpc>
              <a:defRPr/>
            </a:pPr>
            <a:r>
              <a:rPr lang="en-US" sz="3527" b="1" dirty="0">
                <a:gradFill>
                  <a:gsLst>
                    <a:gs pos="0">
                      <a:srgbClr val="FFFFFF"/>
                    </a:gs>
                    <a:gs pos="100000">
                      <a:srgbClr val="FFFFFF"/>
                    </a:gs>
                  </a:gsLst>
                  <a:lin ang="5400000" scaled="0"/>
                </a:gradFill>
                <a:latin typeface="Segoe UI" panose="020B0502040204020203" pitchFamily="34" charset="0"/>
                <a:ea typeface="Segoe UI" pitchFamily="34" charset="0"/>
                <a:cs typeface="Segoe UI" panose="020B0502040204020203" pitchFamily="34" charset="0"/>
              </a:rPr>
              <a:t>Power Unit</a:t>
            </a:r>
          </a:p>
          <a:p>
            <a:pPr algn="ctr" defTabSz="913938">
              <a:lnSpc>
                <a:spcPct val="90000"/>
              </a:lnSpc>
              <a:defRPr/>
            </a:pPr>
            <a:r>
              <a:rPr lang="en-US" sz="3527" b="1" dirty="0">
                <a:gradFill>
                  <a:gsLst>
                    <a:gs pos="0">
                      <a:srgbClr val="FFFFFF"/>
                    </a:gs>
                    <a:gs pos="100000">
                      <a:srgbClr val="FFFFFF"/>
                    </a:gs>
                  </a:gsLst>
                  <a:lin ang="5400000" scaled="0"/>
                </a:gradFill>
                <a:latin typeface="Segoe UI" panose="020B0502040204020203" pitchFamily="34" charset="0"/>
                <a:ea typeface="Segoe UI" pitchFamily="34" charset="0"/>
                <a:cs typeface="Segoe UI" panose="020B0502040204020203" pitchFamily="34" charset="0"/>
              </a:rPr>
              <a:t>Rack Switch</a:t>
            </a:r>
          </a:p>
        </p:txBody>
      </p:sp>
      <p:cxnSp>
        <p:nvCxnSpPr>
          <p:cNvPr id="22" name="Straight Arrow Connector 21"/>
          <p:cNvCxnSpPr>
            <a:endCxn id="21" idx="1"/>
          </p:cNvCxnSpPr>
          <p:nvPr/>
        </p:nvCxnSpPr>
        <p:spPr>
          <a:xfrm flipV="1">
            <a:off x="3977519" y="3454436"/>
            <a:ext cx="2408425" cy="717448"/>
          </a:xfrm>
          <a:prstGeom prst="straightConnector1">
            <a:avLst/>
          </a:prstGeom>
          <a:ln w="158750">
            <a:solidFill>
              <a:schemeClr val="accent1"/>
            </a:solidFill>
            <a:headEnd type="none"/>
            <a:tailEnd type="triangle"/>
          </a:ln>
        </p:spPr>
        <p:style>
          <a:lnRef idx="3">
            <a:schemeClr val="dk1"/>
          </a:lnRef>
          <a:fillRef idx="0">
            <a:schemeClr val="dk1"/>
          </a:fillRef>
          <a:effectRef idx="2">
            <a:schemeClr val="dk1"/>
          </a:effectRef>
          <a:fontRef idx="minor">
            <a:schemeClr val="tx1"/>
          </a:fontRef>
        </p:style>
      </p:cxnSp>
    </p:spTree>
    <p:extLst>
      <p:ext uri="{BB962C8B-B14F-4D97-AF65-F5344CB8AC3E}">
        <p14:creationId xmlns:p14="http://schemas.microsoft.com/office/powerpoint/2010/main" val="147563855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0" presetClass="entr" presetSubtype="0" fill="hold"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par>
                          <p:cTn id="8" fill="hold" nodeType="afterGroup">
                            <p:stCondLst>
                              <p:cond delay="500"/>
                            </p:stCondLst>
                            <p:childTnLst>
                              <p:par>
                                <p:cTn id="9" presetID="22" presetClass="entr" presetSubtype="8" fill="hold" nodeType="after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wipe(left)">
                                      <p:cBhvr>
                                        <p:cTn id="11" dur="500"/>
                                        <p:tgtEl>
                                          <p:spTgt spid="7"/>
                                        </p:tgtEl>
                                      </p:cBhvr>
                                    </p:animEffect>
                                  </p:childTnLst>
                                </p:cTn>
                              </p:par>
                            </p:childTnLst>
                          </p:cTn>
                        </p:par>
                        <p:par>
                          <p:cTn id="12" fill="hold" nodeType="afterGroup">
                            <p:stCondLst>
                              <p:cond delay="1000"/>
                            </p:stCondLst>
                            <p:childTnLst>
                              <p:par>
                                <p:cTn id="13" presetID="22" presetClass="entr" presetSubtype="8" fill="hold" nodeType="after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wipe(left)">
                                      <p:cBhvr>
                                        <p:cTn id="15" dur="500"/>
                                        <p:tgtEl>
                                          <p:spTgt spid="8"/>
                                        </p:tgtEl>
                                      </p:cBhvr>
                                    </p:animEffect>
                                  </p:childTnLst>
                                </p:cTn>
                              </p:par>
                            </p:childTnLst>
                          </p:cTn>
                        </p:par>
                        <p:par>
                          <p:cTn id="16" fill="hold" nodeType="afterGroup">
                            <p:stCondLst>
                              <p:cond delay="1500"/>
                            </p:stCondLst>
                            <p:childTnLst>
                              <p:par>
                                <p:cTn id="17" presetID="22" presetClass="entr" presetSubtype="8" fill="hold" nodeType="afterEffect">
                                  <p:stCondLst>
                                    <p:cond delay="0"/>
                                  </p:stCondLst>
                                  <p:childTnLst>
                                    <p:set>
                                      <p:cBhvr>
                                        <p:cTn id="18" dur="1" fill="hold">
                                          <p:stCondLst>
                                            <p:cond delay="0"/>
                                          </p:stCondLst>
                                        </p:cTn>
                                        <p:tgtEl>
                                          <p:spTgt spid="14"/>
                                        </p:tgtEl>
                                        <p:attrNameLst>
                                          <p:attrName>style.visibility</p:attrName>
                                        </p:attrNameLst>
                                      </p:cBhvr>
                                      <p:to>
                                        <p:strVal val="visible"/>
                                      </p:to>
                                    </p:set>
                                    <p:animEffect transition="in" filter="wipe(left)">
                                      <p:cBhvr>
                                        <p:cTn id="19" dur="500"/>
                                        <p:tgtEl>
                                          <p:spTgt spid="14"/>
                                        </p:tgtEl>
                                      </p:cBhvr>
                                    </p:animEffect>
                                  </p:childTnLst>
                                </p:cTn>
                              </p:par>
                            </p:childTnLst>
                          </p:cTn>
                        </p:par>
                        <p:par>
                          <p:cTn id="20" fill="hold" nodeType="afterGroup">
                            <p:stCondLst>
                              <p:cond delay="2000"/>
                            </p:stCondLst>
                            <p:childTnLst>
                              <p:par>
                                <p:cTn id="21" presetID="22" presetClass="entr" presetSubtype="8" fill="hold" nodeType="afterEffect">
                                  <p:stCondLst>
                                    <p:cond delay="0"/>
                                  </p:stCondLst>
                                  <p:childTnLst>
                                    <p:set>
                                      <p:cBhvr>
                                        <p:cTn id="22" dur="1" fill="hold">
                                          <p:stCondLst>
                                            <p:cond delay="0"/>
                                          </p:stCondLst>
                                        </p:cTn>
                                        <p:tgtEl>
                                          <p:spTgt spid="11"/>
                                        </p:tgtEl>
                                        <p:attrNameLst>
                                          <p:attrName>style.visibility</p:attrName>
                                        </p:attrNameLst>
                                      </p:cBhvr>
                                      <p:to>
                                        <p:strVal val="visible"/>
                                      </p:to>
                                    </p:set>
                                    <p:animEffect transition="in" filter="wipe(left)">
                                      <p:cBhvr>
                                        <p:cTn id="23" dur="500"/>
                                        <p:tgtEl>
                                          <p:spTgt spid="11"/>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22" presetClass="exit" presetSubtype="8" fill="hold" nodeType="clickEffect">
                                  <p:stCondLst>
                                    <p:cond delay="0"/>
                                  </p:stCondLst>
                                  <p:childTnLst>
                                    <p:animEffect transition="out" filter="wipe(left)">
                                      <p:cBhvr>
                                        <p:cTn id="27" dur="500"/>
                                        <p:tgtEl>
                                          <p:spTgt spid="7"/>
                                        </p:tgtEl>
                                      </p:cBhvr>
                                    </p:animEffect>
                                    <p:set>
                                      <p:cBhvr>
                                        <p:cTn id="28" dur="1" fill="hold">
                                          <p:stCondLst>
                                            <p:cond delay="499"/>
                                          </p:stCondLst>
                                        </p:cTn>
                                        <p:tgtEl>
                                          <p:spTgt spid="7"/>
                                        </p:tgtEl>
                                        <p:attrNameLst>
                                          <p:attrName>style.visibility</p:attrName>
                                        </p:attrNameLst>
                                      </p:cBhvr>
                                      <p:to>
                                        <p:strVal val="hidden"/>
                                      </p:to>
                                    </p:set>
                                  </p:childTnLst>
                                </p:cTn>
                              </p:par>
                              <p:par>
                                <p:cTn id="29" presetID="22" presetClass="exit" presetSubtype="8" fill="hold" nodeType="withEffect">
                                  <p:stCondLst>
                                    <p:cond delay="0"/>
                                  </p:stCondLst>
                                  <p:childTnLst>
                                    <p:animEffect transition="out" filter="wipe(left)">
                                      <p:cBhvr>
                                        <p:cTn id="30" dur="500"/>
                                        <p:tgtEl>
                                          <p:spTgt spid="8"/>
                                        </p:tgtEl>
                                      </p:cBhvr>
                                    </p:animEffect>
                                    <p:set>
                                      <p:cBhvr>
                                        <p:cTn id="31" dur="1" fill="hold">
                                          <p:stCondLst>
                                            <p:cond delay="499"/>
                                          </p:stCondLst>
                                        </p:cTn>
                                        <p:tgtEl>
                                          <p:spTgt spid="8"/>
                                        </p:tgtEl>
                                        <p:attrNameLst>
                                          <p:attrName>style.visibility</p:attrName>
                                        </p:attrNameLst>
                                      </p:cBhvr>
                                      <p:to>
                                        <p:strVal val="hidden"/>
                                      </p:to>
                                    </p:set>
                                  </p:childTnLst>
                                </p:cTn>
                              </p:par>
                              <p:par>
                                <p:cTn id="32" presetID="22" presetClass="exit" presetSubtype="8" fill="hold" nodeType="withEffect">
                                  <p:stCondLst>
                                    <p:cond delay="0"/>
                                  </p:stCondLst>
                                  <p:childTnLst>
                                    <p:animEffect transition="out" filter="wipe(left)">
                                      <p:cBhvr>
                                        <p:cTn id="33" dur="500"/>
                                        <p:tgtEl>
                                          <p:spTgt spid="14"/>
                                        </p:tgtEl>
                                      </p:cBhvr>
                                    </p:animEffect>
                                    <p:set>
                                      <p:cBhvr>
                                        <p:cTn id="34" dur="1" fill="hold">
                                          <p:stCondLst>
                                            <p:cond delay="499"/>
                                          </p:stCondLst>
                                        </p:cTn>
                                        <p:tgtEl>
                                          <p:spTgt spid="14"/>
                                        </p:tgtEl>
                                        <p:attrNameLst>
                                          <p:attrName>style.visibility</p:attrName>
                                        </p:attrNameLst>
                                      </p:cBhvr>
                                      <p:to>
                                        <p:strVal val="hidden"/>
                                      </p:to>
                                    </p:set>
                                  </p:childTnLst>
                                </p:cTn>
                              </p:par>
                              <p:par>
                                <p:cTn id="35" presetID="22" presetClass="exit" presetSubtype="8" fill="hold" nodeType="withEffect">
                                  <p:stCondLst>
                                    <p:cond delay="0"/>
                                  </p:stCondLst>
                                  <p:childTnLst>
                                    <p:animEffect transition="out" filter="wipe(left)">
                                      <p:cBhvr>
                                        <p:cTn id="36" dur="500"/>
                                        <p:tgtEl>
                                          <p:spTgt spid="11"/>
                                        </p:tgtEl>
                                      </p:cBhvr>
                                    </p:animEffect>
                                    <p:set>
                                      <p:cBhvr>
                                        <p:cTn id="37" dur="1" fill="hold">
                                          <p:stCondLst>
                                            <p:cond delay="499"/>
                                          </p:stCondLst>
                                        </p:cTn>
                                        <p:tgtEl>
                                          <p:spTgt spid="11"/>
                                        </p:tgtEl>
                                        <p:attrNameLst>
                                          <p:attrName>style.visibility</p:attrName>
                                        </p:attrNameLst>
                                      </p:cBhvr>
                                      <p:to>
                                        <p:strVal val="hidden"/>
                                      </p:to>
                                    </p:set>
                                  </p:childTnLst>
                                </p:cTn>
                              </p:par>
                            </p:childTnLst>
                          </p:cTn>
                        </p:par>
                        <p:par>
                          <p:cTn id="38" fill="hold" nodeType="afterGroup">
                            <p:stCondLst>
                              <p:cond delay="500"/>
                            </p:stCondLst>
                            <p:childTnLst>
                              <p:par>
                                <p:cTn id="39" presetID="10" presetClass="entr" presetSubtype="0" fill="hold" nodeType="afterEffect">
                                  <p:stCondLst>
                                    <p:cond delay="0"/>
                                  </p:stCondLst>
                                  <p:childTnLst>
                                    <p:set>
                                      <p:cBhvr>
                                        <p:cTn id="40" dur="1" fill="hold">
                                          <p:stCondLst>
                                            <p:cond delay="0"/>
                                          </p:stCondLst>
                                        </p:cTn>
                                        <p:tgtEl>
                                          <p:spTgt spid="21"/>
                                        </p:tgtEl>
                                        <p:attrNameLst>
                                          <p:attrName>style.visibility</p:attrName>
                                        </p:attrNameLst>
                                      </p:cBhvr>
                                      <p:to>
                                        <p:strVal val="visible"/>
                                      </p:to>
                                    </p:set>
                                    <p:animEffect transition="in" filter="fade">
                                      <p:cBhvr>
                                        <p:cTn id="41" dur="500"/>
                                        <p:tgtEl>
                                          <p:spTgt spid="21"/>
                                        </p:tgtEl>
                                      </p:cBhvr>
                                    </p:animEffect>
                                  </p:childTnLst>
                                </p:cTn>
                              </p:par>
                            </p:childTnLst>
                          </p:cTn>
                        </p:par>
                        <p:par>
                          <p:cTn id="42" fill="hold" nodeType="afterGroup">
                            <p:stCondLst>
                              <p:cond delay="1000"/>
                            </p:stCondLst>
                            <p:childTnLst>
                              <p:par>
                                <p:cTn id="43" presetID="22" presetClass="entr" presetSubtype="8" fill="hold" nodeType="afterEffect">
                                  <p:stCondLst>
                                    <p:cond delay="0"/>
                                  </p:stCondLst>
                                  <p:childTnLst>
                                    <p:set>
                                      <p:cBhvr>
                                        <p:cTn id="44" dur="1" fill="hold">
                                          <p:stCondLst>
                                            <p:cond delay="0"/>
                                          </p:stCondLst>
                                        </p:cTn>
                                        <p:tgtEl>
                                          <p:spTgt spid="22"/>
                                        </p:tgtEl>
                                        <p:attrNameLst>
                                          <p:attrName>style.visibility</p:attrName>
                                        </p:attrNameLst>
                                      </p:cBhvr>
                                      <p:to>
                                        <p:strVal val="visible"/>
                                      </p:to>
                                    </p:set>
                                    <p:animEffect transition="in" filter="wipe(left)">
                                      <p:cBhvr>
                                        <p:cTn id="45" dur="500"/>
                                        <p:tgtEl>
                                          <p:spTgt spid="22"/>
                                        </p:tgtEl>
                                      </p:cBhvr>
                                    </p:animEffect>
                                  </p:childTnLst>
                                </p:cTn>
                              </p:par>
                            </p:childTnLst>
                          </p:cTn>
                        </p:par>
                      </p:childTnLst>
                    </p:cTn>
                  </p:par>
                  <p:par>
                    <p:cTn id="46" fill="hold" nodeType="clickPar">
                      <p:stCondLst>
                        <p:cond delay="indefinite"/>
                      </p:stCondLst>
                      <p:childTnLst>
                        <p:par>
                          <p:cTn id="47" fill="hold" nodeType="withGroup">
                            <p:stCondLst>
                              <p:cond delay="0"/>
                            </p:stCondLst>
                            <p:childTnLst>
                              <p:par>
                                <p:cTn id="48" presetID="22" presetClass="exit" presetSubtype="8" fill="hold" nodeType="clickEffect">
                                  <p:stCondLst>
                                    <p:cond delay="0"/>
                                  </p:stCondLst>
                                  <p:childTnLst>
                                    <p:animEffect transition="out" filter="wipe(left)">
                                      <p:cBhvr>
                                        <p:cTn id="49" dur="500"/>
                                        <p:tgtEl>
                                          <p:spTgt spid="22"/>
                                        </p:tgtEl>
                                      </p:cBhvr>
                                    </p:animEffect>
                                    <p:set>
                                      <p:cBhvr>
                                        <p:cTn id="50" dur="1" fill="hold">
                                          <p:stCondLst>
                                            <p:cond delay="499"/>
                                          </p:stCondLst>
                                        </p:cTn>
                                        <p:tgtEl>
                                          <p:spTgt spid="2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itle 1"/>
          <p:cNvSpPr>
            <a:spLocks noGrp="1"/>
          </p:cNvSpPr>
          <p:nvPr>
            <p:ph type="title" idx="4294967295"/>
          </p:nvPr>
        </p:nvSpPr>
        <p:spPr bwMode="auto">
          <a:xfrm>
            <a:off x="539750" y="173038"/>
            <a:ext cx="11652250" cy="900112"/>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a:t>Availability Sets</a:t>
            </a:r>
          </a:p>
        </p:txBody>
      </p:sp>
      <p:sp>
        <p:nvSpPr>
          <p:cNvPr id="5" name="Rectangle 4"/>
          <p:cNvSpPr/>
          <p:nvPr/>
        </p:nvSpPr>
        <p:spPr bwMode="auto">
          <a:xfrm>
            <a:off x="6386946" y="1847957"/>
            <a:ext cx="4419455" cy="672128"/>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lIns="179235" tIns="143388" rIns="179235" bIns="143388"/>
          <a:lstStyle/>
          <a:p>
            <a:pPr algn="ctr" defTabSz="913938">
              <a:lnSpc>
                <a:spcPct val="90000"/>
              </a:lnSpc>
              <a:defRPr/>
            </a:pPr>
            <a:r>
              <a:rPr lang="en-US" sz="3527" b="1" dirty="0">
                <a:gradFill>
                  <a:gsLst>
                    <a:gs pos="0">
                      <a:srgbClr val="FFFFFF"/>
                    </a:gs>
                    <a:gs pos="100000">
                      <a:srgbClr val="FFFFFF"/>
                    </a:gs>
                  </a:gsLst>
                  <a:lin ang="5400000" scaled="0"/>
                </a:gradFill>
                <a:latin typeface="Segoe UI" panose="020B0502040204020203" pitchFamily="34" charset="0"/>
                <a:ea typeface="Segoe UI" panose="020B0502040204020203" pitchFamily="34" charset="0"/>
                <a:cs typeface="Segoe UI" panose="020B0502040204020203" pitchFamily="34" charset="0"/>
              </a:rPr>
              <a:t>Physical Machines</a:t>
            </a:r>
          </a:p>
        </p:txBody>
      </p:sp>
      <p:sp>
        <p:nvSpPr>
          <p:cNvPr id="21" name="Rectangle 20"/>
          <p:cNvSpPr/>
          <p:nvPr/>
        </p:nvSpPr>
        <p:spPr bwMode="auto">
          <a:xfrm>
            <a:off x="6386946" y="2779751"/>
            <a:ext cx="4419455" cy="1172646"/>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lIns="179235" tIns="143388" rIns="179235" bIns="143388"/>
          <a:lstStyle/>
          <a:p>
            <a:pPr algn="ctr" defTabSz="913938">
              <a:lnSpc>
                <a:spcPct val="90000"/>
              </a:lnSpc>
              <a:defRPr/>
            </a:pPr>
            <a:r>
              <a:rPr lang="en-US" sz="3527" b="1" dirty="0">
                <a:gradFill>
                  <a:gsLst>
                    <a:gs pos="0">
                      <a:srgbClr val="FFFFFF"/>
                    </a:gs>
                    <a:gs pos="100000">
                      <a:srgbClr val="FFFFFF"/>
                    </a:gs>
                  </a:gsLst>
                  <a:lin ang="5400000" scaled="0"/>
                </a:gradFill>
                <a:latin typeface="Segoe UI" panose="020B0502040204020203" pitchFamily="34" charset="0"/>
                <a:ea typeface="Segoe UI" pitchFamily="34" charset="0"/>
                <a:cs typeface="Segoe UI" panose="020B0502040204020203" pitchFamily="34" charset="0"/>
              </a:rPr>
              <a:t>Power Unit</a:t>
            </a:r>
          </a:p>
          <a:p>
            <a:pPr algn="ctr" defTabSz="913938">
              <a:lnSpc>
                <a:spcPct val="90000"/>
              </a:lnSpc>
              <a:defRPr/>
            </a:pPr>
            <a:r>
              <a:rPr lang="en-US" sz="3527" b="1" dirty="0">
                <a:gradFill>
                  <a:gsLst>
                    <a:gs pos="0">
                      <a:srgbClr val="FFFFFF"/>
                    </a:gs>
                    <a:gs pos="100000">
                      <a:srgbClr val="FFFFFF"/>
                    </a:gs>
                  </a:gsLst>
                  <a:lin ang="5400000" scaled="0"/>
                </a:gradFill>
                <a:latin typeface="Segoe UI" panose="020B0502040204020203" pitchFamily="34" charset="0"/>
                <a:ea typeface="Segoe UI" pitchFamily="34" charset="0"/>
                <a:cs typeface="Segoe UI" panose="020B0502040204020203" pitchFamily="34" charset="0"/>
              </a:rPr>
              <a:t>Rack Switch</a:t>
            </a:r>
          </a:p>
        </p:txBody>
      </p:sp>
      <p:pic>
        <p:nvPicPr>
          <p:cNvPr id="13" name="Picture 12"/>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46351" y="1102451"/>
            <a:ext cx="3286717" cy="47618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 name="Picture 14"/>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46351" y="1102451"/>
            <a:ext cx="3286717" cy="47618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6" name="Picture 15"/>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46351" y="1102451"/>
            <a:ext cx="3286717" cy="47618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3" name="Group 2"/>
          <p:cNvGrpSpPr>
            <a:grpSpLocks/>
          </p:cNvGrpSpPr>
          <p:nvPr/>
        </p:nvGrpSpPr>
        <p:grpSpPr bwMode="auto">
          <a:xfrm>
            <a:off x="1046349" y="3098184"/>
            <a:ext cx="1862403" cy="1549181"/>
            <a:chOff x="1036347" y="2371447"/>
            <a:chExt cx="2607624" cy="2247949"/>
          </a:xfrm>
        </p:grpSpPr>
        <p:sp>
          <p:nvSpPr>
            <p:cNvPr id="17" name="Hexagon 16"/>
            <p:cNvSpPr/>
            <p:nvPr/>
          </p:nvSpPr>
          <p:spPr bwMode="auto">
            <a:xfrm rot="19780699">
              <a:off x="1036347" y="2371447"/>
              <a:ext cx="2607624" cy="2247949"/>
            </a:xfrm>
            <a:prstGeom prst="hexagon">
              <a:avLst>
                <a:gd name="adj" fmla="val 28905"/>
                <a:gd name="vf" fmla="val 115470"/>
              </a:avLst>
            </a:prstGeom>
            <a:solidFill>
              <a:srgbClr val="00B05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lIns="91397" tIns="45699" rIns="91397" bIns="45699" anchor="ctr"/>
            <a:lstStyle/>
            <a:p>
              <a:pPr algn="ctr" defTabSz="913757">
                <a:defRPr/>
              </a:pPr>
              <a:endParaRPr lang="en-US" sz="2200" dirty="0">
                <a:gradFill>
                  <a:gsLst>
                    <a:gs pos="0">
                      <a:srgbClr val="FFFFFF"/>
                    </a:gs>
                    <a:gs pos="100000">
                      <a:srgbClr val="FFFFFF"/>
                    </a:gs>
                  </a:gsLst>
                  <a:lin ang="5400000" scaled="0"/>
                </a:gradFill>
                <a:latin typeface="Segoe UI" panose="020B0502040204020203" pitchFamily="34" charset="0"/>
                <a:cs typeface="Segoe UI" panose="020B0502040204020203" pitchFamily="34" charset="0"/>
              </a:endParaRPr>
            </a:p>
          </p:txBody>
        </p:sp>
        <p:pic>
          <p:nvPicPr>
            <p:cNvPr id="25624" name="Picture 17"/>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1746041" y="2654038"/>
              <a:ext cx="1135955" cy="102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19" name="Group 18"/>
          <p:cNvGrpSpPr>
            <a:grpSpLocks/>
          </p:cNvGrpSpPr>
          <p:nvPr/>
        </p:nvGrpSpPr>
        <p:grpSpPr bwMode="auto">
          <a:xfrm>
            <a:off x="3044199" y="3098184"/>
            <a:ext cx="1862403" cy="1549181"/>
            <a:chOff x="1036347" y="2371447"/>
            <a:chExt cx="2607624" cy="2247949"/>
          </a:xfrm>
        </p:grpSpPr>
        <p:sp>
          <p:nvSpPr>
            <p:cNvPr id="20" name="Hexagon 19"/>
            <p:cNvSpPr/>
            <p:nvPr/>
          </p:nvSpPr>
          <p:spPr bwMode="auto">
            <a:xfrm rot="19780699">
              <a:off x="1036347" y="2371447"/>
              <a:ext cx="2607624" cy="2247949"/>
            </a:xfrm>
            <a:prstGeom prst="hexagon">
              <a:avLst>
                <a:gd name="adj" fmla="val 28905"/>
                <a:gd name="vf" fmla="val 115470"/>
              </a:avLst>
            </a:prstGeom>
            <a:solidFill>
              <a:srgbClr val="00B05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lIns="91397" tIns="45699" rIns="91397" bIns="45699" anchor="ctr"/>
            <a:lstStyle/>
            <a:p>
              <a:pPr algn="ctr" defTabSz="913757">
                <a:defRPr/>
              </a:pPr>
              <a:endParaRPr lang="en-US" sz="2200" dirty="0">
                <a:gradFill>
                  <a:gsLst>
                    <a:gs pos="0">
                      <a:srgbClr val="FFFFFF"/>
                    </a:gs>
                    <a:gs pos="100000">
                      <a:srgbClr val="FFFFFF"/>
                    </a:gs>
                  </a:gsLst>
                  <a:lin ang="5400000" scaled="0"/>
                </a:gradFill>
                <a:latin typeface="Segoe UI" panose="020B0502040204020203" pitchFamily="34" charset="0"/>
                <a:cs typeface="Segoe UI" panose="020B0502040204020203" pitchFamily="34" charset="0"/>
              </a:endParaRPr>
            </a:p>
          </p:txBody>
        </p:sp>
        <p:pic>
          <p:nvPicPr>
            <p:cNvPr id="25622" name="Picture 22"/>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1772180" y="2654038"/>
              <a:ext cx="1135955" cy="102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6" name="Double Brace 5"/>
          <p:cNvSpPr/>
          <p:nvPr/>
        </p:nvSpPr>
        <p:spPr>
          <a:xfrm rot="5400000">
            <a:off x="1671736" y="1890797"/>
            <a:ext cx="2670855" cy="3921628"/>
          </a:xfrm>
          <a:prstGeom prst="bracePair">
            <a:avLst/>
          </a:prstGeom>
          <a:ln w="127000">
            <a:solidFill>
              <a:schemeClr val="accent4"/>
            </a:solidFill>
            <a:headEnd type="none"/>
            <a:tailEnd type="none"/>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en-US" sz="2400">
              <a:latin typeface="Segoe UI" panose="020B0502040204020203" pitchFamily="34" charset="0"/>
              <a:cs typeface="Segoe UI" panose="020B0502040204020203" pitchFamily="34" charset="0"/>
            </a:endParaRPr>
          </a:p>
        </p:txBody>
      </p:sp>
      <p:sp>
        <p:nvSpPr>
          <p:cNvPr id="24" name="Rectangle 23"/>
          <p:cNvSpPr/>
          <p:nvPr/>
        </p:nvSpPr>
        <p:spPr bwMode="auto">
          <a:xfrm>
            <a:off x="797518" y="5360640"/>
            <a:ext cx="4419455" cy="672128"/>
          </a:xfrm>
          <a:prstGeom prst="rect">
            <a:avLst/>
          </a:prstGeom>
          <a:solidFill>
            <a:srgbClr val="00B05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lIns="179235" tIns="143388" rIns="179235" bIns="143388"/>
          <a:lstStyle/>
          <a:p>
            <a:pPr algn="ctr" defTabSz="913938">
              <a:lnSpc>
                <a:spcPct val="90000"/>
              </a:lnSpc>
              <a:defRPr/>
            </a:pPr>
            <a:r>
              <a:rPr lang="en-US" sz="3527" b="1" dirty="0">
                <a:gradFill>
                  <a:gsLst>
                    <a:gs pos="0">
                      <a:srgbClr val="FFFFFF"/>
                    </a:gs>
                    <a:gs pos="100000">
                      <a:srgbClr val="FFFFFF"/>
                    </a:gs>
                  </a:gsLst>
                  <a:lin ang="5400000" scaled="0"/>
                </a:gradFill>
                <a:latin typeface="Segoe UI" panose="020B0502040204020203" pitchFamily="34" charset="0"/>
                <a:ea typeface="Segoe UI" panose="020B0502040204020203" pitchFamily="34" charset="0"/>
                <a:cs typeface="Segoe UI" panose="020B0502040204020203" pitchFamily="34" charset="0"/>
              </a:rPr>
              <a:t>Availability Set</a:t>
            </a:r>
          </a:p>
        </p:txBody>
      </p:sp>
      <p:sp>
        <p:nvSpPr>
          <p:cNvPr id="27" name="Rounded Rectangle 26"/>
          <p:cNvSpPr/>
          <p:nvPr/>
        </p:nvSpPr>
        <p:spPr bwMode="auto">
          <a:xfrm>
            <a:off x="6013255" y="4586829"/>
            <a:ext cx="688013" cy="173684"/>
          </a:xfrm>
          <a:prstGeom prst="roundRect">
            <a:avLst/>
          </a:prstGeom>
          <a:solidFill>
            <a:srgbClr val="00B05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lIns="179235" tIns="143388" rIns="179235" bIns="143388" anchor="ctr"/>
          <a:lstStyle/>
          <a:p>
            <a:pPr algn="ctr" defTabSz="913938">
              <a:defRPr/>
            </a:pPr>
            <a:r>
              <a:rPr lang="en-US" sz="784" b="1" dirty="0">
                <a:gradFill>
                  <a:gsLst>
                    <a:gs pos="0">
                      <a:srgbClr val="FFFFFF"/>
                    </a:gs>
                    <a:gs pos="100000">
                      <a:srgbClr val="FFFFFF"/>
                    </a:gs>
                  </a:gsLst>
                  <a:lin ang="5400000" scaled="0"/>
                </a:gradFill>
                <a:latin typeface="Segoe UI" panose="020B0502040204020203" pitchFamily="34" charset="0"/>
                <a:ea typeface="Segoe UI" panose="020B0502040204020203" pitchFamily="34" charset="0"/>
                <a:cs typeface="Segoe UI" panose="020B0502040204020203" pitchFamily="34" charset="0"/>
              </a:rPr>
              <a:t>VM1</a:t>
            </a:r>
          </a:p>
        </p:txBody>
      </p:sp>
      <p:sp>
        <p:nvSpPr>
          <p:cNvPr id="29" name="Rectangle 28"/>
          <p:cNvSpPr/>
          <p:nvPr/>
        </p:nvSpPr>
        <p:spPr bwMode="auto">
          <a:xfrm>
            <a:off x="1360805" y="4030308"/>
            <a:ext cx="1156080" cy="379485"/>
          </a:xfrm>
          <a:prstGeom prst="rect">
            <a:avLst/>
          </a:prstGeom>
          <a:solidFill>
            <a:srgbClr val="00B05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lIns="179235" tIns="143388" rIns="179235" bIns="143388"/>
          <a:lstStyle/>
          <a:p>
            <a:pPr algn="ctr" defTabSz="913938">
              <a:lnSpc>
                <a:spcPct val="90000"/>
              </a:lnSpc>
              <a:defRPr/>
            </a:pPr>
            <a:r>
              <a:rPr lang="en-US" sz="1961" b="1" dirty="0">
                <a:gradFill>
                  <a:gsLst>
                    <a:gs pos="0">
                      <a:srgbClr val="FFFFFF"/>
                    </a:gs>
                    <a:gs pos="100000">
                      <a:srgbClr val="FFFFFF"/>
                    </a:gs>
                  </a:gsLst>
                  <a:lin ang="5400000" scaled="0"/>
                </a:gradFill>
                <a:latin typeface="Segoe UI" panose="020B0502040204020203" pitchFamily="34" charset="0"/>
                <a:ea typeface="Segoe UI" panose="020B0502040204020203" pitchFamily="34" charset="0"/>
                <a:cs typeface="Segoe UI" panose="020B0502040204020203" pitchFamily="34" charset="0"/>
              </a:rPr>
              <a:t>VM1</a:t>
            </a:r>
          </a:p>
        </p:txBody>
      </p:sp>
      <p:sp>
        <p:nvSpPr>
          <p:cNvPr id="30" name="Rectangle 29"/>
          <p:cNvSpPr/>
          <p:nvPr/>
        </p:nvSpPr>
        <p:spPr bwMode="auto">
          <a:xfrm>
            <a:off x="3421725" y="4030308"/>
            <a:ext cx="1156080" cy="379485"/>
          </a:xfrm>
          <a:prstGeom prst="rect">
            <a:avLst/>
          </a:prstGeom>
          <a:solidFill>
            <a:srgbClr val="00B05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lIns="179235" tIns="143388" rIns="179235" bIns="143388"/>
          <a:lstStyle/>
          <a:p>
            <a:pPr algn="ctr" defTabSz="913938">
              <a:lnSpc>
                <a:spcPct val="90000"/>
              </a:lnSpc>
              <a:defRPr/>
            </a:pPr>
            <a:r>
              <a:rPr lang="en-US" sz="1961" b="1" dirty="0">
                <a:gradFill>
                  <a:gsLst>
                    <a:gs pos="0">
                      <a:srgbClr val="FFFFFF"/>
                    </a:gs>
                    <a:gs pos="100000">
                      <a:srgbClr val="FFFFFF"/>
                    </a:gs>
                  </a:gsLst>
                  <a:lin ang="5400000" scaled="0"/>
                </a:gradFill>
                <a:latin typeface="Segoe UI" panose="020B0502040204020203" pitchFamily="34" charset="0"/>
                <a:ea typeface="Segoe UI" panose="020B0502040204020203" pitchFamily="34" charset="0"/>
                <a:cs typeface="Segoe UI" panose="020B0502040204020203" pitchFamily="34" charset="0"/>
              </a:rPr>
              <a:t>VM2</a:t>
            </a:r>
          </a:p>
        </p:txBody>
      </p:sp>
      <p:sp>
        <p:nvSpPr>
          <p:cNvPr id="32" name="Rounded Rectangle 31"/>
          <p:cNvSpPr/>
          <p:nvPr/>
        </p:nvSpPr>
        <p:spPr bwMode="auto">
          <a:xfrm>
            <a:off x="10787732" y="4245105"/>
            <a:ext cx="696185" cy="164689"/>
          </a:xfrm>
          <a:prstGeom prst="roundRect">
            <a:avLst/>
          </a:prstGeom>
          <a:solidFill>
            <a:srgbClr val="00B05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lIns="179235" tIns="143388" rIns="179235" bIns="143388" anchor="ctr"/>
          <a:lstStyle/>
          <a:p>
            <a:pPr algn="ctr" defTabSz="913938">
              <a:defRPr/>
            </a:pPr>
            <a:r>
              <a:rPr lang="en-US" sz="784" b="1" dirty="0">
                <a:gradFill>
                  <a:gsLst>
                    <a:gs pos="0">
                      <a:srgbClr val="FFFFFF"/>
                    </a:gs>
                    <a:gs pos="100000">
                      <a:srgbClr val="FFFFFF"/>
                    </a:gs>
                  </a:gsLst>
                  <a:lin ang="5400000" scaled="0"/>
                </a:gradFill>
                <a:latin typeface="Segoe UI" panose="020B0502040204020203" pitchFamily="34" charset="0"/>
                <a:ea typeface="Segoe UI" panose="020B0502040204020203" pitchFamily="34" charset="0"/>
                <a:cs typeface="Segoe UI" panose="020B0502040204020203" pitchFamily="34" charset="0"/>
              </a:rPr>
              <a:t>VM2</a:t>
            </a:r>
          </a:p>
        </p:txBody>
      </p:sp>
      <p:sp>
        <p:nvSpPr>
          <p:cNvPr id="45" name="Rectangle 44"/>
          <p:cNvSpPr/>
          <p:nvPr/>
        </p:nvSpPr>
        <p:spPr bwMode="auto">
          <a:xfrm>
            <a:off x="9983765" y="3534156"/>
            <a:ext cx="1667697" cy="2410541"/>
          </a:xfrm>
          <a:prstGeom prst="rect">
            <a:avLst/>
          </a:prstGeom>
          <a:solidFill>
            <a:srgbClr val="FF0000">
              <a:alpha val="68000"/>
            </a:srgb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lIns="179235" tIns="143388" rIns="179235" bIns="143388"/>
          <a:lstStyle/>
          <a:p>
            <a:pPr algn="ctr" defTabSz="913938">
              <a:lnSpc>
                <a:spcPct val="90000"/>
              </a:lnSpc>
              <a:defRPr/>
            </a:pPr>
            <a:endParaRPr lang="en-US" sz="3527" b="1" dirty="0">
              <a:gradFill>
                <a:gsLst>
                  <a:gs pos="0">
                    <a:srgbClr val="FFFFFF"/>
                  </a:gs>
                  <a:gs pos="100000">
                    <a:srgbClr val="FFFFFF"/>
                  </a:gs>
                </a:gsLst>
                <a:lin ang="5400000" scaled="0"/>
              </a:gradFill>
              <a:latin typeface="Segoe UI" panose="020B0502040204020203" pitchFamily="34" charset="0"/>
              <a:ea typeface="Segoe UI" panose="020B0502040204020203" pitchFamily="34" charset="0"/>
              <a:cs typeface="Segoe UI" panose="020B0502040204020203" pitchFamily="34" charset="0"/>
            </a:endParaRPr>
          </a:p>
        </p:txBody>
      </p:sp>
      <p:cxnSp>
        <p:nvCxnSpPr>
          <p:cNvPr id="7" name="Straight Arrow Connector 6"/>
          <p:cNvCxnSpPr>
            <a:endCxn id="27" idx="0"/>
          </p:cNvCxnSpPr>
          <p:nvPr/>
        </p:nvCxnSpPr>
        <p:spPr>
          <a:xfrm>
            <a:off x="4967978" y="3726746"/>
            <a:ext cx="1388336" cy="859244"/>
          </a:xfrm>
          <a:prstGeom prst="straightConnector1">
            <a:avLst/>
          </a:prstGeom>
          <a:ln w="57150">
            <a:solidFill>
              <a:srgbClr val="00B0F0"/>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p:cNvCxnSpPr/>
          <p:nvPr/>
        </p:nvCxnSpPr>
        <p:spPr>
          <a:xfrm>
            <a:off x="4967978" y="3726744"/>
            <a:ext cx="6133230" cy="518511"/>
          </a:xfrm>
          <a:prstGeom prst="straightConnector1">
            <a:avLst/>
          </a:prstGeom>
          <a:ln w="57150">
            <a:solidFill>
              <a:srgbClr val="00B0F0"/>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p:cNvCxnSpPr/>
          <p:nvPr/>
        </p:nvCxnSpPr>
        <p:spPr>
          <a:xfrm>
            <a:off x="4967978" y="3726746"/>
            <a:ext cx="3559728" cy="859244"/>
          </a:xfrm>
          <a:prstGeom prst="straightConnector1">
            <a:avLst/>
          </a:prstGeom>
          <a:ln w="57150">
            <a:solidFill>
              <a:srgbClr val="00B0F0"/>
            </a:solidFill>
            <a:headEnd type="none"/>
            <a:tailEnd type="triangle"/>
          </a:ln>
        </p:spPr>
        <p:style>
          <a:lnRef idx="1">
            <a:schemeClr val="accent1"/>
          </a:lnRef>
          <a:fillRef idx="0">
            <a:schemeClr val="accent1"/>
          </a:fillRef>
          <a:effectRef idx="0">
            <a:schemeClr val="accent1"/>
          </a:effectRef>
          <a:fontRef idx="minor">
            <a:schemeClr val="tx1"/>
          </a:fontRef>
        </p:style>
      </p:cxnSp>
      <p:sp>
        <p:nvSpPr>
          <p:cNvPr id="28" name="Rounded Rectangle 27"/>
          <p:cNvSpPr/>
          <p:nvPr/>
        </p:nvSpPr>
        <p:spPr bwMode="auto">
          <a:xfrm>
            <a:off x="8526898" y="4633627"/>
            <a:ext cx="696185" cy="164689"/>
          </a:xfrm>
          <a:prstGeom prst="roundRect">
            <a:avLst/>
          </a:prstGeom>
          <a:solidFill>
            <a:srgbClr val="00B05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lIns="179235" tIns="143388" rIns="179235" bIns="143388" anchor="ctr"/>
          <a:lstStyle/>
          <a:p>
            <a:pPr algn="ctr" defTabSz="913938">
              <a:defRPr/>
            </a:pPr>
            <a:r>
              <a:rPr lang="en-US" sz="784" b="1" dirty="0">
                <a:gradFill>
                  <a:gsLst>
                    <a:gs pos="0">
                      <a:srgbClr val="FFFFFF"/>
                    </a:gs>
                    <a:gs pos="100000">
                      <a:srgbClr val="FFFFFF"/>
                    </a:gs>
                  </a:gsLst>
                  <a:lin ang="5400000" scaled="0"/>
                </a:gradFill>
                <a:latin typeface="Segoe UI" panose="020B0502040204020203" pitchFamily="34" charset="0"/>
                <a:ea typeface="Segoe UI" panose="020B0502040204020203" pitchFamily="34" charset="0"/>
                <a:cs typeface="Segoe UI" panose="020B0502040204020203" pitchFamily="34" charset="0"/>
              </a:rPr>
              <a:t>VM2</a:t>
            </a:r>
          </a:p>
        </p:txBody>
      </p:sp>
    </p:spTree>
    <p:extLst>
      <p:ext uri="{BB962C8B-B14F-4D97-AF65-F5344CB8AC3E}">
        <p14:creationId xmlns:p14="http://schemas.microsoft.com/office/powerpoint/2010/main" val="92774666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42" presetClass="path" presetSubtype="0" accel="50000" decel="50000" fill="hold" nodeType="withEffect">
                                  <p:stCondLst>
                                    <p:cond delay="0"/>
                                  </p:stCondLst>
                                  <p:childTnLst>
                                    <p:animMotion origin="layout" path="M 3.02783E-6 -1.85202E-6 L 0.4871 0.18089 " pathEditMode="relative" rAng="0" ptsTypes="AA">
                                      <p:cBhvr>
                                        <p:cTn id="6" dur="2000" fill="hold"/>
                                        <p:tgtEl>
                                          <p:spTgt spid="13"/>
                                        </p:tgtEl>
                                        <p:attrNameLst>
                                          <p:attrName>ppt_x</p:attrName>
                                          <p:attrName>ppt_y</p:attrName>
                                        </p:attrNameLst>
                                      </p:cBhvr>
                                      <p:rCtr x="24355" y="9033"/>
                                    </p:animMotion>
                                  </p:childTnLst>
                                </p:cTn>
                              </p:par>
                              <p:par>
                                <p:cTn id="7" presetID="6" presetClass="emph" presetSubtype="0" fill="hold" nodeType="withEffect">
                                  <p:stCondLst>
                                    <p:cond delay="0"/>
                                  </p:stCondLst>
                                  <p:childTnLst>
                                    <p:animScale>
                                      <p:cBhvr>
                                        <p:cTn id="8" dur="2000" fill="hold"/>
                                        <p:tgtEl>
                                          <p:spTgt spid="13"/>
                                        </p:tgtEl>
                                      </p:cBhvr>
                                      <p:by x="50000" y="50000"/>
                                    </p:animScale>
                                  </p:childTnLst>
                                </p:cTn>
                              </p:par>
                              <p:par>
                                <p:cTn id="9" presetID="42" presetClass="path" presetSubtype="0" accel="50000" decel="50000" fill="hold" nodeType="withEffect">
                                  <p:stCondLst>
                                    <p:cond delay="500"/>
                                  </p:stCondLst>
                                  <p:childTnLst>
                                    <p:animMotion origin="layout" path="M 3.02783E-6 -1.85202E-6 L 0.66594 0.18089 " pathEditMode="relative" rAng="0" ptsTypes="AA">
                                      <p:cBhvr>
                                        <p:cTn id="10" dur="2000" fill="hold"/>
                                        <p:tgtEl>
                                          <p:spTgt spid="15"/>
                                        </p:tgtEl>
                                        <p:attrNameLst>
                                          <p:attrName>ppt_x</p:attrName>
                                          <p:attrName>ppt_y</p:attrName>
                                        </p:attrNameLst>
                                      </p:cBhvr>
                                      <p:rCtr x="33291" y="9033"/>
                                    </p:animMotion>
                                  </p:childTnLst>
                                </p:cTn>
                              </p:par>
                              <p:par>
                                <p:cTn id="11" presetID="6" presetClass="emph" presetSubtype="0" fill="hold" nodeType="withEffect">
                                  <p:stCondLst>
                                    <p:cond delay="500"/>
                                  </p:stCondLst>
                                  <p:childTnLst>
                                    <p:animScale>
                                      <p:cBhvr>
                                        <p:cTn id="12" dur="2000" fill="hold"/>
                                        <p:tgtEl>
                                          <p:spTgt spid="15"/>
                                        </p:tgtEl>
                                      </p:cBhvr>
                                      <p:by x="50000" y="50000"/>
                                    </p:animScale>
                                  </p:childTnLst>
                                </p:cTn>
                              </p:par>
                              <p:par>
                                <p:cTn id="13" presetID="42" presetClass="path" presetSubtype="0" accel="50000" decel="50000" fill="hold" nodeType="withEffect">
                                  <p:stCondLst>
                                    <p:cond delay="1000"/>
                                  </p:stCondLst>
                                  <p:childTnLst>
                                    <p:animMotion origin="layout" path="M 3.02783E-6 -1.85202E-6 L 0.30329 0.18362 " pathEditMode="relative" rAng="0" ptsTypes="AA">
                                      <p:cBhvr>
                                        <p:cTn id="14" dur="2000" fill="hold"/>
                                        <p:tgtEl>
                                          <p:spTgt spid="16"/>
                                        </p:tgtEl>
                                        <p:attrNameLst>
                                          <p:attrName>ppt_x</p:attrName>
                                          <p:attrName>ppt_y</p:attrName>
                                        </p:attrNameLst>
                                      </p:cBhvr>
                                      <p:rCtr x="15165" y="9169"/>
                                    </p:animMotion>
                                  </p:childTnLst>
                                </p:cTn>
                              </p:par>
                              <p:par>
                                <p:cTn id="15" presetID="6" presetClass="emph" presetSubtype="0" fill="hold" nodeType="withEffect">
                                  <p:stCondLst>
                                    <p:cond delay="1000"/>
                                  </p:stCondLst>
                                  <p:childTnLst>
                                    <p:animScale>
                                      <p:cBhvr>
                                        <p:cTn id="16" dur="2000" fill="hold"/>
                                        <p:tgtEl>
                                          <p:spTgt spid="16"/>
                                        </p:tgtEl>
                                      </p:cBhvr>
                                      <p:by x="50000" y="50000"/>
                                    </p:animScale>
                                  </p:childTnLst>
                                </p:cTn>
                              </p:par>
                              <p:par>
                                <p:cTn id="17" presetID="42" presetClass="path" presetSubtype="0" accel="50000" decel="50000" fill="hold" nodeType="withEffect">
                                  <p:stCondLst>
                                    <p:cond delay="500"/>
                                  </p:stCondLst>
                                  <p:childTnLst>
                                    <p:animMotion origin="layout" path="M -1.47817E-6 2.44666E-6 L -0.45724 0.43872 " pathEditMode="relative" rAng="0" ptsTypes="AA">
                                      <p:cBhvr>
                                        <p:cTn id="18" dur="2000" fill="hold"/>
                                        <p:tgtEl>
                                          <p:spTgt spid="5"/>
                                        </p:tgtEl>
                                        <p:attrNameLst>
                                          <p:attrName>ppt_x</p:attrName>
                                          <p:attrName>ppt_y</p:attrName>
                                        </p:attrNameLst>
                                      </p:cBhvr>
                                      <p:rCtr x="-22862" y="21925"/>
                                    </p:animMotion>
                                  </p:childTnLst>
                                </p:cTn>
                              </p:par>
                              <p:par>
                                <p:cTn id="19" presetID="42" presetClass="path" presetSubtype="0" accel="50000" decel="50000" fill="hold" nodeType="withEffect">
                                  <p:stCondLst>
                                    <p:cond delay="500"/>
                                  </p:stCondLst>
                                  <p:childTnLst>
                                    <p:animMotion origin="layout" path="M -1.47817E-6 3.90377E-7 L -0.45724 0.12778 " pathEditMode="relative" rAng="0" ptsTypes="AA">
                                      <p:cBhvr>
                                        <p:cTn id="20" dur="2000" fill="hold"/>
                                        <p:tgtEl>
                                          <p:spTgt spid="21"/>
                                        </p:tgtEl>
                                        <p:attrNameLst>
                                          <p:attrName>ppt_x</p:attrName>
                                          <p:attrName>ppt_y</p:attrName>
                                        </p:attrNameLst>
                                      </p:cBhvr>
                                      <p:rCtr x="-22862" y="6378"/>
                                    </p:animMotion>
                                  </p:childTnLst>
                                </p:cTn>
                              </p:par>
                              <p:par>
                                <p:cTn id="21" presetID="6" presetClass="emph" presetSubtype="0" fill="hold" nodeType="withEffect">
                                  <p:stCondLst>
                                    <p:cond delay="500"/>
                                  </p:stCondLst>
                                  <p:childTnLst>
                                    <p:animScale>
                                      <p:cBhvr>
                                        <p:cTn id="22" dur="2000" fill="hold"/>
                                        <p:tgtEl>
                                          <p:spTgt spid="5"/>
                                        </p:tgtEl>
                                      </p:cBhvr>
                                      <p:by x="50000" y="50000"/>
                                    </p:animScale>
                                  </p:childTnLst>
                                </p:cTn>
                              </p:par>
                              <p:par>
                                <p:cTn id="23" presetID="6" presetClass="emph" presetSubtype="0" fill="hold" nodeType="withEffect">
                                  <p:stCondLst>
                                    <p:cond delay="500"/>
                                  </p:stCondLst>
                                  <p:childTnLst>
                                    <p:animScale>
                                      <p:cBhvr>
                                        <p:cTn id="24" dur="2000" fill="hold"/>
                                        <p:tgtEl>
                                          <p:spTgt spid="21"/>
                                        </p:tgtEl>
                                      </p:cBhvr>
                                      <p:by x="50000" y="50000"/>
                                    </p:animScale>
                                  </p:childTnLst>
                                </p:cTn>
                              </p:par>
                            </p:childTnLst>
                          </p:cTn>
                        </p:par>
                      </p:childTnLst>
                    </p:cTn>
                  </p:par>
                  <p:par>
                    <p:cTn id="25" fill="hold" nodeType="clickPar">
                      <p:stCondLst>
                        <p:cond delay="indefinite"/>
                      </p:stCondLst>
                      <p:childTnLst>
                        <p:par>
                          <p:cTn id="26" fill="hold" nodeType="withGroup">
                            <p:stCondLst>
                              <p:cond delay="0"/>
                            </p:stCondLst>
                            <p:childTnLst>
                              <p:par>
                                <p:cTn id="27" presetID="10" presetClass="exit" presetSubtype="0" fill="hold" nodeType="clickEffect">
                                  <p:stCondLst>
                                    <p:cond delay="0"/>
                                  </p:stCondLst>
                                  <p:childTnLst>
                                    <p:animEffect transition="out" filter="fade">
                                      <p:cBhvr>
                                        <p:cTn id="28" dur="500"/>
                                        <p:tgtEl>
                                          <p:spTgt spid="5"/>
                                        </p:tgtEl>
                                      </p:cBhvr>
                                    </p:animEffect>
                                    <p:set>
                                      <p:cBhvr>
                                        <p:cTn id="29" dur="1" fill="hold">
                                          <p:stCondLst>
                                            <p:cond delay="499"/>
                                          </p:stCondLst>
                                        </p:cTn>
                                        <p:tgtEl>
                                          <p:spTgt spid="5"/>
                                        </p:tgtEl>
                                        <p:attrNameLst>
                                          <p:attrName>style.visibility</p:attrName>
                                        </p:attrNameLst>
                                      </p:cBhvr>
                                      <p:to>
                                        <p:strVal val="hidden"/>
                                      </p:to>
                                    </p:set>
                                  </p:childTnLst>
                                </p:cTn>
                              </p:par>
                              <p:par>
                                <p:cTn id="30" presetID="10" presetClass="exit" presetSubtype="0" fill="hold" nodeType="withEffect">
                                  <p:stCondLst>
                                    <p:cond delay="0"/>
                                  </p:stCondLst>
                                  <p:childTnLst>
                                    <p:animEffect transition="out" filter="fade">
                                      <p:cBhvr>
                                        <p:cTn id="31" dur="500"/>
                                        <p:tgtEl>
                                          <p:spTgt spid="21"/>
                                        </p:tgtEl>
                                      </p:cBhvr>
                                    </p:animEffect>
                                    <p:set>
                                      <p:cBhvr>
                                        <p:cTn id="32" dur="1" fill="hold">
                                          <p:stCondLst>
                                            <p:cond delay="499"/>
                                          </p:stCondLst>
                                        </p:cTn>
                                        <p:tgtEl>
                                          <p:spTgt spid="21"/>
                                        </p:tgtEl>
                                        <p:attrNameLst>
                                          <p:attrName>style.visibility</p:attrName>
                                        </p:attrNameLst>
                                      </p:cBhvr>
                                      <p:to>
                                        <p:strVal val="hidden"/>
                                      </p:to>
                                    </p:set>
                                  </p:childTnLst>
                                </p:cTn>
                              </p:par>
                            </p:childTnLst>
                          </p:cTn>
                        </p:par>
                        <p:par>
                          <p:cTn id="33" fill="hold" nodeType="afterGroup">
                            <p:stCondLst>
                              <p:cond delay="500"/>
                            </p:stCondLst>
                            <p:childTnLst>
                              <p:par>
                                <p:cTn id="34" presetID="10" presetClass="entr" presetSubtype="0" fill="hold" nodeType="afterEffect">
                                  <p:stCondLst>
                                    <p:cond delay="0"/>
                                  </p:stCondLst>
                                  <p:childTnLst>
                                    <p:set>
                                      <p:cBhvr>
                                        <p:cTn id="35" dur="1" fill="hold">
                                          <p:stCondLst>
                                            <p:cond delay="0"/>
                                          </p:stCondLst>
                                        </p:cTn>
                                        <p:tgtEl>
                                          <p:spTgt spid="19"/>
                                        </p:tgtEl>
                                        <p:attrNameLst>
                                          <p:attrName>style.visibility</p:attrName>
                                        </p:attrNameLst>
                                      </p:cBhvr>
                                      <p:to>
                                        <p:strVal val="visible"/>
                                      </p:to>
                                    </p:set>
                                    <p:animEffect transition="in" filter="fade">
                                      <p:cBhvr>
                                        <p:cTn id="36" dur="500"/>
                                        <p:tgtEl>
                                          <p:spTgt spid="19"/>
                                        </p:tgtEl>
                                      </p:cBhvr>
                                    </p:animEffect>
                                  </p:childTnLst>
                                </p:cTn>
                              </p:par>
                              <p:par>
                                <p:cTn id="37" presetID="10" presetClass="entr" presetSubtype="0" fill="hold" nodeType="withEffect">
                                  <p:stCondLst>
                                    <p:cond delay="0"/>
                                  </p:stCondLst>
                                  <p:childTnLst>
                                    <p:set>
                                      <p:cBhvr>
                                        <p:cTn id="38" dur="1" fill="hold">
                                          <p:stCondLst>
                                            <p:cond delay="0"/>
                                          </p:stCondLst>
                                        </p:cTn>
                                        <p:tgtEl>
                                          <p:spTgt spid="3"/>
                                        </p:tgtEl>
                                        <p:attrNameLst>
                                          <p:attrName>style.visibility</p:attrName>
                                        </p:attrNameLst>
                                      </p:cBhvr>
                                      <p:to>
                                        <p:strVal val="visible"/>
                                      </p:to>
                                    </p:set>
                                    <p:animEffect transition="in" filter="fade">
                                      <p:cBhvr>
                                        <p:cTn id="39" dur="500"/>
                                        <p:tgtEl>
                                          <p:spTgt spid="3"/>
                                        </p:tgtEl>
                                      </p:cBhvr>
                                    </p:animEffect>
                                  </p:childTnLst>
                                </p:cTn>
                              </p:par>
                            </p:childTnLst>
                          </p:cTn>
                        </p:par>
                        <p:par>
                          <p:cTn id="40" fill="hold" nodeType="afterGroup">
                            <p:stCondLst>
                              <p:cond delay="1000"/>
                            </p:stCondLst>
                            <p:childTnLst>
                              <p:par>
                                <p:cTn id="41" presetID="10" presetClass="entr" presetSubtype="0" fill="hold" grpId="0" nodeType="afterEffect">
                                  <p:stCondLst>
                                    <p:cond delay="0"/>
                                  </p:stCondLst>
                                  <p:childTnLst>
                                    <p:set>
                                      <p:cBhvr>
                                        <p:cTn id="42" dur="1" fill="hold">
                                          <p:stCondLst>
                                            <p:cond delay="0"/>
                                          </p:stCondLst>
                                        </p:cTn>
                                        <p:tgtEl>
                                          <p:spTgt spid="6"/>
                                        </p:tgtEl>
                                        <p:attrNameLst>
                                          <p:attrName>style.visibility</p:attrName>
                                        </p:attrNameLst>
                                      </p:cBhvr>
                                      <p:to>
                                        <p:strVal val="visible"/>
                                      </p:to>
                                    </p:set>
                                    <p:animEffect transition="in" filter="fade">
                                      <p:cBhvr>
                                        <p:cTn id="43" dur="500"/>
                                        <p:tgtEl>
                                          <p:spTgt spid="6"/>
                                        </p:tgtEl>
                                      </p:cBhvr>
                                    </p:animEffect>
                                  </p:childTnLst>
                                </p:cTn>
                              </p:par>
                              <p:par>
                                <p:cTn id="44" presetID="10" presetClass="entr" presetSubtype="0" fill="hold" nodeType="withEffect">
                                  <p:stCondLst>
                                    <p:cond delay="0"/>
                                  </p:stCondLst>
                                  <p:childTnLst>
                                    <p:set>
                                      <p:cBhvr>
                                        <p:cTn id="45" dur="1" fill="hold">
                                          <p:stCondLst>
                                            <p:cond delay="0"/>
                                          </p:stCondLst>
                                        </p:cTn>
                                        <p:tgtEl>
                                          <p:spTgt spid="29"/>
                                        </p:tgtEl>
                                        <p:attrNameLst>
                                          <p:attrName>style.visibility</p:attrName>
                                        </p:attrNameLst>
                                      </p:cBhvr>
                                      <p:to>
                                        <p:strVal val="visible"/>
                                      </p:to>
                                    </p:set>
                                    <p:animEffect transition="in" filter="fade">
                                      <p:cBhvr>
                                        <p:cTn id="46" dur="500"/>
                                        <p:tgtEl>
                                          <p:spTgt spid="29"/>
                                        </p:tgtEl>
                                      </p:cBhvr>
                                    </p:animEffect>
                                  </p:childTnLst>
                                </p:cTn>
                              </p:par>
                              <p:par>
                                <p:cTn id="47" presetID="10" presetClass="entr" presetSubtype="0" fill="hold" nodeType="withEffect">
                                  <p:stCondLst>
                                    <p:cond delay="0"/>
                                  </p:stCondLst>
                                  <p:childTnLst>
                                    <p:set>
                                      <p:cBhvr>
                                        <p:cTn id="48" dur="1" fill="hold">
                                          <p:stCondLst>
                                            <p:cond delay="0"/>
                                          </p:stCondLst>
                                        </p:cTn>
                                        <p:tgtEl>
                                          <p:spTgt spid="30"/>
                                        </p:tgtEl>
                                        <p:attrNameLst>
                                          <p:attrName>style.visibility</p:attrName>
                                        </p:attrNameLst>
                                      </p:cBhvr>
                                      <p:to>
                                        <p:strVal val="visible"/>
                                      </p:to>
                                    </p:set>
                                    <p:animEffect transition="in" filter="fade">
                                      <p:cBhvr>
                                        <p:cTn id="49" dur="500"/>
                                        <p:tgtEl>
                                          <p:spTgt spid="30"/>
                                        </p:tgtEl>
                                      </p:cBhvr>
                                    </p:animEffect>
                                  </p:childTnLst>
                                </p:cTn>
                              </p:par>
                            </p:childTnLst>
                          </p:cTn>
                        </p:par>
                        <p:par>
                          <p:cTn id="50" fill="hold" nodeType="afterGroup">
                            <p:stCondLst>
                              <p:cond delay="1500"/>
                            </p:stCondLst>
                            <p:childTnLst>
                              <p:par>
                                <p:cTn id="51" presetID="10" presetClass="entr" presetSubtype="0" fill="hold" nodeType="afterEffect">
                                  <p:stCondLst>
                                    <p:cond delay="0"/>
                                  </p:stCondLst>
                                  <p:childTnLst>
                                    <p:set>
                                      <p:cBhvr>
                                        <p:cTn id="52" dur="1" fill="hold">
                                          <p:stCondLst>
                                            <p:cond delay="0"/>
                                          </p:stCondLst>
                                        </p:cTn>
                                        <p:tgtEl>
                                          <p:spTgt spid="24"/>
                                        </p:tgtEl>
                                        <p:attrNameLst>
                                          <p:attrName>style.visibility</p:attrName>
                                        </p:attrNameLst>
                                      </p:cBhvr>
                                      <p:to>
                                        <p:strVal val="visible"/>
                                      </p:to>
                                    </p:set>
                                    <p:animEffect transition="in" filter="fade">
                                      <p:cBhvr>
                                        <p:cTn id="53" dur="500"/>
                                        <p:tgtEl>
                                          <p:spTgt spid="24"/>
                                        </p:tgtEl>
                                      </p:cBhvr>
                                    </p:animEffect>
                                  </p:childTnLst>
                                </p:cTn>
                              </p:par>
                            </p:childTnLst>
                          </p:cTn>
                        </p:par>
                        <p:par>
                          <p:cTn id="54" fill="hold" nodeType="afterGroup">
                            <p:stCondLst>
                              <p:cond delay="2000"/>
                            </p:stCondLst>
                            <p:childTnLst>
                              <p:par>
                                <p:cTn id="55" presetID="10" presetClass="entr" presetSubtype="0" fill="hold" nodeType="afterEffect">
                                  <p:stCondLst>
                                    <p:cond delay="0"/>
                                  </p:stCondLst>
                                  <p:childTnLst>
                                    <p:set>
                                      <p:cBhvr>
                                        <p:cTn id="56" dur="1" fill="hold">
                                          <p:stCondLst>
                                            <p:cond delay="0"/>
                                          </p:stCondLst>
                                        </p:cTn>
                                        <p:tgtEl>
                                          <p:spTgt spid="27"/>
                                        </p:tgtEl>
                                        <p:attrNameLst>
                                          <p:attrName>style.visibility</p:attrName>
                                        </p:attrNameLst>
                                      </p:cBhvr>
                                      <p:to>
                                        <p:strVal val="visible"/>
                                      </p:to>
                                    </p:set>
                                    <p:animEffect transition="in" filter="fade">
                                      <p:cBhvr>
                                        <p:cTn id="57" dur="500"/>
                                        <p:tgtEl>
                                          <p:spTgt spid="27"/>
                                        </p:tgtEl>
                                      </p:cBhvr>
                                    </p:animEffect>
                                  </p:childTnLst>
                                </p:cTn>
                              </p:par>
                              <p:par>
                                <p:cTn id="58" presetID="10" presetClass="entr" presetSubtype="0" fill="hold" nodeType="withEffect">
                                  <p:stCondLst>
                                    <p:cond delay="0"/>
                                  </p:stCondLst>
                                  <p:childTnLst>
                                    <p:set>
                                      <p:cBhvr>
                                        <p:cTn id="59" dur="1" fill="hold">
                                          <p:stCondLst>
                                            <p:cond delay="0"/>
                                          </p:stCondLst>
                                        </p:cTn>
                                        <p:tgtEl>
                                          <p:spTgt spid="25"/>
                                        </p:tgtEl>
                                        <p:attrNameLst>
                                          <p:attrName>style.visibility</p:attrName>
                                        </p:attrNameLst>
                                      </p:cBhvr>
                                      <p:to>
                                        <p:strVal val="visible"/>
                                      </p:to>
                                    </p:set>
                                    <p:animEffect transition="in" filter="fade">
                                      <p:cBhvr>
                                        <p:cTn id="60" dur="500"/>
                                        <p:tgtEl>
                                          <p:spTgt spid="25"/>
                                        </p:tgtEl>
                                      </p:cBhvr>
                                    </p:animEffect>
                                  </p:childTnLst>
                                </p:cTn>
                              </p:par>
                              <p:par>
                                <p:cTn id="61" presetID="10" presetClass="entr" presetSubtype="0" fill="hold" nodeType="withEffect">
                                  <p:stCondLst>
                                    <p:cond delay="0"/>
                                  </p:stCondLst>
                                  <p:childTnLst>
                                    <p:set>
                                      <p:cBhvr>
                                        <p:cTn id="62" dur="1" fill="hold">
                                          <p:stCondLst>
                                            <p:cond delay="0"/>
                                          </p:stCondLst>
                                        </p:cTn>
                                        <p:tgtEl>
                                          <p:spTgt spid="7"/>
                                        </p:tgtEl>
                                        <p:attrNameLst>
                                          <p:attrName>style.visibility</p:attrName>
                                        </p:attrNameLst>
                                      </p:cBhvr>
                                      <p:to>
                                        <p:strVal val="visible"/>
                                      </p:to>
                                    </p:set>
                                    <p:animEffect transition="in" filter="fade">
                                      <p:cBhvr>
                                        <p:cTn id="63" dur="500"/>
                                        <p:tgtEl>
                                          <p:spTgt spid="7"/>
                                        </p:tgtEl>
                                      </p:cBhvr>
                                    </p:animEffect>
                                  </p:childTnLst>
                                </p:cTn>
                              </p:par>
                              <p:par>
                                <p:cTn id="64" presetID="10" presetClass="entr" presetSubtype="0" fill="hold" nodeType="withEffect">
                                  <p:stCondLst>
                                    <p:cond delay="0"/>
                                  </p:stCondLst>
                                  <p:childTnLst>
                                    <p:set>
                                      <p:cBhvr>
                                        <p:cTn id="65" dur="1" fill="hold">
                                          <p:stCondLst>
                                            <p:cond delay="0"/>
                                          </p:stCondLst>
                                        </p:cTn>
                                        <p:tgtEl>
                                          <p:spTgt spid="32"/>
                                        </p:tgtEl>
                                        <p:attrNameLst>
                                          <p:attrName>style.visibility</p:attrName>
                                        </p:attrNameLst>
                                      </p:cBhvr>
                                      <p:to>
                                        <p:strVal val="visible"/>
                                      </p:to>
                                    </p:set>
                                    <p:animEffect transition="in" filter="fade">
                                      <p:cBhvr>
                                        <p:cTn id="66" dur="500"/>
                                        <p:tgtEl>
                                          <p:spTgt spid="32"/>
                                        </p:tgtEl>
                                      </p:cBhvr>
                                    </p:animEffect>
                                  </p:childTnLst>
                                </p:cTn>
                              </p:par>
                            </p:childTnLst>
                          </p:cTn>
                        </p:par>
                      </p:childTnLst>
                    </p:cTn>
                  </p:par>
                  <p:par>
                    <p:cTn id="67" fill="hold" nodeType="clickPar">
                      <p:stCondLst>
                        <p:cond delay="indefinite"/>
                      </p:stCondLst>
                      <p:childTnLst>
                        <p:par>
                          <p:cTn id="68" fill="hold" nodeType="withGroup">
                            <p:stCondLst>
                              <p:cond delay="0"/>
                            </p:stCondLst>
                            <p:childTnLst>
                              <p:par>
                                <p:cTn id="69" presetID="10" presetClass="entr" presetSubtype="0" fill="hold" grpId="0" nodeType="clickEffect">
                                  <p:stCondLst>
                                    <p:cond delay="0"/>
                                  </p:stCondLst>
                                  <p:childTnLst>
                                    <p:set>
                                      <p:cBhvr>
                                        <p:cTn id="70" dur="1" fill="hold">
                                          <p:stCondLst>
                                            <p:cond delay="0"/>
                                          </p:stCondLst>
                                        </p:cTn>
                                        <p:tgtEl>
                                          <p:spTgt spid="45"/>
                                        </p:tgtEl>
                                        <p:attrNameLst>
                                          <p:attrName>style.visibility</p:attrName>
                                        </p:attrNameLst>
                                      </p:cBhvr>
                                      <p:to>
                                        <p:strVal val="visible"/>
                                      </p:to>
                                    </p:set>
                                    <p:animEffect transition="in" filter="fade">
                                      <p:cBhvr>
                                        <p:cTn id="71" dur="500"/>
                                        <p:tgtEl>
                                          <p:spTgt spid="45"/>
                                        </p:tgtEl>
                                      </p:cBhvr>
                                    </p:animEffect>
                                  </p:childTnLst>
                                </p:cTn>
                              </p:par>
                            </p:childTnLst>
                          </p:cTn>
                        </p:par>
                        <p:par>
                          <p:cTn id="72" fill="hold" nodeType="afterGroup">
                            <p:stCondLst>
                              <p:cond delay="500"/>
                            </p:stCondLst>
                            <p:childTnLst>
                              <p:par>
                                <p:cTn id="73" presetID="1" presetClass="exit" presetSubtype="0" fill="hold" nodeType="afterEffect">
                                  <p:stCondLst>
                                    <p:cond delay="0"/>
                                  </p:stCondLst>
                                  <p:childTnLst>
                                    <p:set>
                                      <p:cBhvr>
                                        <p:cTn id="74" dur="1" fill="hold">
                                          <p:stCondLst>
                                            <p:cond delay="0"/>
                                          </p:stCondLst>
                                        </p:cTn>
                                        <p:tgtEl>
                                          <p:spTgt spid="25"/>
                                        </p:tgtEl>
                                        <p:attrNameLst>
                                          <p:attrName>style.visibility</p:attrName>
                                        </p:attrNameLst>
                                      </p:cBhvr>
                                      <p:to>
                                        <p:strVal val="hidden"/>
                                      </p:to>
                                    </p:set>
                                  </p:childTnLst>
                                </p:cTn>
                              </p:par>
                              <p:par>
                                <p:cTn id="75" presetID="1" presetClass="exit" presetSubtype="0" fill="hold" nodeType="withEffect">
                                  <p:stCondLst>
                                    <p:cond delay="0"/>
                                  </p:stCondLst>
                                  <p:childTnLst>
                                    <p:set>
                                      <p:cBhvr>
                                        <p:cTn id="76" dur="1" fill="hold">
                                          <p:stCondLst>
                                            <p:cond delay="0"/>
                                          </p:stCondLst>
                                        </p:cTn>
                                        <p:tgtEl>
                                          <p:spTgt spid="32"/>
                                        </p:tgtEl>
                                        <p:attrNameLst>
                                          <p:attrName>style.visibility</p:attrName>
                                        </p:attrNameLst>
                                      </p:cBhvr>
                                      <p:to>
                                        <p:strVal val="hidden"/>
                                      </p:to>
                                    </p:set>
                                  </p:childTnLst>
                                </p:cTn>
                              </p:par>
                            </p:childTnLst>
                          </p:cTn>
                        </p:par>
                        <p:par>
                          <p:cTn id="77" fill="hold" nodeType="afterGroup">
                            <p:stCondLst>
                              <p:cond delay="500"/>
                            </p:stCondLst>
                            <p:childTnLst>
                              <p:par>
                                <p:cTn id="78" presetID="10" presetClass="entr" presetSubtype="0" fill="hold" nodeType="afterEffect">
                                  <p:stCondLst>
                                    <p:cond delay="0"/>
                                  </p:stCondLst>
                                  <p:childTnLst>
                                    <p:set>
                                      <p:cBhvr>
                                        <p:cTn id="79" dur="1" fill="hold">
                                          <p:stCondLst>
                                            <p:cond delay="0"/>
                                          </p:stCondLst>
                                        </p:cTn>
                                        <p:tgtEl>
                                          <p:spTgt spid="26"/>
                                        </p:tgtEl>
                                        <p:attrNameLst>
                                          <p:attrName>style.visibility</p:attrName>
                                        </p:attrNameLst>
                                      </p:cBhvr>
                                      <p:to>
                                        <p:strVal val="visible"/>
                                      </p:to>
                                    </p:set>
                                    <p:animEffect transition="in" filter="fade">
                                      <p:cBhvr>
                                        <p:cTn id="80" dur="500"/>
                                        <p:tgtEl>
                                          <p:spTgt spid="26"/>
                                        </p:tgtEl>
                                      </p:cBhvr>
                                    </p:animEffect>
                                  </p:childTnLst>
                                </p:cTn>
                              </p:par>
                            </p:childTnLst>
                          </p:cTn>
                        </p:par>
                        <p:par>
                          <p:cTn id="81" fill="hold" nodeType="afterGroup">
                            <p:stCondLst>
                              <p:cond delay="1000"/>
                            </p:stCondLst>
                            <p:childTnLst>
                              <p:par>
                                <p:cTn id="82" presetID="10" presetClass="entr" presetSubtype="0" fill="hold" nodeType="afterEffect">
                                  <p:stCondLst>
                                    <p:cond delay="0"/>
                                  </p:stCondLst>
                                  <p:childTnLst>
                                    <p:set>
                                      <p:cBhvr>
                                        <p:cTn id="83" dur="1" fill="hold">
                                          <p:stCondLst>
                                            <p:cond delay="0"/>
                                          </p:stCondLst>
                                        </p:cTn>
                                        <p:tgtEl>
                                          <p:spTgt spid="28"/>
                                        </p:tgtEl>
                                        <p:attrNameLst>
                                          <p:attrName>style.visibility</p:attrName>
                                        </p:attrNameLst>
                                      </p:cBhvr>
                                      <p:to>
                                        <p:strVal val="visible"/>
                                      </p:to>
                                    </p:set>
                                    <p:animEffect transition="in" filter="fade">
                                      <p:cBhvr>
                                        <p:cTn id="84"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45" grpId="0" animBg="1"/>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p:cNvSpPr/>
          <p:nvPr>
            <p:custDataLst>
              <p:tags r:id="rId1"/>
            </p:custDataLst>
          </p:nvPr>
        </p:nvSpPr>
        <p:spPr bwMode="auto">
          <a:xfrm>
            <a:off x="7237983" y="1492211"/>
            <a:ext cx="2664373" cy="4774503"/>
          </a:xfrm>
          <a:prstGeom prst="rect">
            <a:avLst/>
          </a:prstGeom>
          <a:noFill/>
          <a:ln w="12700">
            <a:solidFill>
              <a:schemeClr val="tx2"/>
            </a:solidFill>
            <a:prstDash val="dash"/>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91412" tIns="45707" rIns="91412" bIns="45707" numCol="1" rtlCol="0" anchor="t" anchorCtr="0" compatLnSpc="1">
            <a:prstTxWarp prst="textNoShape">
              <a:avLst/>
            </a:prstTxWarp>
          </a:bodyPr>
          <a:lstStyle/>
          <a:p>
            <a:pPr algn="ctr" defTabSz="1218490" fontAlgn="base">
              <a:spcBef>
                <a:spcPct val="0"/>
              </a:spcBef>
              <a:spcAft>
                <a:spcPct val="0"/>
              </a:spcAft>
            </a:pPr>
            <a:r>
              <a:rPr lang="en-US" sz="2133" dirty="0">
                <a:ln>
                  <a:solidFill>
                    <a:srgbClr val="FFFFFF">
                      <a:alpha val="0"/>
                    </a:srgbClr>
                  </a:solidFill>
                </a:ln>
                <a:solidFill>
                  <a:schemeClr val="bg1">
                    <a:alpha val="99000"/>
                  </a:schemeClr>
                </a:solidFill>
              </a:rPr>
              <a:t>Fault Domain</a:t>
            </a:r>
          </a:p>
        </p:txBody>
      </p:sp>
      <p:sp>
        <p:nvSpPr>
          <p:cNvPr id="12" name="Rectangle 11"/>
          <p:cNvSpPr/>
          <p:nvPr>
            <p:custDataLst>
              <p:tags r:id="rId2"/>
            </p:custDataLst>
          </p:nvPr>
        </p:nvSpPr>
        <p:spPr bwMode="auto">
          <a:xfrm>
            <a:off x="7396690" y="1918234"/>
            <a:ext cx="2377439" cy="4160715"/>
          </a:xfrm>
          <a:prstGeom prst="rect">
            <a:avLst/>
          </a:prstGeom>
          <a:solidFill>
            <a:schemeClr val="bg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91380" tIns="45709" rIns="91380" bIns="45691" numCol="1" spcCol="0" rtlCol="0" anchor="t" anchorCtr="0" compatLnSpc="1">
            <a:prstTxWarp prst="textNoShape">
              <a:avLst/>
            </a:prstTxWarp>
          </a:bodyPr>
          <a:lstStyle/>
          <a:p>
            <a:pPr algn="ctr" defTabSz="913566" fontAlgn="base">
              <a:spcBef>
                <a:spcPts val="1200"/>
              </a:spcBef>
              <a:spcAft>
                <a:spcPct val="0"/>
              </a:spcAft>
            </a:pPr>
            <a:r>
              <a:rPr lang="en-US" sz="2133" dirty="0">
                <a:ln>
                  <a:solidFill>
                    <a:srgbClr val="FFFFFF">
                      <a:alpha val="0"/>
                    </a:srgbClr>
                  </a:solidFill>
                </a:ln>
                <a:solidFill>
                  <a:srgbClr val="5F5F5F">
                    <a:alpha val="99000"/>
                  </a:srgbClr>
                </a:solidFill>
              </a:rPr>
              <a:t>Rack</a:t>
            </a:r>
            <a:endParaRPr lang="en-US" sz="1466" dirty="0">
              <a:ln>
                <a:solidFill>
                  <a:srgbClr val="FFFFFF">
                    <a:alpha val="0"/>
                  </a:srgbClr>
                </a:solidFill>
              </a:ln>
              <a:solidFill>
                <a:srgbClr val="5F5F5F">
                  <a:alpha val="99000"/>
                </a:srgbClr>
              </a:solidFill>
            </a:endParaRPr>
          </a:p>
        </p:txBody>
      </p:sp>
      <p:sp>
        <p:nvSpPr>
          <p:cNvPr id="31" name="Title 30"/>
          <p:cNvSpPr>
            <a:spLocks noGrp="1"/>
          </p:cNvSpPr>
          <p:nvPr>
            <p:ph type="title" idx="4294967295"/>
          </p:nvPr>
        </p:nvSpPr>
        <p:spPr>
          <a:xfrm>
            <a:off x="1111250" y="342900"/>
            <a:ext cx="11080750" cy="957263"/>
          </a:xfrm>
          <a:prstGeom prst="rect">
            <a:avLst/>
          </a:prstGeom>
        </p:spPr>
        <p:txBody>
          <a:bodyPr/>
          <a:lstStyle/>
          <a:p>
            <a:r>
              <a:rPr lang="en-NZ" dirty="0"/>
              <a:t>Fault and Update Domains</a:t>
            </a:r>
          </a:p>
        </p:txBody>
      </p:sp>
      <p:sp>
        <p:nvSpPr>
          <p:cNvPr id="3" name="Rectangle 2"/>
          <p:cNvSpPr/>
          <p:nvPr>
            <p:custDataLst>
              <p:tags r:id="rId3"/>
            </p:custDataLst>
          </p:nvPr>
        </p:nvSpPr>
        <p:spPr bwMode="auto">
          <a:xfrm>
            <a:off x="2252325" y="1492211"/>
            <a:ext cx="2664373" cy="4774503"/>
          </a:xfrm>
          <a:prstGeom prst="rect">
            <a:avLst/>
          </a:prstGeom>
          <a:noFill/>
          <a:ln w="12700">
            <a:solidFill>
              <a:schemeClr val="tx2"/>
            </a:solidFill>
            <a:prstDash val="dash"/>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91412" tIns="45707" rIns="91412" bIns="45707" numCol="1" rtlCol="0" anchor="t" anchorCtr="0" compatLnSpc="1">
            <a:prstTxWarp prst="textNoShape">
              <a:avLst/>
            </a:prstTxWarp>
          </a:bodyPr>
          <a:lstStyle/>
          <a:p>
            <a:pPr algn="ctr" defTabSz="1218490" fontAlgn="base">
              <a:spcBef>
                <a:spcPct val="0"/>
              </a:spcBef>
              <a:spcAft>
                <a:spcPct val="0"/>
              </a:spcAft>
            </a:pPr>
            <a:r>
              <a:rPr lang="en-US" sz="2133" dirty="0">
                <a:ln>
                  <a:solidFill>
                    <a:srgbClr val="FFFFFF">
                      <a:alpha val="0"/>
                    </a:srgbClr>
                  </a:solidFill>
                </a:ln>
                <a:solidFill>
                  <a:schemeClr val="bg1">
                    <a:alpha val="99000"/>
                  </a:schemeClr>
                </a:solidFill>
              </a:rPr>
              <a:t>Fault Domain</a:t>
            </a:r>
          </a:p>
        </p:txBody>
      </p:sp>
      <p:sp>
        <p:nvSpPr>
          <p:cNvPr id="4" name="Rectangle 3"/>
          <p:cNvSpPr/>
          <p:nvPr>
            <p:custDataLst>
              <p:tags r:id="rId4"/>
            </p:custDataLst>
          </p:nvPr>
        </p:nvSpPr>
        <p:spPr bwMode="auto">
          <a:xfrm>
            <a:off x="2411032" y="1918234"/>
            <a:ext cx="2377439" cy="4160715"/>
          </a:xfrm>
          <a:prstGeom prst="rect">
            <a:avLst/>
          </a:prstGeom>
          <a:solidFill>
            <a:schemeClr val="bg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91380" tIns="45709" rIns="91380" bIns="45691" numCol="1" spcCol="0" rtlCol="0" anchor="t" anchorCtr="0" compatLnSpc="1">
            <a:prstTxWarp prst="textNoShape">
              <a:avLst/>
            </a:prstTxWarp>
          </a:bodyPr>
          <a:lstStyle/>
          <a:p>
            <a:pPr algn="ctr" defTabSz="913566" fontAlgn="base">
              <a:spcBef>
                <a:spcPts val="1200"/>
              </a:spcBef>
              <a:spcAft>
                <a:spcPct val="0"/>
              </a:spcAft>
            </a:pPr>
            <a:r>
              <a:rPr lang="en-US" sz="2133" dirty="0">
                <a:ln>
                  <a:solidFill>
                    <a:srgbClr val="FFFFFF">
                      <a:alpha val="0"/>
                    </a:srgbClr>
                  </a:solidFill>
                </a:ln>
                <a:solidFill>
                  <a:srgbClr val="5F5F5F">
                    <a:alpha val="99000"/>
                  </a:srgbClr>
                </a:solidFill>
              </a:rPr>
              <a:t>Rack</a:t>
            </a:r>
            <a:endParaRPr lang="en-US" sz="1466" dirty="0">
              <a:ln>
                <a:solidFill>
                  <a:srgbClr val="FFFFFF">
                    <a:alpha val="0"/>
                  </a:srgbClr>
                </a:solidFill>
              </a:ln>
              <a:solidFill>
                <a:srgbClr val="5F5F5F">
                  <a:alpha val="99000"/>
                </a:srgbClr>
              </a:solidFill>
            </a:endParaRPr>
          </a:p>
        </p:txBody>
      </p:sp>
      <p:sp>
        <p:nvSpPr>
          <p:cNvPr id="5" name="Rectangle 4"/>
          <p:cNvSpPr/>
          <p:nvPr>
            <p:custDataLst>
              <p:tags r:id="rId5"/>
            </p:custDataLst>
          </p:nvPr>
        </p:nvSpPr>
        <p:spPr bwMode="auto">
          <a:xfrm>
            <a:off x="2578672" y="2399489"/>
            <a:ext cx="6997336" cy="1646950"/>
          </a:xfrm>
          <a:prstGeom prst="rect">
            <a:avLst/>
          </a:prstGeom>
          <a:solidFill>
            <a:schemeClr val="accent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91412" tIns="45707" rIns="91412" bIns="45707" numCol="1" rtlCol="0" anchor="t" anchorCtr="0" compatLnSpc="1">
            <a:prstTxWarp prst="textNoShape">
              <a:avLst/>
            </a:prstTxWarp>
          </a:bodyPr>
          <a:lstStyle/>
          <a:p>
            <a:pPr algn="ctr" defTabSz="913878" fontAlgn="base">
              <a:spcBef>
                <a:spcPct val="0"/>
              </a:spcBef>
              <a:spcAft>
                <a:spcPct val="0"/>
              </a:spcAft>
            </a:pPr>
            <a:r>
              <a:rPr lang="en-US" sz="2133" dirty="0">
                <a:ln>
                  <a:solidFill>
                    <a:srgbClr val="FFFFFF">
                      <a:alpha val="0"/>
                    </a:srgbClr>
                  </a:solidFill>
                </a:ln>
                <a:solidFill>
                  <a:schemeClr val="bg1">
                    <a:alpha val="99000"/>
                  </a:schemeClr>
                </a:solidFill>
              </a:rPr>
              <a:t>Web Role</a:t>
            </a:r>
          </a:p>
        </p:txBody>
      </p:sp>
      <p:sp>
        <p:nvSpPr>
          <p:cNvPr id="6" name="Rectangle 5"/>
          <p:cNvSpPr/>
          <p:nvPr>
            <p:custDataLst>
              <p:tags r:id="rId6"/>
            </p:custDataLst>
          </p:nvPr>
        </p:nvSpPr>
        <p:spPr bwMode="auto">
          <a:xfrm>
            <a:off x="2852990" y="2850206"/>
            <a:ext cx="1463040" cy="425936"/>
          </a:xfrm>
          <a:prstGeom prst="rect">
            <a:avLst/>
          </a:prstGeom>
          <a:solidFill>
            <a:schemeClr val="bg1">
              <a:lumMod val="65000"/>
              <a:lumOff val="3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91412" tIns="45707" rIns="91412" bIns="45707" numCol="1" rtlCol="0" anchor="ctr" anchorCtr="0" compatLnSpc="1">
            <a:prstTxWarp prst="textNoShape">
              <a:avLst/>
            </a:prstTxWarp>
          </a:bodyPr>
          <a:lstStyle/>
          <a:p>
            <a:pPr algn="ctr" defTabSz="913878" fontAlgn="base">
              <a:spcBef>
                <a:spcPct val="0"/>
              </a:spcBef>
              <a:spcAft>
                <a:spcPct val="0"/>
              </a:spcAft>
            </a:pPr>
            <a:r>
              <a:rPr lang="en-NZ" sz="1466" b="1" dirty="0">
                <a:ln>
                  <a:solidFill>
                    <a:srgbClr val="FFFFFF">
                      <a:alpha val="0"/>
                    </a:srgbClr>
                  </a:solidFill>
                </a:ln>
                <a:solidFill>
                  <a:srgbClr val="5F5F5F">
                    <a:alpha val="99000"/>
                  </a:srgbClr>
                </a:solidFill>
              </a:rPr>
              <a:t>INSTANCE</a:t>
            </a:r>
          </a:p>
        </p:txBody>
      </p:sp>
      <p:sp>
        <p:nvSpPr>
          <p:cNvPr id="7" name="Rectangle 6"/>
          <p:cNvSpPr/>
          <p:nvPr>
            <p:custDataLst>
              <p:tags r:id="rId7"/>
            </p:custDataLst>
          </p:nvPr>
        </p:nvSpPr>
        <p:spPr bwMode="auto">
          <a:xfrm>
            <a:off x="2852990" y="3473720"/>
            <a:ext cx="1463040" cy="425936"/>
          </a:xfrm>
          <a:prstGeom prst="rect">
            <a:avLst/>
          </a:prstGeom>
          <a:solidFill>
            <a:schemeClr val="bg1">
              <a:lumMod val="65000"/>
              <a:lumOff val="3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91412" tIns="45707" rIns="91412" bIns="45707" numCol="1" rtlCol="0" anchor="ctr" anchorCtr="0" compatLnSpc="1">
            <a:prstTxWarp prst="textNoShape">
              <a:avLst/>
            </a:prstTxWarp>
          </a:bodyPr>
          <a:lstStyle/>
          <a:p>
            <a:pPr algn="ctr" defTabSz="913878" fontAlgn="base">
              <a:spcBef>
                <a:spcPct val="0"/>
              </a:spcBef>
              <a:spcAft>
                <a:spcPct val="0"/>
              </a:spcAft>
            </a:pPr>
            <a:r>
              <a:rPr lang="en-NZ" sz="1466" b="1" dirty="0">
                <a:ln>
                  <a:solidFill>
                    <a:srgbClr val="FFFFFF">
                      <a:alpha val="0"/>
                    </a:srgbClr>
                  </a:solidFill>
                </a:ln>
                <a:solidFill>
                  <a:srgbClr val="5F5F5F">
                    <a:alpha val="99000"/>
                  </a:srgbClr>
                </a:solidFill>
              </a:rPr>
              <a:t>INSTANCE</a:t>
            </a:r>
          </a:p>
        </p:txBody>
      </p:sp>
      <p:sp>
        <p:nvSpPr>
          <p:cNvPr id="8" name="Rectangle 7"/>
          <p:cNvSpPr/>
          <p:nvPr>
            <p:custDataLst>
              <p:tags r:id="rId8"/>
            </p:custDataLst>
          </p:nvPr>
        </p:nvSpPr>
        <p:spPr bwMode="auto">
          <a:xfrm>
            <a:off x="2592067" y="4255996"/>
            <a:ext cx="6997336" cy="1646950"/>
          </a:xfrm>
          <a:prstGeom prst="rect">
            <a:avLst/>
          </a:prstGeom>
          <a:solidFill>
            <a:schemeClr val="accent4"/>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91412" tIns="45707" rIns="91412" bIns="45707" numCol="1" rtlCol="0" anchor="t" anchorCtr="0" compatLnSpc="1">
            <a:prstTxWarp prst="textNoShape">
              <a:avLst/>
            </a:prstTxWarp>
          </a:bodyPr>
          <a:lstStyle/>
          <a:p>
            <a:pPr algn="ctr" defTabSz="913878" fontAlgn="base">
              <a:spcBef>
                <a:spcPct val="0"/>
              </a:spcBef>
              <a:spcAft>
                <a:spcPct val="0"/>
              </a:spcAft>
            </a:pPr>
            <a:r>
              <a:rPr lang="en-US" sz="2133" dirty="0">
                <a:ln>
                  <a:solidFill>
                    <a:srgbClr val="FFFFFF">
                      <a:alpha val="0"/>
                    </a:srgbClr>
                  </a:solidFill>
                </a:ln>
                <a:solidFill>
                  <a:schemeClr val="bg1"/>
                </a:solidFill>
              </a:rPr>
              <a:t>Worker Role</a:t>
            </a:r>
          </a:p>
        </p:txBody>
      </p:sp>
      <p:sp>
        <p:nvSpPr>
          <p:cNvPr id="9" name="Rectangle 8"/>
          <p:cNvSpPr/>
          <p:nvPr>
            <p:custDataLst>
              <p:tags r:id="rId9"/>
            </p:custDataLst>
          </p:nvPr>
        </p:nvSpPr>
        <p:spPr bwMode="auto">
          <a:xfrm>
            <a:off x="2852990" y="4706713"/>
            <a:ext cx="1463040" cy="425936"/>
          </a:xfrm>
          <a:prstGeom prst="rect">
            <a:avLst/>
          </a:prstGeom>
          <a:solidFill>
            <a:schemeClr val="bg1">
              <a:lumMod val="65000"/>
              <a:lumOff val="3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91412" tIns="45707" rIns="91412" bIns="45707" numCol="1" rtlCol="0" anchor="ctr" anchorCtr="0" compatLnSpc="1">
            <a:prstTxWarp prst="textNoShape">
              <a:avLst/>
            </a:prstTxWarp>
          </a:bodyPr>
          <a:lstStyle/>
          <a:p>
            <a:pPr algn="ctr" defTabSz="913878" fontAlgn="base">
              <a:spcBef>
                <a:spcPct val="0"/>
              </a:spcBef>
              <a:spcAft>
                <a:spcPct val="0"/>
              </a:spcAft>
            </a:pPr>
            <a:r>
              <a:rPr lang="en-NZ" sz="1466" b="1" dirty="0">
                <a:ln>
                  <a:solidFill>
                    <a:srgbClr val="FFFFFF">
                      <a:alpha val="0"/>
                    </a:srgbClr>
                  </a:solidFill>
                </a:ln>
                <a:solidFill>
                  <a:srgbClr val="5F5F5F">
                    <a:alpha val="99000"/>
                  </a:srgbClr>
                </a:solidFill>
              </a:rPr>
              <a:t>INSTANCE</a:t>
            </a:r>
          </a:p>
        </p:txBody>
      </p:sp>
      <p:sp>
        <p:nvSpPr>
          <p:cNvPr id="10" name="Rectangle 9"/>
          <p:cNvSpPr/>
          <p:nvPr>
            <p:custDataLst>
              <p:tags r:id="rId10"/>
            </p:custDataLst>
          </p:nvPr>
        </p:nvSpPr>
        <p:spPr bwMode="auto">
          <a:xfrm>
            <a:off x="2852990" y="5330228"/>
            <a:ext cx="1463040" cy="425936"/>
          </a:xfrm>
          <a:prstGeom prst="rect">
            <a:avLst/>
          </a:prstGeom>
          <a:solidFill>
            <a:schemeClr val="bg1">
              <a:lumMod val="65000"/>
              <a:lumOff val="3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91412" tIns="45707" rIns="91412" bIns="45707" numCol="1" rtlCol="0" anchor="ctr" anchorCtr="0" compatLnSpc="1">
            <a:prstTxWarp prst="textNoShape">
              <a:avLst/>
            </a:prstTxWarp>
          </a:bodyPr>
          <a:lstStyle/>
          <a:p>
            <a:pPr algn="ctr" defTabSz="913878" fontAlgn="base">
              <a:spcBef>
                <a:spcPct val="0"/>
              </a:spcBef>
              <a:spcAft>
                <a:spcPct val="0"/>
              </a:spcAft>
            </a:pPr>
            <a:r>
              <a:rPr lang="en-NZ" sz="1466" b="1" dirty="0">
                <a:ln>
                  <a:solidFill>
                    <a:srgbClr val="FFFFFF">
                      <a:alpha val="0"/>
                    </a:srgbClr>
                  </a:solidFill>
                </a:ln>
                <a:solidFill>
                  <a:srgbClr val="5F5F5F">
                    <a:alpha val="99000"/>
                  </a:srgbClr>
                </a:solidFill>
              </a:rPr>
              <a:t>INSTANCE</a:t>
            </a:r>
          </a:p>
        </p:txBody>
      </p:sp>
      <p:sp>
        <p:nvSpPr>
          <p:cNvPr id="14" name="Rectangle 13"/>
          <p:cNvSpPr/>
          <p:nvPr>
            <p:custDataLst>
              <p:tags r:id="rId11"/>
            </p:custDataLst>
          </p:nvPr>
        </p:nvSpPr>
        <p:spPr bwMode="auto">
          <a:xfrm>
            <a:off x="7838648" y="2839495"/>
            <a:ext cx="1463040" cy="425936"/>
          </a:xfrm>
          <a:prstGeom prst="rect">
            <a:avLst/>
          </a:prstGeom>
          <a:solidFill>
            <a:schemeClr val="bg1">
              <a:lumMod val="65000"/>
              <a:lumOff val="3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91412" tIns="45707" rIns="91412" bIns="45707" numCol="1" rtlCol="0" anchor="ctr" anchorCtr="0" compatLnSpc="1">
            <a:prstTxWarp prst="textNoShape">
              <a:avLst/>
            </a:prstTxWarp>
          </a:bodyPr>
          <a:lstStyle/>
          <a:p>
            <a:pPr algn="ctr" defTabSz="913878" fontAlgn="base">
              <a:spcBef>
                <a:spcPct val="0"/>
              </a:spcBef>
              <a:spcAft>
                <a:spcPct val="0"/>
              </a:spcAft>
            </a:pPr>
            <a:r>
              <a:rPr lang="en-NZ" sz="1466" b="1" dirty="0">
                <a:ln>
                  <a:solidFill>
                    <a:srgbClr val="FFFFFF">
                      <a:alpha val="0"/>
                    </a:srgbClr>
                  </a:solidFill>
                </a:ln>
                <a:solidFill>
                  <a:srgbClr val="5F5F5F">
                    <a:alpha val="99000"/>
                  </a:srgbClr>
                </a:solidFill>
              </a:rPr>
              <a:t>INSTANCE</a:t>
            </a:r>
          </a:p>
        </p:txBody>
      </p:sp>
      <p:sp>
        <p:nvSpPr>
          <p:cNvPr id="15" name="Rectangle 14"/>
          <p:cNvSpPr/>
          <p:nvPr>
            <p:custDataLst>
              <p:tags r:id="rId12"/>
            </p:custDataLst>
          </p:nvPr>
        </p:nvSpPr>
        <p:spPr bwMode="auto">
          <a:xfrm>
            <a:off x="7838648" y="3473720"/>
            <a:ext cx="1463040" cy="425936"/>
          </a:xfrm>
          <a:prstGeom prst="rect">
            <a:avLst/>
          </a:prstGeom>
          <a:solidFill>
            <a:schemeClr val="bg1">
              <a:lumMod val="65000"/>
              <a:lumOff val="3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91412" tIns="45707" rIns="91412" bIns="45707" numCol="1" rtlCol="0" anchor="ctr" anchorCtr="0" compatLnSpc="1">
            <a:prstTxWarp prst="textNoShape">
              <a:avLst/>
            </a:prstTxWarp>
          </a:bodyPr>
          <a:lstStyle/>
          <a:p>
            <a:pPr algn="ctr" defTabSz="913878" fontAlgn="base">
              <a:spcBef>
                <a:spcPct val="0"/>
              </a:spcBef>
              <a:spcAft>
                <a:spcPct val="0"/>
              </a:spcAft>
            </a:pPr>
            <a:r>
              <a:rPr lang="en-NZ" sz="1466" b="1" dirty="0">
                <a:ln>
                  <a:solidFill>
                    <a:srgbClr val="FFFFFF">
                      <a:alpha val="0"/>
                    </a:srgbClr>
                  </a:solidFill>
                </a:ln>
                <a:solidFill>
                  <a:srgbClr val="5F5F5F">
                    <a:alpha val="99000"/>
                  </a:srgbClr>
                </a:solidFill>
              </a:rPr>
              <a:t>INSTANCE</a:t>
            </a:r>
          </a:p>
        </p:txBody>
      </p:sp>
      <p:sp>
        <p:nvSpPr>
          <p:cNvPr id="17" name="Rectangle 16"/>
          <p:cNvSpPr/>
          <p:nvPr>
            <p:custDataLst>
              <p:tags r:id="rId13"/>
            </p:custDataLst>
          </p:nvPr>
        </p:nvSpPr>
        <p:spPr bwMode="auto">
          <a:xfrm>
            <a:off x="7838648" y="4706713"/>
            <a:ext cx="1463040" cy="425936"/>
          </a:xfrm>
          <a:prstGeom prst="rect">
            <a:avLst/>
          </a:prstGeom>
          <a:solidFill>
            <a:schemeClr val="bg1">
              <a:lumMod val="65000"/>
              <a:lumOff val="3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91412" tIns="45707" rIns="91412" bIns="45707" numCol="1" rtlCol="0" anchor="ctr" anchorCtr="0" compatLnSpc="1">
            <a:prstTxWarp prst="textNoShape">
              <a:avLst/>
            </a:prstTxWarp>
          </a:bodyPr>
          <a:lstStyle/>
          <a:p>
            <a:pPr algn="ctr" defTabSz="913878" fontAlgn="base">
              <a:spcBef>
                <a:spcPct val="0"/>
              </a:spcBef>
              <a:spcAft>
                <a:spcPct val="0"/>
              </a:spcAft>
            </a:pPr>
            <a:r>
              <a:rPr lang="en-NZ" sz="1466" b="1" dirty="0">
                <a:ln>
                  <a:solidFill>
                    <a:srgbClr val="FFFFFF">
                      <a:alpha val="0"/>
                    </a:srgbClr>
                  </a:solidFill>
                </a:ln>
                <a:solidFill>
                  <a:srgbClr val="5F5F5F">
                    <a:alpha val="99000"/>
                  </a:srgbClr>
                </a:solidFill>
              </a:rPr>
              <a:t>INSTANCE</a:t>
            </a:r>
          </a:p>
        </p:txBody>
      </p:sp>
      <p:sp>
        <p:nvSpPr>
          <p:cNvPr id="18" name="Rectangle 17"/>
          <p:cNvSpPr/>
          <p:nvPr>
            <p:custDataLst>
              <p:tags r:id="rId14"/>
            </p:custDataLst>
          </p:nvPr>
        </p:nvSpPr>
        <p:spPr bwMode="auto">
          <a:xfrm>
            <a:off x="7838648" y="5330228"/>
            <a:ext cx="1463040" cy="425936"/>
          </a:xfrm>
          <a:prstGeom prst="rect">
            <a:avLst/>
          </a:prstGeom>
          <a:solidFill>
            <a:schemeClr val="bg1">
              <a:lumMod val="65000"/>
              <a:lumOff val="3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91412" tIns="45707" rIns="91412" bIns="45707" numCol="1" rtlCol="0" anchor="ctr" anchorCtr="0" compatLnSpc="1">
            <a:prstTxWarp prst="textNoShape">
              <a:avLst/>
            </a:prstTxWarp>
          </a:bodyPr>
          <a:lstStyle/>
          <a:p>
            <a:pPr algn="ctr" defTabSz="913878" fontAlgn="base">
              <a:spcBef>
                <a:spcPct val="0"/>
              </a:spcBef>
              <a:spcAft>
                <a:spcPct val="0"/>
              </a:spcAft>
            </a:pPr>
            <a:r>
              <a:rPr lang="en-NZ" sz="1466" b="1" dirty="0">
                <a:ln>
                  <a:solidFill>
                    <a:srgbClr val="FFFFFF">
                      <a:alpha val="0"/>
                    </a:srgbClr>
                  </a:solidFill>
                </a:ln>
                <a:solidFill>
                  <a:srgbClr val="5F5F5F">
                    <a:alpha val="99000"/>
                  </a:srgbClr>
                </a:solidFill>
              </a:rPr>
              <a:t>INSTANCE</a:t>
            </a:r>
          </a:p>
        </p:txBody>
      </p:sp>
      <p:sp>
        <p:nvSpPr>
          <p:cNvPr id="19" name="Rectangle 18"/>
          <p:cNvSpPr/>
          <p:nvPr>
            <p:custDataLst>
              <p:tags r:id="rId15"/>
            </p:custDataLst>
          </p:nvPr>
        </p:nvSpPr>
        <p:spPr bwMode="auto">
          <a:xfrm>
            <a:off x="2683133" y="2739538"/>
            <a:ext cx="1759431" cy="1248453"/>
          </a:xfrm>
          <a:prstGeom prst="rect">
            <a:avLst/>
          </a:prstGeom>
          <a:noFill/>
          <a:ln w="19050">
            <a:solidFill>
              <a:schemeClr val="tx1"/>
            </a:solidFill>
            <a:prstDash val="sysDash"/>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91412" tIns="45707" rIns="91412" bIns="45707" numCol="1" rtlCol="0" anchor="ctr" anchorCtr="0" compatLnSpc="1">
            <a:prstTxWarp prst="textNoShape">
              <a:avLst/>
            </a:prstTxWarp>
          </a:bodyPr>
          <a:lstStyle/>
          <a:p>
            <a:pPr algn="ctr" defTabSz="913878" fontAlgn="base">
              <a:spcBef>
                <a:spcPct val="0"/>
              </a:spcBef>
              <a:spcAft>
                <a:spcPct val="0"/>
              </a:spcAft>
            </a:pPr>
            <a:endParaRPr lang="en-US" sz="2000" dirty="0">
              <a:ln>
                <a:solidFill>
                  <a:srgbClr val="FFFFFF">
                    <a:alpha val="0"/>
                  </a:srgbClr>
                </a:solidFill>
              </a:ln>
              <a:solidFill>
                <a:srgbClr val="292929">
                  <a:alpha val="99000"/>
                </a:srgbClr>
              </a:solidFill>
            </a:endParaRPr>
          </a:p>
        </p:txBody>
      </p:sp>
      <p:sp>
        <p:nvSpPr>
          <p:cNvPr id="21" name="Rectangle 20"/>
          <p:cNvSpPr/>
          <p:nvPr>
            <p:custDataLst>
              <p:tags r:id="rId16"/>
            </p:custDataLst>
          </p:nvPr>
        </p:nvSpPr>
        <p:spPr bwMode="auto">
          <a:xfrm>
            <a:off x="2683133" y="4622048"/>
            <a:ext cx="1759431" cy="1227904"/>
          </a:xfrm>
          <a:prstGeom prst="rect">
            <a:avLst/>
          </a:prstGeom>
          <a:noFill/>
          <a:ln w="22225">
            <a:solidFill>
              <a:schemeClr val="tx1"/>
            </a:solidFill>
            <a:prstDash val="sysDash"/>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91412" tIns="45707" rIns="91412" bIns="45707" numCol="1" rtlCol="0" anchor="ctr" anchorCtr="0" compatLnSpc="1">
            <a:prstTxWarp prst="textNoShape">
              <a:avLst/>
            </a:prstTxWarp>
          </a:bodyPr>
          <a:lstStyle/>
          <a:p>
            <a:pPr algn="ctr" defTabSz="913878" fontAlgn="base">
              <a:spcBef>
                <a:spcPct val="0"/>
              </a:spcBef>
              <a:spcAft>
                <a:spcPct val="0"/>
              </a:spcAft>
            </a:pPr>
            <a:endParaRPr lang="en-US" sz="2000" dirty="0">
              <a:ln>
                <a:solidFill>
                  <a:srgbClr val="FFFFFF">
                    <a:alpha val="0"/>
                  </a:srgbClr>
                </a:solidFill>
              </a:ln>
              <a:solidFill>
                <a:srgbClr val="292929">
                  <a:alpha val="99000"/>
                </a:srgbClr>
              </a:solidFill>
            </a:endParaRPr>
          </a:p>
        </p:txBody>
      </p:sp>
      <p:sp>
        <p:nvSpPr>
          <p:cNvPr id="24" name="Rectangle 23"/>
          <p:cNvSpPr/>
          <p:nvPr>
            <p:custDataLst>
              <p:tags r:id="rId17"/>
            </p:custDataLst>
          </p:nvPr>
        </p:nvSpPr>
        <p:spPr bwMode="auto">
          <a:xfrm>
            <a:off x="7690456" y="4622048"/>
            <a:ext cx="1759431" cy="1227904"/>
          </a:xfrm>
          <a:prstGeom prst="rect">
            <a:avLst/>
          </a:prstGeom>
          <a:noFill/>
          <a:ln w="22225">
            <a:solidFill>
              <a:schemeClr val="tx1"/>
            </a:solidFill>
            <a:prstDash val="sysDash"/>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91412" tIns="45707" rIns="91412" bIns="45707" numCol="1" rtlCol="0" anchor="ctr" anchorCtr="0" compatLnSpc="1">
            <a:prstTxWarp prst="textNoShape">
              <a:avLst/>
            </a:prstTxWarp>
          </a:bodyPr>
          <a:lstStyle/>
          <a:p>
            <a:pPr algn="ctr" defTabSz="913878" fontAlgn="base">
              <a:spcBef>
                <a:spcPct val="0"/>
              </a:spcBef>
              <a:spcAft>
                <a:spcPct val="0"/>
              </a:spcAft>
            </a:pPr>
            <a:endParaRPr lang="en-US" sz="2000" dirty="0">
              <a:ln>
                <a:solidFill>
                  <a:srgbClr val="FFFFFF">
                    <a:alpha val="0"/>
                  </a:srgbClr>
                </a:solidFill>
              </a:ln>
              <a:solidFill>
                <a:srgbClr val="292929">
                  <a:alpha val="99000"/>
                </a:srgbClr>
              </a:solidFill>
            </a:endParaRPr>
          </a:p>
        </p:txBody>
      </p:sp>
      <p:sp>
        <p:nvSpPr>
          <p:cNvPr id="25" name="Rectangle 24"/>
          <p:cNvSpPr/>
          <p:nvPr>
            <p:custDataLst>
              <p:tags r:id="rId18"/>
            </p:custDataLst>
          </p:nvPr>
        </p:nvSpPr>
        <p:spPr bwMode="auto">
          <a:xfrm>
            <a:off x="7681623" y="2739538"/>
            <a:ext cx="1759431" cy="1248453"/>
          </a:xfrm>
          <a:prstGeom prst="rect">
            <a:avLst/>
          </a:prstGeom>
          <a:noFill/>
          <a:ln w="22225">
            <a:solidFill>
              <a:schemeClr val="tx1"/>
            </a:solidFill>
            <a:prstDash val="sysDash"/>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91412" tIns="45707" rIns="91412" bIns="45707" numCol="1" rtlCol="0" anchor="ctr" anchorCtr="0" compatLnSpc="1">
            <a:prstTxWarp prst="textNoShape">
              <a:avLst/>
            </a:prstTxWarp>
          </a:bodyPr>
          <a:lstStyle/>
          <a:p>
            <a:pPr algn="ctr" defTabSz="913878" fontAlgn="base">
              <a:spcBef>
                <a:spcPct val="0"/>
              </a:spcBef>
              <a:spcAft>
                <a:spcPct val="0"/>
              </a:spcAft>
            </a:pPr>
            <a:endParaRPr lang="en-US" sz="2000" dirty="0">
              <a:ln>
                <a:solidFill>
                  <a:srgbClr val="FFFFFF">
                    <a:alpha val="0"/>
                  </a:srgbClr>
                </a:solidFill>
              </a:ln>
              <a:solidFill>
                <a:srgbClr val="292929">
                  <a:alpha val="99000"/>
                </a:srgbClr>
              </a:solidFill>
            </a:endParaRPr>
          </a:p>
        </p:txBody>
      </p:sp>
      <p:sp>
        <p:nvSpPr>
          <p:cNvPr id="2" name="TextBox 1"/>
          <p:cNvSpPr txBox="1"/>
          <p:nvPr/>
        </p:nvSpPr>
        <p:spPr>
          <a:xfrm>
            <a:off x="3202758" y="2422944"/>
            <a:ext cx="514243" cy="246221"/>
          </a:xfrm>
          <a:prstGeom prst="rect">
            <a:avLst/>
          </a:prstGeom>
          <a:noFill/>
        </p:spPr>
        <p:txBody>
          <a:bodyPr wrap="none" lIns="0" tIns="0" rIns="0" bIns="0" rtlCol="0">
            <a:spAutoFit/>
          </a:bodyPr>
          <a:lstStyle/>
          <a:p>
            <a:pPr defTabSz="1218490"/>
            <a:r>
              <a:rPr lang="en-US" sz="1600" spc="-93" dirty="0">
                <a:gradFill>
                  <a:gsLst>
                    <a:gs pos="2917">
                      <a:srgbClr val="292929"/>
                    </a:gs>
                    <a:gs pos="30000">
                      <a:srgbClr val="292929"/>
                    </a:gs>
                  </a:gsLst>
                  <a:lin ang="5400000" scaled="0"/>
                </a:gradFill>
              </a:rPr>
              <a:t>UD #1</a:t>
            </a:r>
          </a:p>
        </p:txBody>
      </p:sp>
      <p:sp>
        <p:nvSpPr>
          <p:cNvPr id="26" name="TextBox 25"/>
          <p:cNvSpPr txBox="1"/>
          <p:nvPr/>
        </p:nvSpPr>
        <p:spPr>
          <a:xfrm>
            <a:off x="3202758" y="4308993"/>
            <a:ext cx="514243" cy="246221"/>
          </a:xfrm>
          <a:prstGeom prst="rect">
            <a:avLst/>
          </a:prstGeom>
          <a:noFill/>
        </p:spPr>
        <p:txBody>
          <a:bodyPr wrap="none" lIns="0" tIns="0" rIns="0" bIns="0" rtlCol="0">
            <a:spAutoFit/>
          </a:bodyPr>
          <a:lstStyle/>
          <a:p>
            <a:pPr defTabSz="1218490"/>
            <a:r>
              <a:rPr lang="en-US" sz="1600" spc="-93" dirty="0">
                <a:gradFill>
                  <a:gsLst>
                    <a:gs pos="2917">
                      <a:srgbClr val="292929"/>
                    </a:gs>
                    <a:gs pos="30000">
                      <a:srgbClr val="292929"/>
                    </a:gs>
                  </a:gsLst>
                  <a:lin ang="5400000" scaled="0"/>
                </a:gradFill>
              </a:rPr>
              <a:t>UD #1</a:t>
            </a:r>
          </a:p>
        </p:txBody>
      </p:sp>
      <p:sp>
        <p:nvSpPr>
          <p:cNvPr id="27" name="TextBox 26"/>
          <p:cNvSpPr txBox="1"/>
          <p:nvPr/>
        </p:nvSpPr>
        <p:spPr>
          <a:xfrm>
            <a:off x="8304921" y="2441403"/>
            <a:ext cx="514243" cy="246221"/>
          </a:xfrm>
          <a:prstGeom prst="rect">
            <a:avLst/>
          </a:prstGeom>
          <a:noFill/>
        </p:spPr>
        <p:txBody>
          <a:bodyPr wrap="none" lIns="0" tIns="0" rIns="0" bIns="0" rtlCol="0">
            <a:spAutoFit/>
          </a:bodyPr>
          <a:lstStyle/>
          <a:p>
            <a:pPr defTabSz="1218490"/>
            <a:r>
              <a:rPr lang="en-US" sz="1600" spc="-93" dirty="0">
                <a:gradFill>
                  <a:gsLst>
                    <a:gs pos="2917">
                      <a:srgbClr val="292929"/>
                    </a:gs>
                    <a:gs pos="30000">
                      <a:srgbClr val="292929"/>
                    </a:gs>
                  </a:gsLst>
                  <a:lin ang="5400000" scaled="0"/>
                </a:gradFill>
              </a:rPr>
              <a:t>UD #2</a:t>
            </a:r>
          </a:p>
        </p:txBody>
      </p:sp>
      <p:sp>
        <p:nvSpPr>
          <p:cNvPr id="28" name="TextBox 27"/>
          <p:cNvSpPr txBox="1"/>
          <p:nvPr/>
        </p:nvSpPr>
        <p:spPr>
          <a:xfrm>
            <a:off x="8304921" y="4308993"/>
            <a:ext cx="514243" cy="246221"/>
          </a:xfrm>
          <a:prstGeom prst="rect">
            <a:avLst/>
          </a:prstGeom>
          <a:noFill/>
        </p:spPr>
        <p:txBody>
          <a:bodyPr wrap="none" lIns="0" tIns="0" rIns="0" bIns="0" rtlCol="0">
            <a:spAutoFit/>
          </a:bodyPr>
          <a:lstStyle/>
          <a:p>
            <a:pPr defTabSz="1218490"/>
            <a:r>
              <a:rPr lang="en-US" sz="1600" spc="-93" dirty="0">
                <a:gradFill>
                  <a:gsLst>
                    <a:gs pos="2917">
                      <a:srgbClr val="292929"/>
                    </a:gs>
                    <a:gs pos="30000">
                      <a:srgbClr val="292929"/>
                    </a:gs>
                  </a:gsLst>
                  <a:lin ang="5400000" scaled="0"/>
                </a:gradFill>
              </a:rPr>
              <a:t>UD #2</a:t>
            </a:r>
          </a:p>
        </p:txBody>
      </p:sp>
    </p:spTree>
    <p:extLst>
      <p:ext uri="{BB962C8B-B14F-4D97-AF65-F5344CB8AC3E}">
        <p14:creationId xmlns:p14="http://schemas.microsoft.com/office/powerpoint/2010/main" val="16260313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500"/>
                                        <p:tgtEl>
                                          <p:spTgt spid="12"/>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3"/>
                                        </p:tgtEl>
                                        <p:attrNameLst>
                                          <p:attrName>style.visibility</p:attrName>
                                        </p:attrNameLst>
                                      </p:cBhvr>
                                      <p:to>
                                        <p:strVal val="visible"/>
                                      </p:to>
                                    </p:set>
                                    <p:animEffect transition="in" filter="fade">
                                      <p:cBhvr>
                                        <p:cTn id="15" dur="500"/>
                                        <p:tgtEl>
                                          <p:spTgt spid="3"/>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1"/>
                                        </p:tgtEl>
                                        <p:attrNameLst>
                                          <p:attrName>style.visibility</p:attrName>
                                        </p:attrNameLst>
                                      </p:cBhvr>
                                      <p:to>
                                        <p:strVal val="visible"/>
                                      </p:to>
                                    </p:set>
                                    <p:animEffect transition="in" filter="fade">
                                      <p:cBhvr>
                                        <p:cTn id="18" dur="500"/>
                                        <p:tgtEl>
                                          <p:spTgt spid="11"/>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9"/>
                                        </p:tgtEl>
                                        <p:attrNameLst>
                                          <p:attrName>style.visibility</p:attrName>
                                        </p:attrNameLst>
                                      </p:cBhvr>
                                      <p:to>
                                        <p:strVal val="visible"/>
                                      </p:to>
                                    </p:set>
                                    <p:animEffect transition="in" filter="fade">
                                      <p:cBhvr>
                                        <p:cTn id="23" dur="500"/>
                                        <p:tgtEl>
                                          <p:spTgt spid="19"/>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21"/>
                                        </p:tgtEl>
                                        <p:attrNameLst>
                                          <p:attrName>style.visibility</p:attrName>
                                        </p:attrNameLst>
                                      </p:cBhvr>
                                      <p:to>
                                        <p:strVal val="visible"/>
                                      </p:to>
                                    </p:set>
                                    <p:animEffect transition="in" filter="fade">
                                      <p:cBhvr>
                                        <p:cTn id="26" dur="500"/>
                                        <p:tgtEl>
                                          <p:spTgt spid="21"/>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24"/>
                                        </p:tgtEl>
                                        <p:attrNameLst>
                                          <p:attrName>style.visibility</p:attrName>
                                        </p:attrNameLst>
                                      </p:cBhvr>
                                      <p:to>
                                        <p:strVal val="visible"/>
                                      </p:to>
                                    </p:set>
                                    <p:animEffect transition="in" filter="fade">
                                      <p:cBhvr>
                                        <p:cTn id="29" dur="500"/>
                                        <p:tgtEl>
                                          <p:spTgt spid="24"/>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25"/>
                                        </p:tgtEl>
                                        <p:attrNameLst>
                                          <p:attrName>style.visibility</p:attrName>
                                        </p:attrNameLst>
                                      </p:cBhvr>
                                      <p:to>
                                        <p:strVal val="visible"/>
                                      </p:to>
                                    </p:set>
                                    <p:animEffect transition="in" filter="fade">
                                      <p:cBhvr>
                                        <p:cTn id="32" dur="500"/>
                                        <p:tgtEl>
                                          <p:spTgt spid="25"/>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2"/>
                                        </p:tgtEl>
                                        <p:attrNameLst>
                                          <p:attrName>style.visibility</p:attrName>
                                        </p:attrNameLst>
                                      </p:cBhvr>
                                      <p:to>
                                        <p:strVal val="visible"/>
                                      </p:to>
                                    </p:set>
                                    <p:animEffect transition="in" filter="fade">
                                      <p:cBhvr>
                                        <p:cTn id="35" dur="500"/>
                                        <p:tgtEl>
                                          <p:spTgt spid="2"/>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26"/>
                                        </p:tgtEl>
                                        <p:attrNameLst>
                                          <p:attrName>style.visibility</p:attrName>
                                        </p:attrNameLst>
                                      </p:cBhvr>
                                      <p:to>
                                        <p:strVal val="visible"/>
                                      </p:to>
                                    </p:set>
                                    <p:animEffect transition="in" filter="fade">
                                      <p:cBhvr>
                                        <p:cTn id="38" dur="500"/>
                                        <p:tgtEl>
                                          <p:spTgt spid="26"/>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28"/>
                                        </p:tgtEl>
                                        <p:attrNameLst>
                                          <p:attrName>style.visibility</p:attrName>
                                        </p:attrNameLst>
                                      </p:cBhvr>
                                      <p:to>
                                        <p:strVal val="visible"/>
                                      </p:to>
                                    </p:set>
                                    <p:animEffect transition="in" filter="fade">
                                      <p:cBhvr>
                                        <p:cTn id="41" dur="500"/>
                                        <p:tgtEl>
                                          <p:spTgt spid="28"/>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27"/>
                                        </p:tgtEl>
                                        <p:attrNameLst>
                                          <p:attrName>style.visibility</p:attrName>
                                        </p:attrNameLst>
                                      </p:cBhvr>
                                      <p:to>
                                        <p:strVal val="visible"/>
                                      </p:to>
                                    </p:set>
                                    <p:animEffect transition="in" filter="fade">
                                      <p:cBhvr>
                                        <p:cTn id="44"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3" grpId="0" animBg="1"/>
      <p:bldP spid="4" grpId="0" animBg="1"/>
      <p:bldP spid="19" grpId="0" animBg="1"/>
      <p:bldP spid="21" grpId="0" animBg="1"/>
      <p:bldP spid="24" grpId="0" animBg="1"/>
      <p:bldP spid="25" grpId="0" animBg="1"/>
      <p:bldP spid="2" grpId="0"/>
      <p:bldP spid="26" grpId="0"/>
      <p:bldP spid="27" grpId="0"/>
      <p:bldP spid="28" grpId="0"/>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30"/>
          <p:cNvSpPr>
            <a:spLocks noGrp="1"/>
          </p:cNvSpPr>
          <p:nvPr>
            <p:ph type="title" idx="4294967295"/>
          </p:nvPr>
        </p:nvSpPr>
        <p:spPr>
          <a:xfrm>
            <a:off x="1111250" y="342900"/>
            <a:ext cx="11080750" cy="957263"/>
          </a:xfrm>
          <a:prstGeom prst="rect">
            <a:avLst/>
          </a:prstGeom>
        </p:spPr>
        <p:txBody>
          <a:bodyPr>
            <a:normAutofit fontScale="90000"/>
          </a:bodyPr>
          <a:lstStyle/>
          <a:p>
            <a:r>
              <a:rPr lang="en-NZ" dirty="0"/>
              <a:t>Virtual Machine Availability Sets</a:t>
            </a:r>
            <a:br>
              <a:rPr lang="en-NZ" dirty="0"/>
            </a:br>
            <a:endParaRPr lang="en-NZ" sz="3999" dirty="0">
              <a:solidFill>
                <a:schemeClr val="bg1">
                  <a:alpha val="99000"/>
                </a:schemeClr>
              </a:solidFill>
            </a:endParaRPr>
          </a:p>
        </p:txBody>
      </p:sp>
      <p:sp>
        <p:nvSpPr>
          <p:cNvPr id="3" name="Rectangle 2"/>
          <p:cNvSpPr/>
          <p:nvPr>
            <p:custDataLst>
              <p:tags r:id="rId1"/>
            </p:custDataLst>
          </p:nvPr>
        </p:nvSpPr>
        <p:spPr bwMode="auto">
          <a:xfrm>
            <a:off x="2075381" y="1659348"/>
            <a:ext cx="2841318" cy="4977758"/>
          </a:xfrm>
          <a:prstGeom prst="rect">
            <a:avLst/>
          </a:prstGeom>
          <a:solidFill>
            <a:schemeClr val="bg1"/>
          </a:solidFill>
          <a:ln w="12700">
            <a:solidFill>
              <a:schemeClr val="tx2"/>
            </a:solidFill>
            <a:prstDash val="dash"/>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91396" tIns="45699" rIns="91396" bIns="45699" numCol="1" rtlCol="0" anchor="t" anchorCtr="0" compatLnSpc="1">
            <a:prstTxWarp prst="textNoShape">
              <a:avLst/>
            </a:prstTxWarp>
          </a:bodyPr>
          <a:lstStyle/>
          <a:p>
            <a:pPr algn="ctr" fontAlgn="base">
              <a:spcBef>
                <a:spcPct val="0"/>
              </a:spcBef>
              <a:spcAft>
                <a:spcPct val="0"/>
              </a:spcAft>
            </a:pPr>
            <a:r>
              <a:rPr lang="en-US" sz="3199" dirty="0">
                <a:ln>
                  <a:solidFill>
                    <a:schemeClr val="bg1">
                      <a:alpha val="0"/>
                    </a:schemeClr>
                  </a:solidFill>
                </a:ln>
                <a:solidFill>
                  <a:srgbClr val="595959"/>
                </a:solidFill>
                <a:latin typeface="Segoe UI Light" pitchFamily="34" charset="0"/>
              </a:rPr>
              <a:t>Fault Domain</a:t>
            </a:r>
          </a:p>
        </p:txBody>
      </p:sp>
      <p:sp>
        <p:nvSpPr>
          <p:cNvPr id="4" name="Rectangle 3"/>
          <p:cNvSpPr/>
          <p:nvPr>
            <p:custDataLst>
              <p:tags r:id="rId2"/>
            </p:custDataLst>
          </p:nvPr>
        </p:nvSpPr>
        <p:spPr bwMode="auto">
          <a:xfrm>
            <a:off x="2267608" y="2132470"/>
            <a:ext cx="2520864" cy="4350527"/>
          </a:xfrm>
          <a:prstGeom prst="rect">
            <a:avLst/>
          </a:prstGeom>
          <a:solidFill>
            <a:schemeClr val="bg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91364" tIns="45701" rIns="91364" bIns="45683" numCol="1" spcCol="0" rtlCol="0" anchor="t" anchorCtr="0" compatLnSpc="1">
            <a:prstTxWarp prst="textNoShape">
              <a:avLst/>
            </a:prstTxWarp>
          </a:bodyPr>
          <a:lstStyle/>
          <a:p>
            <a:pPr algn="ctr" defTabSz="913414" fontAlgn="base">
              <a:spcBef>
                <a:spcPts val="1200"/>
              </a:spcBef>
              <a:spcAft>
                <a:spcPct val="0"/>
              </a:spcAft>
            </a:pPr>
            <a:r>
              <a:rPr lang="en-US" sz="3199" dirty="0">
                <a:ln>
                  <a:solidFill>
                    <a:schemeClr val="bg1">
                      <a:alpha val="0"/>
                    </a:schemeClr>
                  </a:solidFill>
                </a:ln>
                <a:solidFill>
                  <a:srgbClr val="595959"/>
                </a:solidFill>
              </a:rPr>
              <a:t>Rack</a:t>
            </a:r>
            <a:endParaRPr lang="en-US" sz="1466" dirty="0">
              <a:ln>
                <a:solidFill>
                  <a:schemeClr val="bg1">
                    <a:alpha val="0"/>
                  </a:schemeClr>
                </a:solidFill>
              </a:ln>
              <a:solidFill>
                <a:srgbClr val="595959"/>
              </a:solidFill>
            </a:endParaRPr>
          </a:p>
        </p:txBody>
      </p:sp>
      <p:sp>
        <p:nvSpPr>
          <p:cNvPr id="11" name="Rectangle 10"/>
          <p:cNvSpPr/>
          <p:nvPr>
            <p:custDataLst>
              <p:tags r:id="rId3"/>
            </p:custDataLst>
          </p:nvPr>
        </p:nvSpPr>
        <p:spPr bwMode="auto">
          <a:xfrm>
            <a:off x="7237982" y="1659348"/>
            <a:ext cx="2843784" cy="4977758"/>
          </a:xfrm>
          <a:prstGeom prst="rect">
            <a:avLst/>
          </a:prstGeom>
          <a:solidFill>
            <a:schemeClr val="bg1"/>
          </a:solidFill>
          <a:ln w="12700">
            <a:solidFill>
              <a:schemeClr val="tx2"/>
            </a:solidFill>
            <a:prstDash val="dash"/>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91396" tIns="45699" rIns="91396" bIns="45699" numCol="1" rtlCol="0" anchor="t" anchorCtr="0" compatLnSpc="1">
            <a:prstTxWarp prst="textNoShape">
              <a:avLst/>
            </a:prstTxWarp>
          </a:bodyPr>
          <a:lstStyle/>
          <a:p>
            <a:pPr algn="ctr" fontAlgn="base">
              <a:spcBef>
                <a:spcPct val="0"/>
              </a:spcBef>
              <a:spcAft>
                <a:spcPct val="0"/>
              </a:spcAft>
            </a:pPr>
            <a:r>
              <a:rPr lang="en-US" sz="3199" dirty="0">
                <a:ln>
                  <a:solidFill>
                    <a:schemeClr val="bg1">
                      <a:alpha val="0"/>
                    </a:schemeClr>
                  </a:solidFill>
                </a:ln>
                <a:solidFill>
                  <a:srgbClr val="595959"/>
                </a:solidFill>
                <a:latin typeface="Segoe UI Light" pitchFamily="34" charset="0"/>
              </a:rPr>
              <a:t>Fault Domain</a:t>
            </a:r>
          </a:p>
        </p:txBody>
      </p:sp>
      <p:sp>
        <p:nvSpPr>
          <p:cNvPr id="12" name="Rectangle 11"/>
          <p:cNvSpPr/>
          <p:nvPr>
            <p:custDataLst>
              <p:tags r:id="rId4"/>
            </p:custDataLst>
          </p:nvPr>
        </p:nvSpPr>
        <p:spPr bwMode="auto">
          <a:xfrm>
            <a:off x="7396689" y="2132470"/>
            <a:ext cx="2523744" cy="4350527"/>
          </a:xfrm>
          <a:prstGeom prst="rect">
            <a:avLst/>
          </a:prstGeom>
          <a:solidFill>
            <a:schemeClr val="bg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91364" tIns="45701" rIns="91364" bIns="45683" numCol="1" spcCol="0" rtlCol="0" anchor="t" anchorCtr="0" compatLnSpc="1">
            <a:prstTxWarp prst="textNoShape">
              <a:avLst/>
            </a:prstTxWarp>
          </a:bodyPr>
          <a:lstStyle/>
          <a:p>
            <a:pPr algn="ctr" defTabSz="913414" fontAlgn="base">
              <a:spcBef>
                <a:spcPts val="1200"/>
              </a:spcBef>
              <a:spcAft>
                <a:spcPct val="0"/>
              </a:spcAft>
            </a:pPr>
            <a:r>
              <a:rPr lang="en-US" sz="3199" dirty="0">
                <a:ln>
                  <a:solidFill>
                    <a:schemeClr val="bg1">
                      <a:alpha val="0"/>
                    </a:schemeClr>
                  </a:solidFill>
                </a:ln>
                <a:solidFill>
                  <a:srgbClr val="595959"/>
                </a:solidFill>
              </a:rPr>
              <a:t>Rack</a:t>
            </a:r>
            <a:endParaRPr lang="en-US" sz="1466" dirty="0">
              <a:ln>
                <a:solidFill>
                  <a:schemeClr val="bg1">
                    <a:alpha val="0"/>
                  </a:schemeClr>
                </a:solidFill>
              </a:ln>
              <a:solidFill>
                <a:srgbClr val="595959"/>
              </a:solidFill>
            </a:endParaRPr>
          </a:p>
        </p:txBody>
      </p:sp>
      <p:sp>
        <p:nvSpPr>
          <p:cNvPr id="19" name="Rectangle 18"/>
          <p:cNvSpPr/>
          <p:nvPr>
            <p:custDataLst>
              <p:tags r:id="rId5"/>
            </p:custDataLst>
          </p:nvPr>
        </p:nvSpPr>
        <p:spPr bwMode="auto">
          <a:xfrm>
            <a:off x="2333911" y="2613728"/>
            <a:ext cx="7502142" cy="1810512"/>
          </a:xfrm>
          <a:prstGeom prst="rect">
            <a:avLst/>
          </a:prstGeom>
          <a:solidFill>
            <a:schemeClr val="accent2">
              <a:lumMod val="60000"/>
              <a:lumOff val="40000"/>
            </a:schemeClr>
          </a:solidFill>
          <a:ln w="19050">
            <a:solidFill>
              <a:schemeClr val="accent5">
                <a:lumMod val="75000"/>
              </a:schemeClr>
            </a:solidFill>
            <a:prstDash val="dash"/>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91396" tIns="45699" rIns="91396" bIns="45699" numCol="1" rtlCol="0" anchor="ctr" anchorCtr="0" compatLnSpc="1">
            <a:prstTxWarp prst="textNoShape">
              <a:avLst/>
            </a:prstTxWarp>
          </a:bodyPr>
          <a:lstStyle/>
          <a:p>
            <a:pPr algn="ctr" defTabSz="913726" fontAlgn="base">
              <a:spcBef>
                <a:spcPct val="0"/>
              </a:spcBef>
              <a:spcAft>
                <a:spcPct val="0"/>
              </a:spcAft>
            </a:pPr>
            <a:r>
              <a:rPr lang="en-US" sz="2000" dirty="0">
                <a:ln>
                  <a:solidFill>
                    <a:schemeClr val="bg1">
                      <a:alpha val="0"/>
                    </a:schemeClr>
                  </a:solidFill>
                </a:ln>
                <a:solidFill>
                  <a:schemeClr val="bg1"/>
                </a:solidFill>
              </a:rPr>
              <a:t>Availability Set</a:t>
            </a:r>
          </a:p>
        </p:txBody>
      </p:sp>
      <p:sp>
        <p:nvSpPr>
          <p:cNvPr id="21" name="Rectangle 20"/>
          <p:cNvSpPr/>
          <p:nvPr>
            <p:custDataLst>
              <p:tags r:id="rId6"/>
            </p:custDataLst>
          </p:nvPr>
        </p:nvSpPr>
        <p:spPr bwMode="auto">
          <a:xfrm>
            <a:off x="2333911" y="4500899"/>
            <a:ext cx="7502142" cy="1811645"/>
          </a:xfrm>
          <a:prstGeom prst="rect">
            <a:avLst/>
          </a:prstGeom>
          <a:solidFill>
            <a:schemeClr val="accent4">
              <a:lumMod val="75000"/>
            </a:schemeClr>
          </a:solidFill>
          <a:ln w="19050">
            <a:solidFill>
              <a:schemeClr val="accent5">
                <a:lumMod val="75000"/>
              </a:schemeClr>
            </a:solidFill>
            <a:prstDash val="dash"/>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91396" tIns="45699" rIns="91396" bIns="45699" numCol="1" rtlCol="0" anchor="ctr" anchorCtr="0" compatLnSpc="1">
            <a:prstTxWarp prst="textNoShape">
              <a:avLst/>
            </a:prstTxWarp>
          </a:bodyPr>
          <a:lstStyle/>
          <a:p>
            <a:pPr algn="ctr" defTabSz="913726" fontAlgn="base">
              <a:spcBef>
                <a:spcPct val="0"/>
              </a:spcBef>
              <a:spcAft>
                <a:spcPct val="0"/>
              </a:spcAft>
            </a:pPr>
            <a:r>
              <a:rPr lang="en-US" sz="2000" dirty="0">
                <a:ln>
                  <a:solidFill>
                    <a:schemeClr val="bg1">
                      <a:alpha val="0"/>
                    </a:schemeClr>
                  </a:solidFill>
                </a:ln>
                <a:solidFill>
                  <a:schemeClr val="bg1"/>
                </a:solidFill>
              </a:rPr>
              <a:t>Availability Set</a:t>
            </a:r>
          </a:p>
        </p:txBody>
      </p:sp>
      <p:sp>
        <p:nvSpPr>
          <p:cNvPr id="5" name="Rectangle 4"/>
          <p:cNvSpPr/>
          <p:nvPr>
            <p:custDataLst>
              <p:tags r:id="rId7"/>
            </p:custDataLst>
          </p:nvPr>
        </p:nvSpPr>
        <p:spPr bwMode="auto">
          <a:xfrm>
            <a:off x="2578672" y="2695916"/>
            <a:ext cx="2011680" cy="1646950"/>
          </a:xfrm>
          <a:prstGeom prst="rect">
            <a:avLst/>
          </a:prstGeom>
          <a:solidFill>
            <a:schemeClr val="accent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91396" tIns="45699" rIns="91396" bIns="45699" numCol="1" rtlCol="0" anchor="t" anchorCtr="0" compatLnSpc="1">
            <a:prstTxWarp prst="textNoShape">
              <a:avLst/>
            </a:prstTxWarp>
          </a:bodyPr>
          <a:lstStyle/>
          <a:p>
            <a:pPr algn="ctr" defTabSz="913726" fontAlgn="base">
              <a:spcBef>
                <a:spcPct val="0"/>
              </a:spcBef>
              <a:spcAft>
                <a:spcPct val="0"/>
              </a:spcAft>
            </a:pPr>
            <a:r>
              <a:rPr lang="en-US" sz="1866" dirty="0">
                <a:ln>
                  <a:solidFill>
                    <a:schemeClr val="bg1">
                      <a:alpha val="0"/>
                    </a:schemeClr>
                  </a:solidFill>
                </a:ln>
                <a:solidFill>
                  <a:schemeClr val="bg1"/>
                </a:solidFill>
              </a:rPr>
              <a:t>Virtual Machine</a:t>
            </a:r>
          </a:p>
        </p:txBody>
      </p:sp>
      <p:sp>
        <p:nvSpPr>
          <p:cNvPr id="8" name="Rectangle 7"/>
          <p:cNvSpPr/>
          <p:nvPr>
            <p:custDataLst>
              <p:tags r:id="rId8"/>
            </p:custDataLst>
          </p:nvPr>
        </p:nvSpPr>
        <p:spPr bwMode="auto">
          <a:xfrm>
            <a:off x="2578672" y="4583246"/>
            <a:ext cx="2011680" cy="1646950"/>
          </a:xfrm>
          <a:prstGeom prst="rect">
            <a:avLst/>
          </a:prstGeom>
          <a:solidFill>
            <a:schemeClr val="accent4"/>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91396" tIns="45699" rIns="91396" bIns="45699" numCol="1" rtlCol="0" anchor="t" anchorCtr="0" compatLnSpc="1">
            <a:prstTxWarp prst="textNoShape">
              <a:avLst/>
            </a:prstTxWarp>
          </a:bodyPr>
          <a:lstStyle/>
          <a:p>
            <a:pPr algn="ctr" defTabSz="913726" fontAlgn="base">
              <a:spcBef>
                <a:spcPct val="0"/>
              </a:spcBef>
              <a:spcAft>
                <a:spcPct val="0"/>
              </a:spcAft>
            </a:pPr>
            <a:r>
              <a:rPr lang="en-US" sz="1866" dirty="0">
                <a:ln>
                  <a:solidFill>
                    <a:schemeClr val="bg1">
                      <a:alpha val="0"/>
                    </a:schemeClr>
                  </a:solidFill>
                </a:ln>
                <a:solidFill>
                  <a:schemeClr val="bg1"/>
                </a:solidFill>
              </a:rPr>
              <a:t>Virtual Machine</a:t>
            </a:r>
          </a:p>
        </p:txBody>
      </p:sp>
      <p:sp>
        <p:nvSpPr>
          <p:cNvPr id="13" name="Rectangle 12"/>
          <p:cNvSpPr/>
          <p:nvPr>
            <p:custDataLst>
              <p:tags r:id="rId9"/>
            </p:custDataLst>
          </p:nvPr>
        </p:nvSpPr>
        <p:spPr bwMode="auto">
          <a:xfrm>
            <a:off x="7564328" y="2695916"/>
            <a:ext cx="2011680" cy="1646950"/>
          </a:xfrm>
          <a:prstGeom prst="rect">
            <a:avLst/>
          </a:prstGeom>
          <a:solidFill>
            <a:schemeClr val="accent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91396" tIns="45699" rIns="91396" bIns="45699" numCol="1" rtlCol="0" anchor="t" anchorCtr="0" compatLnSpc="1">
            <a:prstTxWarp prst="textNoShape">
              <a:avLst/>
            </a:prstTxWarp>
          </a:bodyPr>
          <a:lstStyle/>
          <a:p>
            <a:pPr algn="ctr" defTabSz="913726" fontAlgn="base">
              <a:spcBef>
                <a:spcPct val="0"/>
              </a:spcBef>
              <a:spcAft>
                <a:spcPct val="0"/>
              </a:spcAft>
            </a:pPr>
            <a:r>
              <a:rPr lang="en-US" sz="1866" dirty="0">
                <a:ln>
                  <a:solidFill>
                    <a:schemeClr val="bg1">
                      <a:alpha val="0"/>
                    </a:schemeClr>
                  </a:solidFill>
                </a:ln>
                <a:solidFill>
                  <a:schemeClr val="bg1"/>
                </a:solidFill>
              </a:rPr>
              <a:t>Virtual Machine</a:t>
            </a:r>
          </a:p>
        </p:txBody>
      </p:sp>
      <p:sp>
        <p:nvSpPr>
          <p:cNvPr id="16" name="Rectangle 15"/>
          <p:cNvSpPr/>
          <p:nvPr>
            <p:custDataLst>
              <p:tags r:id="rId10"/>
            </p:custDataLst>
          </p:nvPr>
        </p:nvSpPr>
        <p:spPr bwMode="auto">
          <a:xfrm>
            <a:off x="7564328" y="4583246"/>
            <a:ext cx="2011680" cy="1646950"/>
          </a:xfrm>
          <a:prstGeom prst="rect">
            <a:avLst/>
          </a:prstGeom>
          <a:solidFill>
            <a:schemeClr val="accent4"/>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91396" tIns="45699" rIns="91396" bIns="45699" numCol="1" rtlCol="0" anchor="t" anchorCtr="0" compatLnSpc="1">
            <a:prstTxWarp prst="textNoShape">
              <a:avLst/>
            </a:prstTxWarp>
          </a:bodyPr>
          <a:lstStyle/>
          <a:p>
            <a:pPr algn="ctr" defTabSz="913726" fontAlgn="base">
              <a:spcBef>
                <a:spcPct val="0"/>
              </a:spcBef>
              <a:spcAft>
                <a:spcPct val="0"/>
              </a:spcAft>
            </a:pPr>
            <a:r>
              <a:rPr lang="en-US" sz="1866" dirty="0">
                <a:ln>
                  <a:solidFill>
                    <a:schemeClr val="bg1">
                      <a:alpha val="0"/>
                    </a:schemeClr>
                  </a:solidFill>
                </a:ln>
                <a:solidFill>
                  <a:schemeClr val="bg1"/>
                </a:solidFill>
              </a:rPr>
              <a:t>Virtual Machine</a:t>
            </a:r>
          </a:p>
        </p:txBody>
      </p:sp>
      <p:sp>
        <p:nvSpPr>
          <p:cNvPr id="6" name="Rectangle 5"/>
          <p:cNvSpPr/>
          <p:nvPr>
            <p:custDataLst>
              <p:tags r:id="rId11"/>
            </p:custDataLst>
          </p:nvPr>
        </p:nvSpPr>
        <p:spPr bwMode="auto">
          <a:xfrm>
            <a:off x="2852990" y="3146641"/>
            <a:ext cx="1463040" cy="1005707"/>
          </a:xfrm>
          <a:prstGeom prst="rect">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365714" tIns="91428" rIns="91396" bIns="45699" numCol="1" rtlCol="0" anchor="ctr" anchorCtr="0" compatLnSpc="1">
            <a:prstTxWarp prst="textNoShape">
              <a:avLst/>
            </a:prstTxWarp>
          </a:bodyPr>
          <a:lstStyle/>
          <a:p>
            <a:pPr algn="ctr" defTabSz="913726" fontAlgn="base">
              <a:spcBef>
                <a:spcPct val="0"/>
              </a:spcBef>
              <a:spcAft>
                <a:spcPct val="0"/>
              </a:spcAft>
            </a:pPr>
            <a:r>
              <a:rPr lang="en-NZ" sz="2000" dirty="0">
                <a:ln>
                  <a:solidFill>
                    <a:schemeClr val="bg1">
                      <a:alpha val="0"/>
                    </a:schemeClr>
                  </a:solidFill>
                </a:ln>
                <a:solidFill>
                  <a:srgbClr val="595959"/>
                </a:solidFill>
              </a:rPr>
              <a:t>IIS1</a:t>
            </a:r>
          </a:p>
          <a:p>
            <a:pPr algn="ctr" defTabSz="913726" fontAlgn="base">
              <a:spcBef>
                <a:spcPct val="0"/>
              </a:spcBef>
              <a:spcAft>
                <a:spcPct val="0"/>
              </a:spcAft>
            </a:pPr>
            <a:endParaRPr lang="en-NZ" sz="2000" dirty="0">
              <a:ln>
                <a:solidFill>
                  <a:schemeClr val="bg1">
                    <a:alpha val="0"/>
                  </a:schemeClr>
                </a:solidFill>
              </a:ln>
              <a:solidFill>
                <a:srgbClr val="595959"/>
              </a:solidFill>
            </a:endParaRPr>
          </a:p>
        </p:txBody>
      </p:sp>
      <p:sp>
        <p:nvSpPr>
          <p:cNvPr id="9" name="Rectangle 8"/>
          <p:cNvSpPr/>
          <p:nvPr>
            <p:custDataLst>
              <p:tags r:id="rId12"/>
            </p:custDataLst>
          </p:nvPr>
        </p:nvSpPr>
        <p:spPr bwMode="auto">
          <a:xfrm>
            <a:off x="2852990" y="5033969"/>
            <a:ext cx="1463040" cy="1058483"/>
          </a:xfrm>
          <a:prstGeom prst="rect">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365714" tIns="91428" rIns="91396" bIns="45699" numCol="1" rtlCol="0" anchor="ctr" anchorCtr="0" compatLnSpc="1">
            <a:prstTxWarp prst="textNoShape">
              <a:avLst/>
            </a:prstTxWarp>
          </a:bodyPr>
          <a:lstStyle/>
          <a:p>
            <a:pPr algn="ctr" defTabSz="913726" fontAlgn="base">
              <a:spcBef>
                <a:spcPct val="0"/>
              </a:spcBef>
              <a:spcAft>
                <a:spcPct val="0"/>
              </a:spcAft>
            </a:pPr>
            <a:r>
              <a:rPr lang="en-NZ" sz="2000" dirty="0">
                <a:ln>
                  <a:solidFill>
                    <a:schemeClr val="bg1">
                      <a:alpha val="0"/>
                    </a:schemeClr>
                  </a:solidFill>
                </a:ln>
                <a:solidFill>
                  <a:srgbClr val="595959"/>
                </a:solidFill>
              </a:rPr>
              <a:t>SQL1</a:t>
            </a:r>
          </a:p>
          <a:p>
            <a:pPr algn="ctr" defTabSz="913726" fontAlgn="base">
              <a:spcBef>
                <a:spcPct val="0"/>
              </a:spcBef>
              <a:spcAft>
                <a:spcPct val="0"/>
              </a:spcAft>
            </a:pPr>
            <a:endParaRPr lang="en-NZ" sz="2000" dirty="0">
              <a:ln>
                <a:solidFill>
                  <a:schemeClr val="bg1">
                    <a:alpha val="0"/>
                  </a:schemeClr>
                </a:solidFill>
              </a:ln>
              <a:solidFill>
                <a:srgbClr val="595959"/>
              </a:solidFill>
            </a:endParaRPr>
          </a:p>
        </p:txBody>
      </p:sp>
      <p:sp>
        <p:nvSpPr>
          <p:cNvPr id="14" name="Rectangle 13"/>
          <p:cNvSpPr/>
          <p:nvPr>
            <p:custDataLst>
              <p:tags r:id="rId13"/>
            </p:custDataLst>
          </p:nvPr>
        </p:nvSpPr>
        <p:spPr bwMode="auto">
          <a:xfrm>
            <a:off x="7838648" y="3135921"/>
            <a:ext cx="1463040" cy="1016418"/>
          </a:xfrm>
          <a:prstGeom prst="rect">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365714" tIns="91428" rIns="91396" bIns="45699" numCol="1" rtlCol="0" anchor="ctr" anchorCtr="0" compatLnSpc="1">
            <a:prstTxWarp prst="textNoShape">
              <a:avLst/>
            </a:prstTxWarp>
          </a:bodyPr>
          <a:lstStyle/>
          <a:p>
            <a:pPr algn="ctr" defTabSz="913726" fontAlgn="base">
              <a:spcBef>
                <a:spcPct val="0"/>
              </a:spcBef>
              <a:spcAft>
                <a:spcPct val="0"/>
              </a:spcAft>
            </a:pPr>
            <a:r>
              <a:rPr lang="en-NZ" sz="2000" dirty="0">
                <a:ln>
                  <a:solidFill>
                    <a:schemeClr val="bg1">
                      <a:alpha val="0"/>
                    </a:schemeClr>
                  </a:solidFill>
                </a:ln>
                <a:solidFill>
                  <a:srgbClr val="595959"/>
                </a:solidFill>
              </a:rPr>
              <a:t>IIS2</a:t>
            </a:r>
          </a:p>
          <a:p>
            <a:pPr algn="ctr" defTabSz="913726" fontAlgn="base">
              <a:spcBef>
                <a:spcPct val="0"/>
              </a:spcBef>
              <a:spcAft>
                <a:spcPct val="0"/>
              </a:spcAft>
            </a:pPr>
            <a:endParaRPr lang="en-NZ" sz="2000" dirty="0">
              <a:ln>
                <a:solidFill>
                  <a:schemeClr val="bg1">
                    <a:alpha val="0"/>
                  </a:schemeClr>
                </a:solidFill>
              </a:ln>
              <a:solidFill>
                <a:srgbClr val="595959"/>
              </a:solidFill>
            </a:endParaRPr>
          </a:p>
        </p:txBody>
      </p:sp>
      <p:sp>
        <p:nvSpPr>
          <p:cNvPr id="17" name="Rectangle 16"/>
          <p:cNvSpPr/>
          <p:nvPr>
            <p:custDataLst>
              <p:tags r:id="rId14"/>
            </p:custDataLst>
          </p:nvPr>
        </p:nvSpPr>
        <p:spPr bwMode="auto">
          <a:xfrm>
            <a:off x="7838648" y="5033969"/>
            <a:ext cx="1463040" cy="1058483"/>
          </a:xfrm>
          <a:prstGeom prst="rect">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365714" tIns="91428" rIns="91396" bIns="45699" numCol="1" rtlCol="0" anchor="ctr" anchorCtr="0" compatLnSpc="1">
            <a:prstTxWarp prst="textNoShape">
              <a:avLst/>
            </a:prstTxWarp>
          </a:bodyPr>
          <a:lstStyle/>
          <a:p>
            <a:pPr algn="ctr" defTabSz="913726" fontAlgn="base">
              <a:spcBef>
                <a:spcPct val="0"/>
              </a:spcBef>
              <a:spcAft>
                <a:spcPct val="0"/>
              </a:spcAft>
            </a:pPr>
            <a:r>
              <a:rPr lang="en-NZ" sz="2000" dirty="0">
                <a:ln>
                  <a:solidFill>
                    <a:schemeClr val="bg1">
                      <a:alpha val="0"/>
                    </a:schemeClr>
                  </a:solidFill>
                </a:ln>
                <a:solidFill>
                  <a:srgbClr val="595959"/>
                </a:solidFill>
              </a:rPr>
              <a:t>SQL2</a:t>
            </a:r>
          </a:p>
          <a:p>
            <a:pPr algn="ctr" defTabSz="913726" fontAlgn="base">
              <a:spcBef>
                <a:spcPct val="0"/>
              </a:spcBef>
              <a:spcAft>
                <a:spcPct val="0"/>
              </a:spcAft>
            </a:pPr>
            <a:endParaRPr lang="en-NZ" sz="2000" dirty="0">
              <a:ln>
                <a:solidFill>
                  <a:schemeClr val="bg1">
                    <a:alpha val="0"/>
                  </a:schemeClr>
                </a:solidFill>
              </a:ln>
              <a:solidFill>
                <a:srgbClr val="595959"/>
              </a:solidFill>
            </a:endParaRPr>
          </a:p>
        </p:txBody>
      </p:sp>
      <p:sp>
        <p:nvSpPr>
          <p:cNvPr id="20" name="Rectangle 19"/>
          <p:cNvSpPr/>
          <p:nvPr/>
        </p:nvSpPr>
        <p:spPr>
          <a:xfrm>
            <a:off x="8128130" y="3787237"/>
            <a:ext cx="914557" cy="410182"/>
          </a:xfrm>
          <a:prstGeom prst="rect">
            <a:avLst/>
          </a:prstGeom>
        </p:spPr>
        <p:txBody>
          <a:bodyPr wrap="none" lIns="121862" tIns="60931" rIns="121862" bIns="60931">
            <a:spAutoFit/>
          </a:bodyPr>
          <a:lstStyle/>
          <a:p>
            <a:pPr algn="ctr" defTabSz="913802" fontAlgn="base">
              <a:spcBef>
                <a:spcPct val="0"/>
              </a:spcBef>
              <a:spcAft>
                <a:spcPct val="0"/>
              </a:spcAft>
            </a:pPr>
            <a:r>
              <a:rPr lang="en-US" sz="1866" dirty="0">
                <a:ln>
                  <a:solidFill>
                    <a:schemeClr val="bg1">
                      <a:alpha val="0"/>
                    </a:schemeClr>
                  </a:solidFill>
                </a:ln>
                <a:solidFill>
                  <a:srgbClr val="595959"/>
                </a:solidFill>
              </a:rPr>
              <a:t>UD #2</a:t>
            </a:r>
          </a:p>
        </p:txBody>
      </p:sp>
      <p:sp>
        <p:nvSpPr>
          <p:cNvPr id="22" name="Rectangle 21"/>
          <p:cNvSpPr/>
          <p:nvPr/>
        </p:nvSpPr>
        <p:spPr>
          <a:xfrm>
            <a:off x="8112887" y="5628524"/>
            <a:ext cx="914557" cy="410182"/>
          </a:xfrm>
          <a:prstGeom prst="rect">
            <a:avLst/>
          </a:prstGeom>
        </p:spPr>
        <p:txBody>
          <a:bodyPr wrap="none" lIns="121862" tIns="60931" rIns="121862" bIns="60931">
            <a:spAutoFit/>
          </a:bodyPr>
          <a:lstStyle/>
          <a:p>
            <a:pPr algn="ctr" defTabSz="913802" fontAlgn="base">
              <a:spcBef>
                <a:spcPct val="0"/>
              </a:spcBef>
              <a:spcAft>
                <a:spcPct val="0"/>
              </a:spcAft>
            </a:pPr>
            <a:r>
              <a:rPr lang="en-US" sz="1866" dirty="0">
                <a:ln>
                  <a:solidFill>
                    <a:schemeClr val="bg1">
                      <a:alpha val="0"/>
                    </a:schemeClr>
                  </a:solidFill>
                </a:ln>
                <a:solidFill>
                  <a:srgbClr val="595959"/>
                </a:solidFill>
              </a:rPr>
              <a:t>UD #2</a:t>
            </a:r>
          </a:p>
        </p:txBody>
      </p:sp>
      <p:sp>
        <p:nvSpPr>
          <p:cNvPr id="2" name="TextBox 1"/>
          <p:cNvSpPr txBox="1"/>
          <p:nvPr/>
        </p:nvSpPr>
        <p:spPr>
          <a:xfrm>
            <a:off x="3202034" y="3863380"/>
            <a:ext cx="668453" cy="258404"/>
          </a:xfrm>
          <a:prstGeom prst="rect">
            <a:avLst/>
          </a:prstGeom>
          <a:noFill/>
        </p:spPr>
        <p:txBody>
          <a:bodyPr wrap="none" lIns="0" tIns="0" rIns="0" bIns="0" rtlCol="0">
            <a:spAutoFit/>
          </a:bodyPr>
          <a:lstStyle/>
          <a:p>
            <a:pPr>
              <a:lnSpc>
                <a:spcPct val="90000"/>
              </a:lnSpc>
              <a:spcBef>
                <a:spcPct val="20000"/>
              </a:spcBef>
              <a:buSzPct val="80000"/>
            </a:pPr>
            <a:r>
              <a:rPr lang="en-US" sz="1866" dirty="0">
                <a:ln>
                  <a:solidFill>
                    <a:schemeClr val="bg1">
                      <a:alpha val="0"/>
                    </a:schemeClr>
                  </a:solidFill>
                </a:ln>
                <a:solidFill>
                  <a:srgbClr val="595959"/>
                </a:solidFill>
              </a:rPr>
              <a:t>UD #1</a:t>
            </a:r>
            <a:endParaRPr lang="en-US" sz="1866" dirty="0">
              <a:gradFill>
                <a:gsLst>
                  <a:gs pos="0">
                    <a:srgbClr val="292929">
                      <a:lumMod val="90000"/>
                      <a:lumOff val="10000"/>
                    </a:srgbClr>
                  </a:gs>
                  <a:gs pos="86000">
                    <a:srgbClr val="292929">
                      <a:lumMod val="90000"/>
                      <a:lumOff val="10000"/>
                    </a:srgbClr>
                  </a:gs>
                </a:gsLst>
                <a:lin ang="5400000" scaled="0"/>
              </a:gradFill>
            </a:endParaRPr>
          </a:p>
        </p:txBody>
      </p:sp>
      <p:sp>
        <p:nvSpPr>
          <p:cNvPr id="18" name="Rectangle 17"/>
          <p:cNvSpPr/>
          <p:nvPr/>
        </p:nvSpPr>
        <p:spPr>
          <a:xfrm>
            <a:off x="3142471" y="5607630"/>
            <a:ext cx="914557" cy="410182"/>
          </a:xfrm>
          <a:prstGeom prst="rect">
            <a:avLst/>
          </a:prstGeom>
        </p:spPr>
        <p:txBody>
          <a:bodyPr wrap="none" lIns="121862" tIns="60931" rIns="121862" bIns="60931">
            <a:spAutoFit/>
          </a:bodyPr>
          <a:lstStyle/>
          <a:p>
            <a:pPr algn="ctr" defTabSz="913802" fontAlgn="base">
              <a:spcBef>
                <a:spcPct val="0"/>
              </a:spcBef>
              <a:spcAft>
                <a:spcPct val="0"/>
              </a:spcAft>
            </a:pPr>
            <a:r>
              <a:rPr lang="en-US" sz="1866" dirty="0">
                <a:ln>
                  <a:solidFill>
                    <a:schemeClr val="bg1">
                      <a:alpha val="0"/>
                    </a:schemeClr>
                  </a:solidFill>
                </a:ln>
                <a:solidFill>
                  <a:srgbClr val="595959"/>
                </a:solidFill>
              </a:rPr>
              <a:t>UD #1</a:t>
            </a:r>
          </a:p>
        </p:txBody>
      </p:sp>
      <p:sp>
        <p:nvSpPr>
          <p:cNvPr id="23" name="Freeform 62"/>
          <p:cNvSpPr>
            <a:spLocks noEditPoints="1"/>
          </p:cNvSpPr>
          <p:nvPr/>
        </p:nvSpPr>
        <p:spPr bwMode="black">
          <a:xfrm>
            <a:off x="2951345" y="3308489"/>
            <a:ext cx="395326" cy="395120"/>
          </a:xfrm>
          <a:custGeom>
            <a:avLst/>
            <a:gdLst>
              <a:gd name="T0" fmla="*/ 189 w 189"/>
              <a:gd name="T1" fmla="*/ 94 h 189"/>
              <a:gd name="T2" fmla="*/ 0 w 189"/>
              <a:gd name="T3" fmla="*/ 94 h 189"/>
              <a:gd name="T4" fmla="*/ 129 w 189"/>
              <a:gd name="T5" fmla="*/ 172 h 189"/>
              <a:gd name="T6" fmla="*/ 124 w 189"/>
              <a:gd name="T7" fmla="*/ 123 h 189"/>
              <a:gd name="T8" fmla="*/ 123 w 189"/>
              <a:gd name="T9" fmla="*/ 84 h 189"/>
              <a:gd name="T10" fmla="*/ 140 w 189"/>
              <a:gd name="T11" fmla="*/ 85 h 189"/>
              <a:gd name="T12" fmla="*/ 152 w 189"/>
              <a:gd name="T13" fmla="*/ 89 h 189"/>
              <a:gd name="T14" fmla="*/ 158 w 189"/>
              <a:gd name="T15" fmla="*/ 84 h 189"/>
              <a:gd name="T16" fmla="*/ 152 w 189"/>
              <a:gd name="T17" fmla="*/ 82 h 189"/>
              <a:gd name="T18" fmla="*/ 146 w 189"/>
              <a:gd name="T19" fmla="*/ 78 h 189"/>
              <a:gd name="T20" fmla="*/ 139 w 189"/>
              <a:gd name="T21" fmla="*/ 74 h 189"/>
              <a:gd name="T22" fmla="*/ 128 w 189"/>
              <a:gd name="T23" fmla="*/ 80 h 189"/>
              <a:gd name="T24" fmla="*/ 121 w 189"/>
              <a:gd name="T25" fmla="*/ 72 h 189"/>
              <a:gd name="T26" fmla="*/ 132 w 189"/>
              <a:gd name="T27" fmla="*/ 59 h 189"/>
              <a:gd name="T28" fmla="*/ 140 w 189"/>
              <a:gd name="T29" fmla="*/ 57 h 189"/>
              <a:gd name="T30" fmla="*/ 149 w 189"/>
              <a:gd name="T31" fmla="*/ 52 h 189"/>
              <a:gd name="T32" fmla="*/ 148 w 189"/>
              <a:gd name="T33" fmla="*/ 44 h 189"/>
              <a:gd name="T34" fmla="*/ 144 w 189"/>
              <a:gd name="T35" fmla="*/ 46 h 189"/>
              <a:gd name="T36" fmla="*/ 138 w 189"/>
              <a:gd name="T37" fmla="*/ 48 h 189"/>
              <a:gd name="T38" fmla="*/ 147 w 189"/>
              <a:gd name="T39" fmla="*/ 28 h 189"/>
              <a:gd name="T40" fmla="*/ 108 w 189"/>
              <a:gd name="T41" fmla="*/ 11 h 189"/>
              <a:gd name="T42" fmla="*/ 90 w 189"/>
              <a:gd name="T43" fmla="*/ 43 h 189"/>
              <a:gd name="T44" fmla="*/ 78 w 189"/>
              <a:gd name="T45" fmla="*/ 21 h 189"/>
              <a:gd name="T46" fmla="*/ 69 w 189"/>
              <a:gd name="T47" fmla="*/ 13 h 189"/>
              <a:gd name="T48" fmla="*/ 60 w 189"/>
              <a:gd name="T49" fmla="*/ 23 h 189"/>
              <a:gd name="T50" fmla="*/ 72 w 189"/>
              <a:gd name="T51" fmla="*/ 43 h 189"/>
              <a:gd name="T52" fmla="*/ 59 w 189"/>
              <a:gd name="T53" fmla="*/ 31 h 189"/>
              <a:gd name="T54" fmla="*/ 44 w 189"/>
              <a:gd name="T55" fmla="*/ 49 h 189"/>
              <a:gd name="T56" fmla="*/ 57 w 189"/>
              <a:gd name="T57" fmla="*/ 47 h 189"/>
              <a:gd name="T58" fmla="*/ 73 w 189"/>
              <a:gd name="T59" fmla="*/ 70 h 189"/>
              <a:gd name="T60" fmla="*/ 47 w 189"/>
              <a:gd name="T61" fmla="*/ 100 h 189"/>
              <a:gd name="T62" fmla="*/ 31 w 189"/>
              <a:gd name="T63" fmla="*/ 97 h 189"/>
              <a:gd name="T64" fmla="*/ 40 w 189"/>
              <a:gd name="T65" fmla="*/ 103 h 189"/>
              <a:gd name="T66" fmla="*/ 42 w 189"/>
              <a:gd name="T67" fmla="*/ 116 h 189"/>
              <a:gd name="T68" fmla="*/ 81 w 189"/>
              <a:gd name="T69" fmla="*/ 132 h 189"/>
              <a:gd name="T70" fmla="*/ 67 w 189"/>
              <a:gd name="T71" fmla="*/ 175 h 189"/>
              <a:gd name="T72" fmla="*/ 129 w 189"/>
              <a:gd name="T73" fmla="*/ 172 h 189"/>
              <a:gd name="T74" fmla="*/ 172 w 189"/>
              <a:gd name="T75" fmla="*/ 115 h 189"/>
              <a:gd name="T76" fmla="*/ 172 w 189"/>
              <a:gd name="T77" fmla="*/ 118 h 189"/>
              <a:gd name="T78" fmla="*/ 177 w 189"/>
              <a:gd name="T79" fmla="*/ 114 h 189"/>
              <a:gd name="T80" fmla="*/ 156 w 189"/>
              <a:gd name="T81" fmla="*/ 152 h 189"/>
              <a:gd name="T82" fmla="*/ 52 w 189"/>
              <a:gd name="T83" fmla="*/ 168 h 189"/>
              <a:gd name="T84" fmla="*/ 47 w 189"/>
              <a:gd name="T85" fmla="*/ 126 h 189"/>
              <a:gd name="T86" fmla="*/ 42 w 189"/>
              <a:gd name="T87" fmla="*/ 121 h 189"/>
              <a:gd name="T88" fmla="*/ 20 w 189"/>
              <a:gd name="T89" fmla="*/ 103 h 189"/>
              <a:gd name="T90" fmla="*/ 9 w 189"/>
              <a:gd name="T91" fmla="*/ 94 h 189"/>
              <a:gd name="T92" fmla="*/ 108 w 189"/>
              <a:gd name="T93" fmla="*/ 41 h 189"/>
              <a:gd name="T94" fmla="*/ 108 w 189"/>
              <a:gd name="T95" fmla="*/ 41 h 189"/>
              <a:gd name="T96" fmla="*/ 129 w 189"/>
              <a:gd name="T97" fmla="*/ 58 h 189"/>
              <a:gd name="T98" fmla="*/ 125 w 189"/>
              <a:gd name="T99" fmla="*/ 49 h 189"/>
              <a:gd name="T100" fmla="*/ 160 w 189"/>
              <a:gd name="T101" fmla="*/ 69 h 189"/>
              <a:gd name="T102" fmla="*/ 158 w 189"/>
              <a:gd name="T103" fmla="*/ 77 h 189"/>
              <a:gd name="T104" fmla="*/ 59 w 189"/>
              <a:gd name="T105" fmla="*/ 106 h 189"/>
              <a:gd name="T106" fmla="*/ 46 w 189"/>
              <a:gd name="T107" fmla="*/ 102 h 1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89" h="189">
                <a:moveTo>
                  <a:pt x="94" y="0"/>
                </a:moveTo>
                <a:cubicBezTo>
                  <a:pt x="146" y="0"/>
                  <a:pt x="189" y="42"/>
                  <a:pt x="189" y="94"/>
                </a:cubicBezTo>
                <a:cubicBezTo>
                  <a:pt x="189" y="147"/>
                  <a:pt x="146" y="189"/>
                  <a:pt x="94" y="189"/>
                </a:cubicBezTo>
                <a:cubicBezTo>
                  <a:pt x="42" y="189"/>
                  <a:pt x="0" y="147"/>
                  <a:pt x="0" y="94"/>
                </a:cubicBezTo>
                <a:cubicBezTo>
                  <a:pt x="0" y="42"/>
                  <a:pt x="42" y="0"/>
                  <a:pt x="94" y="0"/>
                </a:cubicBezTo>
                <a:close/>
                <a:moveTo>
                  <a:pt x="129" y="172"/>
                </a:moveTo>
                <a:cubicBezTo>
                  <a:pt x="126" y="156"/>
                  <a:pt x="135" y="129"/>
                  <a:pt x="130" y="124"/>
                </a:cubicBezTo>
                <a:cubicBezTo>
                  <a:pt x="128" y="123"/>
                  <a:pt x="126" y="122"/>
                  <a:pt x="124" y="123"/>
                </a:cubicBezTo>
                <a:cubicBezTo>
                  <a:pt x="120" y="124"/>
                  <a:pt x="116" y="126"/>
                  <a:pt x="113" y="125"/>
                </a:cubicBezTo>
                <a:cubicBezTo>
                  <a:pt x="96" y="117"/>
                  <a:pt x="106" y="90"/>
                  <a:pt x="123" y="84"/>
                </a:cubicBezTo>
                <a:cubicBezTo>
                  <a:pt x="126" y="83"/>
                  <a:pt x="129" y="83"/>
                  <a:pt x="132" y="83"/>
                </a:cubicBezTo>
                <a:cubicBezTo>
                  <a:pt x="137" y="82"/>
                  <a:pt x="140" y="82"/>
                  <a:pt x="140" y="85"/>
                </a:cubicBezTo>
                <a:cubicBezTo>
                  <a:pt x="140" y="89"/>
                  <a:pt x="148" y="92"/>
                  <a:pt x="150" y="92"/>
                </a:cubicBezTo>
                <a:cubicBezTo>
                  <a:pt x="151" y="92"/>
                  <a:pt x="151" y="89"/>
                  <a:pt x="152" y="89"/>
                </a:cubicBezTo>
                <a:cubicBezTo>
                  <a:pt x="159" y="89"/>
                  <a:pt x="164" y="93"/>
                  <a:pt x="165" y="90"/>
                </a:cubicBezTo>
                <a:cubicBezTo>
                  <a:pt x="167" y="80"/>
                  <a:pt x="166" y="85"/>
                  <a:pt x="158" y="84"/>
                </a:cubicBezTo>
                <a:cubicBezTo>
                  <a:pt x="155" y="83"/>
                  <a:pt x="157" y="78"/>
                  <a:pt x="154" y="78"/>
                </a:cubicBezTo>
                <a:cubicBezTo>
                  <a:pt x="152" y="77"/>
                  <a:pt x="155" y="84"/>
                  <a:pt x="152" y="82"/>
                </a:cubicBezTo>
                <a:cubicBezTo>
                  <a:pt x="148" y="79"/>
                  <a:pt x="146" y="72"/>
                  <a:pt x="142" y="71"/>
                </a:cubicBezTo>
                <a:cubicBezTo>
                  <a:pt x="137" y="70"/>
                  <a:pt x="145" y="75"/>
                  <a:pt x="146" y="78"/>
                </a:cubicBezTo>
                <a:cubicBezTo>
                  <a:pt x="147" y="81"/>
                  <a:pt x="143" y="85"/>
                  <a:pt x="141" y="82"/>
                </a:cubicBezTo>
                <a:cubicBezTo>
                  <a:pt x="140" y="81"/>
                  <a:pt x="145" y="78"/>
                  <a:pt x="139" y="74"/>
                </a:cubicBezTo>
                <a:cubicBezTo>
                  <a:pt x="138" y="72"/>
                  <a:pt x="135" y="72"/>
                  <a:pt x="133" y="74"/>
                </a:cubicBezTo>
                <a:cubicBezTo>
                  <a:pt x="130" y="77"/>
                  <a:pt x="129" y="80"/>
                  <a:pt x="128" y="80"/>
                </a:cubicBezTo>
                <a:cubicBezTo>
                  <a:pt x="125" y="82"/>
                  <a:pt x="123" y="82"/>
                  <a:pt x="120" y="81"/>
                </a:cubicBezTo>
                <a:cubicBezTo>
                  <a:pt x="116" y="80"/>
                  <a:pt x="117" y="71"/>
                  <a:pt x="121" y="72"/>
                </a:cubicBezTo>
                <a:cubicBezTo>
                  <a:pt x="133" y="75"/>
                  <a:pt x="122" y="68"/>
                  <a:pt x="125" y="66"/>
                </a:cubicBezTo>
                <a:cubicBezTo>
                  <a:pt x="126" y="65"/>
                  <a:pt x="130" y="62"/>
                  <a:pt x="132" y="59"/>
                </a:cubicBezTo>
                <a:cubicBezTo>
                  <a:pt x="134" y="57"/>
                  <a:pt x="133" y="51"/>
                  <a:pt x="137" y="52"/>
                </a:cubicBezTo>
                <a:cubicBezTo>
                  <a:pt x="139" y="52"/>
                  <a:pt x="138" y="56"/>
                  <a:pt x="140" y="57"/>
                </a:cubicBezTo>
                <a:cubicBezTo>
                  <a:pt x="141" y="58"/>
                  <a:pt x="144" y="57"/>
                  <a:pt x="146" y="57"/>
                </a:cubicBezTo>
                <a:cubicBezTo>
                  <a:pt x="149" y="57"/>
                  <a:pt x="149" y="55"/>
                  <a:pt x="149" y="52"/>
                </a:cubicBezTo>
                <a:cubicBezTo>
                  <a:pt x="149" y="48"/>
                  <a:pt x="156" y="49"/>
                  <a:pt x="156" y="47"/>
                </a:cubicBezTo>
                <a:cubicBezTo>
                  <a:pt x="155" y="44"/>
                  <a:pt x="148" y="48"/>
                  <a:pt x="148" y="44"/>
                </a:cubicBezTo>
                <a:cubicBezTo>
                  <a:pt x="148" y="39"/>
                  <a:pt x="154" y="38"/>
                  <a:pt x="150" y="37"/>
                </a:cubicBezTo>
                <a:cubicBezTo>
                  <a:pt x="147" y="36"/>
                  <a:pt x="143" y="39"/>
                  <a:pt x="144" y="46"/>
                </a:cubicBezTo>
                <a:cubicBezTo>
                  <a:pt x="145" y="53"/>
                  <a:pt x="146" y="56"/>
                  <a:pt x="141" y="54"/>
                </a:cubicBezTo>
                <a:cubicBezTo>
                  <a:pt x="137" y="51"/>
                  <a:pt x="142" y="46"/>
                  <a:pt x="138" y="48"/>
                </a:cubicBezTo>
                <a:cubicBezTo>
                  <a:pt x="135" y="50"/>
                  <a:pt x="133" y="51"/>
                  <a:pt x="133" y="46"/>
                </a:cubicBezTo>
                <a:cubicBezTo>
                  <a:pt x="133" y="42"/>
                  <a:pt x="141" y="30"/>
                  <a:pt x="147" y="28"/>
                </a:cubicBezTo>
                <a:cubicBezTo>
                  <a:pt x="136" y="19"/>
                  <a:pt x="123" y="13"/>
                  <a:pt x="108" y="11"/>
                </a:cubicBezTo>
                <a:cubicBezTo>
                  <a:pt x="108" y="11"/>
                  <a:pt x="108" y="11"/>
                  <a:pt x="108" y="11"/>
                </a:cubicBezTo>
                <a:cubicBezTo>
                  <a:pt x="108" y="19"/>
                  <a:pt x="108" y="24"/>
                  <a:pt x="107" y="28"/>
                </a:cubicBezTo>
                <a:cubicBezTo>
                  <a:pt x="107" y="33"/>
                  <a:pt x="92" y="34"/>
                  <a:pt x="90" y="43"/>
                </a:cubicBezTo>
                <a:cubicBezTo>
                  <a:pt x="88" y="51"/>
                  <a:pt x="85" y="46"/>
                  <a:pt x="80" y="40"/>
                </a:cubicBezTo>
                <a:cubicBezTo>
                  <a:pt x="75" y="34"/>
                  <a:pt x="81" y="26"/>
                  <a:pt x="78" y="21"/>
                </a:cubicBezTo>
                <a:cubicBezTo>
                  <a:pt x="76" y="16"/>
                  <a:pt x="67" y="23"/>
                  <a:pt x="67" y="18"/>
                </a:cubicBezTo>
                <a:cubicBezTo>
                  <a:pt x="67" y="16"/>
                  <a:pt x="69" y="14"/>
                  <a:pt x="69" y="13"/>
                </a:cubicBezTo>
                <a:cubicBezTo>
                  <a:pt x="68" y="14"/>
                  <a:pt x="67" y="14"/>
                  <a:pt x="66" y="14"/>
                </a:cubicBezTo>
                <a:cubicBezTo>
                  <a:pt x="63" y="16"/>
                  <a:pt x="61" y="22"/>
                  <a:pt x="60" y="23"/>
                </a:cubicBezTo>
                <a:cubicBezTo>
                  <a:pt x="57" y="27"/>
                  <a:pt x="64" y="26"/>
                  <a:pt x="67" y="30"/>
                </a:cubicBezTo>
                <a:cubicBezTo>
                  <a:pt x="71" y="36"/>
                  <a:pt x="74" y="40"/>
                  <a:pt x="72" y="43"/>
                </a:cubicBezTo>
                <a:cubicBezTo>
                  <a:pt x="71" y="46"/>
                  <a:pt x="59" y="43"/>
                  <a:pt x="61" y="38"/>
                </a:cubicBezTo>
                <a:cubicBezTo>
                  <a:pt x="64" y="33"/>
                  <a:pt x="62" y="32"/>
                  <a:pt x="59" y="31"/>
                </a:cubicBezTo>
                <a:cubicBezTo>
                  <a:pt x="56" y="31"/>
                  <a:pt x="56" y="35"/>
                  <a:pt x="56" y="40"/>
                </a:cubicBezTo>
                <a:cubicBezTo>
                  <a:pt x="56" y="44"/>
                  <a:pt x="48" y="45"/>
                  <a:pt x="44" y="49"/>
                </a:cubicBezTo>
                <a:cubicBezTo>
                  <a:pt x="40" y="54"/>
                  <a:pt x="47" y="58"/>
                  <a:pt x="53" y="60"/>
                </a:cubicBezTo>
                <a:cubicBezTo>
                  <a:pt x="59" y="62"/>
                  <a:pt x="55" y="52"/>
                  <a:pt x="57" y="47"/>
                </a:cubicBezTo>
                <a:cubicBezTo>
                  <a:pt x="59" y="40"/>
                  <a:pt x="66" y="46"/>
                  <a:pt x="71" y="52"/>
                </a:cubicBezTo>
                <a:cubicBezTo>
                  <a:pt x="75" y="58"/>
                  <a:pt x="82" y="66"/>
                  <a:pt x="73" y="70"/>
                </a:cubicBezTo>
                <a:cubicBezTo>
                  <a:pt x="58" y="76"/>
                  <a:pt x="52" y="83"/>
                  <a:pt x="49" y="89"/>
                </a:cubicBezTo>
                <a:cubicBezTo>
                  <a:pt x="46" y="95"/>
                  <a:pt x="49" y="98"/>
                  <a:pt x="47" y="100"/>
                </a:cubicBezTo>
                <a:cubicBezTo>
                  <a:pt x="45" y="102"/>
                  <a:pt x="45" y="99"/>
                  <a:pt x="43" y="94"/>
                </a:cubicBezTo>
                <a:cubicBezTo>
                  <a:pt x="41" y="91"/>
                  <a:pt x="34" y="91"/>
                  <a:pt x="31" y="97"/>
                </a:cubicBezTo>
                <a:cubicBezTo>
                  <a:pt x="29" y="98"/>
                  <a:pt x="29" y="101"/>
                  <a:pt x="29" y="104"/>
                </a:cubicBezTo>
                <a:cubicBezTo>
                  <a:pt x="29" y="114"/>
                  <a:pt x="36" y="101"/>
                  <a:pt x="40" y="103"/>
                </a:cubicBezTo>
                <a:cubicBezTo>
                  <a:pt x="45" y="104"/>
                  <a:pt x="36" y="105"/>
                  <a:pt x="37" y="109"/>
                </a:cubicBezTo>
                <a:cubicBezTo>
                  <a:pt x="38" y="113"/>
                  <a:pt x="44" y="107"/>
                  <a:pt x="42" y="116"/>
                </a:cubicBezTo>
                <a:cubicBezTo>
                  <a:pt x="41" y="121"/>
                  <a:pt x="49" y="117"/>
                  <a:pt x="54" y="115"/>
                </a:cubicBezTo>
                <a:cubicBezTo>
                  <a:pt x="65" y="111"/>
                  <a:pt x="73" y="129"/>
                  <a:pt x="81" y="132"/>
                </a:cubicBezTo>
                <a:cubicBezTo>
                  <a:pt x="90" y="135"/>
                  <a:pt x="93" y="137"/>
                  <a:pt x="91" y="141"/>
                </a:cubicBezTo>
                <a:cubicBezTo>
                  <a:pt x="85" y="153"/>
                  <a:pt x="73" y="161"/>
                  <a:pt x="67" y="175"/>
                </a:cubicBezTo>
                <a:cubicBezTo>
                  <a:pt x="75" y="178"/>
                  <a:pt x="85" y="179"/>
                  <a:pt x="94" y="179"/>
                </a:cubicBezTo>
                <a:cubicBezTo>
                  <a:pt x="107" y="179"/>
                  <a:pt x="118" y="177"/>
                  <a:pt x="129" y="172"/>
                </a:cubicBezTo>
                <a:close/>
                <a:moveTo>
                  <a:pt x="177" y="114"/>
                </a:moveTo>
                <a:cubicBezTo>
                  <a:pt x="175" y="114"/>
                  <a:pt x="173" y="115"/>
                  <a:pt x="172" y="115"/>
                </a:cubicBezTo>
                <a:cubicBezTo>
                  <a:pt x="167" y="113"/>
                  <a:pt x="170" y="93"/>
                  <a:pt x="163" y="94"/>
                </a:cubicBezTo>
                <a:cubicBezTo>
                  <a:pt x="160" y="95"/>
                  <a:pt x="165" y="110"/>
                  <a:pt x="172" y="118"/>
                </a:cubicBezTo>
                <a:cubicBezTo>
                  <a:pt x="173" y="119"/>
                  <a:pt x="174" y="118"/>
                  <a:pt x="176" y="118"/>
                </a:cubicBezTo>
                <a:cubicBezTo>
                  <a:pt x="176" y="117"/>
                  <a:pt x="177" y="115"/>
                  <a:pt x="177" y="114"/>
                </a:cubicBezTo>
                <a:close/>
                <a:moveTo>
                  <a:pt x="172" y="128"/>
                </a:moveTo>
                <a:cubicBezTo>
                  <a:pt x="164" y="126"/>
                  <a:pt x="158" y="144"/>
                  <a:pt x="156" y="152"/>
                </a:cubicBezTo>
                <a:cubicBezTo>
                  <a:pt x="163" y="145"/>
                  <a:pt x="168" y="137"/>
                  <a:pt x="172" y="128"/>
                </a:cubicBezTo>
                <a:close/>
                <a:moveTo>
                  <a:pt x="52" y="168"/>
                </a:moveTo>
                <a:cubicBezTo>
                  <a:pt x="53" y="160"/>
                  <a:pt x="54" y="151"/>
                  <a:pt x="52" y="150"/>
                </a:cubicBezTo>
                <a:cubicBezTo>
                  <a:pt x="45" y="144"/>
                  <a:pt x="40" y="135"/>
                  <a:pt x="47" y="126"/>
                </a:cubicBezTo>
                <a:cubicBezTo>
                  <a:pt x="48" y="125"/>
                  <a:pt x="49" y="124"/>
                  <a:pt x="49" y="122"/>
                </a:cubicBezTo>
                <a:cubicBezTo>
                  <a:pt x="50" y="119"/>
                  <a:pt x="47" y="121"/>
                  <a:pt x="42" y="121"/>
                </a:cubicBezTo>
                <a:cubicBezTo>
                  <a:pt x="37" y="121"/>
                  <a:pt x="41" y="113"/>
                  <a:pt x="31" y="112"/>
                </a:cubicBezTo>
                <a:cubicBezTo>
                  <a:pt x="21" y="111"/>
                  <a:pt x="21" y="109"/>
                  <a:pt x="20" y="103"/>
                </a:cubicBezTo>
                <a:cubicBezTo>
                  <a:pt x="20" y="97"/>
                  <a:pt x="14" y="91"/>
                  <a:pt x="9" y="90"/>
                </a:cubicBezTo>
                <a:cubicBezTo>
                  <a:pt x="9" y="91"/>
                  <a:pt x="9" y="93"/>
                  <a:pt x="9" y="94"/>
                </a:cubicBezTo>
                <a:cubicBezTo>
                  <a:pt x="9" y="126"/>
                  <a:pt x="27" y="154"/>
                  <a:pt x="52" y="168"/>
                </a:cubicBezTo>
                <a:close/>
                <a:moveTo>
                  <a:pt x="108" y="41"/>
                </a:moveTo>
                <a:cubicBezTo>
                  <a:pt x="112" y="43"/>
                  <a:pt x="116" y="40"/>
                  <a:pt x="115" y="37"/>
                </a:cubicBezTo>
                <a:cubicBezTo>
                  <a:pt x="112" y="32"/>
                  <a:pt x="103" y="35"/>
                  <a:pt x="108" y="41"/>
                </a:cubicBezTo>
                <a:close/>
                <a:moveTo>
                  <a:pt x="125" y="49"/>
                </a:moveTo>
                <a:cubicBezTo>
                  <a:pt x="128" y="49"/>
                  <a:pt x="130" y="55"/>
                  <a:pt x="129" y="58"/>
                </a:cubicBezTo>
                <a:cubicBezTo>
                  <a:pt x="127" y="64"/>
                  <a:pt x="122" y="60"/>
                  <a:pt x="121" y="56"/>
                </a:cubicBezTo>
                <a:cubicBezTo>
                  <a:pt x="121" y="52"/>
                  <a:pt x="122" y="49"/>
                  <a:pt x="125" y="49"/>
                </a:cubicBezTo>
                <a:close/>
                <a:moveTo>
                  <a:pt x="158" y="77"/>
                </a:moveTo>
                <a:cubicBezTo>
                  <a:pt x="155" y="74"/>
                  <a:pt x="156" y="70"/>
                  <a:pt x="160" y="69"/>
                </a:cubicBezTo>
                <a:cubicBezTo>
                  <a:pt x="167" y="68"/>
                  <a:pt x="176" y="75"/>
                  <a:pt x="170" y="77"/>
                </a:cubicBezTo>
                <a:cubicBezTo>
                  <a:pt x="167" y="78"/>
                  <a:pt x="162" y="78"/>
                  <a:pt x="158" y="77"/>
                </a:cubicBezTo>
                <a:close/>
                <a:moveTo>
                  <a:pt x="46" y="102"/>
                </a:moveTo>
                <a:cubicBezTo>
                  <a:pt x="49" y="102"/>
                  <a:pt x="57" y="104"/>
                  <a:pt x="59" y="106"/>
                </a:cubicBezTo>
                <a:cubicBezTo>
                  <a:pt x="61" y="109"/>
                  <a:pt x="53" y="108"/>
                  <a:pt x="48" y="106"/>
                </a:cubicBezTo>
                <a:cubicBezTo>
                  <a:pt x="45" y="105"/>
                  <a:pt x="43" y="103"/>
                  <a:pt x="46" y="102"/>
                </a:cubicBezTo>
                <a:close/>
              </a:path>
            </a:pathLst>
          </a:custGeom>
          <a:solidFill>
            <a:schemeClr val="tx1"/>
          </a:solidFill>
          <a:ln>
            <a:noFill/>
          </a:ln>
        </p:spPr>
        <p:txBody>
          <a:bodyPr vert="horz" wrap="square" lIns="82295" tIns="41148" rIns="82295" bIns="41148" numCol="1" anchor="t" anchorCtr="0" compatLnSpc="1">
            <a:prstTxWarp prst="textNoShape">
              <a:avLst/>
            </a:prstTxWarp>
          </a:bodyPr>
          <a:lstStyle/>
          <a:p>
            <a:endParaRPr lang="en-US" sz="1600" dirty="0"/>
          </a:p>
        </p:txBody>
      </p:sp>
      <p:sp>
        <p:nvSpPr>
          <p:cNvPr id="24" name="Freeform 62"/>
          <p:cNvSpPr>
            <a:spLocks noEditPoints="1"/>
          </p:cNvSpPr>
          <p:nvPr/>
        </p:nvSpPr>
        <p:spPr bwMode="black">
          <a:xfrm>
            <a:off x="7924016" y="3321831"/>
            <a:ext cx="395326" cy="395120"/>
          </a:xfrm>
          <a:custGeom>
            <a:avLst/>
            <a:gdLst>
              <a:gd name="T0" fmla="*/ 189 w 189"/>
              <a:gd name="T1" fmla="*/ 94 h 189"/>
              <a:gd name="T2" fmla="*/ 0 w 189"/>
              <a:gd name="T3" fmla="*/ 94 h 189"/>
              <a:gd name="T4" fmla="*/ 129 w 189"/>
              <a:gd name="T5" fmla="*/ 172 h 189"/>
              <a:gd name="T6" fmla="*/ 124 w 189"/>
              <a:gd name="T7" fmla="*/ 123 h 189"/>
              <a:gd name="T8" fmla="*/ 123 w 189"/>
              <a:gd name="T9" fmla="*/ 84 h 189"/>
              <a:gd name="T10" fmla="*/ 140 w 189"/>
              <a:gd name="T11" fmla="*/ 85 h 189"/>
              <a:gd name="T12" fmla="*/ 152 w 189"/>
              <a:gd name="T13" fmla="*/ 89 h 189"/>
              <a:gd name="T14" fmla="*/ 158 w 189"/>
              <a:gd name="T15" fmla="*/ 84 h 189"/>
              <a:gd name="T16" fmla="*/ 152 w 189"/>
              <a:gd name="T17" fmla="*/ 82 h 189"/>
              <a:gd name="T18" fmla="*/ 146 w 189"/>
              <a:gd name="T19" fmla="*/ 78 h 189"/>
              <a:gd name="T20" fmla="*/ 139 w 189"/>
              <a:gd name="T21" fmla="*/ 74 h 189"/>
              <a:gd name="T22" fmla="*/ 128 w 189"/>
              <a:gd name="T23" fmla="*/ 80 h 189"/>
              <a:gd name="T24" fmla="*/ 121 w 189"/>
              <a:gd name="T25" fmla="*/ 72 h 189"/>
              <a:gd name="T26" fmla="*/ 132 w 189"/>
              <a:gd name="T27" fmla="*/ 59 h 189"/>
              <a:gd name="T28" fmla="*/ 140 w 189"/>
              <a:gd name="T29" fmla="*/ 57 h 189"/>
              <a:gd name="T30" fmla="*/ 149 w 189"/>
              <a:gd name="T31" fmla="*/ 52 h 189"/>
              <a:gd name="T32" fmla="*/ 148 w 189"/>
              <a:gd name="T33" fmla="*/ 44 h 189"/>
              <a:gd name="T34" fmla="*/ 144 w 189"/>
              <a:gd name="T35" fmla="*/ 46 h 189"/>
              <a:gd name="T36" fmla="*/ 138 w 189"/>
              <a:gd name="T37" fmla="*/ 48 h 189"/>
              <a:gd name="T38" fmla="*/ 147 w 189"/>
              <a:gd name="T39" fmla="*/ 28 h 189"/>
              <a:gd name="T40" fmla="*/ 108 w 189"/>
              <a:gd name="T41" fmla="*/ 11 h 189"/>
              <a:gd name="T42" fmla="*/ 90 w 189"/>
              <a:gd name="T43" fmla="*/ 43 h 189"/>
              <a:gd name="T44" fmla="*/ 78 w 189"/>
              <a:gd name="T45" fmla="*/ 21 h 189"/>
              <a:gd name="T46" fmla="*/ 69 w 189"/>
              <a:gd name="T47" fmla="*/ 13 h 189"/>
              <a:gd name="T48" fmla="*/ 60 w 189"/>
              <a:gd name="T49" fmla="*/ 23 h 189"/>
              <a:gd name="T50" fmla="*/ 72 w 189"/>
              <a:gd name="T51" fmla="*/ 43 h 189"/>
              <a:gd name="T52" fmla="*/ 59 w 189"/>
              <a:gd name="T53" fmla="*/ 31 h 189"/>
              <a:gd name="T54" fmla="*/ 44 w 189"/>
              <a:gd name="T55" fmla="*/ 49 h 189"/>
              <a:gd name="T56" fmla="*/ 57 w 189"/>
              <a:gd name="T57" fmla="*/ 47 h 189"/>
              <a:gd name="T58" fmla="*/ 73 w 189"/>
              <a:gd name="T59" fmla="*/ 70 h 189"/>
              <a:gd name="T60" fmla="*/ 47 w 189"/>
              <a:gd name="T61" fmla="*/ 100 h 189"/>
              <a:gd name="T62" fmla="*/ 31 w 189"/>
              <a:gd name="T63" fmla="*/ 97 h 189"/>
              <a:gd name="T64" fmla="*/ 40 w 189"/>
              <a:gd name="T65" fmla="*/ 103 h 189"/>
              <a:gd name="T66" fmla="*/ 42 w 189"/>
              <a:gd name="T67" fmla="*/ 116 h 189"/>
              <a:gd name="T68" fmla="*/ 81 w 189"/>
              <a:gd name="T69" fmla="*/ 132 h 189"/>
              <a:gd name="T70" fmla="*/ 67 w 189"/>
              <a:gd name="T71" fmla="*/ 175 h 189"/>
              <a:gd name="T72" fmla="*/ 129 w 189"/>
              <a:gd name="T73" fmla="*/ 172 h 189"/>
              <a:gd name="T74" fmla="*/ 172 w 189"/>
              <a:gd name="T75" fmla="*/ 115 h 189"/>
              <a:gd name="T76" fmla="*/ 172 w 189"/>
              <a:gd name="T77" fmla="*/ 118 h 189"/>
              <a:gd name="T78" fmla="*/ 177 w 189"/>
              <a:gd name="T79" fmla="*/ 114 h 189"/>
              <a:gd name="T80" fmla="*/ 156 w 189"/>
              <a:gd name="T81" fmla="*/ 152 h 189"/>
              <a:gd name="T82" fmla="*/ 52 w 189"/>
              <a:gd name="T83" fmla="*/ 168 h 189"/>
              <a:gd name="T84" fmla="*/ 47 w 189"/>
              <a:gd name="T85" fmla="*/ 126 h 189"/>
              <a:gd name="T86" fmla="*/ 42 w 189"/>
              <a:gd name="T87" fmla="*/ 121 h 189"/>
              <a:gd name="T88" fmla="*/ 20 w 189"/>
              <a:gd name="T89" fmla="*/ 103 h 189"/>
              <a:gd name="T90" fmla="*/ 9 w 189"/>
              <a:gd name="T91" fmla="*/ 94 h 189"/>
              <a:gd name="T92" fmla="*/ 108 w 189"/>
              <a:gd name="T93" fmla="*/ 41 h 189"/>
              <a:gd name="T94" fmla="*/ 108 w 189"/>
              <a:gd name="T95" fmla="*/ 41 h 189"/>
              <a:gd name="T96" fmla="*/ 129 w 189"/>
              <a:gd name="T97" fmla="*/ 58 h 189"/>
              <a:gd name="T98" fmla="*/ 125 w 189"/>
              <a:gd name="T99" fmla="*/ 49 h 189"/>
              <a:gd name="T100" fmla="*/ 160 w 189"/>
              <a:gd name="T101" fmla="*/ 69 h 189"/>
              <a:gd name="T102" fmla="*/ 158 w 189"/>
              <a:gd name="T103" fmla="*/ 77 h 189"/>
              <a:gd name="T104" fmla="*/ 59 w 189"/>
              <a:gd name="T105" fmla="*/ 106 h 189"/>
              <a:gd name="T106" fmla="*/ 46 w 189"/>
              <a:gd name="T107" fmla="*/ 102 h 1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89" h="189">
                <a:moveTo>
                  <a:pt x="94" y="0"/>
                </a:moveTo>
                <a:cubicBezTo>
                  <a:pt x="146" y="0"/>
                  <a:pt x="189" y="42"/>
                  <a:pt x="189" y="94"/>
                </a:cubicBezTo>
                <a:cubicBezTo>
                  <a:pt x="189" y="147"/>
                  <a:pt x="146" y="189"/>
                  <a:pt x="94" y="189"/>
                </a:cubicBezTo>
                <a:cubicBezTo>
                  <a:pt x="42" y="189"/>
                  <a:pt x="0" y="147"/>
                  <a:pt x="0" y="94"/>
                </a:cubicBezTo>
                <a:cubicBezTo>
                  <a:pt x="0" y="42"/>
                  <a:pt x="42" y="0"/>
                  <a:pt x="94" y="0"/>
                </a:cubicBezTo>
                <a:close/>
                <a:moveTo>
                  <a:pt x="129" y="172"/>
                </a:moveTo>
                <a:cubicBezTo>
                  <a:pt x="126" y="156"/>
                  <a:pt x="135" y="129"/>
                  <a:pt x="130" y="124"/>
                </a:cubicBezTo>
                <a:cubicBezTo>
                  <a:pt x="128" y="123"/>
                  <a:pt x="126" y="122"/>
                  <a:pt x="124" y="123"/>
                </a:cubicBezTo>
                <a:cubicBezTo>
                  <a:pt x="120" y="124"/>
                  <a:pt x="116" y="126"/>
                  <a:pt x="113" y="125"/>
                </a:cubicBezTo>
                <a:cubicBezTo>
                  <a:pt x="96" y="117"/>
                  <a:pt x="106" y="90"/>
                  <a:pt x="123" y="84"/>
                </a:cubicBezTo>
                <a:cubicBezTo>
                  <a:pt x="126" y="83"/>
                  <a:pt x="129" y="83"/>
                  <a:pt x="132" y="83"/>
                </a:cubicBezTo>
                <a:cubicBezTo>
                  <a:pt x="137" y="82"/>
                  <a:pt x="140" y="82"/>
                  <a:pt x="140" y="85"/>
                </a:cubicBezTo>
                <a:cubicBezTo>
                  <a:pt x="140" y="89"/>
                  <a:pt x="148" y="92"/>
                  <a:pt x="150" y="92"/>
                </a:cubicBezTo>
                <a:cubicBezTo>
                  <a:pt x="151" y="92"/>
                  <a:pt x="151" y="89"/>
                  <a:pt x="152" y="89"/>
                </a:cubicBezTo>
                <a:cubicBezTo>
                  <a:pt x="159" y="89"/>
                  <a:pt x="164" y="93"/>
                  <a:pt x="165" y="90"/>
                </a:cubicBezTo>
                <a:cubicBezTo>
                  <a:pt x="167" y="80"/>
                  <a:pt x="166" y="85"/>
                  <a:pt x="158" y="84"/>
                </a:cubicBezTo>
                <a:cubicBezTo>
                  <a:pt x="155" y="83"/>
                  <a:pt x="157" y="78"/>
                  <a:pt x="154" y="78"/>
                </a:cubicBezTo>
                <a:cubicBezTo>
                  <a:pt x="152" y="77"/>
                  <a:pt x="155" y="84"/>
                  <a:pt x="152" y="82"/>
                </a:cubicBezTo>
                <a:cubicBezTo>
                  <a:pt x="148" y="79"/>
                  <a:pt x="146" y="72"/>
                  <a:pt x="142" y="71"/>
                </a:cubicBezTo>
                <a:cubicBezTo>
                  <a:pt x="137" y="70"/>
                  <a:pt x="145" y="75"/>
                  <a:pt x="146" y="78"/>
                </a:cubicBezTo>
                <a:cubicBezTo>
                  <a:pt x="147" y="81"/>
                  <a:pt x="143" y="85"/>
                  <a:pt x="141" y="82"/>
                </a:cubicBezTo>
                <a:cubicBezTo>
                  <a:pt x="140" y="81"/>
                  <a:pt x="145" y="78"/>
                  <a:pt x="139" y="74"/>
                </a:cubicBezTo>
                <a:cubicBezTo>
                  <a:pt x="138" y="72"/>
                  <a:pt x="135" y="72"/>
                  <a:pt x="133" y="74"/>
                </a:cubicBezTo>
                <a:cubicBezTo>
                  <a:pt x="130" y="77"/>
                  <a:pt x="129" y="80"/>
                  <a:pt x="128" y="80"/>
                </a:cubicBezTo>
                <a:cubicBezTo>
                  <a:pt x="125" y="82"/>
                  <a:pt x="123" y="82"/>
                  <a:pt x="120" y="81"/>
                </a:cubicBezTo>
                <a:cubicBezTo>
                  <a:pt x="116" y="80"/>
                  <a:pt x="117" y="71"/>
                  <a:pt x="121" y="72"/>
                </a:cubicBezTo>
                <a:cubicBezTo>
                  <a:pt x="133" y="75"/>
                  <a:pt x="122" y="68"/>
                  <a:pt x="125" y="66"/>
                </a:cubicBezTo>
                <a:cubicBezTo>
                  <a:pt x="126" y="65"/>
                  <a:pt x="130" y="62"/>
                  <a:pt x="132" y="59"/>
                </a:cubicBezTo>
                <a:cubicBezTo>
                  <a:pt x="134" y="57"/>
                  <a:pt x="133" y="51"/>
                  <a:pt x="137" y="52"/>
                </a:cubicBezTo>
                <a:cubicBezTo>
                  <a:pt x="139" y="52"/>
                  <a:pt x="138" y="56"/>
                  <a:pt x="140" y="57"/>
                </a:cubicBezTo>
                <a:cubicBezTo>
                  <a:pt x="141" y="58"/>
                  <a:pt x="144" y="57"/>
                  <a:pt x="146" y="57"/>
                </a:cubicBezTo>
                <a:cubicBezTo>
                  <a:pt x="149" y="57"/>
                  <a:pt x="149" y="55"/>
                  <a:pt x="149" y="52"/>
                </a:cubicBezTo>
                <a:cubicBezTo>
                  <a:pt x="149" y="48"/>
                  <a:pt x="156" y="49"/>
                  <a:pt x="156" y="47"/>
                </a:cubicBezTo>
                <a:cubicBezTo>
                  <a:pt x="155" y="44"/>
                  <a:pt x="148" y="48"/>
                  <a:pt x="148" y="44"/>
                </a:cubicBezTo>
                <a:cubicBezTo>
                  <a:pt x="148" y="39"/>
                  <a:pt x="154" y="38"/>
                  <a:pt x="150" y="37"/>
                </a:cubicBezTo>
                <a:cubicBezTo>
                  <a:pt x="147" y="36"/>
                  <a:pt x="143" y="39"/>
                  <a:pt x="144" y="46"/>
                </a:cubicBezTo>
                <a:cubicBezTo>
                  <a:pt x="145" y="53"/>
                  <a:pt x="146" y="56"/>
                  <a:pt x="141" y="54"/>
                </a:cubicBezTo>
                <a:cubicBezTo>
                  <a:pt x="137" y="51"/>
                  <a:pt x="142" y="46"/>
                  <a:pt x="138" y="48"/>
                </a:cubicBezTo>
                <a:cubicBezTo>
                  <a:pt x="135" y="50"/>
                  <a:pt x="133" y="51"/>
                  <a:pt x="133" y="46"/>
                </a:cubicBezTo>
                <a:cubicBezTo>
                  <a:pt x="133" y="42"/>
                  <a:pt x="141" y="30"/>
                  <a:pt x="147" y="28"/>
                </a:cubicBezTo>
                <a:cubicBezTo>
                  <a:pt x="136" y="19"/>
                  <a:pt x="123" y="13"/>
                  <a:pt x="108" y="11"/>
                </a:cubicBezTo>
                <a:cubicBezTo>
                  <a:pt x="108" y="11"/>
                  <a:pt x="108" y="11"/>
                  <a:pt x="108" y="11"/>
                </a:cubicBezTo>
                <a:cubicBezTo>
                  <a:pt x="108" y="19"/>
                  <a:pt x="108" y="24"/>
                  <a:pt x="107" y="28"/>
                </a:cubicBezTo>
                <a:cubicBezTo>
                  <a:pt x="107" y="33"/>
                  <a:pt x="92" y="34"/>
                  <a:pt x="90" y="43"/>
                </a:cubicBezTo>
                <a:cubicBezTo>
                  <a:pt x="88" y="51"/>
                  <a:pt x="85" y="46"/>
                  <a:pt x="80" y="40"/>
                </a:cubicBezTo>
                <a:cubicBezTo>
                  <a:pt x="75" y="34"/>
                  <a:pt x="81" y="26"/>
                  <a:pt x="78" y="21"/>
                </a:cubicBezTo>
                <a:cubicBezTo>
                  <a:pt x="76" y="16"/>
                  <a:pt x="67" y="23"/>
                  <a:pt x="67" y="18"/>
                </a:cubicBezTo>
                <a:cubicBezTo>
                  <a:pt x="67" y="16"/>
                  <a:pt x="69" y="14"/>
                  <a:pt x="69" y="13"/>
                </a:cubicBezTo>
                <a:cubicBezTo>
                  <a:pt x="68" y="14"/>
                  <a:pt x="67" y="14"/>
                  <a:pt x="66" y="14"/>
                </a:cubicBezTo>
                <a:cubicBezTo>
                  <a:pt x="63" y="16"/>
                  <a:pt x="61" y="22"/>
                  <a:pt x="60" y="23"/>
                </a:cubicBezTo>
                <a:cubicBezTo>
                  <a:pt x="57" y="27"/>
                  <a:pt x="64" y="26"/>
                  <a:pt x="67" y="30"/>
                </a:cubicBezTo>
                <a:cubicBezTo>
                  <a:pt x="71" y="36"/>
                  <a:pt x="74" y="40"/>
                  <a:pt x="72" y="43"/>
                </a:cubicBezTo>
                <a:cubicBezTo>
                  <a:pt x="71" y="46"/>
                  <a:pt x="59" y="43"/>
                  <a:pt x="61" y="38"/>
                </a:cubicBezTo>
                <a:cubicBezTo>
                  <a:pt x="64" y="33"/>
                  <a:pt x="62" y="32"/>
                  <a:pt x="59" y="31"/>
                </a:cubicBezTo>
                <a:cubicBezTo>
                  <a:pt x="56" y="31"/>
                  <a:pt x="56" y="35"/>
                  <a:pt x="56" y="40"/>
                </a:cubicBezTo>
                <a:cubicBezTo>
                  <a:pt x="56" y="44"/>
                  <a:pt x="48" y="45"/>
                  <a:pt x="44" y="49"/>
                </a:cubicBezTo>
                <a:cubicBezTo>
                  <a:pt x="40" y="54"/>
                  <a:pt x="47" y="58"/>
                  <a:pt x="53" y="60"/>
                </a:cubicBezTo>
                <a:cubicBezTo>
                  <a:pt x="59" y="62"/>
                  <a:pt x="55" y="52"/>
                  <a:pt x="57" y="47"/>
                </a:cubicBezTo>
                <a:cubicBezTo>
                  <a:pt x="59" y="40"/>
                  <a:pt x="66" y="46"/>
                  <a:pt x="71" y="52"/>
                </a:cubicBezTo>
                <a:cubicBezTo>
                  <a:pt x="75" y="58"/>
                  <a:pt x="82" y="66"/>
                  <a:pt x="73" y="70"/>
                </a:cubicBezTo>
                <a:cubicBezTo>
                  <a:pt x="58" y="76"/>
                  <a:pt x="52" y="83"/>
                  <a:pt x="49" y="89"/>
                </a:cubicBezTo>
                <a:cubicBezTo>
                  <a:pt x="46" y="95"/>
                  <a:pt x="49" y="98"/>
                  <a:pt x="47" y="100"/>
                </a:cubicBezTo>
                <a:cubicBezTo>
                  <a:pt x="45" y="102"/>
                  <a:pt x="45" y="99"/>
                  <a:pt x="43" y="94"/>
                </a:cubicBezTo>
                <a:cubicBezTo>
                  <a:pt x="41" y="91"/>
                  <a:pt x="34" y="91"/>
                  <a:pt x="31" y="97"/>
                </a:cubicBezTo>
                <a:cubicBezTo>
                  <a:pt x="29" y="98"/>
                  <a:pt x="29" y="101"/>
                  <a:pt x="29" y="104"/>
                </a:cubicBezTo>
                <a:cubicBezTo>
                  <a:pt x="29" y="114"/>
                  <a:pt x="36" y="101"/>
                  <a:pt x="40" y="103"/>
                </a:cubicBezTo>
                <a:cubicBezTo>
                  <a:pt x="45" y="104"/>
                  <a:pt x="36" y="105"/>
                  <a:pt x="37" y="109"/>
                </a:cubicBezTo>
                <a:cubicBezTo>
                  <a:pt x="38" y="113"/>
                  <a:pt x="44" y="107"/>
                  <a:pt x="42" y="116"/>
                </a:cubicBezTo>
                <a:cubicBezTo>
                  <a:pt x="41" y="121"/>
                  <a:pt x="49" y="117"/>
                  <a:pt x="54" y="115"/>
                </a:cubicBezTo>
                <a:cubicBezTo>
                  <a:pt x="65" y="111"/>
                  <a:pt x="73" y="129"/>
                  <a:pt x="81" y="132"/>
                </a:cubicBezTo>
                <a:cubicBezTo>
                  <a:pt x="90" y="135"/>
                  <a:pt x="93" y="137"/>
                  <a:pt x="91" y="141"/>
                </a:cubicBezTo>
                <a:cubicBezTo>
                  <a:pt x="85" y="153"/>
                  <a:pt x="73" y="161"/>
                  <a:pt x="67" y="175"/>
                </a:cubicBezTo>
                <a:cubicBezTo>
                  <a:pt x="75" y="178"/>
                  <a:pt x="85" y="179"/>
                  <a:pt x="94" y="179"/>
                </a:cubicBezTo>
                <a:cubicBezTo>
                  <a:pt x="107" y="179"/>
                  <a:pt x="118" y="177"/>
                  <a:pt x="129" y="172"/>
                </a:cubicBezTo>
                <a:close/>
                <a:moveTo>
                  <a:pt x="177" y="114"/>
                </a:moveTo>
                <a:cubicBezTo>
                  <a:pt x="175" y="114"/>
                  <a:pt x="173" y="115"/>
                  <a:pt x="172" y="115"/>
                </a:cubicBezTo>
                <a:cubicBezTo>
                  <a:pt x="167" y="113"/>
                  <a:pt x="170" y="93"/>
                  <a:pt x="163" y="94"/>
                </a:cubicBezTo>
                <a:cubicBezTo>
                  <a:pt x="160" y="95"/>
                  <a:pt x="165" y="110"/>
                  <a:pt x="172" y="118"/>
                </a:cubicBezTo>
                <a:cubicBezTo>
                  <a:pt x="173" y="119"/>
                  <a:pt x="174" y="118"/>
                  <a:pt x="176" y="118"/>
                </a:cubicBezTo>
                <a:cubicBezTo>
                  <a:pt x="176" y="117"/>
                  <a:pt x="177" y="115"/>
                  <a:pt x="177" y="114"/>
                </a:cubicBezTo>
                <a:close/>
                <a:moveTo>
                  <a:pt x="172" y="128"/>
                </a:moveTo>
                <a:cubicBezTo>
                  <a:pt x="164" y="126"/>
                  <a:pt x="158" y="144"/>
                  <a:pt x="156" y="152"/>
                </a:cubicBezTo>
                <a:cubicBezTo>
                  <a:pt x="163" y="145"/>
                  <a:pt x="168" y="137"/>
                  <a:pt x="172" y="128"/>
                </a:cubicBezTo>
                <a:close/>
                <a:moveTo>
                  <a:pt x="52" y="168"/>
                </a:moveTo>
                <a:cubicBezTo>
                  <a:pt x="53" y="160"/>
                  <a:pt x="54" y="151"/>
                  <a:pt x="52" y="150"/>
                </a:cubicBezTo>
                <a:cubicBezTo>
                  <a:pt x="45" y="144"/>
                  <a:pt x="40" y="135"/>
                  <a:pt x="47" y="126"/>
                </a:cubicBezTo>
                <a:cubicBezTo>
                  <a:pt x="48" y="125"/>
                  <a:pt x="49" y="124"/>
                  <a:pt x="49" y="122"/>
                </a:cubicBezTo>
                <a:cubicBezTo>
                  <a:pt x="50" y="119"/>
                  <a:pt x="47" y="121"/>
                  <a:pt x="42" y="121"/>
                </a:cubicBezTo>
                <a:cubicBezTo>
                  <a:pt x="37" y="121"/>
                  <a:pt x="41" y="113"/>
                  <a:pt x="31" y="112"/>
                </a:cubicBezTo>
                <a:cubicBezTo>
                  <a:pt x="21" y="111"/>
                  <a:pt x="21" y="109"/>
                  <a:pt x="20" y="103"/>
                </a:cubicBezTo>
                <a:cubicBezTo>
                  <a:pt x="20" y="97"/>
                  <a:pt x="14" y="91"/>
                  <a:pt x="9" y="90"/>
                </a:cubicBezTo>
                <a:cubicBezTo>
                  <a:pt x="9" y="91"/>
                  <a:pt x="9" y="93"/>
                  <a:pt x="9" y="94"/>
                </a:cubicBezTo>
                <a:cubicBezTo>
                  <a:pt x="9" y="126"/>
                  <a:pt x="27" y="154"/>
                  <a:pt x="52" y="168"/>
                </a:cubicBezTo>
                <a:close/>
                <a:moveTo>
                  <a:pt x="108" y="41"/>
                </a:moveTo>
                <a:cubicBezTo>
                  <a:pt x="112" y="43"/>
                  <a:pt x="116" y="40"/>
                  <a:pt x="115" y="37"/>
                </a:cubicBezTo>
                <a:cubicBezTo>
                  <a:pt x="112" y="32"/>
                  <a:pt x="103" y="35"/>
                  <a:pt x="108" y="41"/>
                </a:cubicBezTo>
                <a:close/>
                <a:moveTo>
                  <a:pt x="125" y="49"/>
                </a:moveTo>
                <a:cubicBezTo>
                  <a:pt x="128" y="49"/>
                  <a:pt x="130" y="55"/>
                  <a:pt x="129" y="58"/>
                </a:cubicBezTo>
                <a:cubicBezTo>
                  <a:pt x="127" y="64"/>
                  <a:pt x="122" y="60"/>
                  <a:pt x="121" y="56"/>
                </a:cubicBezTo>
                <a:cubicBezTo>
                  <a:pt x="121" y="52"/>
                  <a:pt x="122" y="49"/>
                  <a:pt x="125" y="49"/>
                </a:cubicBezTo>
                <a:close/>
                <a:moveTo>
                  <a:pt x="158" y="77"/>
                </a:moveTo>
                <a:cubicBezTo>
                  <a:pt x="155" y="74"/>
                  <a:pt x="156" y="70"/>
                  <a:pt x="160" y="69"/>
                </a:cubicBezTo>
                <a:cubicBezTo>
                  <a:pt x="167" y="68"/>
                  <a:pt x="176" y="75"/>
                  <a:pt x="170" y="77"/>
                </a:cubicBezTo>
                <a:cubicBezTo>
                  <a:pt x="167" y="78"/>
                  <a:pt x="162" y="78"/>
                  <a:pt x="158" y="77"/>
                </a:cubicBezTo>
                <a:close/>
                <a:moveTo>
                  <a:pt x="46" y="102"/>
                </a:moveTo>
                <a:cubicBezTo>
                  <a:pt x="49" y="102"/>
                  <a:pt x="57" y="104"/>
                  <a:pt x="59" y="106"/>
                </a:cubicBezTo>
                <a:cubicBezTo>
                  <a:pt x="61" y="109"/>
                  <a:pt x="53" y="108"/>
                  <a:pt x="48" y="106"/>
                </a:cubicBezTo>
                <a:cubicBezTo>
                  <a:pt x="45" y="105"/>
                  <a:pt x="43" y="103"/>
                  <a:pt x="46" y="102"/>
                </a:cubicBezTo>
                <a:close/>
              </a:path>
            </a:pathLst>
          </a:custGeom>
          <a:solidFill>
            <a:schemeClr val="tx1"/>
          </a:solidFill>
          <a:ln>
            <a:noFill/>
          </a:ln>
        </p:spPr>
        <p:txBody>
          <a:bodyPr vert="horz" wrap="square" lIns="82295" tIns="41148" rIns="82295" bIns="41148" numCol="1" anchor="t" anchorCtr="0" compatLnSpc="1">
            <a:prstTxWarp prst="textNoShape">
              <a:avLst/>
            </a:prstTxWarp>
          </a:bodyPr>
          <a:lstStyle/>
          <a:p>
            <a:endParaRPr lang="en-US" sz="1600" dirty="0"/>
          </a:p>
        </p:txBody>
      </p:sp>
      <p:sp>
        <p:nvSpPr>
          <p:cNvPr id="25" name="Freeform 34"/>
          <p:cNvSpPr>
            <a:spLocks noEditPoints="1"/>
          </p:cNvSpPr>
          <p:nvPr/>
        </p:nvSpPr>
        <p:spPr bwMode="auto">
          <a:xfrm>
            <a:off x="2962635" y="5222894"/>
            <a:ext cx="372746" cy="365679"/>
          </a:xfrm>
          <a:custGeom>
            <a:avLst/>
            <a:gdLst>
              <a:gd name="T0" fmla="*/ 1691 w 1811"/>
              <a:gd name="T1" fmla="*/ 192 h 1777"/>
              <a:gd name="T2" fmla="*/ 907 w 1811"/>
              <a:gd name="T3" fmla="*/ 0 h 1777"/>
              <a:gd name="T4" fmla="*/ 330 w 1811"/>
              <a:gd name="T5" fmla="*/ 83 h 1777"/>
              <a:gd name="T6" fmla="*/ 120 w 1811"/>
              <a:gd name="T7" fmla="*/ 192 h 1777"/>
              <a:gd name="T8" fmla="*/ 0 w 1811"/>
              <a:gd name="T9" fmla="*/ 419 h 1777"/>
              <a:gd name="T10" fmla="*/ 0 w 1811"/>
              <a:gd name="T11" fmla="*/ 1306 h 1777"/>
              <a:gd name="T12" fmla="*/ 108 w 1811"/>
              <a:gd name="T13" fmla="*/ 1543 h 1777"/>
              <a:gd name="T14" fmla="*/ 907 w 1811"/>
              <a:gd name="T15" fmla="*/ 1777 h 1777"/>
              <a:gd name="T16" fmla="*/ 1150 w 1811"/>
              <a:gd name="T17" fmla="*/ 1762 h 1777"/>
              <a:gd name="T18" fmla="*/ 1700 w 1811"/>
              <a:gd name="T19" fmla="*/ 1547 h 1777"/>
              <a:gd name="T20" fmla="*/ 1703 w 1811"/>
              <a:gd name="T21" fmla="*/ 1547 h 1777"/>
              <a:gd name="T22" fmla="*/ 1811 w 1811"/>
              <a:gd name="T23" fmla="*/ 1310 h 1777"/>
              <a:gd name="T24" fmla="*/ 1811 w 1811"/>
              <a:gd name="T25" fmla="*/ 832 h 1777"/>
              <a:gd name="T26" fmla="*/ 1811 w 1811"/>
              <a:gd name="T27" fmla="*/ 832 h 1777"/>
              <a:gd name="T28" fmla="*/ 1811 w 1811"/>
              <a:gd name="T29" fmla="*/ 419 h 1777"/>
              <a:gd name="T30" fmla="*/ 1691 w 1811"/>
              <a:gd name="T31" fmla="*/ 192 h 1777"/>
              <a:gd name="T32" fmla="*/ 907 w 1811"/>
              <a:gd name="T33" fmla="*/ 167 h 1777"/>
              <a:gd name="T34" fmla="*/ 1646 w 1811"/>
              <a:gd name="T35" fmla="*/ 419 h 1777"/>
              <a:gd name="T36" fmla="*/ 907 w 1811"/>
              <a:gd name="T37" fmla="*/ 672 h 1777"/>
              <a:gd name="T38" fmla="*/ 167 w 1811"/>
              <a:gd name="T39" fmla="*/ 419 h 1777"/>
              <a:gd name="T40" fmla="*/ 907 w 1811"/>
              <a:gd name="T41" fmla="*/ 167 h 1777"/>
              <a:gd name="T42" fmla="*/ 167 w 1811"/>
              <a:gd name="T43" fmla="*/ 593 h 1777"/>
              <a:gd name="T44" fmla="*/ 232 w 1811"/>
              <a:gd name="T45" fmla="*/ 638 h 1777"/>
              <a:gd name="T46" fmla="*/ 907 w 1811"/>
              <a:gd name="T47" fmla="*/ 771 h 1777"/>
              <a:gd name="T48" fmla="*/ 1455 w 1811"/>
              <a:gd name="T49" fmla="*/ 692 h 1777"/>
              <a:gd name="T50" fmla="*/ 1641 w 1811"/>
              <a:gd name="T51" fmla="*/ 598 h 1777"/>
              <a:gd name="T52" fmla="*/ 1646 w 1811"/>
              <a:gd name="T53" fmla="*/ 593 h 1777"/>
              <a:gd name="T54" fmla="*/ 1646 w 1811"/>
              <a:gd name="T55" fmla="*/ 774 h 1777"/>
              <a:gd name="T56" fmla="*/ 1646 w 1811"/>
              <a:gd name="T57" fmla="*/ 822 h 1777"/>
              <a:gd name="T58" fmla="*/ 1245 w 1811"/>
              <a:gd name="T59" fmla="*/ 932 h 1777"/>
              <a:gd name="T60" fmla="*/ 901 w 1811"/>
              <a:gd name="T61" fmla="*/ 962 h 1777"/>
              <a:gd name="T62" fmla="*/ 167 w 1811"/>
              <a:gd name="T63" fmla="*/ 722 h 1777"/>
              <a:gd name="T64" fmla="*/ 167 w 1811"/>
              <a:gd name="T65" fmla="*/ 593 h 1777"/>
              <a:gd name="T66" fmla="*/ 167 w 1811"/>
              <a:gd name="T67" fmla="*/ 1049 h 1777"/>
              <a:gd name="T68" fmla="*/ 167 w 1811"/>
              <a:gd name="T69" fmla="*/ 884 h 1777"/>
              <a:gd name="T70" fmla="*/ 232 w 1811"/>
              <a:gd name="T71" fmla="*/ 929 h 1777"/>
              <a:gd name="T72" fmla="*/ 901 w 1811"/>
              <a:gd name="T73" fmla="*/ 1058 h 1777"/>
              <a:gd name="T74" fmla="*/ 1183 w 1811"/>
              <a:gd name="T75" fmla="*/ 1040 h 1777"/>
              <a:gd name="T76" fmla="*/ 1646 w 1811"/>
              <a:gd name="T77" fmla="*/ 934 h 1777"/>
              <a:gd name="T78" fmla="*/ 1646 w 1811"/>
              <a:gd name="T79" fmla="*/ 1138 h 1777"/>
              <a:gd name="T80" fmla="*/ 1159 w 1811"/>
              <a:gd name="T81" fmla="*/ 1252 h 1777"/>
              <a:gd name="T82" fmla="*/ 901 w 1811"/>
              <a:gd name="T83" fmla="*/ 1268 h 1777"/>
              <a:gd name="T84" fmla="*/ 167 w 1811"/>
              <a:gd name="T85" fmla="*/ 1053 h 1777"/>
              <a:gd name="T86" fmla="*/ 167 w 1811"/>
              <a:gd name="T87" fmla="*/ 1049 h 1777"/>
              <a:gd name="T88" fmla="*/ 907 w 1811"/>
              <a:gd name="T89" fmla="*/ 1611 h 1777"/>
              <a:gd name="T90" fmla="*/ 167 w 1811"/>
              <a:gd name="T91" fmla="*/ 1306 h 1777"/>
              <a:gd name="T92" fmla="*/ 167 w 1811"/>
              <a:gd name="T93" fmla="*/ 1196 h 1777"/>
              <a:gd name="T94" fmla="*/ 226 w 1811"/>
              <a:gd name="T95" fmla="*/ 1233 h 1777"/>
              <a:gd name="T96" fmla="*/ 901 w 1811"/>
              <a:gd name="T97" fmla="*/ 1365 h 1777"/>
              <a:gd name="T98" fmla="*/ 1157 w 1811"/>
              <a:gd name="T99" fmla="*/ 1350 h 1777"/>
              <a:gd name="T100" fmla="*/ 1646 w 1811"/>
              <a:gd name="T101" fmla="*/ 1241 h 1777"/>
              <a:gd name="T102" fmla="*/ 1646 w 1811"/>
              <a:gd name="T103" fmla="*/ 1394 h 1777"/>
              <a:gd name="T104" fmla="*/ 1517 w 1811"/>
              <a:gd name="T105" fmla="*/ 1510 h 1777"/>
              <a:gd name="T106" fmla="*/ 1153 w 1811"/>
              <a:gd name="T107" fmla="*/ 1594 h 1777"/>
              <a:gd name="T108" fmla="*/ 907 w 1811"/>
              <a:gd name="T109" fmla="*/ 1611 h 17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811" h="1777">
                <a:moveTo>
                  <a:pt x="1691" y="192"/>
                </a:moveTo>
                <a:cubicBezTo>
                  <a:pt x="1512" y="56"/>
                  <a:pt x="1237" y="5"/>
                  <a:pt x="907" y="0"/>
                </a:cubicBezTo>
                <a:cubicBezTo>
                  <a:pt x="686" y="0"/>
                  <a:pt x="486" y="30"/>
                  <a:pt x="330" y="83"/>
                </a:cubicBezTo>
                <a:cubicBezTo>
                  <a:pt x="250" y="111"/>
                  <a:pt x="181" y="143"/>
                  <a:pt x="120" y="192"/>
                </a:cubicBezTo>
                <a:cubicBezTo>
                  <a:pt x="61" y="237"/>
                  <a:pt x="0" y="315"/>
                  <a:pt x="0" y="419"/>
                </a:cubicBezTo>
                <a:cubicBezTo>
                  <a:pt x="0" y="1306"/>
                  <a:pt x="0" y="1306"/>
                  <a:pt x="0" y="1306"/>
                </a:cubicBezTo>
                <a:cubicBezTo>
                  <a:pt x="0" y="1405"/>
                  <a:pt x="49" y="1488"/>
                  <a:pt x="108" y="1543"/>
                </a:cubicBezTo>
                <a:cubicBezTo>
                  <a:pt x="286" y="1707"/>
                  <a:pt x="571" y="1772"/>
                  <a:pt x="907" y="1777"/>
                </a:cubicBezTo>
                <a:cubicBezTo>
                  <a:pt x="989" y="1777"/>
                  <a:pt x="1074" y="1772"/>
                  <a:pt x="1150" y="1762"/>
                </a:cubicBezTo>
                <a:cubicBezTo>
                  <a:pt x="1150" y="1762"/>
                  <a:pt x="1560" y="1688"/>
                  <a:pt x="1700" y="1547"/>
                </a:cubicBezTo>
                <a:cubicBezTo>
                  <a:pt x="1703" y="1547"/>
                  <a:pt x="1703" y="1547"/>
                  <a:pt x="1703" y="1547"/>
                </a:cubicBezTo>
                <a:cubicBezTo>
                  <a:pt x="1762" y="1492"/>
                  <a:pt x="1811" y="1409"/>
                  <a:pt x="1811" y="1310"/>
                </a:cubicBezTo>
                <a:cubicBezTo>
                  <a:pt x="1811" y="1310"/>
                  <a:pt x="1811" y="1310"/>
                  <a:pt x="1811" y="832"/>
                </a:cubicBezTo>
                <a:cubicBezTo>
                  <a:pt x="1811" y="832"/>
                  <a:pt x="1811" y="832"/>
                  <a:pt x="1811" y="832"/>
                </a:cubicBezTo>
                <a:cubicBezTo>
                  <a:pt x="1811" y="419"/>
                  <a:pt x="1811" y="419"/>
                  <a:pt x="1811" y="419"/>
                </a:cubicBezTo>
                <a:cubicBezTo>
                  <a:pt x="1811" y="315"/>
                  <a:pt x="1750" y="237"/>
                  <a:pt x="1691" y="192"/>
                </a:cubicBezTo>
                <a:close/>
                <a:moveTo>
                  <a:pt x="907" y="167"/>
                </a:moveTo>
                <a:cubicBezTo>
                  <a:pt x="1313" y="167"/>
                  <a:pt x="1646" y="280"/>
                  <a:pt x="1646" y="419"/>
                </a:cubicBezTo>
                <a:cubicBezTo>
                  <a:pt x="1646" y="559"/>
                  <a:pt x="1313" y="672"/>
                  <a:pt x="907" y="672"/>
                </a:cubicBezTo>
                <a:cubicBezTo>
                  <a:pt x="498" y="672"/>
                  <a:pt x="167" y="559"/>
                  <a:pt x="167" y="419"/>
                </a:cubicBezTo>
                <a:cubicBezTo>
                  <a:pt x="167" y="280"/>
                  <a:pt x="498" y="167"/>
                  <a:pt x="907" y="167"/>
                </a:cubicBezTo>
                <a:close/>
                <a:moveTo>
                  <a:pt x="167" y="593"/>
                </a:moveTo>
                <a:cubicBezTo>
                  <a:pt x="186" y="609"/>
                  <a:pt x="208" y="625"/>
                  <a:pt x="232" y="638"/>
                </a:cubicBezTo>
                <a:cubicBezTo>
                  <a:pt x="385" y="722"/>
                  <a:pt x="626" y="769"/>
                  <a:pt x="907" y="771"/>
                </a:cubicBezTo>
                <a:cubicBezTo>
                  <a:pt x="1117" y="771"/>
                  <a:pt x="1310" y="742"/>
                  <a:pt x="1455" y="692"/>
                </a:cubicBezTo>
                <a:cubicBezTo>
                  <a:pt x="1529" y="667"/>
                  <a:pt x="1590" y="636"/>
                  <a:pt x="1641" y="598"/>
                </a:cubicBezTo>
                <a:cubicBezTo>
                  <a:pt x="1642" y="596"/>
                  <a:pt x="1644" y="594"/>
                  <a:pt x="1646" y="593"/>
                </a:cubicBezTo>
                <a:cubicBezTo>
                  <a:pt x="1646" y="774"/>
                  <a:pt x="1646" y="774"/>
                  <a:pt x="1646" y="774"/>
                </a:cubicBezTo>
                <a:cubicBezTo>
                  <a:pt x="1646" y="822"/>
                  <a:pt x="1646" y="822"/>
                  <a:pt x="1646" y="822"/>
                </a:cubicBezTo>
                <a:cubicBezTo>
                  <a:pt x="1472" y="895"/>
                  <a:pt x="1245" y="932"/>
                  <a:pt x="1245" y="932"/>
                </a:cubicBezTo>
                <a:cubicBezTo>
                  <a:pt x="1143" y="950"/>
                  <a:pt x="1025" y="962"/>
                  <a:pt x="901" y="962"/>
                </a:cubicBezTo>
                <a:cubicBezTo>
                  <a:pt x="505" y="962"/>
                  <a:pt x="182" y="854"/>
                  <a:pt x="167" y="722"/>
                </a:cubicBezTo>
                <a:cubicBezTo>
                  <a:pt x="167" y="593"/>
                  <a:pt x="167" y="593"/>
                  <a:pt x="167" y="593"/>
                </a:cubicBezTo>
                <a:close/>
                <a:moveTo>
                  <a:pt x="167" y="1049"/>
                </a:moveTo>
                <a:cubicBezTo>
                  <a:pt x="167" y="940"/>
                  <a:pt x="167" y="899"/>
                  <a:pt x="167" y="884"/>
                </a:cubicBezTo>
                <a:cubicBezTo>
                  <a:pt x="187" y="901"/>
                  <a:pt x="209" y="914"/>
                  <a:pt x="232" y="929"/>
                </a:cubicBezTo>
                <a:cubicBezTo>
                  <a:pt x="385" y="1012"/>
                  <a:pt x="625" y="1058"/>
                  <a:pt x="901" y="1058"/>
                </a:cubicBezTo>
                <a:cubicBezTo>
                  <a:pt x="1000" y="1058"/>
                  <a:pt x="1096" y="1048"/>
                  <a:pt x="1183" y="1040"/>
                </a:cubicBezTo>
                <a:cubicBezTo>
                  <a:pt x="1381" y="1022"/>
                  <a:pt x="1569" y="961"/>
                  <a:pt x="1646" y="934"/>
                </a:cubicBezTo>
                <a:cubicBezTo>
                  <a:pt x="1646" y="1138"/>
                  <a:pt x="1646" y="1138"/>
                  <a:pt x="1646" y="1138"/>
                </a:cubicBezTo>
                <a:cubicBezTo>
                  <a:pt x="1283" y="1244"/>
                  <a:pt x="1159" y="1252"/>
                  <a:pt x="1159" y="1252"/>
                </a:cubicBezTo>
                <a:cubicBezTo>
                  <a:pt x="1079" y="1262"/>
                  <a:pt x="991" y="1268"/>
                  <a:pt x="901" y="1268"/>
                </a:cubicBezTo>
                <a:cubicBezTo>
                  <a:pt x="527" y="1268"/>
                  <a:pt x="218" y="1174"/>
                  <a:pt x="167" y="1053"/>
                </a:cubicBezTo>
                <a:cubicBezTo>
                  <a:pt x="167" y="1049"/>
                  <a:pt x="167" y="1049"/>
                  <a:pt x="167" y="1049"/>
                </a:cubicBezTo>
                <a:close/>
                <a:moveTo>
                  <a:pt x="907" y="1611"/>
                </a:moveTo>
                <a:cubicBezTo>
                  <a:pt x="498" y="1611"/>
                  <a:pt x="167" y="1474"/>
                  <a:pt x="167" y="1306"/>
                </a:cubicBezTo>
                <a:cubicBezTo>
                  <a:pt x="167" y="1262"/>
                  <a:pt x="167" y="1226"/>
                  <a:pt x="167" y="1196"/>
                </a:cubicBezTo>
                <a:cubicBezTo>
                  <a:pt x="186" y="1210"/>
                  <a:pt x="205" y="1221"/>
                  <a:pt x="226" y="1233"/>
                </a:cubicBezTo>
                <a:cubicBezTo>
                  <a:pt x="378" y="1318"/>
                  <a:pt x="622" y="1365"/>
                  <a:pt x="901" y="1365"/>
                </a:cubicBezTo>
                <a:cubicBezTo>
                  <a:pt x="991" y="1365"/>
                  <a:pt x="1076" y="1359"/>
                  <a:pt x="1157" y="1350"/>
                </a:cubicBezTo>
                <a:cubicBezTo>
                  <a:pt x="1346" y="1327"/>
                  <a:pt x="1544" y="1272"/>
                  <a:pt x="1646" y="1241"/>
                </a:cubicBezTo>
                <a:cubicBezTo>
                  <a:pt x="1646" y="1394"/>
                  <a:pt x="1646" y="1394"/>
                  <a:pt x="1646" y="1394"/>
                </a:cubicBezTo>
                <a:cubicBezTo>
                  <a:pt x="1636" y="1419"/>
                  <a:pt x="1607" y="1462"/>
                  <a:pt x="1517" y="1510"/>
                </a:cubicBezTo>
                <a:cubicBezTo>
                  <a:pt x="1291" y="1579"/>
                  <a:pt x="1153" y="1594"/>
                  <a:pt x="1153" y="1594"/>
                </a:cubicBezTo>
                <a:cubicBezTo>
                  <a:pt x="1077" y="1606"/>
                  <a:pt x="991" y="1611"/>
                  <a:pt x="907" y="1611"/>
                </a:cubicBezTo>
                <a:close/>
              </a:path>
            </a:pathLst>
          </a:custGeom>
          <a:solidFill>
            <a:schemeClr val="tx1"/>
          </a:solidFill>
          <a:ln>
            <a:noFill/>
            <a:headEnd type="none" w="med" len="med"/>
            <a:tailEnd type="none" w="med" len="med"/>
          </a:ln>
        </p:spPr>
        <p:style>
          <a:lnRef idx="2">
            <a:schemeClr val="accent3">
              <a:shade val="50000"/>
            </a:schemeClr>
          </a:lnRef>
          <a:fillRef idx="1">
            <a:schemeClr val="accent3"/>
          </a:fillRef>
          <a:effectRef idx="0">
            <a:schemeClr val="accent3"/>
          </a:effectRef>
          <a:fontRef idx="minor">
            <a:schemeClr val="lt1"/>
          </a:fontRef>
        </p:style>
        <p:txBody>
          <a:bodyPr vert="horz" wrap="square" lIns="82292" tIns="41145" rIns="82292" bIns="41145" numCol="1" rtlCol="0" anchor="ctr" anchorCtr="0" compatLnSpc="1">
            <a:prstTxWarp prst="textNoShape">
              <a:avLst/>
            </a:prstTxWarp>
          </a:bodyPr>
          <a:lstStyle/>
          <a:p>
            <a:pPr defTabSz="740439"/>
            <a:endParaRPr lang="en-US" sz="3199" spc="-123" dirty="0">
              <a:solidFill>
                <a:schemeClr val="tx1">
                  <a:lumMod val="50000"/>
                </a:schemeClr>
              </a:solidFill>
              <a:latin typeface="Segoe Light" pitchFamily="34" charset="0"/>
            </a:endParaRPr>
          </a:p>
        </p:txBody>
      </p:sp>
      <p:sp>
        <p:nvSpPr>
          <p:cNvPr id="26" name="Freeform 34"/>
          <p:cNvSpPr>
            <a:spLocks noEditPoints="1"/>
          </p:cNvSpPr>
          <p:nvPr/>
        </p:nvSpPr>
        <p:spPr bwMode="auto">
          <a:xfrm>
            <a:off x="7946598" y="5222894"/>
            <a:ext cx="372746" cy="365679"/>
          </a:xfrm>
          <a:custGeom>
            <a:avLst/>
            <a:gdLst>
              <a:gd name="T0" fmla="*/ 1691 w 1811"/>
              <a:gd name="T1" fmla="*/ 192 h 1777"/>
              <a:gd name="T2" fmla="*/ 907 w 1811"/>
              <a:gd name="T3" fmla="*/ 0 h 1777"/>
              <a:gd name="T4" fmla="*/ 330 w 1811"/>
              <a:gd name="T5" fmla="*/ 83 h 1777"/>
              <a:gd name="T6" fmla="*/ 120 w 1811"/>
              <a:gd name="T7" fmla="*/ 192 h 1777"/>
              <a:gd name="T8" fmla="*/ 0 w 1811"/>
              <a:gd name="T9" fmla="*/ 419 h 1777"/>
              <a:gd name="T10" fmla="*/ 0 w 1811"/>
              <a:gd name="T11" fmla="*/ 1306 h 1777"/>
              <a:gd name="T12" fmla="*/ 108 w 1811"/>
              <a:gd name="T13" fmla="*/ 1543 h 1777"/>
              <a:gd name="T14" fmla="*/ 907 w 1811"/>
              <a:gd name="T15" fmla="*/ 1777 h 1777"/>
              <a:gd name="T16" fmla="*/ 1150 w 1811"/>
              <a:gd name="T17" fmla="*/ 1762 h 1777"/>
              <a:gd name="T18" fmla="*/ 1700 w 1811"/>
              <a:gd name="T19" fmla="*/ 1547 h 1777"/>
              <a:gd name="T20" fmla="*/ 1703 w 1811"/>
              <a:gd name="T21" fmla="*/ 1547 h 1777"/>
              <a:gd name="T22" fmla="*/ 1811 w 1811"/>
              <a:gd name="T23" fmla="*/ 1310 h 1777"/>
              <a:gd name="T24" fmla="*/ 1811 w 1811"/>
              <a:gd name="T25" fmla="*/ 832 h 1777"/>
              <a:gd name="T26" fmla="*/ 1811 w 1811"/>
              <a:gd name="T27" fmla="*/ 832 h 1777"/>
              <a:gd name="T28" fmla="*/ 1811 w 1811"/>
              <a:gd name="T29" fmla="*/ 419 h 1777"/>
              <a:gd name="T30" fmla="*/ 1691 w 1811"/>
              <a:gd name="T31" fmla="*/ 192 h 1777"/>
              <a:gd name="T32" fmla="*/ 907 w 1811"/>
              <a:gd name="T33" fmla="*/ 167 h 1777"/>
              <a:gd name="T34" fmla="*/ 1646 w 1811"/>
              <a:gd name="T35" fmla="*/ 419 h 1777"/>
              <a:gd name="T36" fmla="*/ 907 w 1811"/>
              <a:gd name="T37" fmla="*/ 672 h 1777"/>
              <a:gd name="T38" fmla="*/ 167 w 1811"/>
              <a:gd name="T39" fmla="*/ 419 h 1777"/>
              <a:gd name="T40" fmla="*/ 907 w 1811"/>
              <a:gd name="T41" fmla="*/ 167 h 1777"/>
              <a:gd name="T42" fmla="*/ 167 w 1811"/>
              <a:gd name="T43" fmla="*/ 593 h 1777"/>
              <a:gd name="T44" fmla="*/ 232 w 1811"/>
              <a:gd name="T45" fmla="*/ 638 h 1777"/>
              <a:gd name="T46" fmla="*/ 907 w 1811"/>
              <a:gd name="T47" fmla="*/ 771 h 1777"/>
              <a:gd name="T48" fmla="*/ 1455 w 1811"/>
              <a:gd name="T49" fmla="*/ 692 h 1777"/>
              <a:gd name="T50" fmla="*/ 1641 w 1811"/>
              <a:gd name="T51" fmla="*/ 598 h 1777"/>
              <a:gd name="T52" fmla="*/ 1646 w 1811"/>
              <a:gd name="T53" fmla="*/ 593 h 1777"/>
              <a:gd name="T54" fmla="*/ 1646 w 1811"/>
              <a:gd name="T55" fmla="*/ 774 h 1777"/>
              <a:gd name="T56" fmla="*/ 1646 w 1811"/>
              <a:gd name="T57" fmla="*/ 822 h 1777"/>
              <a:gd name="T58" fmla="*/ 1245 w 1811"/>
              <a:gd name="T59" fmla="*/ 932 h 1777"/>
              <a:gd name="T60" fmla="*/ 901 w 1811"/>
              <a:gd name="T61" fmla="*/ 962 h 1777"/>
              <a:gd name="T62" fmla="*/ 167 w 1811"/>
              <a:gd name="T63" fmla="*/ 722 h 1777"/>
              <a:gd name="T64" fmla="*/ 167 w 1811"/>
              <a:gd name="T65" fmla="*/ 593 h 1777"/>
              <a:gd name="T66" fmla="*/ 167 w 1811"/>
              <a:gd name="T67" fmla="*/ 1049 h 1777"/>
              <a:gd name="T68" fmla="*/ 167 w 1811"/>
              <a:gd name="T69" fmla="*/ 884 h 1777"/>
              <a:gd name="T70" fmla="*/ 232 w 1811"/>
              <a:gd name="T71" fmla="*/ 929 h 1777"/>
              <a:gd name="T72" fmla="*/ 901 w 1811"/>
              <a:gd name="T73" fmla="*/ 1058 h 1777"/>
              <a:gd name="T74" fmla="*/ 1183 w 1811"/>
              <a:gd name="T75" fmla="*/ 1040 h 1777"/>
              <a:gd name="T76" fmla="*/ 1646 w 1811"/>
              <a:gd name="T77" fmla="*/ 934 h 1777"/>
              <a:gd name="T78" fmla="*/ 1646 w 1811"/>
              <a:gd name="T79" fmla="*/ 1138 h 1777"/>
              <a:gd name="T80" fmla="*/ 1159 w 1811"/>
              <a:gd name="T81" fmla="*/ 1252 h 1777"/>
              <a:gd name="T82" fmla="*/ 901 w 1811"/>
              <a:gd name="T83" fmla="*/ 1268 h 1777"/>
              <a:gd name="T84" fmla="*/ 167 w 1811"/>
              <a:gd name="T85" fmla="*/ 1053 h 1777"/>
              <a:gd name="T86" fmla="*/ 167 w 1811"/>
              <a:gd name="T87" fmla="*/ 1049 h 1777"/>
              <a:gd name="T88" fmla="*/ 907 w 1811"/>
              <a:gd name="T89" fmla="*/ 1611 h 1777"/>
              <a:gd name="T90" fmla="*/ 167 w 1811"/>
              <a:gd name="T91" fmla="*/ 1306 h 1777"/>
              <a:gd name="T92" fmla="*/ 167 w 1811"/>
              <a:gd name="T93" fmla="*/ 1196 h 1777"/>
              <a:gd name="T94" fmla="*/ 226 w 1811"/>
              <a:gd name="T95" fmla="*/ 1233 h 1777"/>
              <a:gd name="T96" fmla="*/ 901 w 1811"/>
              <a:gd name="T97" fmla="*/ 1365 h 1777"/>
              <a:gd name="T98" fmla="*/ 1157 w 1811"/>
              <a:gd name="T99" fmla="*/ 1350 h 1777"/>
              <a:gd name="T100" fmla="*/ 1646 w 1811"/>
              <a:gd name="T101" fmla="*/ 1241 h 1777"/>
              <a:gd name="T102" fmla="*/ 1646 w 1811"/>
              <a:gd name="T103" fmla="*/ 1394 h 1777"/>
              <a:gd name="T104" fmla="*/ 1517 w 1811"/>
              <a:gd name="T105" fmla="*/ 1510 h 1777"/>
              <a:gd name="T106" fmla="*/ 1153 w 1811"/>
              <a:gd name="T107" fmla="*/ 1594 h 1777"/>
              <a:gd name="T108" fmla="*/ 907 w 1811"/>
              <a:gd name="T109" fmla="*/ 1611 h 17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811" h="1777">
                <a:moveTo>
                  <a:pt x="1691" y="192"/>
                </a:moveTo>
                <a:cubicBezTo>
                  <a:pt x="1512" y="56"/>
                  <a:pt x="1237" y="5"/>
                  <a:pt x="907" y="0"/>
                </a:cubicBezTo>
                <a:cubicBezTo>
                  <a:pt x="686" y="0"/>
                  <a:pt x="486" y="30"/>
                  <a:pt x="330" y="83"/>
                </a:cubicBezTo>
                <a:cubicBezTo>
                  <a:pt x="250" y="111"/>
                  <a:pt x="181" y="143"/>
                  <a:pt x="120" y="192"/>
                </a:cubicBezTo>
                <a:cubicBezTo>
                  <a:pt x="61" y="237"/>
                  <a:pt x="0" y="315"/>
                  <a:pt x="0" y="419"/>
                </a:cubicBezTo>
                <a:cubicBezTo>
                  <a:pt x="0" y="1306"/>
                  <a:pt x="0" y="1306"/>
                  <a:pt x="0" y="1306"/>
                </a:cubicBezTo>
                <a:cubicBezTo>
                  <a:pt x="0" y="1405"/>
                  <a:pt x="49" y="1488"/>
                  <a:pt x="108" y="1543"/>
                </a:cubicBezTo>
                <a:cubicBezTo>
                  <a:pt x="286" y="1707"/>
                  <a:pt x="571" y="1772"/>
                  <a:pt x="907" y="1777"/>
                </a:cubicBezTo>
                <a:cubicBezTo>
                  <a:pt x="989" y="1777"/>
                  <a:pt x="1074" y="1772"/>
                  <a:pt x="1150" y="1762"/>
                </a:cubicBezTo>
                <a:cubicBezTo>
                  <a:pt x="1150" y="1762"/>
                  <a:pt x="1560" y="1688"/>
                  <a:pt x="1700" y="1547"/>
                </a:cubicBezTo>
                <a:cubicBezTo>
                  <a:pt x="1703" y="1547"/>
                  <a:pt x="1703" y="1547"/>
                  <a:pt x="1703" y="1547"/>
                </a:cubicBezTo>
                <a:cubicBezTo>
                  <a:pt x="1762" y="1492"/>
                  <a:pt x="1811" y="1409"/>
                  <a:pt x="1811" y="1310"/>
                </a:cubicBezTo>
                <a:cubicBezTo>
                  <a:pt x="1811" y="1310"/>
                  <a:pt x="1811" y="1310"/>
                  <a:pt x="1811" y="832"/>
                </a:cubicBezTo>
                <a:cubicBezTo>
                  <a:pt x="1811" y="832"/>
                  <a:pt x="1811" y="832"/>
                  <a:pt x="1811" y="832"/>
                </a:cubicBezTo>
                <a:cubicBezTo>
                  <a:pt x="1811" y="419"/>
                  <a:pt x="1811" y="419"/>
                  <a:pt x="1811" y="419"/>
                </a:cubicBezTo>
                <a:cubicBezTo>
                  <a:pt x="1811" y="315"/>
                  <a:pt x="1750" y="237"/>
                  <a:pt x="1691" y="192"/>
                </a:cubicBezTo>
                <a:close/>
                <a:moveTo>
                  <a:pt x="907" y="167"/>
                </a:moveTo>
                <a:cubicBezTo>
                  <a:pt x="1313" y="167"/>
                  <a:pt x="1646" y="280"/>
                  <a:pt x="1646" y="419"/>
                </a:cubicBezTo>
                <a:cubicBezTo>
                  <a:pt x="1646" y="559"/>
                  <a:pt x="1313" y="672"/>
                  <a:pt x="907" y="672"/>
                </a:cubicBezTo>
                <a:cubicBezTo>
                  <a:pt x="498" y="672"/>
                  <a:pt x="167" y="559"/>
                  <a:pt x="167" y="419"/>
                </a:cubicBezTo>
                <a:cubicBezTo>
                  <a:pt x="167" y="280"/>
                  <a:pt x="498" y="167"/>
                  <a:pt x="907" y="167"/>
                </a:cubicBezTo>
                <a:close/>
                <a:moveTo>
                  <a:pt x="167" y="593"/>
                </a:moveTo>
                <a:cubicBezTo>
                  <a:pt x="186" y="609"/>
                  <a:pt x="208" y="625"/>
                  <a:pt x="232" y="638"/>
                </a:cubicBezTo>
                <a:cubicBezTo>
                  <a:pt x="385" y="722"/>
                  <a:pt x="626" y="769"/>
                  <a:pt x="907" y="771"/>
                </a:cubicBezTo>
                <a:cubicBezTo>
                  <a:pt x="1117" y="771"/>
                  <a:pt x="1310" y="742"/>
                  <a:pt x="1455" y="692"/>
                </a:cubicBezTo>
                <a:cubicBezTo>
                  <a:pt x="1529" y="667"/>
                  <a:pt x="1590" y="636"/>
                  <a:pt x="1641" y="598"/>
                </a:cubicBezTo>
                <a:cubicBezTo>
                  <a:pt x="1642" y="596"/>
                  <a:pt x="1644" y="594"/>
                  <a:pt x="1646" y="593"/>
                </a:cubicBezTo>
                <a:cubicBezTo>
                  <a:pt x="1646" y="774"/>
                  <a:pt x="1646" y="774"/>
                  <a:pt x="1646" y="774"/>
                </a:cubicBezTo>
                <a:cubicBezTo>
                  <a:pt x="1646" y="822"/>
                  <a:pt x="1646" y="822"/>
                  <a:pt x="1646" y="822"/>
                </a:cubicBezTo>
                <a:cubicBezTo>
                  <a:pt x="1472" y="895"/>
                  <a:pt x="1245" y="932"/>
                  <a:pt x="1245" y="932"/>
                </a:cubicBezTo>
                <a:cubicBezTo>
                  <a:pt x="1143" y="950"/>
                  <a:pt x="1025" y="962"/>
                  <a:pt x="901" y="962"/>
                </a:cubicBezTo>
                <a:cubicBezTo>
                  <a:pt x="505" y="962"/>
                  <a:pt x="182" y="854"/>
                  <a:pt x="167" y="722"/>
                </a:cubicBezTo>
                <a:cubicBezTo>
                  <a:pt x="167" y="593"/>
                  <a:pt x="167" y="593"/>
                  <a:pt x="167" y="593"/>
                </a:cubicBezTo>
                <a:close/>
                <a:moveTo>
                  <a:pt x="167" y="1049"/>
                </a:moveTo>
                <a:cubicBezTo>
                  <a:pt x="167" y="940"/>
                  <a:pt x="167" y="899"/>
                  <a:pt x="167" y="884"/>
                </a:cubicBezTo>
                <a:cubicBezTo>
                  <a:pt x="187" y="901"/>
                  <a:pt x="209" y="914"/>
                  <a:pt x="232" y="929"/>
                </a:cubicBezTo>
                <a:cubicBezTo>
                  <a:pt x="385" y="1012"/>
                  <a:pt x="625" y="1058"/>
                  <a:pt x="901" y="1058"/>
                </a:cubicBezTo>
                <a:cubicBezTo>
                  <a:pt x="1000" y="1058"/>
                  <a:pt x="1096" y="1048"/>
                  <a:pt x="1183" y="1040"/>
                </a:cubicBezTo>
                <a:cubicBezTo>
                  <a:pt x="1381" y="1022"/>
                  <a:pt x="1569" y="961"/>
                  <a:pt x="1646" y="934"/>
                </a:cubicBezTo>
                <a:cubicBezTo>
                  <a:pt x="1646" y="1138"/>
                  <a:pt x="1646" y="1138"/>
                  <a:pt x="1646" y="1138"/>
                </a:cubicBezTo>
                <a:cubicBezTo>
                  <a:pt x="1283" y="1244"/>
                  <a:pt x="1159" y="1252"/>
                  <a:pt x="1159" y="1252"/>
                </a:cubicBezTo>
                <a:cubicBezTo>
                  <a:pt x="1079" y="1262"/>
                  <a:pt x="991" y="1268"/>
                  <a:pt x="901" y="1268"/>
                </a:cubicBezTo>
                <a:cubicBezTo>
                  <a:pt x="527" y="1268"/>
                  <a:pt x="218" y="1174"/>
                  <a:pt x="167" y="1053"/>
                </a:cubicBezTo>
                <a:cubicBezTo>
                  <a:pt x="167" y="1049"/>
                  <a:pt x="167" y="1049"/>
                  <a:pt x="167" y="1049"/>
                </a:cubicBezTo>
                <a:close/>
                <a:moveTo>
                  <a:pt x="907" y="1611"/>
                </a:moveTo>
                <a:cubicBezTo>
                  <a:pt x="498" y="1611"/>
                  <a:pt x="167" y="1474"/>
                  <a:pt x="167" y="1306"/>
                </a:cubicBezTo>
                <a:cubicBezTo>
                  <a:pt x="167" y="1262"/>
                  <a:pt x="167" y="1226"/>
                  <a:pt x="167" y="1196"/>
                </a:cubicBezTo>
                <a:cubicBezTo>
                  <a:pt x="186" y="1210"/>
                  <a:pt x="205" y="1221"/>
                  <a:pt x="226" y="1233"/>
                </a:cubicBezTo>
                <a:cubicBezTo>
                  <a:pt x="378" y="1318"/>
                  <a:pt x="622" y="1365"/>
                  <a:pt x="901" y="1365"/>
                </a:cubicBezTo>
                <a:cubicBezTo>
                  <a:pt x="991" y="1365"/>
                  <a:pt x="1076" y="1359"/>
                  <a:pt x="1157" y="1350"/>
                </a:cubicBezTo>
                <a:cubicBezTo>
                  <a:pt x="1346" y="1327"/>
                  <a:pt x="1544" y="1272"/>
                  <a:pt x="1646" y="1241"/>
                </a:cubicBezTo>
                <a:cubicBezTo>
                  <a:pt x="1646" y="1394"/>
                  <a:pt x="1646" y="1394"/>
                  <a:pt x="1646" y="1394"/>
                </a:cubicBezTo>
                <a:cubicBezTo>
                  <a:pt x="1636" y="1419"/>
                  <a:pt x="1607" y="1462"/>
                  <a:pt x="1517" y="1510"/>
                </a:cubicBezTo>
                <a:cubicBezTo>
                  <a:pt x="1291" y="1579"/>
                  <a:pt x="1153" y="1594"/>
                  <a:pt x="1153" y="1594"/>
                </a:cubicBezTo>
                <a:cubicBezTo>
                  <a:pt x="1077" y="1606"/>
                  <a:pt x="991" y="1611"/>
                  <a:pt x="907" y="1611"/>
                </a:cubicBezTo>
                <a:close/>
              </a:path>
            </a:pathLst>
          </a:custGeom>
          <a:solidFill>
            <a:schemeClr val="tx1"/>
          </a:solidFill>
          <a:ln>
            <a:noFill/>
            <a:headEnd type="none" w="med" len="med"/>
            <a:tailEnd type="none" w="med" len="med"/>
          </a:ln>
        </p:spPr>
        <p:style>
          <a:lnRef idx="2">
            <a:schemeClr val="accent3">
              <a:shade val="50000"/>
            </a:schemeClr>
          </a:lnRef>
          <a:fillRef idx="1">
            <a:schemeClr val="accent3"/>
          </a:fillRef>
          <a:effectRef idx="0">
            <a:schemeClr val="accent3"/>
          </a:effectRef>
          <a:fontRef idx="minor">
            <a:schemeClr val="lt1"/>
          </a:fontRef>
        </p:style>
        <p:txBody>
          <a:bodyPr vert="horz" wrap="square" lIns="82292" tIns="41145" rIns="82292" bIns="41145" numCol="1" rtlCol="0" anchor="ctr" anchorCtr="0" compatLnSpc="1">
            <a:prstTxWarp prst="textNoShape">
              <a:avLst/>
            </a:prstTxWarp>
          </a:bodyPr>
          <a:lstStyle/>
          <a:p>
            <a:pPr defTabSz="740439"/>
            <a:endParaRPr lang="en-US" sz="3199" spc="-123" dirty="0">
              <a:solidFill>
                <a:schemeClr val="tx1">
                  <a:lumMod val="50000"/>
                </a:schemeClr>
              </a:solidFill>
              <a:latin typeface="Segoe Light" pitchFamily="34" charset="0"/>
            </a:endParaRPr>
          </a:p>
        </p:txBody>
      </p:sp>
      <p:sp>
        <p:nvSpPr>
          <p:cNvPr id="27" name="Text Placeholder 5"/>
          <p:cNvSpPr txBox="1">
            <a:spLocks/>
          </p:cNvSpPr>
          <p:nvPr/>
        </p:nvSpPr>
        <p:spPr>
          <a:xfrm>
            <a:off x="560388" y="1178710"/>
            <a:ext cx="11080750" cy="437594"/>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3600" kern="120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3200" kern="1200">
                <a:solidFill>
                  <a:schemeClr val="bg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800" kern="1200">
                <a:solidFill>
                  <a:schemeClr val="bg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None/>
            </a:pPr>
            <a:r>
              <a:rPr lang="en-US" sz="2400" i="1" cap="all" dirty="0">
                <a:latin typeface="+mj-lt"/>
              </a:rPr>
              <a:t>Update Domains are honored by host OS updates</a:t>
            </a:r>
          </a:p>
        </p:txBody>
      </p:sp>
    </p:spTree>
    <p:extLst>
      <p:ext uri="{BB962C8B-B14F-4D97-AF65-F5344CB8AC3E}">
        <p14:creationId xmlns:p14="http://schemas.microsoft.com/office/powerpoint/2010/main" val="23033612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fade">
                                      <p:cBhvr>
                                        <p:cTn id="7" dur="500"/>
                                        <p:tgtEl>
                                          <p:spTgt spid="19"/>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1"/>
                                        </p:tgtEl>
                                        <p:attrNameLst>
                                          <p:attrName>style.visibility</p:attrName>
                                        </p:attrNameLst>
                                      </p:cBhvr>
                                      <p:to>
                                        <p:strVal val="visible"/>
                                      </p:to>
                                    </p:set>
                                    <p:animEffect transition="in" filter="fade">
                                      <p:cBhvr>
                                        <p:cTn id="10" dur="500"/>
                                        <p:tgtEl>
                                          <p:spTgt spid="21"/>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fade">
                                      <p:cBhvr>
                                        <p:cTn id="15" dur="500"/>
                                        <p:tgtEl>
                                          <p:spTgt spid="4"/>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2"/>
                                        </p:tgtEl>
                                        <p:attrNameLst>
                                          <p:attrName>style.visibility</p:attrName>
                                        </p:attrNameLst>
                                      </p:cBhvr>
                                      <p:to>
                                        <p:strVal val="visible"/>
                                      </p:to>
                                    </p:set>
                                    <p:animEffect transition="in" filter="fade">
                                      <p:cBhvr>
                                        <p:cTn id="18" dur="500"/>
                                        <p:tgtEl>
                                          <p:spTgt spid="12"/>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3"/>
                                        </p:tgtEl>
                                        <p:attrNameLst>
                                          <p:attrName>style.visibility</p:attrName>
                                        </p:attrNameLst>
                                      </p:cBhvr>
                                      <p:to>
                                        <p:strVal val="visible"/>
                                      </p:to>
                                    </p:set>
                                    <p:animEffect transition="in" filter="fade">
                                      <p:cBhvr>
                                        <p:cTn id="23" dur="500"/>
                                        <p:tgtEl>
                                          <p:spTgt spid="3"/>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1"/>
                                        </p:tgtEl>
                                        <p:attrNameLst>
                                          <p:attrName>style.visibility</p:attrName>
                                        </p:attrNameLst>
                                      </p:cBhvr>
                                      <p:to>
                                        <p:strVal val="visible"/>
                                      </p:to>
                                    </p:set>
                                    <p:animEffect transition="in" filter="fade">
                                      <p:cBhvr>
                                        <p:cTn id="26" dur="500"/>
                                        <p:tgtEl>
                                          <p:spTgt spid="11"/>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2"/>
                                        </p:tgtEl>
                                        <p:attrNameLst>
                                          <p:attrName>style.visibility</p:attrName>
                                        </p:attrNameLst>
                                      </p:cBhvr>
                                      <p:to>
                                        <p:strVal val="visible"/>
                                      </p:to>
                                    </p:set>
                                    <p:animEffect transition="in" filter="fade">
                                      <p:cBhvr>
                                        <p:cTn id="31" dur="500"/>
                                        <p:tgtEl>
                                          <p:spTgt spid="2"/>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20"/>
                                        </p:tgtEl>
                                        <p:attrNameLst>
                                          <p:attrName>style.visibility</p:attrName>
                                        </p:attrNameLst>
                                      </p:cBhvr>
                                      <p:to>
                                        <p:strVal val="visible"/>
                                      </p:to>
                                    </p:set>
                                    <p:animEffect transition="in" filter="fade">
                                      <p:cBhvr>
                                        <p:cTn id="34" dur="500"/>
                                        <p:tgtEl>
                                          <p:spTgt spid="20"/>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grpId="0" nodeType="clickEffect">
                                  <p:stCondLst>
                                    <p:cond delay="0"/>
                                  </p:stCondLst>
                                  <p:childTnLst>
                                    <p:set>
                                      <p:cBhvr>
                                        <p:cTn id="38" dur="1" fill="hold">
                                          <p:stCondLst>
                                            <p:cond delay="0"/>
                                          </p:stCondLst>
                                        </p:cTn>
                                        <p:tgtEl>
                                          <p:spTgt spid="18"/>
                                        </p:tgtEl>
                                        <p:attrNameLst>
                                          <p:attrName>style.visibility</p:attrName>
                                        </p:attrNameLst>
                                      </p:cBhvr>
                                      <p:to>
                                        <p:strVal val="visible"/>
                                      </p:to>
                                    </p:set>
                                    <p:animEffect transition="in" filter="fade">
                                      <p:cBhvr>
                                        <p:cTn id="39" dur="500"/>
                                        <p:tgtEl>
                                          <p:spTgt spid="18"/>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22"/>
                                        </p:tgtEl>
                                        <p:attrNameLst>
                                          <p:attrName>style.visibility</p:attrName>
                                        </p:attrNameLst>
                                      </p:cBhvr>
                                      <p:to>
                                        <p:strVal val="visible"/>
                                      </p:to>
                                    </p:set>
                                    <p:animEffect transition="in" filter="fade">
                                      <p:cBhvr>
                                        <p:cTn id="42"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11" grpId="0" animBg="1"/>
      <p:bldP spid="12" grpId="0" animBg="1"/>
      <p:bldP spid="19" grpId="0" animBg="1"/>
      <p:bldP spid="21" grpId="0" animBg="1"/>
      <p:bldP spid="20" grpId="0"/>
      <p:bldP spid="22" grpId="0"/>
      <p:bldP spid="2" grpId="0"/>
      <p:bldP spid="18" grpId="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sz="quarter" idx="4294967295"/>
          </p:nvPr>
        </p:nvSpPr>
        <p:spPr>
          <a:xfrm>
            <a:off x="599440" y="1412875"/>
            <a:ext cx="10436860" cy="4038600"/>
          </a:xfrm>
          <a:prstGeom prst="rect">
            <a:avLst/>
          </a:prstGeom>
        </p:spPr>
        <p:txBody>
          <a:bodyPr/>
          <a:lstStyle/>
          <a:p>
            <a:pPr>
              <a:defRPr/>
            </a:pPr>
            <a:r>
              <a:rPr lang="en-US" sz="3200" dirty="0">
                <a:latin typeface="+mn-lt"/>
              </a:rPr>
              <a:t>VMs in Availability Set Must Be in Same Resource Group</a:t>
            </a:r>
          </a:p>
          <a:p>
            <a:pPr lvl="1">
              <a:defRPr/>
            </a:pPr>
            <a:endParaRPr lang="en-US" sz="1600" dirty="0"/>
          </a:p>
          <a:p>
            <a:pPr>
              <a:defRPr/>
            </a:pPr>
            <a:r>
              <a:rPr lang="en-US" sz="3200" dirty="0">
                <a:latin typeface="+mn-lt"/>
              </a:rPr>
              <a:t>Availability Set: 5 Update Domains, 3 Fault Domains</a:t>
            </a:r>
          </a:p>
          <a:p>
            <a:pPr lvl="1">
              <a:defRPr/>
            </a:pPr>
            <a:r>
              <a:rPr lang="en-US" sz="1800" dirty="0"/>
              <a:t>Update Domain – Host Maintenance </a:t>
            </a:r>
          </a:p>
          <a:p>
            <a:pPr lvl="1">
              <a:defRPr/>
            </a:pPr>
            <a:r>
              <a:rPr lang="en-US" sz="1800" dirty="0"/>
              <a:t>Fault Domain – Isolation from component failure in rack unit</a:t>
            </a:r>
          </a:p>
          <a:p>
            <a:pPr lvl="1">
              <a:defRPr/>
            </a:pPr>
            <a:endParaRPr lang="en-US" sz="1600" dirty="0"/>
          </a:p>
          <a:p>
            <a:pPr>
              <a:defRPr/>
            </a:pPr>
            <a:r>
              <a:rPr lang="en-US" sz="3200" dirty="0">
                <a:latin typeface="+mn-lt"/>
              </a:rPr>
              <a:t>Maximum of 100 VMs in a Availability Set</a:t>
            </a:r>
          </a:p>
          <a:p>
            <a:pPr lvl="1">
              <a:defRPr/>
            </a:pPr>
            <a:endParaRPr lang="en-US" sz="1600" dirty="0"/>
          </a:p>
          <a:p>
            <a:pPr>
              <a:defRPr/>
            </a:pPr>
            <a:r>
              <a:rPr lang="en-US" sz="3200" dirty="0">
                <a:latin typeface="+mn-lt"/>
              </a:rPr>
              <a:t>Avoid Availability Sets with Single VM</a:t>
            </a:r>
          </a:p>
          <a:p>
            <a:pPr lvl="1">
              <a:defRPr/>
            </a:pPr>
            <a:r>
              <a:rPr lang="en-US" sz="1800" dirty="0"/>
              <a:t>This eliminates notification for host maintenance operations</a:t>
            </a:r>
          </a:p>
        </p:txBody>
      </p:sp>
      <p:sp>
        <p:nvSpPr>
          <p:cNvPr id="27650" name="Title 1"/>
          <p:cNvSpPr>
            <a:spLocks noGrp="1"/>
          </p:cNvSpPr>
          <p:nvPr>
            <p:ph type="title" idx="4294967295"/>
          </p:nvPr>
        </p:nvSpPr>
        <p:spPr bwMode="auto">
          <a:xfrm>
            <a:off x="482600" y="161925"/>
            <a:ext cx="11709400" cy="966788"/>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21903" tIns="60952" rIns="121903" bIns="60952" numCol="1" rtlCol="0" anchor="t" anchorCtr="0" compatLnSpc="1">
            <a:prstTxWarp prst="textNoShape">
              <a:avLst/>
            </a:prstTxWarp>
            <a:noAutofit/>
          </a:bodyPr>
          <a:lstStyle/>
          <a:p>
            <a:r>
              <a:rPr lang="en-US" altLang="en-US" dirty="0">
                <a:cs typeface="Segoe UI Semibold" panose="020B0702040204020203" pitchFamily="34" charset="0"/>
              </a:rPr>
              <a:t>Availability Set Guidance</a:t>
            </a:r>
          </a:p>
        </p:txBody>
      </p:sp>
      <p:sp>
        <p:nvSpPr>
          <p:cNvPr id="2" name="Rectangle 1"/>
          <p:cNvSpPr/>
          <p:nvPr/>
        </p:nvSpPr>
        <p:spPr>
          <a:xfrm>
            <a:off x="2202052" y="6417861"/>
            <a:ext cx="8717784" cy="316184"/>
          </a:xfrm>
          <a:prstGeom prst="rect">
            <a:avLst/>
          </a:prstGeom>
        </p:spPr>
        <p:txBody>
          <a:bodyPr wrap="square">
            <a:spAutoFit/>
          </a:bodyPr>
          <a:lstStyle/>
          <a:p>
            <a:r>
              <a:rPr lang="en-US" sz="1467" dirty="0">
                <a:solidFill>
                  <a:schemeClr val="bg1"/>
                </a:solidFill>
                <a:latin typeface="Segoe UI" panose="020B0502040204020203" pitchFamily="34" charset="0"/>
              </a:rPr>
              <a:t>https://azure.microsoft.com/en-us/documentation/articles/azure-subscription-service-limits/</a:t>
            </a:r>
            <a:endParaRPr lang="en-US" sz="1467" dirty="0">
              <a:solidFill>
                <a:schemeClr val="bg1"/>
              </a:solidFill>
            </a:endParaRPr>
          </a:p>
        </p:txBody>
      </p:sp>
    </p:spTree>
    <p:extLst>
      <p:ext uri="{BB962C8B-B14F-4D97-AF65-F5344CB8AC3E}">
        <p14:creationId xmlns:p14="http://schemas.microsoft.com/office/powerpoint/2010/main" val="304175598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prstGeom prst="rect">
            <a:avLst/>
          </a:prstGeom>
        </p:spPr>
        <p:txBody>
          <a:bodyPr/>
          <a:lstStyle/>
          <a:p>
            <a:r>
              <a:rPr lang="en-US" dirty="0"/>
              <a:t>Load balancing</a:t>
            </a:r>
          </a:p>
        </p:txBody>
      </p:sp>
      <p:sp>
        <p:nvSpPr>
          <p:cNvPr id="3" name="Content Placeholder 2"/>
          <p:cNvSpPr>
            <a:spLocks noGrp="1"/>
          </p:cNvSpPr>
          <p:nvPr>
            <p:ph sz="quarter" idx="10"/>
          </p:nvPr>
        </p:nvSpPr>
        <p:spPr>
          <a:prstGeom prst="rect">
            <a:avLst/>
          </a:prstGeom>
        </p:spPr>
        <p:txBody>
          <a:bodyPr>
            <a:noAutofit/>
          </a:bodyPr>
          <a:lstStyle/>
          <a:p>
            <a:r>
              <a:rPr lang="en-US" sz="2800" dirty="0"/>
              <a:t>Load balancing</a:t>
            </a:r>
          </a:p>
          <a:p>
            <a:pPr marL="457200" lvl="1" indent="0">
              <a:buNone/>
            </a:pPr>
            <a:r>
              <a:rPr lang="en-US" sz="2000" dirty="0"/>
              <a:t>Multiple VMs share the workload via public facing endpoints</a:t>
            </a:r>
          </a:p>
          <a:p>
            <a:r>
              <a:rPr lang="en-US" sz="2800" dirty="0"/>
              <a:t>Internal Load </a:t>
            </a:r>
            <a:r>
              <a:rPr lang="en-US" altLang="zh-CN" sz="2800" dirty="0"/>
              <a:t>balancing</a:t>
            </a:r>
            <a:endParaRPr lang="en-US" sz="2800" dirty="0"/>
          </a:p>
          <a:p>
            <a:pPr marL="457200" lvl="1" indent="0">
              <a:buNone/>
            </a:pPr>
            <a:r>
              <a:rPr lang="en-US" altLang="zh-CN" sz="2000" dirty="0"/>
              <a:t>Load balancing between VMs that don’t have public facing endpoints</a:t>
            </a:r>
            <a:endParaRPr lang="en-US" sz="2000" dirty="0"/>
          </a:p>
        </p:txBody>
      </p:sp>
      <p:sp>
        <p:nvSpPr>
          <p:cNvPr id="4" name="Slide Number Placeholder 3"/>
          <p:cNvSpPr>
            <a:spLocks noGrp="1"/>
          </p:cNvSpPr>
          <p:nvPr>
            <p:ph type="sldNum" sz="quarter" idx="4294967295"/>
          </p:nvPr>
        </p:nvSpPr>
        <p:spPr>
          <a:xfrm>
            <a:off x="9448800" y="6256338"/>
            <a:ext cx="2743200" cy="365125"/>
          </a:xfrm>
          <a:prstGeom prst="rect">
            <a:avLst/>
          </a:prstGeom>
        </p:spPr>
        <p:txBody>
          <a:bodyPr/>
          <a:lstStyle/>
          <a:p>
            <a:fld id="{0A164282-434E-41D4-9582-783D542A7B68}" type="slidenum">
              <a:rPr lang="en-US" smtClean="0"/>
              <a:pPr/>
              <a:t>53</a:t>
            </a:fld>
            <a:endParaRPr lang="en-US"/>
          </a:p>
        </p:txBody>
      </p:sp>
      <p:sp>
        <p:nvSpPr>
          <p:cNvPr id="8" name="TextBox 7"/>
          <p:cNvSpPr txBox="1"/>
          <p:nvPr/>
        </p:nvSpPr>
        <p:spPr>
          <a:xfrm>
            <a:off x="598120" y="6256216"/>
            <a:ext cx="1792863" cy="369332"/>
          </a:xfrm>
          <a:prstGeom prst="rect">
            <a:avLst/>
          </a:prstGeom>
          <a:noFill/>
        </p:spPr>
        <p:txBody>
          <a:bodyPr wrap="none" rtlCol="0">
            <a:spAutoFit/>
          </a:bodyPr>
          <a:lstStyle/>
          <a:p>
            <a:r>
              <a:rPr lang="en-US" dirty="0">
                <a:solidFill>
                  <a:schemeClr val="bg1"/>
                </a:solidFill>
              </a:rPr>
              <a:t>Microsoft Azure</a:t>
            </a:r>
          </a:p>
        </p:txBody>
      </p:sp>
      <p:sp>
        <p:nvSpPr>
          <p:cNvPr id="122" name="Rounded Rectangle 121"/>
          <p:cNvSpPr/>
          <p:nvPr/>
        </p:nvSpPr>
        <p:spPr bwMode="auto">
          <a:xfrm>
            <a:off x="6466549" y="3789514"/>
            <a:ext cx="5510869" cy="5586659"/>
          </a:xfrm>
          <a:prstGeom prst="roundRect">
            <a:avLst>
              <a:gd name="adj" fmla="val 50000"/>
            </a:avLst>
          </a:prstGeom>
          <a:pattFill prst="ltUpDiag">
            <a:fgClr>
              <a:schemeClr val="accent1">
                <a:lumMod val="40000"/>
                <a:lumOff val="60000"/>
              </a:schemeClr>
            </a:fgClr>
            <a:bgClr>
              <a:schemeClr val="bg1"/>
            </a:bgClr>
          </a:pattFill>
          <a:ln>
            <a:solidFill>
              <a:schemeClr val="accent1">
                <a:lumMod val="20000"/>
                <a:lumOff val="80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grpSp>
        <p:nvGrpSpPr>
          <p:cNvPr id="125" name="Group 124"/>
          <p:cNvGrpSpPr/>
          <p:nvPr/>
        </p:nvGrpSpPr>
        <p:grpSpPr>
          <a:xfrm>
            <a:off x="7224294" y="6069045"/>
            <a:ext cx="165504" cy="320785"/>
            <a:chOff x="8003343" y="6072433"/>
            <a:chExt cx="145517" cy="282045"/>
          </a:xfrm>
        </p:grpSpPr>
        <p:sp>
          <p:nvSpPr>
            <p:cNvPr id="126" name="Freeform 14"/>
            <p:cNvSpPr>
              <a:spLocks/>
            </p:cNvSpPr>
            <p:nvPr/>
          </p:nvSpPr>
          <p:spPr bwMode="auto">
            <a:xfrm>
              <a:off x="8061978" y="6244485"/>
              <a:ext cx="29959" cy="109993"/>
            </a:xfrm>
            <a:custGeom>
              <a:avLst/>
              <a:gdLst>
                <a:gd name="T0" fmla="*/ 70 w 70"/>
                <a:gd name="T1" fmla="*/ 257 h 257"/>
                <a:gd name="T2" fmla="*/ 70 w 70"/>
                <a:gd name="T3" fmla="*/ 257 h 257"/>
                <a:gd name="T4" fmla="*/ 0 w 70"/>
                <a:gd name="T5" fmla="*/ 257 h 257"/>
                <a:gd name="T6" fmla="*/ 0 w 70"/>
                <a:gd name="T7" fmla="*/ 0 h 257"/>
                <a:gd name="T8" fmla="*/ 70 w 70"/>
                <a:gd name="T9" fmla="*/ 0 h 257"/>
                <a:gd name="T10" fmla="*/ 70 w 70"/>
                <a:gd name="T11" fmla="*/ 257 h 257"/>
                <a:gd name="T12" fmla="*/ 70 w 70"/>
                <a:gd name="T13" fmla="*/ 257 h 257"/>
                <a:gd name="T14" fmla="*/ 70 w 70"/>
                <a:gd name="T15" fmla="*/ 257 h 25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0" h="257">
                  <a:moveTo>
                    <a:pt x="70" y="257"/>
                  </a:moveTo>
                  <a:lnTo>
                    <a:pt x="70" y="257"/>
                  </a:lnTo>
                  <a:lnTo>
                    <a:pt x="0" y="257"/>
                  </a:lnTo>
                  <a:lnTo>
                    <a:pt x="0" y="0"/>
                  </a:lnTo>
                  <a:lnTo>
                    <a:pt x="70" y="0"/>
                  </a:lnTo>
                  <a:lnTo>
                    <a:pt x="70" y="257"/>
                  </a:lnTo>
                  <a:lnTo>
                    <a:pt x="70" y="257"/>
                  </a:lnTo>
                  <a:lnTo>
                    <a:pt x="70" y="257"/>
                  </a:lnTo>
                  <a:close/>
                </a:path>
              </a:pathLst>
            </a:custGeom>
            <a:solidFill>
              <a:srgbClr val="96969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642" tIns="44821" rIns="89642" bIns="44821" numCol="1" anchor="t" anchorCtr="0" compatLnSpc="1">
              <a:prstTxWarp prst="textNoShape">
                <a:avLst/>
              </a:prstTxWarp>
            </a:bodyPr>
            <a:lstStyle/>
            <a:p>
              <a:pPr defTabSz="913949"/>
              <a:endParaRPr lang="en-US">
                <a:solidFill>
                  <a:srgbClr val="000000"/>
                </a:solidFill>
              </a:endParaRPr>
            </a:p>
          </p:txBody>
        </p:sp>
        <p:sp>
          <p:nvSpPr>
            <p:cNvPr id="127" name="Freeform 15"/>
            <p:cNvSpPr>
              <a:spLocks/>
            </p:cNvSpPr>
            <p:nvPr/>
          </p:nvSpPr>
          <p:spPr bwMode="auto">
            <a:xfrm>
              <a:off x="8003343" y="6147759"/>
              <a:ext cx="145517" cy="146373"/>
            </a:xfrm>
            <a:custGeom>
              <a:avLst/>
              <a:gdLst>
                <a:gd name="T0" fmla="*/ 97 w 97"/>
                <a:gd name="T1" fmla="*/ 48 h 97"/>
                <a:gd name="T2" fmla="*/ 97 w 97"/>
                <a:gd name="T3" fmla="*/ 48 h 97"/>
                <a:gd name="T4" fmla="*/ 48 w 97"/>
                <a:gd name="T5" fmla="*/ 97 h 97"/>
                <a:gd name="T6" fmla="*/ 0 w 97"/>
                <a:gd name="T7" fmla="*/ 48 h 97"/>
                <a:gd name="T8" fmla="*/ 48 w 97"/>
                <a:gd name="T9" fmla="*/ 0 h 97"/>
                <a:gd name="T10" fmla="*/ 97 w 97"/>
                <a:gd name="T11" fmla="*/ 48 h 97"/>
              </a:gdLst>
              <a:ahLst/>
              <a:cxnLst>
                <a:cxn ang="0">
                  <a:pos x="T0" y="T1"/>
                </a:cxn>
                <a:cxn ang="0">
                  <a:pos x="T2" y="T3"/>
                </a:cxn>
                <a:cxn ang="0">
                  <a:pos x="T4" y="T5"/>
                </a:cxn>
                <a:cxn ang="0">
                  <a:pos x="T6" y="T7"/>
                </a:cxn>
                <a:cxn ang="0">
                  <a:pos x="T8" y="T9"/>
                </a:cxn>
                <a:cxn ang="0">
                  <a:pos x="T10" y="T11"/>
                </a:cxn>
              </a:cxnLst>
              <a:rect l="0" t="0" r="r" b="b"/>
              <a:pathLst>
                <a:path w="97" h="97">
                  <a:moveTo>
                    <a:pt x="97" y="48"/>
                  </a:moveTo>
                  <a:cubicBezTo>
                    <a:pt x="97" y="48"/>
                    <a:pt x="97" y="48"/>
                    <a:pt x="97" y="48"/>
                  </a:cubicBezTo>
                  <a:cubicBezTo>
                    <a:pt x="97" y="75"/>
                    <a:pt x="75" y="97"/>
                    <a:pt x="48" y="97"/>
                  </a:cubicBezTo>
                  <a:cubicBezTo>
                    <a:pt x="22" y="97"/>
                    <a:pt x="0" y="75"/>
                    <a:pt x="0" y="48"/>
                  </a:cubicBezTo>
                  <a:cubicBezTo>
                    <a:pt x="0" y="22"/>
                    <a:pt x="22" y="0"/>
                    <a:pt x="48" y="0"/>
                  </a:cubicBezTo>
                  <a:cubicBezTo>
                    <a:pt x="75" y="0"/>
                    <a:pt x="97" y="22"/>
                    <a:pt x="97" y="48"/>
                  </a:cubicBezTo>
                  <a:close/>
                </a:path>
              </a:pathLst>
            </a:custGeom>
            <a:solidFill>
              <a:srgbClr val="79A500"/>
            </a:solidFill>
            <a:ln>
              <a:noFill/>
            </a:ln>
            <a:extLst/>
          </p:spPr>
          <p:txBody>
            <a:bodyPr vert="horz" wrap="square" lIns="89642" tIns="44821" rIns="89642" bIns="44821" numCol="1" anchor="t" anchorCtr="0" compatLnSpc="1">
              <a:prstTxWarp prst="textNoShape">
                <a:avLst/>
              </a:prstTxWarp>
            </a:bodyPr>
            <a:lstStyle/>
            <a:p>
              <a:pPr defTabSz="913949"/>
              <a:endParaRPr lang="en-US">
                <a:solidFill>
                  <a:srgbClr val="000000"/>
                </a:solidFill>
              </a:endParaRPr>
            </a:p>
          </p:txBody>
        </p:sp>
        <p:sp>
          <p:nvSpPr>
            <p:cNvPr id="128" name="Freeform 16"/>
            <p:cNvSpPr>
              <a:spLocks/>
            </p:cNvSpPr>
            <p:nvPr/>
          </p:nvSpPr>
          <p:spPr bwMode="auto">
            <a:xfrm>
              <a:off x="8022603" y="6072433"/>
              <a:ext cx="106570" cy="106997"/>
            </a:xfrm>
            <a:custGeom>
              <a:avLst/>
              <a:gdLst>
                <a:gd name="T0" fmla="*/ 71 w 71"/>
                <a:gd name="T1" fmla="*/ 35 h 71"/>
                <a:gd name="T2" fmla="*/ 71 w 71"/>
                <a:gd name="T3" fmla="*/ 35 h 71"/>
                <a:gd name="T4" fmla="*/ 35 w 71"/>
                <a:gd name="T5" fmla="*/ 71 h 71"/>
                <a:gd name="T6" fmla="*/ 0 w 71"/>
                <a:gd name="T7" fmla="*/ 35 h 71"/>
                <a:gd name="T8" fmla="*/ 35 w 71"/>
                <a:gd name="T9" fmla="*/ 0 h 71"/>
                <a:gd name="T10" fmla="*/ 71 w 71"/>
                <a:gd name="T11" fmla="*/ 35 h 71"/>
              </a:gdLst>
              <a:ahLst/>
              <a:cxnLst>
                <a:cxn ang="0">
                  <a:pos x="T0" y="T1"/>
                </a:cxn>
                <a:cxn ang="0">
                  <a:pos x="T2" y="T3"/>
                </a:cxn>
                <a:cxn ang="0">
                  <a:pos x="T4" y="T5"/>
                </a:cxn>
                <a:cxn ang="0">
                  <a:pos x="T6" y="T7"/>
                </a:cxn>
                <a:cxn ang="0">
                  <a:pos x="T8" y="T9"/>
                </a:cxn>
                <a:cxn ang="0">
                  <a:pos x="T10" y="T11"/>
                </a:cxn>
              </a:cxnLst>
              <a:rect l="0" t="0" r="r" b="b"/>
              <a:pathLst>
                <a:path w="71" h="71">
                  <a:moveTo>
                    <a:pt x="71" y="35"/>
                  </a:moveTo>
                  <a:cubicBezTo>
                    <a:pt x="71" y="35"/>
                    <a:pt x="71" y="35"/>
                    <a:pt x="71" y="35"/>
                  </a:cubicBezTo>
                  <a:cubicBezTo>
                    <a:pt x="71" y="55"/>
                    <a:pt x="55" y="71"/>
                    <a:pt x="35" y="71"/>
                  </a:cubicBezTo>
                  <a:cubicBezTo>
                    <a:pt x="16" y="71"/>
                    <a:pt x="0" y="55"/>
                    <a:pt x="0" y="35"/>
                  </a:cubicBezTo>
                  <a:cubicBezTo>
                    <a:pt x="0" y="16"/>
                    <a:pt x="16" y="0"/>
                    <a:pt x="35" y="0"/>
                  </a:cubicBezTo>
                  <a:cubicBezTo>
                    <a:pt x="55" y="0"/>
                    <a:pt x="71" y="16"/>
                    <a:pt x="71" y="35"/>
                  </a:cubicBezTo>
                  <a:close/>
                </a:path>
              </a:pathLst>
            </a:custGeom>
            <a:solidFill>
              <a:srgbClr val="79A500"/>
            </a:solidFill>
            <a:ln>
              <a:noFill/>
            </a:ln>
            <a:extLst/>
          </p:spPr>
          <p:txBody>
            <a:bodyPr vert="horz" wrap="square" lIns="89642" tIns="44821" rIns="89642" bIns="44821" numCol="1" anchor="t" anchorCtr="0" compatLnSpc="1">
              <a:prstTxWarp prst="textNoShape">
                <a:avLst/>
              </a:prstTxWarp>
            </a:bodyPr>
            <a:lstStyle/>
            <a:p>
              <a:pPr defTabSz="913949"/>
              <a:endParaRPr lang="en-US">
                <a:solidFill>
                  <a:srgbClr val="000000"/>
                </a:solidFill>
              </a:endParaRPr>
            </a:p>
          </p:txBody>
        </p:sp>
      </p:grpSp>
      <p:cxnSp>
        <p:nvCxnSpPr>
          <p:cNvPr id="137" name="Straight Connector 136"/>
          <p:cNvCxnSpPr/>
          <p:nvPr/>
        </p:nvCxnSpPr>
        <p:spPr>
          <a:xfrm flipV="1">
            <a:off x="7891769" y="5059762"/>
            <a:ext cx="443" cy="557561"/>
          </a:xfrm>
          <a:prstGeom prst="line">
            <a:avLst/>
          </a:prstGeom>
          <a:ln w="38100">
            <a:solidFill>
              <a:schemeClr val="accent4"/>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38" name="Straight Connector 137"/>
          <p:cNvCxnSpPr>
            <a:stCxn id="140" idx="3"/>
            <a:endCxn id="189" idx="0"/>
          </p:cNvCxnSpPr>
          <p:nvPr/>
        </p:nvCxnSpPr>
        <p:spPr>
          <a:xfrm flipH="1">
            <a:off x="7127043" y="5004457"/>
            <a:ext cx="413515" cy="464556"/>
          </a:xfrm>
          <a:prstGeom prst="line">
            <a:avLst/>
          </a:prstGeom>
          <a:ln w="38100">
            <a:solidFill>
              <a:schemeClr val="accent4"/>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p:nvGrpSpPr>
          <p:cNvPr id="139" name="Group 138"/>
          <p:cNvGrpSpPr/>
          <p:nvPr/>
        </p:nvGrpSpPr>
        <p:grpSpPr>
          <a:xfrm>
            <a:off x="7420125" y="4401384"/>
            <a:ext cx="740467" cy="706544"/>
            <a:chOff x="7849003" y="4162671"/>
            <a:chExt cx="831580" cy="793483"/>
          </a:xfrm>
        </p:grpSpPr>
        <p:sp>
          <p:nvSpPr>
            <p:cNvPr id="140" name="Oval 139"/>
            <p:cNvSpPr/>
            <p:nvPr/>
          </p:nvSpPr>
          <p:spPr bwMode="auto">
            <a:xfrm>
              <a:off x="7868052" y="4162671"/>
              <a:ext cx="793483" cy="793483"/>
            </a:xfrm>
            <a:prstGeom prst="ellipse">
              <a:avLst/>
            </a:prstGeom>
            <a:solidFill>
              <a:srgbClr val="79A50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sp>
          <p:nvSpPr>
            <p:cNvPr id="141" name="Rectangle 140"/>
            <p:cNvSpPr/>
            <p:nvPr/>
          </p:nvSpPr>
          <p:spPr>
            <a:xfrm>
              <a:off x="7849003" y="4224607"/>
              <a:ext cx="831580" cy="669610"/>
            </a:xfrm>
            <a:prstGeom prst="rect">
              <a:avLst/>
            </a:prstGeom>
            <a:no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sz="1050" b="1" dirty="0">
                  <a:solidFill>
                    <a:prstClr val="white"/>
                  </a:solidFill>
                </a:rPr>
                <a:t>External Load Balancer</a:t>
              </a:r>
            </a:p>
          </p:txBody>
        </p:sp>
      </p:grpSp>
      <p:cxnSp>
        <p:nvCxnSpPr>
          <p:cNvPr id="142" name="Straight Connector 141"/>
          <p:cNvCxnSpPr>
            <a:stCxn id="151" idx="2"/>
            <a:endCxn id="179" idx="3"/>
          </p:cNvCxnSpPr>
          <p:nvPr/>
        </p:nvCxnSpPr>
        <p:spPr>
          <a:xfrm flipH="1">
            <a:off x="8198110" y="6114332"/>
            <a:ext cx="498351" cy="1364"/>
          </a:xfrm>
          <a:prstGeom prst="line">
            <a:avLst/>
          </a:prstGeom>
          <a:ln w="38100">
            <a:solidFill>
              <a:schemeClr val="accent4"/>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146" name="Rectangle 145"/>
          <p:cNvSpPr/>
          <p:nvPr/>
        </p:nvSpPr>
        <p:spPr>
          <a:xfrm>
            <a:off x="9466468" y="4287197"/>
            <a:ext cx="1375889" cy="307777"/>
          </a:xfrm>
          <a:prstGeom prst="rect">
            <a:avLst/>
          </a:prstGeom>
        </p:spPr>
        <p:txBody>
          <a:bodyPr wrap="none">
            <a:spAutoFit/>
          </a:bodyPr>
          <a:lstStyle/>
          <a:p>
            <a:r>
              <a:rPr lang="en-US" sz="1400" dirty="0">
                <a:solidFill>
                  <a:schemeClr val="tx2"/>
                </a:solidFill>
              </a:rPr>
              <a:t>Customer </a:t>
            </a:r>
            <a:r>
              <a:rPr lang="en-US" altLang="zh-CN" sz="1400" dirty="0" err="1">
                <a:solidFill>
                  <a:schemeClr val="tx2"/>
                </a:solidFill>
              </a:rPr>
              <a:t>v</a:t>
            </a:r>
            <a:r>
              <a:rPr lang="en-US" sz="1400" dirty="0" err="1">
                <a:solidFill>
                  <a:schemeClr val="tx2"/>
                </a:solidFill>
              </a:rPr>
              <a:t>Net</a:t>
            </a:r>
            <a:endParaRPr lang="en-US" sz="1400" dirty="0">
              <a:solidFill>
                <a:schemeClr val="tx2"/>
              </a:solidFill>
            </a:endParaRPr>
          </a:p>
        </p:txBody>
      </p:sp>
      <p:sp>
        <p:nvSpPr>
          <p:cNvPr id="148" name="Freeform 55"/>
          <p:cNvSpPr>
            <a:spLocks/>
          </p:cNvSpPr>
          <p:nvPr/>
        </p:nvSpPr>
        <p:spPr bwMode="auto">
          <a:xfrm>
            <a:off x="6548194" y="6478723"/>
            <a:ext cx="647523" cy="139619"/>
          </a:xfrm>
          <a:custGeom>
            <a:avLst/>
            <a:gdLst>
              <a:gd name="T0" fmla="*/ 186 w 589"/>
              <a:gd name="T1" fmla="*/ 0 h 127"/>
              <a:gd name="T2" fmla="*/ 589 w 589"/>
              <a:gd name="T3" fmla="*/ 0 h 127"/>
              <a:gd name="T4" fmla="*/ 407 w 589"/>
              <a:gd name="T5" fmla="*/ 127 h 127"/>
              <a:gd name="T6" fmla="*/ 0 w 589"/>
              <a:gd name="T7" fmla="*/ 127 h 127"/>
              <a:gd name="T8" fmla="*/ 186 w 589"/>
              <a:gd name="T9" fmla="*/ 0 h 127"/>
            </a:gdLst>
            <a:ahLst/>
            <a:cxnLst>
              <a:cxn ang="0">
                <a:pos x="T0" y="T1"/>
              </a:cxn>
              <a:cxn ang="0">
                <a:pos x="T2" y="T3"/>
              </a:cxn>
              <a:cxn ang="0">
                <a:pos x="T4" y="T5"/>
              </a:cxn>
              <a:cxn ang="0">
                <a:pos x="T6" y="T7"/>
              </a:cxn>
              <a:cxn ang="0">
                <a:pos x="T8" y="T9"/>
              </a:cxn>
            </a:cxnLst>
            <a:rect l="0" t="0" r="r" b="b"/>
            <a:pathLst>
              <a:path w="589" h="127">
                <a:moveTo>
                  <a:pt x="186" y="0"/>
                </a:moveTo>
                <a:lnTo>
                  <a:pt x="589" y="0"/>
                </a:lnTo>
                <a:lnTo>
                  <a:pt x="407" y="127"/>
                </a:lnTo>
                <a:lnTo>
                  <a:pt x="0" y="127"/>
                </a:lnTo>
                <a:lnTo>
                  <a:pt x="186" y="0"/>
                </a:lnTo>
                <a:close/>
              </a:path>
            </a:pathLst>
          </a:custGeom>
          <a:solidFill>
            <a:schemeClr val="tx1">
              <a:lumMod val="50000"/>
              <a:alpha val="19000"/>
            </a:schemeClr>
          </a:solidFill>
          <a:ln>
            <a:noFill/>
          </a:ln>
          <a:extLst/>
        </p:spPr>
        <p:txBody>
          <a:bodyPr vert="horz" wrap="square" lIns="89642" tIns="44821" rIns="89642" bIns="44821" numCol="1" anchor="t" anchorCtr="0" compatLnSpc="1">
            <a:prstTxWarp prst="textNoShape">
              <a:avLst/>
            </a:prstTxWarp>
          </a:bodyPr>
          <a:lstStyle/>
          <a:p>
            <a:pPr defTabSz="913949"/>
            <a:endParaRPr lang="en-US">
              <a:solidFill>
                <a:srgbClr val="000000"/>
              </a:solidFill>
            </a:endParaRPr>
          </a:p>
        </p:txBody>
      </p:sp>
      <p:sp>
        <p:nvSpPr>
          <p:cNvPr id="149" name="Oval 148"/>
          <p:cNvSpPr/>
          <p:nvPr/>
        </p:nvSpPr>
        <p:spPr bwMode="auto">
          <a:xfrm>
            <a:off x="9913135" y="6288360"/>
            <a:ext cx="1555259" cy="179033"/>
          </a:xfrm>
          <a:prstGeom prst="ellipse">
            <a:avLst/>
          </a:prstGeom>
          <a:noFill/>
          <a:ln w="19050">
            <a:solidFill>
              <a:schemeClr val="tx1">
                <a:lumMod val="75000"/>
              </a:schemeClr>
            </a:solidFill>
            <a:prstDash val="dash"/>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grpSp>
        <p:nvGrpSpPr>
          <p:cNvPr id="150" name="Group 149"/>
          <p:cNvGrpSpPr/>
          <p:nvPr/>
        </p:nvGrpSpPr>
        <p:grpSpPr>
          <a:xfrm>
            <a:off x="8673399" y="5662446"/>
            <a:ext cx="947164" cy="903772"/>
            <a:chOff x="7830149" y="4162671"/>
            <a:chExt cx="831580" cy="793483"/>
          </a:xfrm>
        </p:grpSpPr>
        <p:sp>
          <p:nvSpPr>
            <p:cNvPr id="151" name="Oval 150"/>
            <p:cNvSpPr/>
            <p:nvPr/>
          </p:nvSpPr>
          <p:spPr bwMode="auto">
            <a:xfrm>
              <a:off x="7850397" y="4162671"/>
              <a:ext cx="793483" cy="793483"/>
            </a:xfrm>
            <a:prstGeom prst="ellipse">
              <a:avLst/>
            </a:prstGeom>
            <a:solidFill>
              <a:srgbClr val="00206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sp>
          <p:nvSpPr>
            <p:cNvPr id="152" name="Rectangle 151"/>
            <p:cNvSpPr/>
            <p:nvPr/>
          </p:nvSpPr>
          <p:spPr>
            <a:xfrm>
              <a:off x="7830149" y="4224845"/>
              <a:ext cx="831580" cy="669610"/>
            </a:xfrm>
            <a:prstGeom prst="rect">
              <a:avLst/>
            </a:prstGeom>
            <a:no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sz="1200" b="1" dirty="0">
                  <a:solidFill>
                    <a:prstClr val="white"/>
                  </a:solidFill>
                </a:rPr>
                <a:t>Internal</a:t>
              </a:r>
              <a:r>
                <a:rPr lang="es-ES" sz="1200" b="1" dirty="0">
                  <a:solidFill>
                    <a:prstClr val="white"/>
                  </a:solidFill>
                </a:rPr>
                <a:t> Load </a:t>
              </a:r>
              <a:r>
                <a:rPr lang="en-US" sz="1200" b="1" dirty="0">
                  <a:solidFill>
                    <a:prstClr val="white"/>
                  </a:solidFill>
                </a:rPr>
                <a:t>Balancer</a:t>
              </a:r>
            </a:p>
          </p:txBody>
        </p:sp>
      </p:grpSp>
      <p:grpSp>
        <p:nvGrpSpPr>
          <p:cNvPr id="154" name="Group 153"/>
          <p:cNvGrpSpPr/>
          <p:nvPr/>
        </p:nvGrpSpPr>
        <p:grpSpPr>
          <a:xfrm>
            <a:off x="10584975" y="5490122"/>
            <a:ext cx="654047" cy="885155"/>
            <a:chOff x="10520791" y="5710226"/>
            <a:chExt cx="813223" cy="1100576"/>
          </a:xfrm>
        </p:grpSpPr>
        <p:sp>
          <p:nvSpPr>
            <p:cNvPr id="155" name="Rectangle 5"/>
            <p:cNvSpPr>
              <a:spLocks noChangeArrowheads="1"/>
            </p:cNvSpPr>
            <p:nvPr/>
          </p:nvSpPr>
          <p:spPr bwMode="auto">
            <a:xfrm>
              <a:off x="10520791" y="5710226"/>
              <a:ext cx="813223" cy="1100576"/>
            </a:xfrm>
            <a:prstGeom prst="rect">
              <a:avLst/>
            </a:prstGeom>
            <a:solidFill>
              <a:srgbClr val="00B0F0"/>
            </a:solidFill>
            <a:ln>
              <a:noFill/>
            </a:ln>
          </p:spPr>
          <p:txBody>
            <a:bodyPr vert="horz" wrap="square" lIns="89642" tIns="44821" rIns="89642" bIns="44821" numCol="1" anchor="t" anchorCtr="0" compatLnSpc="1">
              <a:prstTxWarp prst="textNoShape">
                <a:avLst/>
              </a:prstTxWarp>
            </a:bodyPr>
            <a:lstStyle/>
            <a:p>
              <a:pPr defTabSz="913949"/>
              <a:endParaRPr lang="en-US">
                <a:solidFill>
                  <a:srgbClr val="000000"/>
                </a:solidFill>
              </a:endParaRPr>
            </a:p>
          </p:txBody>
        </p:sp>
        <p:sp>
          <p:nvSpPr>
            <p:cNvPr id="156" name="Freeform 6"/>
            <p:cNvSpPr>
              <a:spLocks/>
            </p:cNvSpPr>
            <p:nvPr/>
          </p:nvSpPr>
          <p:spPr bwMode="auto">
            <a:xfrm>
              <a:off x="10607894" y="5838844"/>
              <a:ext cx="639019" cy="112337"/>
            </a:xfrm>
            <a:custGeom>
              <a:avLst/>
              <a:gdLst>
                <a:gd name="T0" fmla="*/ 28 w 330"/>
                <a:gd name="T1" fmla="*/ 0 h 58"/>
                <a:gd name="T2" fmla="*/ 0 w 330"/>
                <a:gd name="T3" fmla="*/ 26 h 58"/>
                <a:gd name="T4" fmla="*/ 0 w 330"/>
                <a:gd name="T5" fmla="*/ 32 h 58"/>
                <a:gd name="T6" fmla="*/ 28 w 330"/>
                <a:gd name="T7" fmla="*/ 58 h 58"/>
                <a:gd name="T8" fmla="*/ 302 w 330"/>
                <a:gd name="T9" fmla="*/ 58 h 58"/>
                <a:gd name="T10" fmla="*/ 330 w 330"/>
                <a:gd name="T11" fmla="*/ 32 h 58"/>
                <a:gd name="T12" fmla="*/ 330 w 330"/>
                <a:gd name="T13" fmla="*/ 26 h 58"/>
                <a:gd name="T14" fmla="*/ 302 w 330"/>
                <a:gd name="T15" fmla="*/ 0 h 58"/>
                <a:gd name="T16" fmla="*/ 175 w 330"/>
                <a:gd name="T17" fmla="*/ 0 h 58"/>
                <a:gd name="T18" fmla="*/ 28 w 330"/>
                <a:gd name="T19" fmla="*/ 0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30" h="58">
                  <a:moveTo>
                    <a:pt x="28" y="0"/>
                  </a:moveTo>
                  <a:cubicBezTo>
                    <a:pt x="28" y="0"/>
                    <a:pt x="0" y="0"/>
                    <a:pt x="0" y="26"/>
                  </a:cubicBezTo>
                  <a:cubicBezTo>
                    <a:pt x="0" y="32"/>
                    <a:pt x="0" y="32"/>
                    <a:pt x="0" y="32"/>
                  </a:cubicBezTo>
                  <a:cubicBezTo>
                    <a:pt x="0" y="32"/>
                    <a:pt x="0" y="58"/>
                    <a:pt x="28" y="58"/>
                  </a:cubicBezTo>
                  <a:cubicBezTo>
                    <a:pt x="302" y="58"/>
                    <a:pt x="302" y="58"/>
                    <a:pt x="302" y="58"/>
                  </a:cubicBezTo>
                  <a:cubicBezTo>
                    <a:pt x="302" y="58"/>
                    <a:pt x="330" y="58"/>
                    <a:pt x="330" y="32"/>
                  </a:cubicBezTo>
                  <a:cubicBezTo>
                    <a:pt x="330" y="26"/>
                    <a:pt x="330" y="26"/>
                    <a:pt x="330" y="26"/>
                  </a:cubicBezTo>
                  <a:cubicBezTo>
                    <a:pt x="330" y="26"/>
                    <a:pt x="330" y="0"/>
                    <a:pt x="302" y="0"/>
                  </a:cubicBezTo>
                  <a:cubicBezTo>
                    <a:pt x="175" y="0"/>
                    <a:pt x="175" y="0"/>
                    <a:pt x="175" y="0"/>
                  </a:cubicBezTo>
                  <a:lnTo>
                    <a:pt x="28" y="0"/>
                  </a:lnTo>
                  <a:close/>
                </a:path>
              </a:pathLst>
            </a:custGeom>
            <a:solidFill>
              <a:schemeClr val="bg1">
                <a:lumMod val="95000"/>
              </a:schemeClr>
            </a:solidFill>
            <a:ln>
              <a:noFill/>
            </a:ln>
          </p:spPr>
          <p:txBody>
            <a:bodyPr vert="horz" wrap="square" lIns="89642" tIns="44821" rIns="89642" bIns="44821" numCol="1" anchor="t" anchorCtr="0" compatLnSpc="1">
              <a:prstTxWarp prst="textNoShape">
                <a:avLst/>
              </a:prstTxWarp>
            </a:bodyPr>
            <a:lstStyle/>
            <a:p>
              <a:pPr defTabSz="913949"/>
              <a:endParaRPr lang="en-US">
                <a:solidFill>
                  <a:srgbClr val="000000"/>
                </a:solidFill>
              </a:endParaRPr>
            </a:p>
          </p:txBody>
        </p:sp>
        <p:sp>
          <p:nvSpPr>
            <p:cNvPr id="157" name="Freeform 7"/>
            <p:cNvSpPr>
              <a:spLocks/>
            </p:cNvSpPr>
            <p:nvPr/>
          </p:nvSpPr>
          <p:spPr bwMode="auto">
            <a:xfrm>
              <a:off x="10607894" y="6037469"/>
              <a:ext cx="639019" cy="112337"/>
            </a:xfrm>
            <a:custGeom>
              <a:avLst/>
              <a:gdLst>
                <a:gd name="T0" fmla="*/ 28 w 330"/>
                <a:gd name="T1" fmla="*/ 0 h 58"/>
                <a:gd name="T2" fmla="*/ 0 w 330"/>
                <a:gd name="T3" fmla="*/ 26 h 58"/>
                <a:gd name="T4" fmla="*/ 0 w 330"/>
                <a:gd name="T5" fmla="*/ 31 h 58"/>
                <a:gd name="T6" fmla="*/ 28 w 330"/>
                <a:gd name="T7" fmla="*/ 58 h 58"/>
                <a:gd name="T8" fmla="*/ 302 w 330"/>
                <a:gd name="T9" fmla="*/ 58 h 58"/>
                <a:gd name="T10" fmla="*/ 330 w 330"/>
                <a:gd name="T11" fmla="*/ 31 h 58"/>
                <a:gd name="T12" fmla="*/ 330 w 330"/>
                <a:gd name="T13" fmla="*/ 26 h 58"/>
                <a:gd name="T14" fmla="*/ 302 w 330"/>
                <a:gd name="T15" fmla="*/ 0 h 58"/>
                <a:gd name="T16" fmla="*/ 175 w 330"/>
                <a:gd name="T17" fmla="*/ 0 h 58"/>
                <a:gd name="T18" fmla="*/ 28 w 330"/>
                <a:gd name="T19" fmla="*/ 0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30" h="58">
                  <a:moveTo>
                    <a:pt x="28" y="0"/>
                  </a:moveTo>
                  <a:cubicBezTo>
                    <a:pt x="28" y="0"/>
                    <a:pt x="0" y="0"/>
                    <a:pt x="0" y="26"/>
                  </a:cubicBezTo>
                  <a:cubicBezTo>
                    <a:pt x="0" y="31"/>
                    <a:pt x="0" y="31"/>
                    <a:pt x="0" y="31"/>
                  </a:cubicBezTo>
                  <a:cubicBezTo>
                    <a:pt x="0" y="31"/>
                    <a:pt x="0" y="58"/>
                    <a:pt x="28" y="58"/>
                  </a:cubicBezTo>
                  <a:cubicBezTo>
                    <a:pt x="302" y="58"/>
                    <a:pt x="302" y="58"/>
                    <a:pt x="302" y="58"/>
                  </a:cubicBezTo>
                  <a:cubicBezTo>
                    <a:pt x="302" y="58"/>
                    <a:pt x="330" y="58"/>
                    <a:pt x="330" y="31"/>
                  </a:cubicBezTo>
                  <a:cubicBezTo>
                    <a:pt x="330" y="26"/>
                    <a:pt x="330" y="26"/>
                    <a:pt x="330" y="26"/>
                  </a:cubicBezTo>
                  <a:cubicBezTo>
                    <a:pt x="330" y="26"/>
                    <a:pt x="330" y="0"/>
                    <a:pt x="302" y="0"/>
                  </a:cubicBezTo>
                  <a:cubicBezTo>
                    <a:pt x="175" y="0"/>
                    <a:pt x="175" y="0"/>
                    <a:pt x="175" y="0"/>
                  </a:cubicBezTo>
                  <a:lnTo>
                    <a:pt x="28" y="0"/>
                  </a:lnTo>
                  <a:close/>
                </a:path>
              </a:pathLst>
            </a:custGeom>
            <a:solidFill>
              <a:schemeClr val="bg1">
                <a:lumMod val="95000"/>
              </a:schemeClr>
            </a:solidFill>
            <a:ln>
              <a:noFill/>
            </a:ln>
          </p:spPr>
          <p:txBody>
            <a:bodyPr vert="horz" wrap="square" lIns="89642" tIns="44821" rIns="89642" bIns="44821" numCol="1" anchor="t" anchorCtr="0" compatLnSpc="1">
              <a:prstTxWarp prst="textNoShape">
                <a:avLst/>
              </a:prstTxWarp>
            </a:bodyPr>
            <a:lstStyle/>
            <a:p>
              <a:pPr defTabSz="913949"/>
              <a:endParaRPr lang="en-US">
                <a:solidFill>
                  <a:srgbClr val="000000"/>
                </a:solidFill>
              </a:endParaRPr>
            </a:p>
          </p:txBody>
        </p:sp>
        <p:sp>
          <p:nvSpPr>
            <p:cNvPr id="158" name="Freeform 8"/>
            <p:cNvSpPr>
              <a:spLocks/>
            </p:cNvSpPr>
            <p:nvPr/>
          </p:nvSpPr>
          <p:spPr bwMode="auto">
            <a:xfrm>
              <a:off x="10607894" y="6234465"/>
              <a:ext cx="639019" cy="112337"/>
            </a:xfrm>
            <a:custGeom>
              <a:avLst/>
              <a:gdLst>
                <a:gd name="T0" fmla="*/ 28 w 330"/>
                <a:gd name="T1" fmla="*/ 0 h 58"/>
                <a:gd name="T2" fmla="*/ 0 w 330"/>
                <a:gd name="T3" fmla="*/ 27 h 58"/>
                <a:gd name="T4" fmla="*/ 0 w 330"/>
                <a:gd name="T5" fmla="*/ 32 h 58"/>
                <a:gd name="T6" fmla="*/ 28 w 330"/>
                <a:gd name="T7" fmla="*/ 58 h 58"/>
                <a:gd name="T8" fmla="*/ 302 w 330"/>
                <a:gd name="T9" fmla="*/ 58 h 58"/>
                <a:gd name="T10" fmla="*/ 330 w 330"/>
                <a:gd name="T11" fmla="*/ 32 h 58"/>
                <a:gd name="T12" fmla="*/ 330 w 330"/>
                <a:gd name="T13" fmla="*/ 27 h 58"/>
                <a:gd name="T14" fmla="*/ 302 w 330"/>
                <a:gd name="T15" fmla="*/ 0 h 58"/>
                <a:gd name="T16" fmla="*/ 175 w 330"/>
                <a:gd name="T17" fmla="*/ 0 h 58"/>
                <a:gd name="T18" fmla="*/ 28 w 330"/>
                <a:gd name="T19" fmla="*/ 0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30" h="58">
                  <a:moveTo>
                    <a:pt x="28" y="0"/>
                  </a:moveTo>
                  <a:cubicBezTo>
                    <a:pt x="28" y="0"/>
                    <a:pt x="0" y="0"/>
                    <a:pt x="0" y="27"/>
                  </a:cubicBezTo>
                  <a:cubicBezTo>
                    <a:pt x="0" y="32"/>
                    <a:pt x="0" y="32"/>
                    <a:pt x="0" y="32"/>
                  </a:cubicBezTo>
                  <a:cubicBezTo>
                    <a:pt x="0" y="32"/>
                    <a:pt x="0" y="58"/>
                    <a:pt x="28" y="58"/>
                  </a:cubicBezTo>
                  <a:cubicBezTo>
                    <a:pt x="302" y="58"/>
                    <a:pt x="302" y="58"/>
                    <a:pt x="302" y="58"/>
                  </a:cubicBezTo>
                  <a:cubicBezTo>
                    <a:pt x="302" y="58"/>
                    <a:pt x="330" y="58"/>
                    <a:pt x="330" y="32"/>
                  </a:cubicBezTo>
                  <a:cubicBezTo>
                    <a:pt x="330" y="27"/>
                    <a:pt x="330" y="27"/>
                    <a:pt x="330" y="27"/>
                  </a:cubicBezTo>
                  <a:cubicBezTo>
                    <a:pt x="330" y="27"/>
                    <a:pt x="330" y="0"/>
                    <a:pt x="302" y="0"/>
                  </a:cubicBezTo>
                  <a:cubicBezTo>
                    <a:pt x="175" y="0"/>
                    <a:pt x="175" y="0"/>
                    <a:pt x="175" y="0"/>
                  </a:cubicBezTo>
                  <a:lnTo>
                    <a:pt x="28" y="0"/>
                  </a:lnTo>
                  <a:close/>
                </a:path>
              </a:pathLst>
            </a:custGeom>
            <a:solidFill>
              <a:schemeClr val="bg1">
                <a:lumMod val="95000"/>
              </a:schemeClr>
            </a:solidFill>
            <a:ln>
              <a:noFill/>
            </a:ln>
          </p:spPr>
          <p:txBody>
            <a:bodyPr vert="horz" wrap="square" lIns="89642" tIns="44821" rIns="89642" bIns="44821" numCol="1" anchor="t" anchorCtr="0" compatLnSpc="1">
              <a:prstTxWarp prst="textNoShape">
                <a:avLst/>
              </a:prstTxWarp>
            </a:bodyPr>
            <a:lstStyle/>
            <a:p>
              <a:pPr defTabSz="913949"/>
              <a:endParaRPr lang="en-US">
                <a:solidFill>
                  <a:srgbClr val="000000"/>
                </a:solidFill>
              </a:endParaRPr>
            </a:p>
          </p:txBody>
        </p:sp>
        <p:sp>
          <p:nvSpPr>
            <p:cNvPr id="159" name="Freeform 9"/>
            <p:cNvSpPr>
              <a:spLocks/>
            </p:cNvSpPr>
            <p:nvPr/>
          </p:nvSpPr>
          <p:spPr bwMode="auto">
            <a:xfrm>
              <a:off x="10607894" y="6433090"/>
              <a:ext cx="639019" cy="112337"/>
            </a:xfrm>
            <a:custGeom>
              <a:avLst/>
              <a:gdLst>
                <a:gd name="T0" fmla="*/ 28 w 330"/>
                <a:gd name="T1" fmla="*/ 0 h 58"/>
                <a:gd name="T2" fmla="*/ 0 w 330"/>
                <a:gd name="T3" fmla="*/ 26 h 58"/>
                <a:gd name="T4" fmla="*/ 0 w 330"/>
                <a:gd name="T5" fmla="*/ 32 h 58"/>
                <a:gd name="T6" fmla="*/ 28 w 330"/>
                <a:gd name="T7" fmla="*/ 58 h 58"/>
                <a:gd name="T8" fmla="*/ 302 w 330"/>
                <a:gd name="T9" fmla="*/ 58 h 58"/>
                <a:gd name="T10" fmla="*/ 330 w 330"/>
                <a:gd name="T11" fmla="*/ 32 h 58"/>
                <a:gd name="T12" fmla="*/ 330 w 330"/>
                <a:gd name="T13" fmla="*/ 26 h 58"/>
                <a:gd name="T14" fmla="*/ 302 w 330"/>
                <a:gd name="T15" fmla="*/ 0 h 58"/>
                <a:gd name="T16" fmla="*/ 175 w 330"/>
                <a:gd name="T17" fmla="*/ 0 h 58"/>
                <a:gd name="T18" fmla="*/ 28 w 330"/>
                <a:gd name="T19" fmla="*/ 0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30" h="58">
                  <a:moveTo>
                    <a:pt x="28" y="0"/>
                  </a:moveTo>
                  <a:cubicBezTo>
                    <a:pt x="28" y="0"/>
                    <a:pt x="0" y="0"/>
                    <a:pt x="0" y="26"/>
                  </a:cubicBezTo>
                  <a:cubicBezTo>
                    <a:pt x="0" y="32"/>
                    <a:pt x="0" y="32"/>
                    <a:pt x="0" y="32"/>
                  </a:cubicBezTo>
                  <a:cubicBezTo>
                    <a:pt x="0" y="32"/>
                    <a:pt x="0" y="58"/>
                    <a:pt x="28" y="58"/>
                  </a:cubicBezTo>
                  <a:cubicBezTo>
                    <a:pt x="302" y="58"/>
                    <a:pt x="302" y="58"/>
                    <a:pt x="302" y="58"/>
                  </a:cubicBezTo>
                  <a:cubicBezTo>
                    <a:pt x="302" y="58"/>
                    <a:pt x="330" y="58"/>
                    <a:pt x="330" y="32"/>
                  </a:cubicBezTo>
                  <a:cubicBezTo>
                    <a:pt x="330" y="26"/>
                    <a:pt x="330" y="26"/>
                    <a:pt x="330" y="26"/>
                  </a:cubicBezTo>
                  <a:cubicBezTo>
                    <a:pt x="330" y="26"/>
                    <a:pt x="330" y="0"/>
                    <a:pt x="302" y="0"/>
                  </a:cubicBezTo>
                  <a:cubicBezTo>
                    <a:pt x="175" y="0"/>
                    <a:pt x="175" y="0"/>
                    <a:pt x="175" y="0"/>
                  </a:cubicBezTo>
                  <a:lnTo>
                    <a:pt x="28" y="0"/>
                  </a:lnTo>
                  <a:close/>
                </a:path>
              </a:pathLst>
            </a:custGeom>
            <a:solidFill>
              <a:schemeClr val="bg1">
                <a:lumMod val="95000"/>
              </a:schemeClr>
            </a:solidFill>
            <a:ln>
              <a:noFill/>
            </a:ln>
          </p:spPr>
          <p:txBody>
            <a:bodyPr vert="horz" wrap="square" lIns="89642" tIns="44821" rIns="89642" bIns="44821" numCol="1" anchor="t" anchorCtr="0" compatLnSpc="1">
              <a:prstTxWarp prst="textNoShape">
                <a:avLst/>
              </a:prstTxWarp>
            </a:bodyPr>
            <a:lstStyle/>
            <a:p>
              <a:pPr defTabSz="913949"/>
              <a:endParaRPr lang="en-US">
                <a:solidFill>
                  <a:srgbClr val="000000"/>
                </a:solidFill>
              </a:endParaRPr>
            </a:p>
          </p:txBody>
        </p:sp>
        <p:sp>
          <p:nvSpPr>
            <p:cNvPr id="160" name="Oval 14"/>
            <p:cNvSpPr>
              <a:spLocks noChangeArrowheads="1"/>
            </p:cNvSpPr>
            <p:nvPr/>
          </p:nvSpPr>
          <p:spPr bwMode="auto">
            <a:xfrm>
              <a:off x="11124807" y="5862451"/>
              <a:ext cx="61867" cy="61867"/>
            </a:xfrm>
            <a:prstGeom prst="ellipse">
              <a:avLst/>
            </a:prstGeom>
            <a:solidFill>
              <a:schemeClr val="accent1"/>
            </a:solidFill>
            <a:ln>
              <a:noFill/>
            </a:ln>
          </p:spPr>
          <p:txBody>
            <a:bodyPr vert="horz" wrap="square" lIns="89642" tIns="44821" rIns="89642" bIns="44821" numCol="1" anchor="t" anchorCtr="0" compatLnSpc="1">
              <a:prstTxWarp prst="textNoShape">
                <a:avLst/>
              </a:prstTxWarp>
            </a:bodyPr>
            <a:lstStyle/>
            <a:p>
              <a:pPr defTabSz="913949"/>
              <a:endParaRPr lang="en-US">
                <a:solidFill>
                  <a:srgbClr val="000000"/>
                </a:solidFill>
              </a:endParaRPr>
            </a:p>
          </p:txBody>
        </p:sp>
        <p:sp>
          <p:nvSpPr>
            <p:cNvPr id="161" name="Oval 15"/>
            <p:cNvSpPr>
              <a:spLocks noChangeArrowheads="1"/>
            </p:cNvSpPr>
            <p:nvPr/>
          </p:nvSpPr>
          <p:spPr bwMode="auto">
            <a:xfrm>
              <a:off x="11124807" y="6061076"/>
              <a:ext cx="61867" cy="61867"/>
            </a:xfrm>
            <a:prstGeom prst="ellipse">
              <a:avLst/>
            </a:prstGeom>
            <a:solidFill>
              <a:schemeClr val="accent1"/>
            </a:solidFill>
            <a:ln>
              <a:noFill/>
            </a:ln>
          </p:spPr>
          <p:txBody>
            <a:bodyPr vert="horz" wrap="square" lIns="89642" tIns="44821" rIns="89642" bIns="44821" numCol="1" anchor="t" anchorCtr="0" compatLnSpc="1">
              <a:prstTxWarp prst="textNoShape">
                <a:avLst/>
              </a:prstTxWarp>
            </a:bodyPr>
            <a:lstStyle/>
            <a:p>
              <a:pPr defTabSz="913949"/>
              <a:endParaRPr lang="en-US">
                <a:solidFill>
                  <a:srgbClr val="000000"/>
                </a:solidFill>
              </a:endParaRPr>
            </a:p>
          </p:txBody>
        </p:sp>
        <p:sp>
          <p:nvSpPr>
            <p:cNvPr id="162" name="Oval 16"/>
            <p:cNvSpPr>
              <a:spLocks noChangeArrowheads="1"/>
            </p:cNvSpPr>
            <p:nvPr/>
          </p:nvSpPr>
          <p:spPr bwMode="auto">
            <a:xfrm>
              <a:off x="11124807" y="6259701"/>
              <a:ext cx="61867" cy="61867"/>
            </a:xfrm>
            <a:prstGeom prst="ellipse">
              <a:avLst/>
            </a:prstGeom>
            <a:solidFill>
              <a:schemeClr val="accent1"/>
            </a:solidFill>
            <a:ln>
              <a:noFill/>
            </a:ln>
          </p:spPr>
          <p:txBody>
            <a:bodyPr vert="horz" wrap="square" lIns="89642" tIns="44821" rIns="89642" bIns="44821" numCol="1" anchor="t" anchorCtr="0" compatLnSpc="1">
              <a:prstTxWarp prst="textNoShape">
                <a:avLst/>
              </a:prstTxWarp>
            </a:bodyPr>
            <a:lstStyle/>
            <a:p>
              <a:pPr defTabSz="913949"/>
              <a:endParaRPr lang="en-US">
                <a:solidFill>
                  <a:srgbClr val="000000"/>
                </a:solidFill>
              </a:endParaRPr>
            </a:p>
          </p:txBody>
        </p:sp>
        <p:sp>
          <p:nvSpPr>
            <p:cNvPr id="163" name="Oval 17"/>
            <p:cNvSpPr>
              <a:spLocks noChangeArrowheads="1"/>
            </p:cNvSpPr>
            <p:nvPr/>
          </p:nvSpPr>
          <p:spPr bwMode="auto">
            <a:xfrm>
              <a:off x="11124807" y="6458325"/>
              <a:ext cx="61867" cy="61867"/>
            </a:xfrm>
            <a:prstGeom prst="ellipse">
              <a:avLst/>
            </a:prstGeom>
            <a:solidFill>
              <a:schemeClr val="accent1"/>
            </a:solidFill>
            <a:ln>
              <a:noFill/>
            </a:ln>
          </p:spPr>
          <p:txBody>
            <a:bodyPr vert="horz" wrap="square" lIns="89642" tIns="44821" rIns="89642" bIns="44821" numCol="1" anchor="t" anchorCtr="0" compatLnSpc="1">
              <a:prstTxWarp prst="textNoShape">
                <a:avLst/>
              </a:prstTxWarp>
            </a:bodyPr>
            <a:lstStyle/>
            <a:p>
              <a:pPr defTabSz="913949"/>
              <a:endParaRPr lang="en-US">
                <a:solidFill>
                  <a:srgbClr val="000000"/>
                </a:solidFill>
              </a:endParaRPr>
            </a:p>
          </p:txBody>
        </p:sp>
      </p:grpSp>
      <p:grpSp>
        <p:nvGrpSpPr>
          <p:cNvPr id="164" name="Group 163"/>
          <p:cNvGrpSpPr/>
          <p:nvPr/>
        </p:nvGrpSpPr>
        <p:grpSpPr>
          <a:xfrm>
            <a:off x="10103622" y="5453638"/>
            <a:ext cx="690428" cy="934390"/>
            <a:chOff x="10520791" y="5710226"/>
            <a:chExt cx="813223" cy="1100576"/>
          </a:xfrm>
        </p:grpSpPr>
        <p:sp>
          <p:nvSpPr>
            <p:cNvPr id="165" name="Rectangle 5"/>
            <p:cNvSpPr>
              <a:spLocks noChangeArrowheads="1"/>
            </p:cNvSpPr>
            <p:nvPr/>
          </p:nvSpPr>
          <p:spPr bwMode="auto">
            <a:xfrm>
              <a:off x="10520791" y="5710226"/>
              <a:ext cx="813223" cy="1100576"/>
            </a:xfrm>
            <a:prstGeom prst="rect">
              <a:avLst/>
            </a:prstGeom>
            <a:solidFill>
              <a:srgbClr val="008EC0"/>
            </a:solidFill>
            <a:ln>
              <a:noFill/>
            </a:ln>
          </p:spPr>
          <p:txBody>
            <a:bodyPr vert="horz" wrap="square" lIns="89642" tIns="44821" rIns="89642" bIns="44821" numCol="1" anchor="t" anchorCtr="0" compatLnSpc="1">
              <a:prstTxWarp prst="textNoShape">
                <a:avLst/>
              </a:prstTxWarp>
            </a:bodyPr>
            <a:lstStyle/>
            <a:p>
              <a:pPr defTabSz="913949"/>
              <a:endParaRPr lang="en-US">
                <a:solidFill>
                  <a:srgbClr val="000000"/>
                </a:solidFill>
              </a:endParaRPr>
            </a:p>
          </p:txBody>
        </p:sp>
        <p:sp>
          <p:nvSpPr>
            <p:cNvPr id="166" name="Freeform 6"/>
            <p:cNvSpPr>
              <a:spLocks/>
            </p:cNvSpPr>
            <p:nvPr/>
          </p:nvSpPr>
          <p:spPr bwMode="auto">
            <a:xfrm>
              <a:off x="10607894" y="5838844"/>
              <a:ext cx="639019" cy="112337"/>
            </a:xfrm>
            <a:custGeom>
              <a:avLst/>
              <a:gdLst>
                <a:gd name="T0" fmla="*/ 28 w 330"/>
                <a:gd name="T1" fmla="*/ 0 h 58"/>
                <a:gd name="T2" fmla="*/ 0 w 330"/>
                <a:gd name="T3" fmla="*/ 26 h 58"/>
                <a:gd name="T4" fmla="*/ 0 w 330"/>
                <a:gd name="T5" fmla="*/ 32 h 58"/>
                <a:gd name="T6" fmla="*/ 28 w 330"/>
                <a:gd name="T7" fmla="*/ 58 h 58"/>
                <a:gd name="T8" fmla="*/ 302 w 330"/>
                <a:gd name="T9" fmla="*/ 58 h 58"/>
                <a:gd name="T10" fmla="*/ 330 w 330"/>
                <a:gd name="T11" fmla="*/ 32 h 58"/>
                <a:gd name="T12" fmla="*/ 330 w 330"/>
                <a:gd name="T13" fmla="*/ 26 h 58"/>
                <a:gd name="T14" fmla="*/ 302 w 330"/>
                <a:gd name="T15" fmla="*/ 0 h 58"/>
                <a:gd name="T16" fmla="*/ 175 w 330"/>
                <a:gd name="T17" fmla="*/ 0 h 58"/>
                <a:gd name="T18" fmla="*/ 28 w 330"/>
                <a:gd name="T19" fmla="*/ 0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30" h="58">
                  <a:moveTo>
                    <a:pt x="28" y="0"/>
                  </a:moveTo>
                  <a:cubicBezTo>
                    <a:pt x="28" y="0"/>
                    <a:pt x="0" y="0"/>
                    <a:pt x="0" y="26"/>
                  </a:cubicBezTo>
                  <a:cubicBezTo>
                    <a:pt x="0" y="32"/>
                    <a:pt x="0" y="32"/>
                    <a:pt x="0" y="32"/>
                  </a:cubicBezTo>
                  <a:cubicBezTo>
                    <a:pt x="0" y="32"/>
                    <a:pt x="0" y="58"/>
                    <a:pt x="28" y="58"/>
                  </a:cubicBezTo>
                  <a:cubicBezTo>
                    <a:pt x="302" y="58"/>
                    <a:pt x="302" y="58"/>
                    <a:pt x="302" y="58"/>
                  </a:cubicBezTo>
                  <a:cubicBezTo>
                    <a:pt x="302" y="58"/>
                    <a:pt x="330" y="58"/>
                    <a:pt x="330" y="32"/>
                  </a:cubicBezTo>
                  <a:cubicBezTo>
                    <a:pt x="330" y="26"/>
                    <a:pt x="330" y="26"/>
                    <a:pt x="330" y="26"/>
                  </a:cubicBezTo>
                  <a:cubicBezTo>
                    <a:pt x="330" y="26"/>
                    <a:pt x="330" y="0"/>
                    <a:pt x="302" y="0"/>
                  </a:cubicBezTo>
                  <a:cubicBezTo>
                    <a:pt x="175" y="0"/>
                    <a:pt x="175" y="0"/>
                    <a:pt x="175" y="0"/>
                  </a:cubicBezTo>
                  <a:lnTo>
                    <a:pt x="28" y="0"/>
                  </a:lnTo>
                  <a:close/>
                </a:path>
              </a:pathLst>
            </a:custGeom>
            <a:solidFill>
              <a:schemeClr val="bg1">
                <a:lumMod val="95000"/>
              </a:schemeClr>
            </a:solidFill>
            <a:ln>
              <a:noFill/>
            </a:ln>
          </p:spPr>
          <p:txBody>
            <a:bodyPr vert="horz" wrap="square" lIns="89642" tIns="44821" rIns="89642" bIns="44821" numCol="1" anchor="t" anchorCtr="0" compatLnSpc="1">
              <a:prstTxWarp prst="textNoShape">
                <a:avLst/>
              </a:prstTxWarp>
            </a:bodyPr>
            <a:lstStyle/>
            <a:p>
              <a:pPr defTabSz="913949"/>
              <a:endParaRPr lang="en-US">
                <a:solidFill>
                  <a:srgbClr val="000000"/>
                </a:solidFill>
              </a:endParaRPr>
            </a:p>
          </p:txBody>
        </p:sp>
        <p:sp>
          <p:nvSpPr>
            <p:cNvPr id="167" name="Freeform 7"/>
            <p:cNvSpPr>
              <a:spLocks/>
            </p:cNvSpPr>
            <p:nvPr/>
          </p:nvSpPr>
          <p:spPr bwMode="auto">
            <a:xfrm>
              <a:off x="10607894" y="6037469"/>
              <a:ext cx="639019" cy="112337"/>
            </a:xfrm>
            <a:custGeom>
              <a:avLst/>
              <a:gdLst>
                <a:gd name="T0" fmla="*/ 28 w 330"/>
                <a:gd name="T1" fmla="*/ 0 h 58"/>
                <a:gd name="T2" fmla="*/ 0 w 330"/>
                <a:gd name="T3" fmla="*/ 26 h 58"/>
                <a:gd name="T4" fmla="*/ 0 w 330"/>
                <a:gd name="T5" fmla="*/ 31 h 58"/>
                <a:gd name="T6" fmla="*/ 28 w 330"/>
                <a:gd name="T7" fmla="*/ 58 h 58"/>
                <a:gd name="T8" fmla="*/ 302 w 330"/>
                <a:gd name="T9" fmla="*/ 58 h 58"/>
                <a:gd name="T10" fmla="*/ 330 w 330"/>
                <a:gd name="T11" fmla="*/ 31 h 58"/>
                <a:gd name="T12" fmla="*/ 330 w 330"/>
                <a:gd name="T13" fmla="*/ 26 h 58"/>
                <a:gd name="T14" fmla="*/ 302 w 330"/>
                <a:gd name="T15" fmla="*/ 0 h 58"/>
                <a:gd name="T16" fmla="*/ 175 w 330"/>
                <a:gd name="T17" fmla="*/ 0 h 58"/>
                <a:gd name="T18" fmla="*/ 28 w 330"/>
                <a:gd name="T19" fmla="*/ 0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30" h="58">
                  <a:moveTo>
                    <a:pt x="28" y="0"/>
                  </a:moveTo>
                  <a:cubicBezTo>
                    <a:pt x="28" y="0"/>
                    <a:pt x="0" y="0"/>
                    <a:pt x="0" y="26"/>
                  </a:cubicBezTo>
                  <a:cubicBezTo>
                    <a:pt x="0" y="31"/>
                    <a:pt x="0" y="31"/>
                    <a:pt x="0" y="31"/>
                  </a:cubicBezTo>
                  <a:cubicBezTo>
                    <a:pt x="0" y="31"/>
                    <a:pt x="0" y="58"/>
                    <a:pt x="28" y="58"/>
                  </a:cubicBezTo>
                  <a:cubicBezTo>
                    <a:pt x="302" y="58"/>
                    <a:pt x="302" y="58"/>
                    <a:pt x="302" y="58"/>
                  </a:cubicBezTo>
                  <a:cubicBezTo>
                    <a:pt x="302" y="58"/>
                    <a:pt x="330" y="58"/>
                    <a:pt x="330" y="31"/>
                  </a:cubicBezTo>
                  <a:cubicBezTo>
                    <a:pt x="330" y="26"/>
                    <a:pt x="330" y="26"/>
                    <a:pt x="330" y="26"/>
                  </a:cubicBezTo>
                  <a:cubicBezTo>
                    <a:pt x="330" y="26"/>
                    <a:pt x="330" y="0"/>
                    <a:pt x="302" y="0"/>
                  </a:cubicBezTo>
                  <a:cubicBezTo>
                    <a:pt x="175" y="0"/>
                    <a:pt x="175" y="0"/>
                    <a:pt x="175" y="0"/>
                  </a:cubicBezTo>
                  <a:lnTo>
                    <a:pt x="28" y="0"/>
                  </a:lnTo>
                  <a:close/>
                </a:path>
              </a:pathLst>
            </a:custGeom>
            <a:solidFill>
              <a:schemeClr val="bg1">
                <a:lumMod val="95000"/>
              </a:schemeClr>
            </a:solidFill>
            <a:ln>
              <a:noFill/>
            </a:ln>
          </p:spPr>
          <p:txBody>
            <a:bodyPr vert="horz" wrap="square" lIns="89642" tIns="44821" rIns="89642" bIns="44821" numCol="1" anchor="t" anchorCtr="0" compatLnSpc="1">
              <a:prstTxWarp prst="textNoShape">
                <a:avLst/>
              </a:prstTxWarp>
            </a:bodyPr>
            <a:lstStyle/>
            <a:p>
              <a:pPr defTabSz="913949"/>
              <a:endParaRPr lang="en-US">
                <a:solidFill>
                  <a:srgbClr val="000000"/>
                </a:solidFill>
              </a:endParaRPr>
            </a:p>
          </p:txBody>
        </p:sp>
        <p:sp>
          <p:nvSpPr>
            <p:cNvPr id="168" name="Freeform 8"/>
            <p:cNvSpPr>
              <a:spLocks/>
            </p:cNvSpPr>
            <p:nvPr/>
          </p:nvSpPr>
          <p:spPr bwMode="auto">
            <a:xfrm>
              <a:off x="10607894" y="6234465"/>
              <a:ext cx="639019" cy="112337"/>
            </a:xfrm>
            <a:custGeom>
              <a:avLst/>
              <a:gdLst>
                <a:gd name="T0" fmla="*/ 28 w 330"/>
                <a:gd name="T1" fmla="*/ 0 h 58"/>
                <a:gd name="T2" fmla="*/ 0 w 330"/>
                <a:gd name="T3" fmla="*/ 27 h 58"/>
                <a:gd name="T4" fmla="*/ 0 w 330"/>
                <a:gd name="T5" fmla="*/ 32 h 58"/>
                <a:gd name="T6" fmla="*/ 28 w 330"/>
                <a:gd name="T7" fmla="*/ 58 h 58"/>
                <a:gd name="T8" fmla="*/ 302 w 330"/>
                <a:gd name="T9" fmla="*/ 58 h 58"/>
                <a:gd name="T10" fmla="*/ 330 w 330"/>
                <a:gd name="T11" fmla="*/ 32 h 58"/>
                <a:gd name="T12" fmla="*/ 330 w 330"/>
                <a:gd name="T13" fmla="*/ 27 h 58"/>
                <a:gd name="T14" fmla="*/ 302 w 330"/>
                <a:gd name="T15" fmla="*/ 0 h 58"/>
                <a:gd name="T16" fmla="*/ 175 w 330"/>
                <a:gd name="T17" fmla="*/ 0 h 58"/>
                <a:gd name="T18" fmla="*/ 28 w 330"/>
                <a:gd name="T19" fmla="*/ 0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30" h="58">
                  <a:moveTo>
                    <a:pt x="28" y="0"/>
                  </a:moveTo>
                  <a:cubicBezTo>
                    <a:pt x="28" y="0"/>
                    <a:pt x="0" y="0"/>
                    <a:pt x="0" y="27"/>
                  </a:cubicBezTo>
                  <a:cubicBezTo>
                    <a:pt x="0" y="32"/>
                    <a:pt x="0" y="32"/>
                    <a:pt x="0" y="32"/>
                  </a:cubicBezTo>
                  <a:cubicBezTo>
                    <a:pt x="0" y="32"/>
                    <a:pt x="0" y="58"/>
                    <a:pt x="28" y="58"/>
                  </a:cubicBezTo>
                  <a:cubicBezTo>
                    <a:pt x="302" y="58"/>
                    <a:pt x="302" y="58"/>
                    <a:pt x="302" y="58"/>
                  </a:cubicBezTo>
                  <a:cubicBezTo>
                    <a:pt x="302" y="58"/>
                    <a:pt x="330" y="58"/>
                    <a:pt x="330" y="32"/>
                  </a:cubicBezTo>
                  <a:cubicBezTo>
                    <a:pt x="330" y="27"/>
                    <a:pt x="330" y="27"/>
                    <a:pt x="330" y="27"/>
                  </a:cubicBezTo>
                  <a:cubicBezTo>
                    <a:pt x="330" y="27"/>
                    <a:pt x="330" y="0"/>
                    <a:pt x="302" y="0"/>
                  </a:cubicBezTo>
                  <a:cubicBezTo>
                    <a:pt x="175" y="0"/>
                    <a:pt x="175" y="0"/>
                    <a:pt x="175" y="0"/>
                  </a:cubicBezTo>
                  <a:lnTo>
                    <a:pt x="28" y="0"/>
                  </a:lnTo>
                  <a:close/>
                </a:path>
              </a:pathLst>
            </a:custGeom>
            <a:solidFill>
              <a:schemeClr val="bg1">
                <a:lumMod val="95000"/>
              </a:schemeClr>
            </a:solidFill>
            <a:ln>
              <a:noFill/>
            </a:ln>
          </p:spPr>
          <p:txBody>
            <a:bodyPr vert="horz" wrap="square" lIns="89642" tIns="44821" rIns="89642" bIns="44821" numCol="1" anchor="t" anchorCtr="0" compatLnSpc="1">
              <a:prstTxWarp prst="textNoShape">
                <a:avLst/>
              </a:prstTxWarp>
            </a:bodyPr>
            <a:lstStyle/>
            <a:p>
              <a:pPr defTabSz="913949"/>
              <a:endParaRPr lang="en-US">
                <a:solidFill>
                  <a:srgbClr val="000000"/>
                </a:solidFill>
              </a:endParaRPr>
            </a:p>
          </p:txBody>
        </p:sp>
        <p:sp>
          <p:nvSpPr>
            <p:cNvPr id="169" name="Freeform 9"/>
            <p:cNvSpPr>
              <a:spLocks/>
            </p:cNvSpPr>
            <p:nvPr/>
          </p:nvSpPr>
          <p:spPr bwMode="auto">
            <a:xfrm>
              <a:off x="10607894" y="6433090"/>
              <a:ext cx="639019" cy="112337"/>
            </a:xfrm>
            <a:custGeom>
              <a:avLst/>
              <a:gdLst>
                <a:gd name="T0" fmla="*/ 28 w 330"/>
                <a:gd name="T1" fmla="*/ 0 h 58"/>
                <a:gd name="T2" fmla="*/ 0 w 330"/>
                <a:gd name="T3" fmla="*/ 26 h 58"/>
                <a:gd name="T4" fmla="*/ 0 w 330"/>
                <a:gd name="T5" fmla="*/ 32 h 58"/>
                <a:gd name="T6" fmla="*/ 28 w 330"/>
                <a:gd name="T7" fmla="*/ 58 h 58"/>
                <a:gd name="T8" fmla="*/ 302 w 330"/>
                <a:gd name="T9" fmla="*/ 58 h 58"/>
                <a:gd name="T10" fmla="*/ 330 w 330"/>
                <a:gd name="T11" fmla="*/ 32 h 58"/>
                <a:gd name="T12" fmla="*/ 330 w 330"/>
                <a:gd name="T13" fmla="*/ 26 h 58"/>
                <a:gd name="T14" fmla="*/ 302 w 330"/>
                <a:gd name="T15" fmla="*/ 0 h 58"/>
                <a:gd name="T16" fmla="*/ 175 w 330"/>
                <a:gd name="T17" fmla="*/ 0 h 58"/>
                <a:gd name="T18" fmla="*/ 28 w 330"/>
                <a:gd name="T19" fmla="*/ 0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30" h="58">
                  <a:moveTo>
                    <a:pt x="28" y="0"/>
                  </a:moveTo>
                  <a:cubicBezTo>
                    <a:pt x="28" y="0"/>
                    <a:pt x="0" y="0"/>
                    <a:pt x="0" y="26"/>
                  </a:cubicBezTo>
                  <a:cubicBezTo>
                    <a:pt x="0" y="32"/>
                    <a:pt x="0" y="32"/>
                    <a:pt x="0" y="32"/>
                  </a:cubicBezTo>
                  <a:cubicBezTo>
                    <a:pt x="0" y="32"/>
                    <a:pt x="0" y="58"/>
                    <a:pt x="28" y="58"/>
                  </a:cubicBezTo>
                  <a:cubicBezTo>
                    <a:pt x="302" y="58"/>
                    <a:pt x="302" y="58"/>
                    <a:pt x="302" y="58"/>
                  </a:cubicBezTo>
                  <a:cubicBezTo>
                    <a:pt x="302" y="58"/>
                    <a:pt x="330" y="58"/>
                    <a:pt x="330" y="32"/>
                  </a:cubicBezTo>
                  <a:cubicBezTo>
                    <a:pt x="330" y="26"/>
                    <a:pt x="330" y="26"/>
                    <a:pt x="330" y="26"/>
                  </a:cubicBezTo>
                  <a:cubicBezTo>
                    <a:pt x="330" y="26"/>
                    <a:pt x="330" y="0"/>
                    <a:pt x="302" y="0"/>
                  </a:cubicBezTo>
                  <a:cubicBezTo>
                    <a:pt x="175" y="0"/>
                    <a:pt x="175" y="0"/>
                    <a:pt x="175" y="0"/>
                  </a:cubicBezTo>
                  <a:lnTo>
                    <a:pt x="28" y="0"/>
                  </a:lnTo>
                  <a:close/>
                </a:path>
              </a:pathLst>
            </a:custGeom>
            <a:solidFill>
              <a:schemeClr val="bg1">
                <a:lumMod val="95000"/>
              </a:schemeClr>
            </a:solidFill>
            <a:ln>
              <a:noFill/>
            </a:ln>
          </p:spPr>
          <p:txBody>
            <a:bodyPr vert="horz" wrap="square" lIns="89642" tIns="44821" rIns="89642" bIns="44821" numCol="1" anchor="t" anchorCtr="0" compatLnSpc="1">
              <a:prstTxWarp prst="textNoShape">
                <a:avLst/>
              </a:prstTxWarp>
            </a:bodyPr>
            <a:lstStyle/>
            <a:p>
              <a:pPr defTabSz="913949"/>
              <a:endParaRPr lang="en-US">
                <a:solidFill>
                  <a:srgbClr val="000000"/>
                </a:solidFill>
              </a:endParaRPr>
            </a:p>
          </p:txBody>
        </p:sp>
        <p:sp>
          <p:nvSpPr>
            <p:cNvPr id="170" name="Oval 14"/>
            <p:cNvSpPr>
              <a:spLocks noChangeArrowheads="1"/>
            </p:cNvSpPr>
            <p:nvPr/>
          </p:nvSpPr>
          <p:spPr bwMode="auto">
            <a:xfrm>
              <a:off x="11124807" y="5862451"/>
              <a:ext cx="61867" cy="61867"/>
            </a:xfrm>
            <a:prstGeom prst="ellipse">
              <a:avLst/>
            </a:prstGeom>
            <a:solidFill>
              <a:schemeClr val="accent1"/>
            </a:solidFill>
            <a:ln>
              <a:noFill/>
            </a:ln>
          </p:spPr>
          <p:txBody>
            <a:bodyPr vert="horz" wrap="square" lIns="89642" tIns="44821" rIns="89642" bIns="44821" numCol="1" anchor="t" anchorCtr="0" compatLnSpc="1">
              <a:prstTxWarp prst="textNoShape">
                <a:avLst/>
              </a:prstTxWarp>
            </a:bodyPr>
            <a:lstStyle/>
            <a:p>
              <a:pPr defTabSz="913949"/>
              <a:endParaRPr lang="en-US">
                <a:solidFill>
                  <a:srgbClr val="000000"/>
                </a:solidFill>
              </a:endParaRPr>
            </a:p>
          </p:txBody>
        </p:sp>
        <p:sp>
          <p:nvSpPr>
            <p:cNvPr id="171" name="Oval 15"/>
            <p:cNvSpPr>
              <a:spLocks noChangeArrowheads="1"/>
            </p:cNvSpPr>
            <p:nvPr/>
          </p:nvSpPr>
          <p:spPr bwMode="auto">
            <a:xfrm>
              <a:off x="11124807" y="6061076"/>
              <a:ext cx="61867" cy="61867"/>
            </a:xfrm>
            <a:prstGeom prst="ellipse">
              <a:avLst/>
            </a:prstGeom>
            <a:solidFill>
              <a:schemeClr val="accent1"/>
            </a:solidFill>
            <a:ln>
              <a:noFill/>
            </a:ln>
          </p:spPr>
          <p:txBody>
            <a:bodyPr vert="horz" wrap="square" lIns="89642" tIns="44821" rIns="89642" bIns="44821" numCol="1" anchor="t" anchorCtr="0" compatLnSpc="1">
              <a:prstTxWarp prst="textNoShape">
                <a:avLst/>
              </a:prstTxWarp>
            </a:bodyPr>
            <a:lstStyle/>
            <a:p>
              <a:pPr defTabSz="913949"/>
              <a:endParaRPr lang="en-US">
                <a:solidFill>
                  <a:srgbClr val="000000"/>
                </a:solidFill>
              </a:endParaRPr>
            </a:p>
          </p:txBody>
        </p:sp>
        <p:sp>
          <p:nvSpPr>
            <p:cNvPr id="172" name="Oval 16"/>
            <p:cNvSpPr>
              <a:spLocks noChangeArrowheads="1"/>
            </p:cNvSpPr>
            <p:nvPr/>
          </p:nvSpPr>
          <p:spPr bwMode="auto">
            <a:xfrm>
              <a:off x="11124807" y="6259701"/>
              <a:ext cx="61867" cy="61867"/>
            </a:xfrm>
            <a:prstGeom prst="ellipse">
              <a:avLst/>
            </a:prstGeom>
            <a:solidFill>
              <a:schemeClr val="accent1"/>
            </a:solidFill>
            <a:ln>
              <a:noFill/>
            </a:ln>
          </p:spPr>
          <p:txBody>
            <a:bodyPr vert="horz" wrap="square" lIns="89642" tIns="44821" rIns="89642" bIns="44821" numCol="1" anchor="t" anchorCtr="0" compatLnSpc="1">
              <a:prstTxWarp prst="textNoShape">
                <a:avLst/>
              </a:prstTxWarp>
            </a:bodyPr>
            <a:lstStyle/>
            <a:p>
              <a:pPr defTabSz="913949"/>
              <a:endParaRPr lang="en-US">
                <a:solidFill>
                  <a:srgbClr val="000000"/>
                </a:solidFill>
              </a:endParaRPr>
            </a:p>
          </p:txBody>
        </p:sp>
        <p:sp>
          <p:nvSpPr>
            <p:cNvPr id="173" name="Oval 17"/>
            <p:cNvSpPr>
              <a:spLocks noChangeArrowheads="1"/>
            </p:cNvSpPr>
            <p:nvPr/>
          </p:nvSpPr>
          <p:spPr bwMode="auto">
            <a:xfrm>
              <a:off x="11124807" y="6458325"/>
              <a:ext cx="61867" cy="61867"/>
            </a:xfrm>
            <a:prstGeom prst="ellipse">
              <a:avLst/>
            </a:prstGeom>
            <a:solidFill>
              <a:schemeClr val="accent1"/>
            </a:solidFill>
            <a:ln>
              <a:noFill/>
            </a:ln>
          </p:spPr>
          <p:txBody>
            <a:bodyPr vert="horz" wrap="square" lIns="89642" tIns="44821" rIns="89642" bIns="44821" numCol="1" anchor="t" anchorCtr="0" compatLnSpc="1">
              <a:prstTxWarp prst="textNoShape">
                <a:avLst/>
              </a:prstTxWarp>
            </a:bodyPr>
            <a:lstStyle/>
            <a:p>
              <a:pPr defTabSz="913949"/>
              <a:endParaRPr lang="en-US">
                <a:solidFill>
                  <a:srgbClr val="000000"/>
                </a:solidFill>
              </a:endParaRPr>
            </a:p>
          </p:txBody>
        </p:sp>
      </p:grpSp>
      <p:sp>
        <p:nvSpPr>
          <p:cNvPr id="174" name="TextBox 173"/>
          <p:cNvSpPr txBox="1"/>
          <p:nvPr/>
        </p:nvSpPr>
        <p:spPr>
          <a:xfrm>
            <a:off x="10007346" y="6136779"/>
            <a:ext cx="904652" cy="276999"/>
          </a:xfrm>
          <a:prstGeom prst="rect">
            <a:avLst/>
          </a:prstGeom>
          <a:noFill/>
        </p:spPr>
        <p:txBody>
          <a:bodyPr wrap="square" rtlCol="0">
            <a:spAutoFit/>
          </a:bodyPr>
          <a:lstStyle/>
          <a:p>
            <a:pPr algn="ctr"/>
            <a:r>
              <a:rPr lang="en-US" sz="1200" dirty="0">
                <a:solidFill>
                  <a:prstClr val="white"/>
                </a:solidFill>
              </a:rPr>
              <a:t>Back end</a:t>
            </a:r>
          </a:p>
        </p:txBody>
      </p:sp>
      <p:sp>
        <p:nvSpPr>
          <p:cNvPr id="175" name="Oval 174"/>
          <p:cNvSpPr/>
          <p:nvPr/>
        </p:nvSpPr>
        <p:spPr bwMode="auto">
          <a:xfrm>
            <a:off x="6585172" y="6494684"/>
            <a:ext cx="1749191" cy="176321"/>
          </a:xfrm>
          <a:prstGeom prst="ellipse">
            <a:avLst/>
          </a:prstGeom>
          <a:noFill/>
          <a:ln w="19050">
            <a:solidFill>
              <a:srgbClr val="FF0000"/>
            </a:solidFill>
            <a:prstDash val="dash"/>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grpSp>
        <p:nvGrpSpPr>
          <p:cNvPr id="176" name="Group 175"/>
          <p:cNvGrpSpPr/>
          <p:nvPr/>
        </p:nvGrpSpPr>
        <p:grpSpPr>
          <a:xfrm>
            <a:off x="7475580" y="5615586"/>
            <a:ext cx="862043" cy="1004850"/>
            <a:chOff x="6060998" y="5195244"/>
            <a:chExt cx="1141909" cy="1331079"/>
          </a:xfrm>
        </p:grpSpPr>
        <p:sp>
          <p:nvSpPr>
            <p:cNvPr id="177" name="Freeform 55"/>
            <p:cNvSpPr>
              <a:spLocks/>
            </p:cNvSpPr>
            <p:nvPr/>
          </p:nvSpPr>
          <p:spPr bwMode="auto">
            <a:xfrm>
              <a:off x="6494236" y="6373520"/>
              <a:ext cx="708671" cy="152803"/>
            </a:xfrm>
            <a:custGeom>
              <a:avLst/>
              <a:gdLst>
                <a:gd name="T0" fmla="*/ 186 w 589"/>
                <a:gd name="T1" fmla="*/ 0 h 127"/>
                <a:gd name="T2" fmla="*/ 589 w 589"/>
                <a:gd name="T3" fmla="*/ 0 h 127"/>
                <a:gd name="T4" fmla="*/ 407 w 589"/>
                <a:gd name="T5" fmla="*/ 127 h 127"/>
                <a:gd name="T6" fmla="*/ 0 w 589"/>
                <a:gd name="T7" fmla="*/ 127 h 127"/>
                <a:gd name="T8" fmla="*/ 186 w 589"/>
                <a:gd name="T9" fmla="*/ 0 h 127"/>
              </a:gdLst>
              <a:ahLst/>
              <a:cxnLst>
                <a:cxn ang="0">
                  <a:pos x="T0" y="T1"/>
                </a:cxn>
                <a:cxn ang="0">
                  <a:pos x="T2" y="T3"/>
                </a:cxn>
                <a:cxn ang="0">
                  <a:pos x="T4" y="T5"/>
                </a:cxn>
                <a:cxn ang="0">
                  <a:pos x="T6" y="T7"/>
                </a:cxn>
                <a:cxn ang="0">
                  <a:pos x="T8" y="T9"/>
                </a:cxn>
              </a:cxnLst>
              <a:rect l="0" t="0" r="r" b="b"/>
              <a:pathLst>
                <a:path w="589" h="127">
                  <a:moveTo>
                    <a:pt x="186" y="0"/>
                  </a:moveTo>
                  <a:lnTo>
                    <a:pt x="589" y="0"/>
                  </a:lnTo>
                  <a:lnTo>
                    <a:pt x="407" y="127"/>
                  </a:lnTo>
                  <a:lnTo>
                    <a:pt x="0" y="127"/>
                  </a:lnTo>
                  <a:lnTo>
                    <a:pt x="186" y="0"/>
                  </a:lnTo>
                  <a:close/>
                </a:path>
              </a:pathLst>
            </a:custGeom>
            <a:solidFill>
              <a:schemeClr val="tx1">
                <a:lumMod val="50000"/>
                <a:alpha val="19000"/>
              </a:schemeClr>
            </a:solidFill>
            <a:ln>
              <a:noFill/>
            </a:ln>
            <a:extLst/>
          </p:spPr>
          <p:txBody>
            <a:bodyPr vert="horz" wrap="square" lIns="89642" tIns="44821" rIns="89642" bIns="44821" numCol="1" anchor="t" anchorCtr="0" compatLnSpc="1">
              <a:prstTxWarp prst="textNoShape">
                <a:avLst/>
              </a:prstTxWarp>
            </a:bodyPr>
            <a:lstStyle/>
            <a:p>
              <a:pPr defTabSz="913949"/>
              <a:endParaRPr lang="en-US">
                <a:solidFill>
                  <a:srgbClr val="000000"/>
                </a:solidFill>
              </a:endParaRPr>
            </a:p>
          </p:txBody>
        </p:sp>
        <p:grpSp>
          <p:nvGrpSpPr>
            <p:cNvPr id="178" name="Group 177"/>
            <p:cNvGrpSpPr/>
            <p:nvPr/>
          </p:nvGrpSpPr>
          <p:grpSpPr>
            <a:xfrm>
              <a:off x="6060998" y="5195244"/>
              <a:ext cx="957102" cy="1324945"/>
              <a:chOff x="13103226" y="2775830"/>
              <a:chExt cx="1039812" cy="1407232"/>
            </a:xfrm>
          </p:grpSpPr>
          <p:sp>
            <p:nvSpPr>
              <p:cNvPr id="179" name="Rectangle 5"/>
              <p:cNvSpPr>
                <a:spLocks noChangeArrowheads="1"/>
              </p:cNvSpPr>
              <p:nvPr/>
            </p:nvSpPr>
            <p:spPr bwMode="auto">
              <a:xfrm>
                <a:off x="13103226" y="2775830"/>
                <a:ext cx="1039812" cy="1407232"/>
              </a:xfrm>
              <a:prstGeom prst="rect">
                <a:avLst/>
              </a:prstGeom>
              <a:solidFill>
                <a:srgbClr val="873AC0"/>
              </a:solidFill>
              <a:ln>
                <a:noFill/>
              </a:ln>
            </p:spPr>
            <p:txBody>
              <a:bodyPr vert="horz" wrap="square" lIns="91440" tIns="45720" rIns="91440" bIns="45720" numCol="1" anchor="t" anchorCtr="0" compatLnSpc="1">
                <a:prstTxWarp prst="textNoShape">
                  <a:avLst/>
                </a:prstTxWarp>
              </a:bodyPr>
              <a:lstStyle/>
              <a:p>
                <a:endParaRPr lang="en-US">
                  <a:solidFill>
                    <a:srgbClr val="505050"/>
                  </a:solidFill>
                </a:endParaRPr>
              </a:p>
            </p:txBody>
          </p:sp>
          <p:sp>
            <p:nvSpPr>
              <p:cNvPr id="180" name="Freeform 6"/>
              <p:cNvSpPr>
                <a:spLocks/>
              </p:cNvSpPr>
              <p:nvPr/>
            </p:nvSpPr>
            <p:spPr bwMode="auto">
              <a:xfrm>
                <a:off x="13214598" y="2940285"/>
                <a:ext cx="817070" cy="143638"/>
              </a:xfrm>
              <a:custGeom>
                <a:avLst/>
                <a:gdLst>
                  <a:gd name="T0" fmla="*/ 28 w 330"/>
                  <a:gd name="T1" fmla="*/ 0 h 58"/>
                  <a:gd name="T2" fmla="*/ 0 w 330"/>
                  <a:gd name="T3" fmla="*/ 26 h 58"/>
                  <a:gd name="T4" fmla="*/ 0 w 330"/>
                  <a:gd name="T5" fmla="*/ 32 h 58"/>
                  <a:gd name="T6" fmla="*/ 28 w 330"/>
                  <a:gd name="T7" fmla="*/ 58 h 58"/>
                  <a:gd name="T8" fmla="*/ 302 w 330"/>
                  <a:gd name="T9" fmla="*/ 58 h 58"/>
                  <a:gd name="T10" fmla="*/ 330 w 330"/>
                  <a:gd name="T11" fmla="*/ 32 h 58"/>
                  <a:gd name="T12" fmla="*/ 330 w 330"/>
                  <a:gd name="T13" fmla="*/ 26 h 58"/>
                  <a:gd name="T14" fmla="*/ 302 w 330"/>
                  <a:gd name="T15" fmla="*/ 0 h 58"/>
                  <a:gd name="T16" fmla="*/ 175 w 330"/>
                  <a:gd name="T17" fmla="*/ 0 h 58"/>
                  <a:gd name="T18" fmla="*/ 28 w 330"/>
                  <a:gd name="T19" fmla="*/ 0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30" h="58">
                    <a:moveTo>
                      <a:pt x="28" y="0"/>
                    </a:moveTo>
                    <a:cubicBezTo>
                      <a:pt x="28" y="0"/>
                      <a:pt x="0" y="0"/>
                      <a:pt x="0" y="26"/>
                    </a:cubicBezTo>
                    <a:cubicBezTo>
                      <a:pt x="0" y="32"/>
                      <a:pt x="0" y="32"/>
                      <a:pt x="0" y="32"/>
                    </a:cubicBezTo>
                    <a:cubicBezTo>
                      <a:pt x="0" y="32"/>
                      <a:pt x="0" y="58"/>
                      <a:pt x="28" y="58"/>
                    </a:cubicBezTo>
                    <a:cubicBezTo>
                      <a:pt x="302" y="58"/>
                      <a:pt x="302" y="58"/>
                      <a:pt x="302" y="58"/>
                    </a:cubicBezTo>
                    <a:cubicBezTo>
                      <a:pt x="302" y="58"/>
                      <a:pt x="330" y="58"/>
                      <a:pt x="330" y="32"/>
                    </a:cubicBezTo>
                    <a:cubicBezTo>
                      <a:pt x="330" y="26"/>
                      <a:pt x="330" y="26"/>
                      <a:pt x="330" y="26"/>
                    </a:cubicBezTo>
                    <a:cubicBezTo>
                      <a:pt x="330" y="26"/>
                      <a:pt x="330" y="0"/>
                      <a:pt x="302" y="0"/>
                    </a:cubicBezTo>
                    <a:cubicBezTo>
                      <a:pt x="175" y="0"/>
                      <a:pt x="175" y="0"/>
                      <a:pt x="175" y="0"/>
                    </a:cubicBezTo>
                    <a:lnTo>
                      <a:pt x="28" y="0"/>
                    </a:lnTo>
                    <a:close/>
                  </a:path>
                </a:pathLst>
              </a:custGeom>
              <a:solidFill>
                <a:schemeClr val="bg1">
                  <a:lumMod val="85000"/>
                </a:schemeClr>
              </a:solidFill>
              <a:ln>
                <a:noFill/>
              </a:ln>
            </p:spPr>
            <p:txBody>
              <a:bodyPr vert="horz" wrap="square" lIns="91440" tIns="45720" rIns="91440" bIns="45720" numCol="1" anchor="t" anchorCtr="0" compatLnSpc="1">
                <a:prstTxWarp prst="textNoShape">
                  <a:avLst/>
                </a:prstTxWarp>
              </a:bodyPr>
              <a:lstStyle/>
              <a:p>
                <a:endParaRPr lang="en-US">
                  <a:solidFill>
                    <a:srgbClr val="505050"/>
                  </a:solidFill>
                </a:endParaRPr>
              </a:p>
            </p:txBody>
          </p:sp>
          <p:sp>
            <p:nvSpPr>
              <p:cNvPr id="181" name="Freeform 7"/>
              <p:cNvSpPr>
                <a:spLocks/>
              </p:cNvSpPr>
              <p:nvPr/>
            </p:nvSpPr>
            <p:spPr bwMode="auto">
              <a:xfrm>
                <a:off x="13214598" y="3194253"/>
                <a:ext cx="817070" cy="143638"/>
              </a:xfrm>
              <a:custGeom>
                <a:avLst/>
                <a:gdLst>
                  <a:gd name="T0" fmla="*/ 28 w 330"/>
                  <a:gd name="T1" fmla="*/ 0 h 58"/>
                  <a:gd name="T2" fmla="*/ 0 w 330"/>
                  <a:gd name="T3" fmla="*/ 26 h 58"/>
                  <a:gd name="T4" fmla="*/ 0 w 330"/>
                  <a:gd name="T5" fmla="*/ 31 h 58"/>
                  <a:gd name="T6" fmla="*/ 28 w 330"/>
                  <a:gd name="T7" fmla="*/ 58 h 58"/>
                  <a:gd name="T8" fmla="*/ 302 w 330"/>
                  <a:gd name="T9" fmla="*/ 58 h 58"/>
                  <a:gd name="T10" fmla="*/ 330 w 330"/>
                  <a:gd name="T11" fmla="*/ 31 h 58"/>
                  <a:gd name="T12" fmla="*/ 330 w 330"/>
                  <a:gd name="T13" fmla="*/ 26 h 58"/>
                  <a:gd name="T14" fmla="*/ 302 w 330"/>
                  <a:gd name="T15" fmla="*/ 0 h 58"/>
                  <a:gd name="T16" fmla="*/ 175 w 330"/>
                  <a:gd name="T17" fmla="*/ 0 h 58"/>
                  <a:gd name="T18" fmla="*/ 28 w 330"/>
                  <a:gd name="T19" fmla="*/ 0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30" h="58">
                    <a:moveTo>
                      <a:pt x="28" y="0"/>
                    </a:moveTo>
                    <a:cubicBezTo>
                      <a:pt x="28" y="0"/>
                      <a:pt x="0" y="0"/>
                      <a:pt x="0" y="26"/>
                    </a:cubicBezTo>
                    <a:cubicBezTo>
                      <a:pt x="0" y="31"/>
                      <a:pt x="0" y="31"/>
                      <a:pt x="0" y="31"/>
                    </a:cubicBezTo>
                    <a:cubicBezTo>
                      <a:pt x="0" y="31"/>
                      <a:pt x="0" y="58"/>
                      <a:pt x="28" y="58"/>
                    </a:cubicBezTo>
                    <a:cubicBezTo>
                      <a:pt x="302" y="58"/>
                      <a:pt x="302" y="58"/>
                      <a:pt x="302" y="58"/>
                    </a:cubicBezTo>
                    <a:cubicBezTo>
                      <a:pt x="302" y="58"/>
                      <a:pt x="330" y="58"/>
                      <a:pt x="330" y="31"/>
                    </a:cubicBezTo>
                    <a:cubicBezTo>
                      <a:pt x="330" y="26"/>
                      <a:pt x="330" y="26"/>
                      <a:pt x="330" y="26"/>
                    </a:cubicBezTo>
                    <a:cubicBezTo>
                      <a:pt x="330" y="26"/>
                      <a:pt x="330" y="0"/>
                      <a:pt x="302" y="0"/>
                    </a:cubicBezTo>
                    <a:cubicBezTo>
                      <a:pt x="175" y="0"/>
                      <a:pt x="175" y="0"/>
                      <a:pt x="175" y="0"/>
                    </a:cubicBezTo>
                    <a:lnTo>
                      <a:pt x="28" y="0"/>
                    </a:lnTo>
                    <a:close/>
                  </a:path>
                </a:pathLst>
              </a:custGeom>
              <a:solidFill>
                <a:schemeClr val="bg1">
                  <a:lumMod val="85000"/>
                </a:schemeClr>
              </a:solidFill>
              <a:ln>
                <a:noFill/>
              </a:ln>
            </p:spPr>
            <p:txBody>
              <a:bodyPr vert="horz" wrap="square" lIns="91440" tIns="45720" rIns="91440" bIns="45720" numCol="1" anchor="t" anchorCtr="0" compatLnSpc="1">
                <a:prstTxWarp prst="textNoShape">
                  <a:avLst/>
                </a:prstTxWarp>
              </a:bodyPr>
              <a:lstStyle/>
              <a:p>
                <a:endParaRPr lang="en-US">
                  <a:solidFill>
                    <a:srgbClr val="505050"/>
                  </a:solidFill>
                </a:endParaRPr>
              </a:p>
            </p:txBody>
          </p:sp>
          <p:sp>
            <p:nvSpPr>
              <p:cNvPr id="182" name="Freeform 8"/>
              <p:cNvSpPr>
                <a:spLocks/>
              </p:cNvSpPr>
              <p:nvPr/>
            </p:nvSpPr>
            <p:spPr bwMode="auto">
              <a:xfrm>
                <a:off x="13214598" y="3446139"/>
                <a:ext cx="817070" cy="143638"/>
              </a:xfrm>
              <a:custGeom>
                <a:avLst/>
                <a:gdLst>
                  <a:gd name="T0" fmla="*/ 28 w 330"/>
                  <a:gd name="T1" fmla="*/ 0 h 58"/>
                  <a:gd name="T2" fmla="*/ 0 w 330"/>
                  <a:gd name="T3" fmla="*/ 27 h 58"/>
                  <a:gd name="T4" fmla="*/ 0 w 330"/>
                  <a:gd name="T5" fmla="*/ 32 h 58"/>
                  <a:gd name="T6" fmla="*/ 28 w 330"/>
                  <a:gd name="T7" fmla="*/ 58 h 58"/>
                  <a:gd name="T8" fmla="*/ 302 w 330"/>
                  <a:gd name="T9" fmla="*/ 58 h 58"/>
                  <a:gd name="T10" fmla="*/ 330 w 330"/>
                  <a:gd name="T11" fmla="*/ 32 h 58"/>
                  <a:gd name="T12" fmla="*/ 330 w 330"/>
                  <a:gd name="T13" fmla="*/ 27 h 58"/>
                  <a:gd name="T14" fmla="*/ 302 w 330"/>
                  <a:gd name="T15" fmla="*/ 0 h 58"/>
                  <a:gd name="T16" fmla="*/ 175 w 330"/>
                  <a:gd name="T17" fmla="*/ 0 h 58"/>
                  <a:gd name="T18" fmla="*/ 28 w 330"/>
                  <a:gd name="T19" fmla="*/ 0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30" h="58">
                    <a:moveTo>
                      <a:pt x="28" y="0"/>
                    </a:moveTo>
                    <a:cubicBezTo>
                      <a:pt x="28" y="0"/>
                      <a:pt x="0" y="0"/>
                      <a:pt x="0" y="27"/>
                    </a:cubicBezTo>
                    <a:cubicBezTo>
                      <a:pt x="0" y="32"/>
                      <a:pt x="0" y="32"/>
                      <a:pt x="0" y="32"/>
                    </a:cubicBezTo>
                    <a:cubicBezTo>
                      <a:pt x="0" y="32"/>
                      <a:pt x="0" y="58"/>
                      <a:pt x="28" y="58"/>
                    </a:cubicBezTo>
                    <a:cubicBezTo>
                      <a:pt x="302" y="58"/>
                      <a:pt x="302" y="58"/>
                      <a:pt x="302" y="58"/>
                    </a:cubicBezTo>
                    <a:cubicBezTo>
                      <a:pt x="302" y="58"/>
                      <a:pt x="330" y="58"/>
                      <a:pt x="330" y="32"/>
                    </a:cubicBezTo>
                    <a:cubicBezTo>
                      <a:pt x="330" y="27"/>
                      <a:pt x="330" y="27"/>
                      <a:pt x="330" y="27"/>
                    </a:cubicBezTo>
                    <a:cubicBezTo>
                      <a:pt x="330" y="27"/>
                      <a:pt x="330" y="0"/>
                      <a:pt x="302" y="0"/>
                    </a:cubicBezTo>
                    <a:cubicBezTo>
                      <a:pt x="175" y="0"/>
                      <a:pt x="175" y="0"/>
                      <a:pt x="175" y="0"/>
                    </a:cubicBezTo>
                    <a:lnTo>
                      <a:pt x="28" y="0"/>
                    </a:lnTo>
                    <a:close/>
                  </a:path>
                </a:pathLst>
              </a:custGeom>
              <a:solidFill>
                <a:schemeClr val="bg1">
                  <a:lumMod val="85000"/>
                </a:schemeClr>
              </a:solidFill>
              <a:ln>
                <a:noFill/>
              </a:ln>
            </p:spPr>
            <p:txBody>
              <a:bodyPr vert="horz" wrap="square" lIns="91440" tIns="45720" rIns="91440" bIns="45720" numCol="1" anchor="t" anchorCtr="0" compatLnSpc="1">
                <a:prstTxWarp prst="textNoShape">
                  <a:avLst/>
                </a:prstTxWarp>
              </a:bodyPr>
              <a:lstStyle/>
              <a:p>
                <a:endParaRPr lang="en-US">
                  <a:solidFill>
                    <a:srgbClr val="505050"/>
                  </a:solidFill>
                </a:endParaRPr>
              </a:p>
            </p:txBody>
          </p:sp>
          <p:sp>
            <p:nvSpPr>
              <p:cNvPr id="183" name="Freeform 9"/>
              <p:cNvSpPr>
                <a:spLocks/>
              </p:cNvSpPr>
              <p:nvPr/>
            </p:nvSpPr>
            <p:spPr bwMode="auto">
              <a:xfrm>
                <a:off x="13214598" y="3700107"/>
                <a:ext cx="817070" cy="143638"/>
              </a:xfrm>
              <a:custGeom>
                <a:avLst/>
                <a:gdLst>
                  <a:gd name="T0" fmla="*/ 28 w 330"/>
                  <a:gd name="T1" fmla="*/ 0 h 58"/>
                  <a:gd name="T2" fmla="*/ 0 w 330"/>
                  <a:gd name="T3" fmla="*/ 26 h 58"/>
                  <a:gd name="T4" fmla="*/ 0 w 330"/>
                  <a:gd name="T5" fmla="*/ 32 h 58"/>
                  <a:gd name="T6" fmla="*/ 28 w 330"/>
                  <a:gd name="T7" fmla="*/ 58 h 58"/>
                  <a:gd name="T8" fmla="*/ 302 w 330"/>
                  <a:gd name="T9" fmla="*/ 58 h 58"/>
                  <a:gd name="T10" fmla="*/ 330 w 330"/>
                  <a:gd name="T11" fmla="*/ 32 h 58"/>
                  <a:gd name="T12" fmla="*/ 330 w 330"/>
                  <a:gd name="T13" fmla="*/ 26 h 58"/>
                  <a:gd name="T14" fmla="*/ 302 w 330"/>
                  <a:gd name="T15" fmla="*/ 0 h 58"/>
                  <a:gd name="T16" fmla="*/ 175 w 330"/>
                  <a:gd name="T17" fmla="*/ 0 h 58"/>
                  <a:gd name="T18" fmla="*/ 28 w 330"/>
                  <a:gd name="T19" fmla="*/ 0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30" h="58">
                    <a:moveTo>
                      <a:pt x="28" y="0"/>
                    </a:moveTo>
                    <a:cubicBezTo>
                      <a:pt x="28" y="0"/>
                      <a:pt x="0" y="0"/>
                      <a:pt x="0" y="26"/>
                    </a:cubicBezTo>
                    <a:cubicBezTo>
                      <a:pt x="0" y="32"/>
                      <a:pt x="0" y="32"/>
                      <a:pt x="0" y="32"/>
                    </a:cubicBezTo>
                    <a:cubicBezTo>
                      <a:pt x="0" y="32"/>
                      <a:pt x="0" y="58"/>
                      <a:pt x="28" y="58"/>
                    </a:cubicBezTo>
                    <a:cubicBezTo>
                      <a:pt x="302" y="58"/>
                      <a:pt x="302" y="58"/>
                      <a:pt x="302" y="58"/>
                    </a:cubicBezTo>
                    <a:cubicBezTo>
                      <a:pt x="302" y="58"/>
                      <a:pt x="330" y="58"/>
                      <a:pt x="330" y="32"/>
                    </a:cubicBezTo>
                    <a:cubicBezTo>
                      <a:pt x="330" y="26"/>
                      <a:pt x="330" y="26"/>
                      <a:pt x="330" y="26"/>
                    </a:cubicBezTo>
                    <a:cubicBezTo>
                      <a:pt x="330" y="26"/>
                      <a:pt x="330" y="0"/>
                      <a:pt x="302" y="0"/>
                    </a:cubicBezTo>
                    <a:cubicBezTo>
                      <a:pt x="175" y="0"/>
                      <a:pt x="175" y="0"/>
                      <a:pt x="175" y="0"/>
                    </a:cubicBezTo>
                    <a:lnTo>
                      <a:pt x="28" y="0"/>
                    </a:lnTo>
                    <a:close/>
                  </a:path>
                </a:pathLst>
              </a:custGeom>
              <a:solidFill>
                <a:schemeClr val="bg1">
                  <a:lumMod val="85000"/>
                </a:schemeClr>
              </a:solidFill>
              <a:ln>
                <a:noFill/>
              </a:ln>
            </p:spPr>
            <p:txBody>
              <a:bodyPr vert="horz" wrap="square" lIns="91440" tIns="45720" rIns="91440" bIns="45720" numCol="1" anchor="t" anchorCtr="0" compatLnSpc="1">
                <a:prstTxWarp prst="textNoShape">
                  <a:avLst/>
                </a:prstTxWarp>
              </a:bodyPr>
              <a:lstStyle/>
              <a:p>
                <a:endParaRPr lang="en-US">
                  <a:solidFill>
                    <a:srgbClr val="505050"/>
                  </a:solidFill>
                </a:endParaRPr>
              </a:p>
            </p:txBody>
          </p:sp>
          <p:sp>
            <p:nvSpPr>
              <p:cNvPr id="184" name="Oval 14"/>
              <p:cNvSpPr>
                <a:spLocks noChangeArrowheads="1"/>
              </p:cNvSpPr>
              <p:nvPr/>
            </p:nvSpPr>
            <p:spPr bwMode="auto">
              <a:xfrm>
                <a:off x="13875539" y="2970470"/>
                <a:ext cx="79105" cy="79105"/>
              </a:xfrm>
              <a:prstGeom prst="ellipse">
                <a:avLst/>
              </a:prstGeom>
              <a:solidFill>
                <a:schemeClr val="accent1"/>
              </a:solidFill>
              <a:ln>
                <a:noFill/>
              </a:ln>
            </p:spPr>
            <p:txBody>
              <a:bodyPr vert="horz" wrap="square" lIns="91440" tIns="45720" rIns="91440" bIns="45720" numCol="1" anchor="t" anchorCtr="0" compatLnSpc="1">
                <a:prstTxWarp prst="textNoShape">
                  <a:avLst/>
                </a:prstTxWarp>
              </a:bodyPr>
              <a:lstStyle/>
              <a:p>
                <a:endParaRPr lang="en-US">
                  <a:solidFill>
                    <a:srgbClr val="505050"/>
                  </a:solidFill>
                </a:endParaRPr>
              </a:p>
            </p:txBody>
          </p:sp>
          <p:sp>
            <p:nvSpPr>
              <p:cNvPr id="185" name="Oval 15"/>
              <p:cNvSpPr>
                <a:spLocks noChangeArrowheads="1"/>
              </p:cNvSpPr>
              <p:nvPr/>
            </p:nvSpPr>
            <p:spPr bwMode="auto">
              <a:xfrm>
                <a:off x="13875539" y="3224438"/>
                <a:ext cx="79105" cy="79105"/>
              </a:xfrm>
              <a:prstGeom prst="ellipse">
                <a:avLst/>
              </a:prstGeom>
              <a:solidFill>
                <a:schemeClr val="accent1"/>
              </a:solidFill>
              <a:ln>
                <a:noFill/>
              </a:ln>
            </p:spPr>
            <p:txBody>
              <a:bodyPr vert="horz" wrap="square" lIns="91440" tIns="45720" rIns="91440" bIns="45720" numCol="1" anchor="t" anchorCtr="0" compatLnSpc="1">
                <a:prstTxWarp prst="textNoShape">
                  <a:avLst/>
                </a:prstTxWarp>
              </a:bodyPr>
              <a:lstStyle/>
              <a:p>
                <a:endParaRPr lang="en-US">
                  <a:solidFill>
                    <a:srgbClr val="505050"/>
                  </a:solidFill>
                </a:endParaRPr>
              </a:p>
            </p:txBody>
          </p:sp>
          <p:sp>
            <p:nvSpPr>
              <p:cNvPr id="186" name="Oval 16"/>
              <p:cNvSpPr>
                <a:spLocks noChangeArrowheads="1"/>
              </p:cNvSpPr>
              <p:nvPr/>
            </p:nvSpPr>
            <p:spPr bwMode="auto">
              <a:xfrm>
                <a:off x="13875539" y="3478406"/>
                <a:ext cx="79105" cy="79105"/>
              </a:xfrm>
              <a:prstGeom prst="ellipse">
                <a:avLst/>
              </a:prstGeom>
              <a:solidFill>
                <a:schemeClr val="accent1"/>
              </a:solidFill>
              <a:ln>
                <a:noFill/>
              </a:ln>
            </p:spPr>
            <p:txBody>
              <a:bodyPr vert="horz" wrap="square" lIns="91440" tIns="45720" rIns="91440" bIns="45720" numCol="1" anchor="t" anchorCtr="0" compatLnSpc="1">
                <a:prstTxWarp prst="textNoShape">
                  <a:avLst/>
                </a:prstTxWarp>
              </a:bodyPr>
              <a:lstStyle/>
              <a:p>
                <a:endParaRPr lang="en-US">
                  <a:solidFill>
                    <a:srgbClr val="505050"/>
                  </a:solidFill>
                </a:endParaRPr>
              </a:p>
            </p:txBody>
          </p:sp>
          <p:sp>
            <p:nvSpPr>
              <p:cNvPr id="187" name="Oval 17"/>
              <p:cNvSpPr>
                <a:spLocks noChangeArrowheads="1"/>
              </p:cNvSpPr>
              <p:nvPr/>
            </p:nvSpPr>
            <p:spPr bwMode="auto">
              <a:xfrm>
                <a:off x="13875539" y="3732374"/>
                <a:ext cx="79105" cy="79105"/>
              </a:xfrm>
              <a:prstGeom prst="ellipse">
                <a:avLst/>
              </a:prstGeom>
              <a:solidFill>
                <a:schemeClr val="accent1"/>
              </a:solidFill>
              <a:ln>
                <a:noFill/>
              </a:ln>
            </p:spPr>
            <p:txBody>
              <a:bodyPr vert="horz" wrap="square" lIns="91440" tIns="45720" rIns="91440" bIns="45720" numCol="1" anchor="t" anchorCtr="0" compatLnSpc="1">
                <a:prstTxWarp prst="textNoShape">
                  <a:avLst/>
                </a:prstTxWarp>
              </a:bodyPr>
              <a:lstStyle/>
              <a:p>
                <a:endParaRPr lang="en-US">
                  <a:solidFill>
                    <a:srgbClr val="505050"/>
                  </a:solidFill>
                </a:endParaRPr>
              </a:p>
            </p:txBody>
          </p:sp>
        </p:grpSp>
      </p:grpSp>
      <p:grpSp>
        <p:nvGrpSpPr>
          <p:cNvPr id="188" name="Group 187"/>
          <p:cNvGrpSpPr/>
          <p:nvPr/>
        </p:nvGrpSpPr>
        <p:grpSpPr>
          <a:xfrm>
            <a:off x="6704557" y="5469013"/>
            <a:ext cx="844971" cy="1143537"/>
            <a:chOff x="10520791" y="5710226"/>
            <a:chExt cx="813223" cy="1100576"/>
          </a:xfrm>
        </p:grpSpPr>
        <p:sp>
          <p:nvSpPr>
            <p:cNvPr id="189" name="Rectangle 5"/>
            <p:cNvSpPr>
              <a:spLocks noChangeArrowheads="1"/>
            </p:cNvSpPr>
            <p:nvPr/>
          </p:nvSpPr>
          <p:spPr bwMode="auto">
            <a:xfrm>
              <a:off x="10520791" y="5710226"/>
              <a:ext cx="813223" cy="1100576"/>
            </a:xfrm>
            <a:prstGeom prst="rect">
              <a:avLst/>
            </a:prstGeom>
            <a:solidFill>
              <a:srgbClr val="7030A0"/>
            </a:solidFill>
            <a:ln>
              <a:noFill/>
            </a:ln>
          </p:spPr>
          <p:txBody>
            <a:bodyPr vert="horz" wrap="square" lIns="89642" tIns="44821" rIns="89642" bIns="44821" numCol="1" anchor="t" anchorCtr="0" compatLnSpc="1">
              <a:prstTxWarp prst="textNoShape">
                <a:avLst/>
              </a:prstTxWarp>
            </a:bodyPr>
            <a:lstStyle/>
            <a:p>
              <a:pPr defTabSz="913949"/>
              <a:endParaRPr lang="en-US">
                <a:solidFill>
                  <a:srgbClr val="000000"/>
                </a:solidFill>
              </a:endParaRPr>
            </a:p>
          </p:txBody>
        </p:sp>
        <p:sp>
          <p:nvSpPr>
            <p:cNvPr id="190" name="Freeform 6"/>
            <p:cNvSpPr>
              <a:spLocks/>
            </p:cNvSpPr>
            <p:nvPr/>
          </p:nvSpPr>
          <p:spPr bwMode="auto">
            <a:xfrm>
              <a:off x="10607894" y="5838844"/>
              <a:ext cx="639019" cy="112337"/>
            </a:xfrm>
            <a:custGeom>
              <a:avLst/>
              <a:gdLst>
                <a:gd name="T0" fmla="*/ 28 w 330"/>
                <a:gd name="T1" fmla="*/ 0 h 58"/>
                <a:gd name="T2" fmla="*/ 0 w 330"/>
                <a:gd name="T3" fmla="*/ 26 h 58"/>
                <a:gd name="T4" fmla="*/ 0 w 330"/>
                <a:gd name="T5" fmla="*/ 32 h 58"/>
                <a:gd name="T6" fmla="*/ 28 w 330"/>
                <a:gd name="T7" fmla="*/ 58 h 58"/>
                <a:gd name="T8" fmla="*/ 302 w 330"/>
                <a:gd name="T9" fmla="*/ 58 h 58"/>
                <a:gd name="T10" fmla="*/ 330 w 330"/>
                <a:gd name="T11" fmla="*/ 32 h 58"/>
                <a:gd name="T12" fmla="*/ 330 w 330"/>
                <a:gd name="T13" fmla="*/ 26 h 58"/>
                <a:gd name="T14" fmla="*/ 302 w 330"/>
                <a:gd name="T15" fmla="*/ 0 h 58"/>
                <a:gd name="T16" fmla="*/ 175 w 330"/>
                <a:gd name="T17" fmla="*/ 0 h 58"/>
                <a:gd name="T18" fmla="*/ 28 w 330"/>
                <a:gd name="T19" fmla="*/ 0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30" h="58">
                  <a:moveTo>
                    <a:pt x="28" y="0"/>
                  </a:moveTo>
                  <a:cubicBezTo>
                    <a:pt x="28" y="0"/>
                    <a:pt x="0" y="0"/>
                    <a:pt x="0" y="26"/>
                  </a:cubicBezTo>
                  <a:cubicBezTo>
                    <a:pt x="0" y="32"/>
                    <a:pt x="0" y="32"/>
                    <a:pt x="0" y="32"/>
                  </a:cubicBezTo>
                  <a:cubicBezTo>
                    <a:pt x="0" y="32"/>
                    <a:pt x="0" y="58"/>
                    <a:pt x="28" y="58"/>
                  </a:cubicBezTo>
                  <a:cubicBezTo>
                    <a:pt x="302" y="58"/>
                    <a:pt x="302" y="58"/>
                    <a:pt x="302" y="58"/>
                  </a:cubicBezTo>
                  <a:cubicBezTo>
                    <a:pt x="302" y="58"/>
                    <a:pt x="330" y="58"/>
                    <a:pt x="330" y="32"/>
                  </a:cubicBezTo>
                  <a:cubicBezTo>
                    <a:pt x="330" y="26"/>
                    <a:pt x="330" y="26"/>
                    <a:pt x="330" y="26"/>
                  </a:cubicBezTo>
                  <a:cubicBezTo>
                    <a:pt x="330" y="26"/>
                    <a:pt x="330" y="0"/>
                    <a:pt x="302" y="0"/>
                  </a:cubicBezTo>
                  <a:cubicBezTo>
                    <a:pt x="175" y="0"/>
                    <a:pt x="175" y="0"/>
                    <a:pt x="175" y="0"/>
                  </a:cubicBezTo>
                  <a:lnTo>
                    <a:pt x="28" y="0"/>
                  </a:lnTo>
                  <a:close/>
                </a:path>
              </a:pathLst>
            </a:custGeom>
            <a:solidFill>
              <a:schemeClr val="bg1">
                <a:lumMod val="85000"/>
              </a:schemeClr>
            </a:solidFill>
            <a:ln>
              <a:noFill/>
            </a:ln>
          </p:spPr>
          <p:txBody>
            <a:bodyPr vert="horz" wrap="square" lIns="89642" tIns="44821" rIns="89642" bIns="44821" numCol="1" anchor="t" anchorCtr="0" compatLnSpc="1">
              <a:prstTxWarp prst="textNoShape">
                <a:avLst/>
              </a:prstTxWarp>
            </a:bodyPr>
            <a:lstStyle/>
            <a:p>
              <a:pPr defTabSz="913949"/>
              <a:endParaRPr lang="en-US">
                <a:solidFill>
                  <a:srgbClr val="000000"/>
                </a:solidFill>
              </a:endParaRPr>
            </a:p>
          </p:txBody>
        </p:sp>
        <p:sp>
          <p:nvSpPr>
            <p:cNvPr id="191" name="Freeform 7"/>
            <p:cNvSpPr>
              <a:spLocks/>
            </p:cNvSpPr>
            <p:nvPr/>
          </p:nvSpPr>
          <p:spPr bwMode="auto">
            <a:xfrm>
              <a:off x="10607894" y="6037469"/>
              <a:ext cx="639019" cy="112337"/>
            </a:xfrm>
            <a:custGeom>
              <a:avLst/>
              <a:gdLst>
                <a:gd name="T0" fmla="*/ 28 w 330"/>
                <a:gd name="T1" fmla="*/ 0 h 58"/>
                <a:gd name="T2" fmla="*/ 0 w 330"/>
                <a:gd name="T3" fmla="*/ 26 h 58"/>
                <a:gd name="T4" fmla="*/ 0 w 330"/>
                <a:gd name="T5" fmla="*/ 31 h 58"/>
                <a:gd name="T6" fmla="*/ 28 w 330"/>
                <a:gd name="T7" fmla="*/ 58 h 58"/>
                <a:gd name="T8" fmla="*/ 302 w 330"/>
                <a:gd name="T9" fmla="*/ 58 h 58"/>
                <a:gd name="T10" fmla="*/ 330 w 330"/>
                <a:gd name="T11" fmla="*/ 31 h 58"/>
                <a:gd name="T12" fmla="*/ 330 w 330"/>
                <a:gd name="T13" fmla="*/ 26 h 58"/>
                <a:gd name="T14" fmla="*/ 302 w 330"/>
                <a:gd name="T15" fmla="*/ 0 h 58"/>
                <a:gd name="T16" fmla="*/ 175 w 330"/>
                <a:gd name="T17" fmla="*/ 0 h 58"/>
                <a:gd name="T18" fmla="*/ 28 w 330"/>
                <a:gd name="T19" fmla="*/ 0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30" h="58">
                  <a:moveTo>
                    <a:pt x="28" y="0"/>
                  </a:moveTo>
                  <a:cubicBezTo>
                    <a:pt x="28" y="0"/>
                    <a:pt x="0" y="0"/>
                    <a:pt x="0" y="26"/>
                  </a:cubicBezTo>
                  <a:cubicBezTo>
                    <a:pt x="0" y="31"/>
                    <a:pt x="0" y="31"/>
                    <a:pt x="0" y="31"/>
                  </a:cubicBezTo>
                  <a:cubicBezTo>
                    <a:pt x="0" y="31"/>
                    <a:pt x="0" y="58"/>
                    <a:pt x="28" y="58"/>
                  </a:cubicBezTo>
                  <a:cubicBezTo>
                    <a:pt x="302" y="58"/>
                    <a:pt x="302" y="58"/>
                    <a:pt x="302" y="58"/>
                  </a:cubicBezTo>
                  <a:cubicBezTo>
                    <a:pt x="302" y="58"/>
                    <a:pt x="330" y="58"/>
                    <a:pt x="330" y="31"/>
                  </a:cubicBezTo>
                  <a:cubicBezTo>
                    <a:pt x="330" y="26"/>
                    <a:pt x="330" y="26"/>
                    <a:pt x="330" y="26"/>
                  </a:cubicBezTo>
                  <a:cubicBezTo>
                    <a:pt x="330" y="26"/>
                    <a:pt x="330" y="0"/>
                    <a:pt x="302" y="0"/>
                  </a:cubicBezTo>
                  <a:cubicBezTo>
                    <a:pt x="175" y="0"/>
                    <a:pt x="175" y="0"/>
                    <a:pt x="175" y="0"/>
                  </a:cubicBezTo>
                  <a:lnTo>
                    <a:pt x="28" y="0"/>
                  </a:lnTo>
                  <a:close/>
                </a:path>
              </a:pathLst>
            </a:custGeom>
            <a:solidFill>
              <a:schemeClr val="bg1">
                <a:lumMod val="85000"/>
              </a:schemeClr>
            </a:solidFill>
            <a:ln>
              <a:noFill/>
            </a:ln>
          </p:spPr>
          <p:txBody>
            <a:bodyPr vert="horz" wrap="square" lIns="89642" tIns="44821" rIns="89642" bIns="44821" numCol="1" anchor="t" anchorCtr="0" compatLnSpc="1">
              <a:prstTxWarp prst="textNoShape">
                <a:avLst/>
              </a:prstTxWarp>
            </a:bodyPr>
            <a:lstStyle/>
            <a:p>
              <a:pPr defTabSz="913949"/>
              <a:endParaRPr lang="en-US">
                <a:solidFill>
                  <a:srgbClr val="000000"/>
                </a:solidFill>
              </a:endParaRPr>
            </a:p>
          </p:txBody>
        </p:sp>
        <p:sp>
          <p:nvSpPr>
            <p:cNvPr id="192" name="Freeform 8"/>
            <p:cNvSpPr>
              <a:spLocks/>
            </p:cNvSpPr>
            <p:nvPr/>
          </p:nvSpPr>
          <p:spPr bwMode="auto">
            <a:xfrm>
              <a:off x="10607894" y="6234465"/>
              <a:ext cx="639019" cy="112337"/>
            </a:xfrm>
            <a:custGeom>
              <a:avLst/>
              <a:gdLst>
                <a:gd name="T0" fmla="*/ 28 w 330"/>
                <a:gd name="T1" fmla="*/ 0 h 58"/>
                <a:gd name="T2" fmla="*/ 0 w 330"/>
                <a:gd name="T3" fmla="*/ 27 h 58"/>
                <a:gd name="T4" fmla="*/ 0 w 330"/>
                <a:gd name="T5" fmla="*/ 32 h 58"/>
                <a:gd name="T6" fmla="*/ 28 w 330"/>
                <a:gd name="T7" fmla="*/ 58 h 58"/>
                <a:gd name="T8" fmla="*/ 302 w 330"/>
                <a:gd name="T9" fmla="*/ 58 h 58"/>
                <a:gd name="T10" fmla="*/ 330 w 330"/>
                <a:gd name="T11" fmla="*/ 32 h 58"/>
                <a:gd name="T12" fmla="*/ 330 w 330"/>
                <a:gd name="T13" fmla="*/ 27 h 58"/>
                <a:gd name="T14" fmla="*/ 302 w 330"/>
                <a:gd name="T15" fmla="*/ 0 h 58"/>
                <a:gd name="T16" fmla="*/ 175 w 330"/>
                <a:gd name="T17" fmla="*/ 0 h 58"/>
                <a:gd name="T18" fmla="*/ 28 w 330"/>
                <a:gd name="T19" fmla="*/ 0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30" h="58">
                  <a:moveTo>
                    <a:pt x="28" y="0"/>
                  </a:moveTo>
                  <a:cubicBezTo>
                    <a:pt x="28" y="0"/>
                    <a:pt x="0" y="0"/>
                    <a:pt x="0" y="27"/>
                  </a:cubicBezTo>
                  <a:cubicBezTo>
                    <a:pt x="0" y="32"/>
                    <a:pt x="0" y="32"/>
                    <a:pt x="0" y="32"/>
                  </a:cubicBezTo>
                  <a:cubicBezTo>
                    <a:pt x="0" y="32"/>
                    <a:pt x="0" y="58"/>
                    <a:pt x="28" y="58"/>
                  </a:cubicBezTo>
                  <a:cubicBezTo>
                    <a:pt x="302" y="58"/>
                    <a:pt x="302" y="58"/>
                    <a:pt x="302" y="58"/>
                  </a:cubicBezTo>
                  <a:cubicBezTo>
                    <a:pt x="302" y="58"/>
                    <a:pt x="330" y="58"/>
                    <a:pt x="330" y="32"/>
                  </a:cubicBezTo>
                  <a:cubicBezTo>
                    <a:pt x="330" y="27"/>
                    <a:pt x="330" y="27"/>
                    <a:pt x="330" y="27"/>
                  </a:cubicBezTo>
                  <a:cubicBezTo>
                    <a:pt x="330" y="27"/>
                    <a:pt x="330" y="0"/>
                    <a:pt x="302" y="0"/>
                  </a:cubicBezTo>
                  <a:cubicBezTo>
                    <a:pt x="175" y="0"/>
                    <a:pt x="175" y="0"/>
                    <a:pt x="175" y="0"/>
                  </a:cubicBezTo>
                  <a:lnTo>
                    <a:pt x="28" y="0"/>
                  </a:lnTo>
                  <a:close/>
                </a:path>
              </a:pathLst>
            </a:custGeom>
            <a:solidFill>
              <a:schemeClr val="bg1">
                <a:lumMod val="85000"/>
              </a:schemeClr>
            </a:solidFill>
            <a:ln>
              <a:noFill/>
            </a:ln>
          </p:spPr>
          <p:txBody>
            <a:bodyPr vert="horz" wrap="square" lIns="89642" tIns="44821" rIns="89642" bIns="44821" numCol="1" anchor="t" anchorCtr="0" compatLnSpc="1">
              <a:prstTxWarp prst="textNoShape">
                <a:avLst/>
              </a:prstTxWarp>
            </a:bodyPr>
            <a:lstStyle/>
            <a:p>
              <a:pPr defTabSz="913949"/>
              <a:endParaRPr lang="en-US">
                <a:solidFill>
                  <a:srgbClr val="000000"/>
                </a:solidFill>
              </a:endParaRPr>
            </a:p>
          </p:txBody>
        </p:sp>
        <p:sp>
          <p:nvSpPr>
            <p:cNvPr id="193" name="Freeform 9"/>
            <p:cNvSpPr>
              <a:spLocks/>
            </p:cNvSpPr>
            <p:nvPr/>
          </p:nvSpPr>
          <p:spPr bwMode="auto">
            <a:xfrm>
              <a:off x="10607894" y="6433090"/>
              <a:ext cx="639019" cy="112337"/>
            </a:xfrm>
            <a:custGeom>
              <a:avLst/>
              <a:gdLst>
                <a:gd name="T0" fmla="*/ 28 w 330"/>
                <a:gd name="T1" fmla="*/ 0 h 58"/>
                <a:gd name="T2" fmla="*/ 0 w 330"/>
                <a:gd name="T3" fmla="*/ 26 h 58"/>
                <a:gd name="T4" fmla="*/ 0 w 330"/>
                <a:gd name="T5" fmla="*/ 32 h 58"/>
                <a:gd name="T6" fmla="*/ 28 w 330"/>
                <a:gd name="T7" fmla="*/ 58 h 58"/>
                <a:gd name="T8" fmla="*/ 302 w 330"/>
                <a:gd name="T9" fmla="*/ 58 h 58"/>
                <a:gd name="T10" fmla="*/ 330 w 330"/>
                <a:gd name="T11" fmla="*/ 32 h 58"/>
                <a:gd name="T12" fmla="*/ 330 w 330"/>
                <a:gd name="T13" fmla="*/ 26 h 58"/>
                <a:gd name="T14" fmla="*/ 302 w 330"/>
                <a:gd name="T15" fmla="*/ 0 h 58"/>
                <a:gd name="T16" fmla="*/ 175 w 330"/>
                <a:gd name="T17" fmla="*/ 0 h 58"/>
                <a:gd name="T18" fmla="*/ 28 w 330"/>
                <a:gd name="T19" fmla="*/ 0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30" h="58">
                  <a:moveTo>
                    <a:pt x="28" y="0"/>
                  </a:moveTo>
                  <a:cubicBezTo>
                    <a:pt x="28" y="0"/>
                    <a:pt x="0" y="0"/>
                    <a:pt x="0" y="26"/>
                  </a:cubicBezTo>
                  <a:cubicBezTo>
                    <a:pt x="0" y="32"/>
                    <a:pt x="0" y="32"/>
                    <a:pt x="0" y="32"/>
                  </a:cubicBezTo>
                  <a:cubicBezTo>
                    <a:pt x="0" y="32"/>
                    <a:pt x="0" y="58"/>
                    <a:pt x="28" y="58"/>
                  </a:cubicBezTo>
                  <a:cubicBezTo>
                    <a:pt x="302" y="58"/>
                    <a:pt x="302" y="58"/>
                    <a:pt x="302" y="58"/>
                  </a:cubicBezTo>
                  <a:cubicBezTo>
                    <a:pt x="302" y="58"/>
                    <a:pt x="330" y="58"/>
                    <a:pt x="330" y="32"/>
                  </a:cubicBezTo>
                  <a:cubicBezTo>
                    <a:pt x="330" y="26"/>
                    <a:pt x="330" y="26"/>
                    <a:pt x="330" y="26"/>
                  </a:cubicBezTo>
                  <a:cubicBezTo>
                    <a:pt x="330" y="26"/>
                    <a:pt x="330" y="0"/>
                    <a:pt x="302" y="0"/>
                  </a:cubicBezTo>
                  <a:cubicBezTo>
                    <a:pt x="175" y="0"/>
                    <a:pt x="175" y="0"/>
                    <a:pt x="175" y="0"/>
                  </a:cubicBezTo>
                  <a:lnTo>
                    <a:pt x="28" y="0"/>
                  </a:lnTo>
                  <a:close/>
                </a:path>
              </a:pathLst>
            </a:custGeom>
            <a:solidFill>
              <a:schemeClr val="bg1">
                <a:lumMod val="85000"/>
              </a:schemeClr>
            </a:solidFill>
            <a:ln>
              <a:noFill/>
            </a:ln>
          </p:spPr>
          <p:txBody>
            <a:bodyPr vert="horz" wrap="square" lIns="89642" tIns="44821" rIns="89642" bIns="44821" numCol="1" anchor="t" anchorCtr="0" compatLnSpc="1">
              <a:prstTxWarp prst="textNoShape">
                <a:avLst/>
              </a:prstTxWarp>
            </a:bodyPr>
            <a:lstStyle/>
            <a:p>
              <a:pPr defTabSz="913949"/>
              <a:endParaRPr lang="en-US">
                <a:solidFill>
                  <a:srgbClr val="000000"/>
                </a:solidFill>
              </a:endParaRPr>
            </a:p>
          </p:txBody>
        </p:sp>
        <p:sp>
          <p:nvSpPr>
            <p:cNvPr id="194" name="Oval 14"/>
            <p:cNvSpPr>
              <a:spLocks noChangeArrowheads="1"/>
            </p:cNvSpPr>
            <p:nvPr/>
          </p:nvSpPr>
          <p:spPr bwMode="auto">
            <a:xfrm>
              <a:off x="11124807" y="5862451"/>
              <a:ext cx="61867" cy="61867"/>
            </a:xfrm>
            <a:prstGeom prst="ellipse">
              <a:avLst/>
            </a:prstGeom>
            <a:solidFill>
              <a:schemeClr val="accent1"/>
            </a:solidFill>
            <a:ln>
              <a:noFill/>
            </a:ln>
          </p:spPr>
          <p:txBody>
            <a:bodyPr vert="horz" wrap="square" lIns="89642" tIns="44821" rIns="89642" bIns="44821" numCol="1" anchor="t" anchorCtr="0" compatLnSpc="1">
              <a:prstTxWarp prst="textNoShape">
                <a:avLst/>
              </a:prstTxWarp>
            </a:bodyPr>
            <a:lstStyle/>
            <a:p>
              <a:pPr defTabSz="913949"/>
              <a:endParaRPr lang="en-US">
                <a:solidFill>
                  <a:srgbClr val="000000"/>
                </a:solidFill>
              </a:endParaRPr>
            </a:p>
          </p:txBody>
        </p:sp>
        <p:sp>
          <p:nvSpPr>
            <p:cNvPr id="195" name="Oval 15"/>
            <p:cNvSpPr>
              <a:spLocks noChangeArrowheads="1"/>
            </p:cNvSpPr>
            <p:nvPr/>
          </p:nvSpPr>
          <p:spPr bwMode="auto">
            <a:xfrm>
              <a:off x="11124807" y="6061076"/>
              <a:ext cx="61867" cy="61867"/>
            </a:xfrm>
            <a:prstGeom prst="ellipse">
              <a:avLst/>
            </a:prstGeom>
            <a:solidFill>
              <a:schemeClr val="accent1"/>
            </a:solidFill>
            <a:ln>
              <a:noFill/>
            </a:ln>
          </p:spPr>
          <p:txBody>
            <a:bodyPr vert="horz" wrap="square" lIns="89642" tIns="44821" rIns="89642" bIns="44821" numCol="1" anchor="t" anchorCtr="0" compatLnSpc="1">
              <a:prstTxWarp prst="textNoShape">
                <a:avLst/>
              </a:prstTxWarp>
            </a:bodyPr>
            <a:lstStyle/>
            <a:p>
              <a:pPr defTabSz="913949"/>
              <a:endParaRPr lang="en-US">
                <a:solidFill>
                  <a:srgbClr val="000000"/>
                </a:solidFill>
              </a:endParaRPr>
            </a:p>
          </p:txBody>
        </p:sp>
        <p:sp>
          <p:nvSpPr>
            <p:cNvPr id="196" name="Oval 16"/>
            <p:cNvSpPr>
              <a:spLocks noChangeArrowheads="1"/>
            </p:cNvSpPr>
            <p:nvPr/>
          </p:nvSpPr>
          <p:spPr bwMode="auto">
            <a:xfrm>
              <a:off x="11124807" y="6259701"/>
              <a:ext cx="61867" cy="61867"/>
            </a:xfrm>
            <a:prstGeom prst="ellipse">
              <a:avLst/>
            </a:prstGeom>
            <a:solidFill>
              <a:schemeClr val="accent1"/>
            </a:solidFill>
            <a:ln>
              <a:noFill/>
            </a:ln>
          </p:spPr>
          <p:txBody>
            <a:bodyPr vert="horz" wrap="square" lIns="89642" tIns="44821" rIns="89642" bIns="44821" numCol="1" anchor="t" anchorCtr="0" compatLnSpc="1">
              <a:prstTxWarp prst="textNoShape">
                <a:avLst/>
              </a:prstTxWarp>
            </a:bodyPr>
            <a:lstStyle/>
            <a:p>
              <a:pPr defTabSz="913949"/>
              <a:endParaRPr lang="en-US">
                <a:solidFill>
                  <a:srgbClr val="000000"/>
                </a:solidFill>
              </a:endParaRPr>
            </a:p>
          </p:txBody>
        </p:sp>
        <p:sp>
          <p:nvSpPr>
            <p:cNvPr id="197" name="Oval 17"/>
            <p:cNvSpPr>
              <a:spLocks noChangeArrowheads="1"/>
            </p:cNvSpPr>
            <p:nvPr/>
          </p:nvSpPr>
          <p:spPr bwMode="auto">
            <a:xfrm>
              <a:off x="11124807" y="6458325"/>
              <a:ext cx="61867" cy="61867"/>
            </a:xfrm>
            <a:prstGeom prst="ellipse">
              <a:avLst/>
            </a:prstGeom>
            <a:solidFill>
              <a:schemeClr val="accent1"/>
            </a:solidFill>
            <a:ln>
              <a:noFill/>
            </a:ln>
          </p:spPr>
          <p:txBody>
            <a:bodyPr vert="horz" wrap="square" lIns="89642" tIns="44821" rIns="89642" bIns="44821" numCol="1" anchor="t" anchorCtr="0" compatLnSpc="1">
              <a:prstTxWarp prst="textNoShape">
                <a:avLst/>
              </a:prstTxWarp>
            </a:bodyPr>
            <a:lstStyle/>
            <a:p>
              <a:pPr defTabSz="913949"/>
              <a:endParaRPr lang="en-US">
                <a:solidFill>
                  <a:srgbClr val="000000"/>
                </a:solidFill>
              </a:endParaRPr>
            </a:p>
          </p:txBody>
        </p:sp>
      </p:grpSp>
      <p:sp>
        <p:nvSpPr>
          <p:cNvPr id="198" name="TextBox 197"/>
          <p:cNvSpPr txBox="1"/>
          <p:nvPr/>
        </p:nvSpPr>
        <p:spPr>
          <a:xfrm>
            <a:off x="6630890" y="6323912"/>
            <a:ext cx="974904" cy="276999"/>
          </a:xfrm>
          <a:prstGeom prst="rect">
            <a:avLst/>
          </a:prstGeom>
          <a:noFill/>
        </p:spPr>
        <p:txBody>
          <a:bodyPr wrap="square" rtlCol="0">
            <a:spAutoFit/>
          </a:bodyPr>
          <a:lstStyle/>
          <a:p>
            <a:pPr algn="ctr"/>
            <a:r>
              <a:rPr lang="en-US" sz="1200" dirty="0">
                <a:solidFill>
                  <a:prstClr val="white"/>
                </a:solidFill>
              </a:rPr>
              <a:t>Front end</a:t>
            </a:r>
          </a:p>
        </p:txBody>
      </p:sp>
      <p:cxnSp>
        <p:nvCxnSpPr>
          <p:cNvPr id="200" name="Straight Connector 199"/>
          <p:cNvCxnSpPr>
            <a:stCxn id="201" idx="7"/>
            <a:endCxn id="140" idx="2"/>
          </p:cNvCxnSpPr>
          <p:nvPr/>
        </p:nvCxnSpPr>
        <p:spPr>
          <a:xfrm>
            <a:off x="6000846" y="4208347"/>
            <a:ext cx="1436241" cy="546309"/>
          </a:xfrm>
          <a:prstGeom prst="line">
            <a:avLst/>
          </a:prstGeom>
          <a:ln w="38100">
            <a:solidFill>
              <a:schemeClr val="accent4"/>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201" name="Freeform 95"/>
          <p:cNvSpPr>
            <a:spLocks/>
          </p:cNvSpPr>
          <p:nvPr/>
        </p:nvSpPr>
        <p:spPr bwMode="auto">
          <a:xfrm flipH="1">
            <a:off x="4287058" y="3461000"/>
            <a:ext cx="1713788" cy="1112972"/>
          </a:xfrm>
          <a:custGeom>
            <a:avLst/>
            <a:gdLst>
              <a:gd name="T0" fmla="*/ 618 w 736"/>
              <a:gd name="T1" fmla="*/ 213 h 484"/>
              <a:gd name="T2" fmla="*/ 618 w 736"/>
              <a:gd name="T3" fmla="*/ 203 h 484"/>
              <a:gd name="T4" fmla="*/ 415 w 736"/>
              <a:gd name="T5" fmla="*/ 0 h 484"/>
              <a:gd name="T6" fmla="*/ 246 w 736"/>
              <a:gd name="T7" fmla="*/ 91 h 484"/>
              <a:gd name="T8" fmla="*/ 191 w 736"/>
              <a:gd name="T9" fmla="*/ 76 h 484"/>
              <a:gd name="T10" fmla="*/ 125 w 736"/>
              <a:gd name="T11" fmla="*/ 96 h 484"/>
              <a:gd name="T12" fmla="*/ 73 w 736"/>
              <a:gd name="T13" fmla="*/ 191 h 484"/>
              <a:gd name="T14" fmla="*/ 0 w 736"/>
              <a:gd name="T15" fmla="*/ 325 h 484"/>
              <a:gd name="T16" fmla="*/ 142 w 736"/>
              <a:gd name="T17" fmla="*/ 484 h 484"/>
              <a:gd name="T18" fmla="*/ 160 w 736"/>
              <a:gd name="T19" fmla="*/ 484 h 484"/>
              <a:gd name="T20" fmla="*/ 176 w 736"/>
              <a:gd name="T21" fmla="*/ 484 h 484"/>
              <a:gd name="T22" fmla="*/ 507 w 736"/>
              <a:gd name="T23" fmla="*/ 484 h 484"/>
              <a:gd name="T24" fmla="*/ 514 w 736"/>
              <a:gd name="T25" fmla="*/ 484 h 484"/>
              <a:gd name="T26" fmla="*/ 522 w 736"/>
              <a:gd name="T27" fmla="*/ 484 h 484"/>
              <a:gd name="T28" fmla="*/ 546 w 736"/>
              <a:gd name="T29" fmla="*/ 484 h 484"/>
              <a:gd name="T30" fmla="*/ 599 w 736"/>
              <a:gd name="T31" fmla="*/ 484 h 484"/>
              <a:gd name="T32" fmla="*/ 736 w 736"/>
              <a:gd name="T33" fmla="*/ 348 h 484"/>
              <a:gd name="T34" fmla="*/ 618 w 736"/>
              <a:gd name="T35" fmla="*/ 213 h 4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736" h="484">
                <a:moveTo>
                  <a:pt x="618" y="213"/>
                </a:moveTo>
                <a:cubicBezTo>
                  <a:pt x="618" y="210"/>
                  <a:pt x="618" y="206"/>
                  <a:pt x="618" y="203"/>
                </a:cubicBezTo>
                <a:cubicBezTo>
                  <a:pt x="618" y="91"/>
                  <a:pt x="527" y="0"/>
                  <a:pt x="415" y="0"/>
                </a:cubicBezTo>
                <a:cubicBezTo>
                  <a:pt x="345" y="0"/>
                  <a:pt x="283" y="37"/>
                  <a:pt x="246" y="91"/>
                </a:cubicBezTo>
                <a:cubicBezTo>
                  <a:pt x="230" y="82"/>
                  <a:pt x="211" y="76"/>
                  <a:pt x="191" y="76"/>
                </a:cubicBezTo>
                <a:cubicBezTo>
                  <a:pt x="167" y="76"/>
                  <a:pt x="144" y="83"/>
                  <a:pt x="125" y="96"/>
                </a:cubicBezTo>
                <a:cubicBezTo>
                  <a:pt x="94" y="116"/>
                  <a:pt x="74" y="151"/>
                  <a:pt x="73" y="191"/>
                </a:cubicBezTo>
                <a:cubicBezTo>
                  <a:pt x="30" y="219"/>
                  <a:pt x="0" y="269"/>
                  <a:pt x="0" y="325"/>
                </a:cubicBezTo>
                <a:cubicBezTo>
                  <a:pt x="0" y="407"/>
                  <a:pt x="62" y="475"/>
                  <a:pt x="142" y="484"/>
                </a:cubicBezTo>
                <a:cubicBezTo>
                  <a:pt x="148" y="484"/>
                  <a:pt x="154" y="484"/>
                  <a:pt x="160" y="484"/>
                </a:cubicBezTo>
                <a:cubicBezTo>
                  <a:pt x="165" y="484"/>
                  <a:pt x="171" y="484"/>
                  <a:pt x="176" y="484"/>
                </a:cubicBezTo>
                <a:cubicBezTo>
                  <a:pt x="250" y="484"/>
                  <a:pt x="425" y="484"/>
                  <a:pt x="507" y="484"/>
                </a:cubicBezTo>
                <a:cubicBezTo>
                  <a:pt x="510" y="484"/>
                  <a:pt x="512" y="484"/>
                  <a:pt x="514" y="484"/>
                </a:cubicBezTo>
                <a:cubicBezTo>
                  <a:pt x="522" y="484"/>
                  <a:pt x="522" y="484"/>
                  <a:pt x="522" y="484"/>
                </a:cubicBezTo>
                <a:cubicBezTo>
                  <a:pt x="526" y="484"/>
                  <a:pt x="538" y="484"/>
                  <a:pt x="546" y="484"/>
                </a:cubicBezTo>
                <a:cubicBezTo>
                  <a:pt x="599" y="484"/>
                  <a:pt x="599" y="484"/>
                  <a:pt x="599" y="484"/>
                </a:cubicBezTo>
                <a:cubicBezTo>
                  <a:pt x="675" y="483"/>
                  <a:pt x="736" y="422"/>
                  <a:pt x="736" y="348"/>
                </a:cubicBezTo>
                <a:cubicBezTo>
                  <a:pt x="736" y="279"/>
                  <a:pt x="684" y="222"/>
                  <a:pt x="618" y="213"/>
                </a:cubicBezTo>
                <a:close/>
              </a:path>
            </a:pathLst>
          </a:custGeom>
          <a:solidFill>
            <a:srgbClr val="00B0F0"/>
          </a:solidFill>
          <a:ln w="28575">
            <a:noFill/>
            <a:round/>
            <a:headEnd/>
            <a:tailEnd/>
          </a:ln>
          <a:extLst/>
        </p:spPr>
        <p:txBody>
          <a:bodyPr vert="horz" wrap="square" lIns="91440" tIns="45720" rIns="91440" bIns="45720" numCol="1" anchor="t" anchorCtr="0" compatLnSpc="1">
            <a:prstTxWarp prst="textNoShape">
              <a:avLst/>
            </a:prstTxWarp>
          </a:bodyPr>
          <a:lstStyle/>
          <a:p>
            <a:endParaRPr lang="en-US" kern="0">
              <a:solidFill>
                <a:srgbClr val="505050"/>
              </a:solidFill>
            </a:endParaRPr>
          </a:p>
        </p:txBody>
      </p:sp>
      <p:sp>
        <p:nvSpPr>
          <p:cNvPr id="202" name="Rectangle 54"/>
          <p:cNvSpPr/>
          <p:nvPr/>
        </p:nvSpPr>
        <p:spPr bwMode="auto">
          <a:xfrm>
            <a:off x="4372234" y="3939726"/>
            <a:ext cx="1415431" cy="662715"/>
          </a:xfrm>
          <a:prstGeom prst="rect">
            <a:avLst/>
          </a:prstGeom>
          <a:noFill/>
          <a:ln w="9525" cap="flat" cmpd="sng" algn="ctr">
            <a:noFill/>
            <a:prstDash val="solid"/>
            <a:headEnd type="none" w="med" len="med"/>
            <a:tailEnd type="none" w="med" len="med"/>
          </a:ln>
          <a:effectLst/>
        </p:spPr>
        <p:txBody>
          <a:bodyPr rot="0" spcFirstLastPara="0" vertOverflow="overflow" horzOverflow="overflow" vert="horz" wrap="square" lIns="91440" tIns="0" rIns="0" bIns="0" numCol="1" spcCol="0" rtlCol="0" fromWordArt="0" anchor="ctr" anchorCtr="0" forceAA="0" compatLnSpc="1">
            <a:prstTxWarp prst="textNoShape">
              <a:avLst/>
            </a:prstTxWarp>
            <a:noAutofit/>
          </a:bodyPr>
          <a:lstStyle/>
          <a:p>
            <a:pPr algn="ctr" defTabSz="932472" fontAlgn="base">
              <a:lnSpc>
                <a:spcPct val="90000"/>
              </a:lnSpc>
              <a:spcBef>
                <a:spcPct val="0"/>
              </a:spcBef>
              <a:spcAft>
                <a:spcPct val="0"/>
              </a:spcAft>
            </a:pPr>
            <a:r>
              <a:rPr lang="en-US" sz="1400" b="1" kern="0" dirty="0">
                <a:solidFill>
                  <a:prstClr val="white"/>
                </a:solidFill>
                <a:ea typeface="Segoe UI" pitchFamily="34" charset="0"/>
                <a:cs typeface="Segoe UI" pitchFamily="34" charset="0"/>
              </a:rPr>
              <a:t>Internet</a:t>
            </a:r>
          </a:p>
        </p:txBody>
      </p:sp>
      <p:sp>
        <p:nvSpPr>
          <p:cNvPr id="205" name="Oval 204"/>
          <p:cNvSpPr/>
          <p:nvPr/>
        </p:nvSpPr>
        <p:spPr bwMode="auto">
          <a:xfrm>
            <a:off x="6117239" y="3472938"/>
            <a:ext cx="6209488" cy="6205317"/>
          </a:xfrm>
          <a:prstGeom prst="ellipse">
            <a:avLst/>
          </a:prstGeom>
          <a:noFill/>
          <a:ln w="28575">
            <a:solidFill>
              <a:srgbClr val="00B0F0"/>
            </a:solidFill>
            <a:prstDash val="sysDash"/>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sp>
        <p:nvSpPr>
          <p:cNvPr id="292" name="Freeform 95"/>
          <p:cNvSpPr>
            <a:spLocks/>
          </p:cNvSpPr>
          <p:nvPr/>
        </p:nvSpPr>
        <p:spPr bwMode="auto">
          <a:xfrm flipH="1">
            <a:off x="10234173" y="3026631"/>
            <a:ext cx="1576655" cy="1003540"/>
          </a:xfrm>
          <a:custGeom>
            <a:avLst/>
            <a:gdLst>
              <a:gd name="T0" fmla="*/ 618 w 736"/>
              <a:gd name="T1" fmla="*/ 213 h 484"/>
              <a:gd name="T2" fmla="*/ 618 w 736"/>
              <a:gd name="T3" fmla="*/ 203 h 484"/>
              <a:gd name="T4" fmla="*/ 415 w 736"/>
              <a:gd name="T5" fmla="*/ 0 h 484"/>
              <a:gd name="T6" fmla="*/ 246 w 736"/>
              <a:gd name="T7" fmla="*/ 91 h 484"/>
              <a:gd name="T8" fmla="*/ 191 w 736"/>
              <a:gd name="T9" fmla="*/ 76 h 484"/>
              <a:gd name="T10" fmla="*/ 125 w 736"/>
              <a:gd name="T11" fmla="*/ 96 h 484"/>
              <a:gd name="T12" fmla="*/ 73 w 736"/>
              <a:gd name="T13" fmla="*/ 191 h 484"/>
              <a:gd name="T14" fmla="*/ 0 w 736"/>
              <a:gd name="T15" fmla="*/ 325 h 484"/>
              <a:gd name="T16" fmla="*/ 142 w 736"/>
              <a:gd name="T17" fmla="*/ 484 h 484"/>
              <a:gd name="T18" fmla="*/ 160 w 736"/>
              <a:gd name="T19" fmla="*/ 484 h 484"/>
              <a:gd name="T20" fmla="*/ 176 w 736"/>
              <a:gd name="T21" fmla="*/ 484 h 484"/>
              <a:gd name="T22" fmla="*/ 507 w 736"/>
              <a:gd name="T23" fmla="*/ 484 h 484"/>
              <a:gd name="T24" fmla="*/ 514 w 736"/>
              <a:gd name="T25" fmla="*/ 484 h 484"/>
              <a:gd name="T26" fmla="*/ 522 w 736"/>
              <a:gd name="T27" fmla="*/ 484 h 484"/>
              <a:gd name="T28" fmla="*/ 546 w 736"/>
              <a:gd name="T29" fmla="*/ 484 h 484"/>
              <a:gd name="T30" fmla="*/ 599 w 736"/>
              <a:gd name="T31" fmla="*/ 484 h 484"/>
              <a:gd name="T32" fmla="*/ 736 w 736"/>
              <a:gd name="T33" fmla="*/ 348 h 484"/>
              <a:gd name="T34" fmla="*/ 618 w 736"/>
              <a:gd name="T35" fmla="*/ 213 h 4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736" h="484">
                <a:moveTo>
                  <a:pt x="618" y="213"/>
                </a:moveTo>
                <a:cubicBezTo>
                  <a:pt x="618" y="210"/>
                  <a:pt x="618" y="206"/>
                  <a:pt x="618" y="203"/>
                </a:cubicBezTo>
                <a:cubicBezTo>
                  <a:pt x="618" y="91"/>
                  <a:pt x="527" y="0"/>
                  <a:pt x="415" y="0"/>
                </a:cubicBezTo>
                <a:cubicBezTo>
                  <a:pt x="345" y="0"/>
                  <a:pt x="283" y="37"/>
                  <a:pt x="246" y="91"/>
                </a:cubicBezTo>
                <a:cubicBezTo>
                  <a:pt x="230" y="82"/>
                  <a:pt x="211" y="76"/>
                  <a:pt x="191" y="76"/>
                </a:cubicBezTo>
                <a:cubicBezTo>
                  <a:pt x="167" y="76"/>
                  <a:pt x="144" y="83"/>
                  <a:pt x="125" y="96"/>
                </a:cubicBezTo>
                <a:cubicBezTo>
                  <a:pt x="94" y="116"/>
                  <a:pt x="74" y="151"/>
                  <a:pt x="73" y="191"/>
                </a:cubicBezTo>
                <a:cubicBezTo>
                  <a:pt x="30" y="219"/>
                  <a:pt x="0" y="269"/>
                  <a:pt x="0" y="325"/>
                </a:cubicBezTo>
                <a:cubicBezTo>
                  <a:pt x="0" y="407"/>
                  <a:pt x="62" y="475"/>
                  <a:pt x="142" y="484"/>
                </a:cubicBezTo>
                <a:cubicBezTo>
                  <a:pt x="148" y="484"/>
                  <a:pt x="154" y="484"/>
                  <a:pt x="160" y="484"/>
                </a:cubicBezTo>
                <a:cubicBezTo>
                  <a:pt x="165" y="484"/>
                  <a:pt x="171" y="484"/>
                  <a:pt x="176" y="484"/>
                </a:cubicBezTo>
                <a:cubicBezTo>
                  <a:pt x="250" y="484"/>
                  <a:pt x="425" y="484"/>
                  <a:pt x="507" y="484"/>
                </a:cubicBezTo>
                <a:cubicBezTo>
                  <a:pt x="510" y="484"/>
                  <a:pt x="512" y="484"/>
                  <a:pt x="514" y="484"/>
                </a:cubicBezTo>
                <a:cubicBezTo>
                  <a:pt x="522" y="484"/>
                  <a:pt x="522" y="484"/>
                  <a:pt x="522" y="484"/>
                </a:cubicBezTo>
                <a:cubicBezTo>
                  <a:pt x="526" y="484"/>
                  <a:pt x="538" y="484"/>
                  <a:pt x="546" y="484"/>
                </a:cubicBezTo>
                <a:cubicBezTo>
                  <a:pt x="599" y="484"/>
                  <a:pt x="599" y="484"/>
                  <a:pt x="599" y="484"/>
                </a:cubicBezTo>
                <a:cubicBezTo>
                  <a:pt x="675" y="483"/>
                  <a:pt x="736" y="422"/>
                  <a:pt x="736" y="348"/>
                </a:cubicBezTo>
                <a:cubicBezTo>
                  <a:pt x="736" y="279"/>
                  <a:pt x="684" y="222"/>
                  <a:pt x="618" y="213"/>
                </a:cubicBezTo>
                <a:close/>
              </a:path>
            </a:pathLst>
          </a:custGeom>
          <a:solidFill>
            <a:srgbClr val="0072C6"/>
          </a:solidFill>
          <a:ln w="28575">
            <a:noFill/>
            <a:round/>
            <a:headEnd/>
            <a:tailEnd/>
          </a:ln>
          <a:extLst/>
        </p:spPr>
        <p:txBody>
          <a:bodyPr vert="horz" wrap="square" lIns="91440" tIns="45720" rIns="91440" bIns="45720" numCol="1" anchor="t" anchorCtr="0" compatLnSpc="1">
            <a:prstTxWarp prst="textNoShape">
              <a:avLst/>
            </a:prstTxWarp>
          </a:bodyPr>
          <a:lstStyle/>
          <a:p>
            <a:endParaRPr lang="en-US" kern="0" dirty="0">
              <a:solidFill>
                <a:srgbClr val="505050"/>
              </a:solidFill>
            </a:endParaRPr>
          </a:p>
        </p:txBody>
      </p:sp>
      <p:cxnSp>
        <p:nvCxnSpPr>
          <p:cNvPr id="293" name="Straight Connector 292"/>
          <p:cNvCxnSpPr/>
          <p:nvPr/>
        </p:nvCxnSpPr>
        <p:spPr>
          <a:xfrm flipH="1">
            <a:off x="9600438" y="6104996"/>
            <a:ext cx="498351" cy="1364"/>
          </a:xfrm>
          <a:prstGeom prst="line">
            <a:avLst/>
          </a:prstGeom>
          <a:ln w="38100">
            <a:solidFill>
              <a:schemeClr val="accent4"/>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294" name="TextBox 293"/>
          <p:cNvSpPr txBox="1"/>
          <p:nvPr/>
        </p:nvSpPr>
        <p:spPr>
          <a:xfrm>
            <a:off x="10412209" y="3572520"/>
            <a:ext cx="1366866" cy="276999"/>
          </a:xfrm>
          <a:prstGeom prst="rect">
            <a:avLst/>
          </a:prstGeom>
          <a:noFill/>
        </p:spPr>
        <p:txBody>
          <a:bodyPr wrap="square" rtlCol="0">
            <a:spAutoFit/>
          </a:bodyPr>
          <a:lstStyle/>
          <a:p>
            <a:r>
              <a:rPr lang="en-US" sz="1200" dirty="0">
                <a:solidFill>
                  <a:prstClr val="white"/>
                </a:solidFill>
              </a:rPr>
              <a:t>Microsoft Azure</a:t>
            </a:r>
          </a:p>
        </p:txBody>
      </p:sp>
      <p:sp>
        <p:nvSpPr>
          <p:cNvPr id="296" name="TextBox 295"/>
          <p:cNvSpPr txBox="1"/>
          <p:nvPr/>
        </p:nvSpPr>
        <p:spPr>
          <a:xfrm>
            <a:off x="6210251" y="4272418"/>
            <a:ext cx="926426" cy="276999"/>
          </a:xfrm>
          <a:prstGeom prst="rect">
            <a:avLst/>
          </a:prstGeom>
          <a:solidFill>
            <a:schemeClr val="accent6"/>
          </a:solidFill>
        </p:spPr>
        <p:txBody>
          <a:bodyPr wrap="square" rtlCol="0">
            <a:spAutoFit/>
          </a:bodyPr>
          <a:lstStyle/>
          <a:p>
            <a:r>
              <a:rPr lang="en-US" sz="1200" b="1" dirty="0">
                <a:solidFill>
                  <a:schemeClr val="bg1"/>
                </a:solidFill>
              </a:rPr>
              <a:t>Public VIP</a:t>
            </a:r>
          </a:p>
        </p:txBody>
      </p:sp>
    </p:spTree>
    <p:extLst>
      <p:ext uri="{BB962C8B-B14F-4D97-AF65-F5344CB8AC3E}">
        <p14:creationId xmlns:p14="http://schemas.microsoft.com/office/powerpoint/2010/main" val="2915610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prstGeom prst="rect">
            <a:avLst/>
          </a:prstGeom>
        </p:spPr>
        <p:txBody>
          <a:bodyPr/>
          <a:lstStyle/>
          <a:p>
            <a:r>
              <a:rPr lang="en-US" dirty="0"/>
              <a:t>Traffic Manager</a:t>
            </a:r>
          </a:p>
        </p:txBody>
      </p:sp>
      <p:sp>
        <p:nvSpPr>
          <p:cNvPr id="3" name="Content Placeholder 2"/>
          <p:cNvSpPr>
            <a:spLocks noGrp="1"/>
          </p:cNvSpPr>
          <p:nvPr>
            <p:ph sz="quarter" idx="10"/>
          </p:nvPr>
        </p:nvSpPr>
        <p:spPr>
          <a:prstGeom prst="rect">
            <a:avLst/>
          </a:prstGeom>
        </p:spPr>
        <p:txBody>
          <a:bodyPr>
            <a:noAutofit/>
          </a:bodyPr>
          <a:lstStyle/>
          <a:p>
            <a:r>
              <a:rPr lang="en-US" sz="2800" dirty="0"/>
              <a:t>Load balancing</a:t>
            </a:r>
          </a:p>
          <a:p>
            <a:r>
              <a:rPr lang="en-US" sz="2800" dirty="0"/>
              <a:t>Failover</a:t>
            </a:r>
          </a:p>
        </p:txBody>
      </p:sp>
      <p:sp>
        <p:nvSpPr>
          <p:cNvPr id="8" name="TextBox 7"/>
          <p:cNvSpPr txBox="1"/>
          <p:nvPr/>
        </p:nvSpPr>
        <p:spPr>
          <a:xfrm>
            <a:off x="598120" y="6256216"/>
            <a:ext cx="1792863" cy="369332"/>
          </a:xfrm>
          <a:prstGeom prst="rect">
            <a:avLst/>
          </a:prstGeom>
          <a:noFill/>
        </p:spPr>
        <p:txBody>
          <a:bodyPr wrap="none" rtlCol="0">
            <a:spAutoFit/>
          </a:bodyPr>
          <a:lstStyle/>
          <a:p>
            <a:r>
              <a:rPr lang="en-US" dirty="0">
                <a:solidFill>
                  <a:schemeClr val="bg1"/>
                </a:solidFill>
              </a:rPr>
              <a:t>Microsoft Azure</a:t>
            </a:r>
          </a:p>
        </p:txBody>
      </p:sp>
      <p:sp>
        <p:nvSpPr>
          <p:cNvPr id="76" name="Freeform 35"/>
          <p:cNvSpPr>
            <a:spLocks/>
          </p:cNvSpPr>
          <p:nvPr/>
        </p:nvSpPr>
        <p:spPr bwMode="auto">
          <a:xfrm>
            <a:off x="9413016" y="2915881"/>
            <a:ext cx="736322" cy="2576933"/>
          </a:xfrm>
          <a:custGeom>
            <a:avLst/>
            <a:gdLst>
              <a:gd name="T0" fmla="*/ 0 w 2476"/>
              <a:gd name="T1" fmla="*/ 2588 h 3052"/>
              <a:gd name="T2" fmla="*/ 1237 w 2476"/>
              <a:gd name="T3" fmla="*/ 0 h 3052"/>
              <a:gd name="T4" fmla="*/ 2476 w 2476"/>
              <a:gd name="T5" fmla="*/ 976 h 3052"/>
              <a:gd name="T6" fmla="*/ 495 w 2476"/>
              <a:gd name="T7" fmla="*/ 3052 h 3052"/>
              <a:gd name="T8" fmla="*/ 0 w 2476"/>
              <a:gd name="T9" fmla="*/ 2588 h 3052"/>
              <a:gd name="connsiteX0" fmla="*/ 0 w 10000"/>
              <a:gd name="connsiteY0" fmla="*/ 8480 h 9065"/>
              <a:gd name="connsiteX1" fmla="*/ 4996 w 10000"/>
              <a:gd name="connsiteY1" fmla="*/ 0 h 9065"/>
              <a:gd name="connsiteX2" fmla="*/ 10000 w 10000"/>
              <a:gd name="connsiteY2" fmla="*/ 3198 h 9065"/>
              <a:gd name="connsiteX3" fmla="*/ 7471 w 10000"/>
              <a:gd name="connsiteY3" fmla="*/ 9065 h 9065"/>
              <a:gd name="connsiteX4" fmla="*/ 0 w 10000"/>
              <a:gd name="connsiteY4" fmla="*/ 8480 h 9065"/>
              <a:gd name="connsiteX0" fmla="*/ 0 w 6132"/>
              <a:gd name="connsiteY0" fmla="*/ 9981 h 10000"/>
              <a:gd name="connsiteX1" fmla="*/ 1128 w 6132"/>
              <a:gd name="connsiteY1" fmla="*/ 0 h 10000"/>
              <a:gd name="connsiteX2" fmla="*/ 6132 w 6132"/>
              <a:gd name="connsiteY2" fmla="*/ 3528 h 10000"/>
              <a:gd name="connsiteX3" fmla="*/ 3603 w 6132"/>
              <a:gd name="connsiteY3" fmla="*/ 10000 h 10000"/>
              <a:gd name="connsiteX4" fmla="*/ 0 w 6132"/>
              <a:gd name="connsiteY4" fmla="*/ 9981 h 10000"/>
              <a:gd name="connsiteX0" fmla="*/ 0 w 17195"/>
              <a:gd name="connsiteY0" fmla="*/ 9981 h 10000"/>
              <a:gd name="connsiteX1" fmla="*/ 1840 w 17195"/>
              <a:gd name="connsiteY1" fmla="*/ 0 h 10000"/>
              <a:gd name="connsiteX2" fmla="*/ 17195 w 17195"/>
              <a:gd name="connsiteY2" fmla="*/ 4195 h 10000"/>
              <a:gd name="connsiteX3" fmla="*/ 5876 w 17195"/>
              <a:gd name="connsiteY3" fmla="*/ 10000 h 10000"/>
              <a:gd name="connsiteX4" fmla="*/ 0 w 17195"/>
              <a:gd name="connsiteY4" fmla="*/ 9981 h 10000"/>
              <a:gd name="connsiteX0" fmla="*/ 0 w 17195"/>
              <a:gd name="connsiteY0" fmla="*/ 6867 h 6886"/>
              <a:gd name="connsiteX1" fmla="*/ 5083 w 17195"/>
              <a:gd name="connsiteY1" fmla="*/ 0 h 6886"/>
              <a:gd name="connsiteX2" fmla="*/ 17195 w 17195"/>
              <a:gd name="connsiteY2" fmla="*/ 1081 h 6886"/>
              <a:gd name="connsiteX3" fmla="*/ 5876 w 17195"/>
              <a:gd name="connsiteY3" fmla="*/ 6886 h 6886"/>
              <a:gd name="connsiteX4" fmla="*/ 0 w 17195"/>
              <a:gd name="connsiteY4" fmla="*/ 6867 h 6886"/>
              <a:gd name="connsiteX0" fmla="*/ 0 w 10000"/>
              <a:gd name="connsiteY0" fmla="*/ 13768 h 13796"/>
              <a:gd name="connsiteX1" fmla="*/ 2190 w 10000"/>
              <a:gd name="connsiteY1" fmla="*/ 0 h 13796"/>
              <a:gd name="connsiteX2" fmla="*/ 10000 w 10000"/>
              <a:gd name="connsiteY2" fmla="*/ 5366 h 13796"/>
              <a:gd name="connsiteX3" fmla="*/ 3417 w 10000"/>
              <a:gd name="connsiteY3" fmla="*/ 13796 h 13796"/>
              <a:gd name="connsiteX4" fmla="*/ 0 w 10000"/>
              <a:gd name="connsiteY4" fmla="*/ 13768 h 13796"/>
              <a:gd name="connsiteX0" fmla="*/ 0 w 7230"/>
              <a:gd name="connsiteY0" fmla="*/ 14136 h 14164"/>
              <a:gd name="connsiteX1" fmla="*/ 2190 w 7230"/>
              <a:gd name="connsiteY1" fmla="*/ 368 h 14164"/>
              <a:gd name="connsiteX2" fmla="*/ 7230 w 7230"/>
              <a:gd name="connsiteY2" fmla="*/ 0 h 14164"/>
              <a:gd name="connsiteX3" fmla="*/ 3417 w 7230"/>
              <a:gd name="connsiteY3" fmla="*/ 14164 h 14164"/>
              <a:gd name="connsiteX4" fmla="*/ 0 w 7230"/>
              <a:gd name="connsiteY4" fmla="*/ 14136 h 14164"/>
              <a:gd name="connsiteX0" fmla="*/ 68 w 6971"/>
              <a:gd name="connsiteY0" fmla="*/ 10322 h 10322"/>
              <a:gd name="connsiteX1" fmla="*/ 0 w 6971"/>
              <a:gd name="connsiteY1" fmla="*/ 260 h 10322"/>
              <a:gd name="connsiteX2" fmla="*/ 6971 w 6971"/>
              <a:gd name="connsiteY2" fmla="*/ 0 h 10322"/>
              <a:gd name="connsiteX3" fmla="*/ 1697 w 6971"/>
              <a:gd name="connsiteY3" fmla="*/ 10000 h 10322"/>
              <a:gd name="connsiteX4" fmla="*/ 68 w 6971"/>
              <a:gd name="connsiteY4" fmla="*/ 10322 h 10322"/>
              <a:gd name="connsiteX0" fmla="*/ 1 w 9903"/>
              <a:gd name="connsiteY0" fmla="*/ 10000 h 10000"/>
              <a:gd name="connsiteX1" fmla="*/ 1540 w 9903"/>
              <a:gd name="connsiteY1" fmla="*/ 86 h 10000"/>
              <a:gd name="connsiteX2" fmla="*/ 9903 w 9903"/>
              <a:gd name="connsiteY2" fmla="*/ 0 h 10000"/>
              <a:gd name="connsiteX3" fmla="*/ 2337 w 9903"/>
              <a:gd name="connsiteY3" fmla="*/ 9688 h 10000"/>
              <a:gd name="connsiteX4" fmla="*/ 1 w 9903"/>
              <a:gd name="connsiteY4" fmla="*/ 10000 h 10000"/>
              <a:gd name="connsiteX0" fmla="*/ 1 w 8229"/>
              <a:gd name="connsiteY0" fmla="*/ 10166 h 10166"/>
              <a:gd name="connsiteX1" fmla="*/ 1555 w 8229"/>
              <a:gd name="connsiteY1" fmla="*/ 252 h 10166"/>
              <a:gd name="connsiteX2" fmla="*/ 8229 w 8229"/>
              <a:gd name="connsiteY2" fmla="*/ 0 h 10166"/>
              <a:gd name="connsiteX3" fmla="*/ 2360 w 8229"/>
              <a:gd name="connsiteY3" fmla="*/ 9854 h 10166"/>
              <a:gd name="connsiteX4" fmla="*/ 1 w 8229"/>
              <a:gd name="connsiteY4" fmla="*/ 10166 h 10166"/>
              <a:gd name="connsiteX0" fmla="*/ 4855 w 14854"/>
              <a:gd name="connsiteY0" fmla="*/ 10000 h 10000"/>
              <a:gd name="connsiteX1" fmla="*/ 0 w 14854"/>
              <a:gd name="connsiteY1" fmla="*/ 85 h 10000"/>
              <a:gd name="connsiteX2" fmla="*/ 14854 w 14854"/>
              <a:gd name="connsiteY2" fmla="*/ 0 h 10000"/>
              <a:gd name="connsiteX3" fmla="*/ 7722 w 14854"/>
              <a:gd name="connsiteY3" fmla="*/ 9693 h 10000"/>
              <a:gd name="connsiteX4" fmla="*/ 4855 w 14854"/>
              <a:gd name="connsiteY4" fmla="*/ 10000 h 10000"/>
              <a:gd name="connsiteX0" fmla="*/ 4855 w 8971"/>
              <a:gd name="connsiteY0" fmla="*/ 10000 h 10000"/>
              <a:gd name="connsiteX1" fmla="*/ 0 w 8971"/>
              <a:gd name="connsiteY1" fmla="*/ 85 h 10000"/>
              <a:gd name="connsiteX2" fmla="*/ 8971 w 8971"/>
              <a:gd name="connsiteY2" fmla="*/ 0 h 10000"/>
              <a:gd name="connsiteX3" fmla="*/ 7722 w 8971"/>
              <a:gd name="connsiteY3" fmla="*/ 9693 h 10000"/>
              <a:gd name="connsiteX4" fmla="*/ 4855 w 8971"/>
              <a:gd name="connsiteY4" fmla="*/ 10000 h 10000"/>
              <a:gd name="connsiteX0" fmla="*/ 5572 w 10160"/>
              <a:gd name="connsiteY0" fmla="*/ 10000 h 10000"/>
              <a:gd name="connsiteX1" fmla="*/ 0 w 10160"/>
              <a:gd name="connsiteY1" fmla="*/ 31 h 10000"/>
              <a:gd name="connsiteX2" fmla="*/ 10160 w 10160"/>
              <a:gd name="connsiteY2" fmla="*/ 0 h 10000"/>
              <a:gd name="connsiteX3" fmla="*/ 8768 w 10160"/>
              <a:gd name="connsiteY3" fmla="*/ 9693 h 10000"/>
              <a:gd name="connsiteX4" fmla="*/ 5572 w 10160"/>
              <a:gd name="connsiteY4" fmla="*/ 10000 h 10000"/>
              <a:gd name="connsiteX0" fmla="*/ 5572 w 10160"/>
              <a:gd name="connsiteY0" fmla="*/ 10000 h 10000"/>
              <a:gd name="connsiteX1" fmla="*/ 0 w 10160"/>
              <a:gd name="connsiteY1" fmla="*/ 31 h 10000"/>
              <a:gd name="connsiteX2" fmla="*/ 10160 w 10160"/>
              <a:gd name="connsiteY2" fmla="*/ 0 h 10000"/>
              <a:gd name="connsiteX3" fmla="*/ 8768 w 10160"/>
              <a:gd name="connsiteY3" fmla="*/ 9693 h 10000"/>
              <a:gd name="connsiteX4" fmla="*/ 5572 w 10160"/>
              <a:gd name="connsiteY4" fmla="*/ 10000 h 10000"/>
              <a:gd name="connsiteX0" fmla="*/ 5572 w 10160"/>
              <a:gd name="connsiteY0" fmla="*/ 10000 h 10000"/>
              <a:gd name="connsiteX1" fmla="*/ 0 w 10160"/>
              <a:gd name="connsiteY1" fmla="*/ 31 h 10000"/>
              <a:gd name="connsiteX2" fmla="*/ 10160 w 10160"/>
              <a:gd name="connsiteY2" fmla="*/ 0 h 10000"/>
              <a:gd name="connsiteX3" fmla="*/ 8768 w 10160"/>
              <a:gd name="connsiteY3" fmla="*/ 9693 h 10000"/>
              <a:gd name="connsiteX4" fmla="*/ 5572 w 10160"/>
              <a:gd name="connsiteY4" fmla="*/ 10000 h 1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160" h="10000">
                <a:moveTo>
                  <a:pt x="5572" y="10000"/>
                </a:moveTo>
                <a:cubicBezTo>
                  <a:pt x="3333" y="6238"/>
                  <a:pt x="1964" y="3281"/>
                  <a:pt x="0" y="31"/>
                </a:cubicBezTo>
                <a:lnTo>
                  <a:pt x="10160" y="0"/>
                </a:lnTo>
                <a:lnTo>
                  <a:pt x="8768" y="9693"/>
                </a:lnTo>
                <a:lnTo>
                  <a:pt x="5572" y="10000"/>
                </a:lnTo>
                <a:close/>
              </a:path>
            </a:pathLst>
          </a:custGeom>
          <a:solidFill>
            <a:schemeClr val="accent6">
              <a:alpha val="14000"/>
            </a:schemeClr>
          </a:solidFill>
          <a:ln>
            <a:noFill/>
          </a:ln>
        </p:spPr>
        <p:txBody>
          <a:bodyPr vert="horz" wrap="square" lIns="91440" tIns="45720" rIns="91440" bIns="45720" numCol="1" anchor="t" anchorCtr="0" compatLnSpc="1">
            <a:prstTxWarp prst="textNoShape">
              <a:avLst/>
            </a:prstTxWarp>
          </a:bodyPr>
          <a:lstStyle/>
          <a:p>
            <a:endParaRPr lang="en-US">
              <a:solidFill>
                <a:srgbClr val="505050"/>
              </a:solidFill>
            </a:endParaRPr>
          </a:p>
        </p:txBody>
      </p:sp>
      <p:sp>
        <p:nvSpPr>
          <p:cNvPr id="77" name="Freeform 35"/>
          <p:cNvSpPr>
            <a:spLocks/>
          </p:cNvSpPr>
          <p:nvPr/>
        </p:nvSpPr>
        <p:spPr bwMode="auto">
          <a:xfrm flipH="1">
            <a:off x="7191797" y="3292418"/>
            <a:ext cx="2469882" cy="2165061"/>
          </a:xfrm>
          <a:custGeom>
            <a:avLst/>
            <a:gdLst>
              <a:gd name="T0" fmla="*/ 0 w 2476"/>
              <a:gd name="T1" fmla="*/ 2588 h 3052"/>
              <a:gd name="T2" fmla="*/ 1237 w 2476"/>
              <a:gd name="T3" fmla="*/ 0 h 3052"/>
              <a:gd name="T4" fmla="*/ 2476 w 2476"/>
              <a:gd name="T5" fmla="*/ 976 h 3052"/>
              <a:gd name="T6" fmla="*/ 495 w 2476"/>
              <a:gd name="T7" fmla="*/ 3052 h 3052"/>
              <a:gd name="T8" fmla="*/ 0 w 2476"/>
              <a:gd name="T9" fmla="*/ 2588 h 3052"/>
              <a:gd name="connsiteX0" fmla="*/ 0 w 10000"/>
              <a:gd name="connsiteY0" fmla="*/ 8480 h 9065"/>
              <a:gd name="connsiteX1" fmla="*/ 4996 w 10000"/>
              <a:gd name="connsiteY1" fmla="*/ 0 h 9065"/>
              <a:gd name="connsiteX2" fmla="*/ 10000 w 10000"/>
              <a:gd name="connsiteY2" fmla="*/ 3198 h 9065"/>
              <a:gd name="connsiteX3" fmla="*/ 7471 w 10000"/>
              <a:gd name="connsiteY3" fmla="*/ 9065 h 9065"/>
              <a:gd name="connsiteX4" fmla="*/ 0 w 10000"/>
              <a:gd name="connsiteY4" fmla="*/ 8480 h 9065"/>
              <a:gd name="connsiteX0" fmla="*/ 0 w 6132"/>
              <a:gd name="connsiteY0" fmla="*/ 9981 h 10000"/>
              <a:gd name="connsiteX1" fmla="*/ 1128 w 6132"/>
              <a:gd name="connsiteY1" fmla="*/ 0 h 10000"/>
              <a:gd name="connsiteX2" fmla="*/ 6132 w 6132"/>
              <a:gd name="connsiteY2" fmla="*/ 3528 h 10000"/>
              <a:gd name="connsiteX3" fmla="*/ 3603 w 6132"/>
              <a:gd name="connsiteY3" fmla="*/ 10000 h 10000"/>
              <a:gd name="connsiteX4" fmla="*/ 0 w 6132"/>
              <a:gd name="connsiteY4" fmla="*/ 9981 h 10000"/>
              <a:gd name="connsiteX0" fmla="*/ 0 w 10000"/>
              <a:gd name="connsiteY0" fmla="*/ 12261 h 12280"/>
              <a:gd name="connsiteX1" fmla="*/ 9541 w 10000"/>
              <a:gd name="connsiteY1" fmla="*/ 0 h 12280"/>
              <a:gd name="connsiteX2" fmla="*/ 10000 w 10000"/>
              <a:gd name="connsiteY2" fmla="*/ 5808 h 12280"/>
              <a:gd name="connsiteX3" fmla="*/ 5876 w 10000"/>
              <a:gd name="connsiteY3" fmla="*/ 12280 h 12280"/>
              <a:gd name="connsiteX4" fmla="*/ 0 w 10000"/>
              <a:gd name="connsiteY4" fmla="*/ 12261 h 12280"/>
              <a:gd name="connsiteX0" fmla="*/ 0 w 21248"/>
              <a:gd name="connsiteY0" fmla="*/ 12261 h 12280"/>
              <a:gd name="connsiteX1" fmla="*/ 9541 w 21248"/>
              <a:gd name="connsiteY1" fmla="*/ 0 h 12280"/>
              <a:gd name="connsiteX2" fmla="*/ 21248 w 21248"/>
              <a:gd name="connsiteY2" fmla="*/ 1026 h 12280"/>
              <a:gd name="connsiteX3" fmla="*/ 5876 w 21248"/>
              <a:gd name="connsiteY3" fmla="*/ 12280 h 12280"/>
              <a:gd name="connsiteX4" fmla="*/ 0 w 21248"/>
              <a:gd name="connsiteY4" fmla="*/ 12261 h 12280"/>
              <a:gd name="connsiteX0" fmla="*/ 15783 w 37031"/>
              <a:gd name="connsiteY0" fmla="*/ 11235 h 11254"/>
              <a:gd name="connsiteX1" fmla="*/ 0 w 37031"/>
              <a:gd name="connsiteY1" fmla="*/ 976 h 11254"/>
              <a:gd name="connsiteX2" fmla="*/ 37031 w 37031"/>
              <a:gd name="connsiteY2" fmla="*/ 0 h 11254"/>
              <a:gd name="connsiteX3" fmla="*/ 21659 w 37031"/>
              <a:gd name="connsiteY3" fmla="*/ 11254 h 11254"/>
              <a:gd name="connsiteX4" fmla="*/ 15783 w 37031"/>
              <a:gd name="connsiteY4" fmla="*/ 11235 h 11254"/>
              <a:gd name="connsiteX0" fmla="*/ 15783 w 21659"/>
              <a:gd name="connsiteY0" fmla="*/ 10345 h 10364"/>
              <a:gd name="connsiteX1" fmla="*/ 0 w 21659"/>
              <a:gd name="connsiteY1" fmla="*/ 86 h 10364"/>
              <a:gd name="connsiteX2" fmla="*/ 8688 w 21659"/>
              <a:gd name="connsiteY2" fmla="*/ 0 h 10364"/>
              <a:gd name="connsiteX3" fmla="*/ 21659 w 21659"/>
              <a:gd name="connsiteY3" fmla="*/ 10364 h 10364"/>
              <a:gd name="connsiteX4" fmla="*/ 15783 w 21659"/>
              <a:gd name="connsiteY4" fmla="*/ 10345 h 10364"/>
              <a:gd name="connsiteX0" fmla="*/ 15783 w 18153"/>
              <a:gd name="connsiteY0" fmla="*/ 10345 h 10345"/>
              <a:gd name="connsiteX1" fmla="*/ 0 w 18153"/>
              <a:gd name="connsiteY1" fmla="*/ 86 h 10345"/>
              <a:gd name="connsiteX2" fmla="*/ 8688 w 18153"/>
              <a:gd name="connsiteY2" fmla="*/ 0 h 10345"/>
              <a:gd name="connsiteX3" fmla="*/ 18153 w 18153"/>
              <a:gd name="connsiteY3" fmla="*/ 9641 h 10345"/>
              <a:gd name="connsiteX4" fmla="*/ 15783 w 18153"/>
              <a:gd name="connsiteY4" fmla="*/ 10345 h 10345"/>
              <a:gd name="connsiteX0" fmla="*/ 15491 w 18153"/>
              <a:gd name="connsiteY0" fmla="*/ 9622 h 9641"/>
              <a:gd name="connsiteX1" fmla="*/ 0 w 18153"/>
              <a:gd name="connsiteY1" fmla="*/ 86 h 9641"/>
              <a:gd name="connsiteX2" fmla="*/ 8688 w 18153"/>
              <a:gd name="connsiteY2" fmla="*/ 0 h 9641"/>
              <a:gd name="connsiteX3" fmla="*/ 18153 w 18153"/>
              <a:gd name="connsiteY3" fmla="*/ 9641 h 9641"/>
              <a:gd name="connsiteX4" fmla="*/ 15491 w 18153"/>
              <a:gd name="connsiteY4" fmla="*/ 9622 h 9641"/>
              <a:gd name="connsiteX0" fmla="*/ 8534 w 10000"/>
              <a:gd name="connsiteY0" fmla="*/ 9891 h 9911"/>
              <a:gd name="connsiteX1" fmla="*/ 0 w 10000"/>
              <a:gd name="connsiteY1" fmla="*/ 0 h 9911"/>
              <a:gd name="connsiteX2" fmla="*/ 3123 w 10000"/>
              <a:gd name="connsiteY2" fmla="*/ 488 h 9911"/>
              <a:gd name="connsiteX3" fmla="*/ 10000 w 10000"/>
              <a:gd name="connsiteY3" fmla="*/ 9911 h 9911"/>
              <a:gd name="connsiteX4" fmla="*/ 8534 w 10000"/>
              <a:gd name="connsiteY4" fmla="*/ 9891 h 9911"/>
              <a:gd name="connsiteX0" fmla="*/ 8534 w 10000"/>
              <a:gd name="connsiteY0" fmla="*/ 9488 h 9508"/>
              <a:gd name="connsiteX1" fmla="*/ 0 w 10000"/>
              <a:gd name="connsiteY1" fmla="*/ 90 h 9508"/>
              <a:gd name="connsiteX2" fmla="*/ 3123 w 10000"/>
              <a:gd name="connsiteY2" fmla="*/ 0 h 9508"/>
              <a:gd name="connsiteX3" fmla="*/ 10000 w 10000"/>
              <a:gd name="connsiteY3" fmla="*/ 9508 h 9508"/>
              <a:gd name="connsiteX4" fmla="*/ 8534 w 10000"/>
              <a:gd name="connsiteY4" fmla="*/ 9488 h 95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00" h="9508">
                <a:moveTo>
                  <a:pt x="8534" y="9488"/>
                </a:moveTo>
                <a:lnTo>
                  <a:pt x="0" y="90"/>
                </a:lnTo>
                <a:lnTo>
                  <a:pt x="3123" y="0"/>
                </a:lnTo>
                <a:lnTo>
                  <a:pt x="10000" y="9508"/>
                </a:lnTo>
                <a:lnTo>
                  <a:pt x="8534" y="9488"/>
                </a:lnTo>
                <a:close/>
              </a:path>
            </a:pathLst>
          </a:custGeom>
          <a:solidFill>
            <a:schemeClr val="accent3">
              <a:lumMod val="20000"/>
              <a:lumOff val="80000"/>
              <a:alpha val="14000"/>
            </a:schemeClr>
          </a:solidFill>
          <a:ln>
            <a:noFill/>
          </a:ln>
        </p:spPr>
        <p:txBody>
          <a:bodyPr vert="horz" wrap="square" lIns="91440" tIns="45720" rIns="91440" bIns="45720" numCol="1" anchor="t" anchorCtr="0" compatLnSpc="1">
            <a:prstTxWarp prst="textNoShape">
              <a:avLst/>
            </a:prstTxWarp>
          </a:bodyPr>
          <a:lstStyle/>
          <a:p>
            <a:endParaRPr lang="en-US">
              <a:solidFill>
                <a:srgbClr val="505050"/>
              </a:solidFill>
            </a:endParaRPr>
          </a:p>
        </p:txBody>
      </p:sp>
      <p:sp>
        <p:nvSpPr>
          <p:cNvPr id="78" name="Freeform 35"/>
          <p:cNvSpPr>
            <a:spLocks/>
          </p:cNvSpPr>
          <p:nvPr/>
        </p:nvSpPr>
        <p:spPr bwMode="auto">
          <a:xfrm>
            <a:off x="6439100" y="2845423"/>
            <a:ext cx="736322" cy="2576933"/>
          </a:xfrm>
          <a:custGeom>
            <a:avLst/>
            <a:gdLst>
              <a:gd name="T0" fmla="*/ 0 w 2476"/>
              <a:gd name="T1" fmla="*/ 2588 h 3052"/>
              <a:gd name="T2" fmla="*/ 1237 w 2476"/>
              <a:gd name="T3" fmla="*/ 0 h 3052"/>
              <a:gd name="T4" fmla="*/ 2476 w 2476"/>
              <a:gd name="T5" fmla="*/ 976 h 3052"/>
              <a:gd name="T6" fmla="*/ 495 w 2476"/>
              <a:gd name="T7" fmla="*/ 3052 h 3052"/>
              <a:gd name="T8" fmla="*/ 0 w 2476"/>
              <a:gd name="T9" fmla="*/ 2588 h 3052"/>
              <a:gd name="connsiteX0" fmla="*/ 0 w 10000"/>
              <a:gd name="connsiteY0" fmla="*/ 8480 h 9065"/>
              <a:gd name="connsiteX1" fmla="*/ 4996 w 10000"/>
              <a:gd name="connsiteY1" fmla="*/ 0 h 9065"/>
              <a:gd name="connsiteX2" fmla="*/ 10000 w 10000"/>
              <a:gd name="connsiteY2" fmla="*/ 3198 h 9065"/>
              <a:gd name="connsiteX3" fmla="*/ 7471 w 10000"/>
              <a:gd name="connsiteY3" fmla="*/ 9065 h 9065"/>
              <a:gd name="connsiteX4" fmla="*/ 0 w 10000"/>
              <a:gd name="connsiteY4" fmla="*/ 8480 h 9065"/>
              <a:gd name="connsiteX0" fmla="*/ 0 w 6132"/>
              <a:gd name="connsiteY0" fmla="*/ 9981 h 10000"/>
              <a:gd name="connsiteX1" fmla="*/ 1128 w 6132"/>
              <a:gd name="connsiteY1" fmla="*/ 0 h 10000"/>
              <a:gd name="connsiteX2" fmla="*/ 6132 w 6132"/>
              <a:gd name="connsiteY2" fmla="*/ 3528 h 10000"/>
              <a:gd name="connsiteX3" fmla="*/ 3603 w 6132"/>
              <a:gd name="connsiteY3" fmla="*/ 10000 h 10000"/>
              <a:gd name="connsiteX4" fmla="*/ 0 w 6132"/>
              <a:gd name="connsiteY4" fmla="*/ 9981 h 10000"/>
              <a:gd name="connsiteX0" fmla="*/ 0 w 17195"/>
              <a:gd name="connsiteY0" fmla="*/ 9981 h 10000"/>
              <a:gd name="connsiteX1" fmla="*/ 1840 w 17195"/>
              <a:gd name="connsiteY1" fmla="*/ 0 h 10000"/>
              <a:gd name="connsiteX2" fmla="*/ 17195 w 17195"/>
              <a:gd name="connsiteY2" fmla="*/ 4195 h 10000"/>
              <a:gd name="connsiteX3" fmla="*/ 5876 w 17195"/>
              <a:gd name="connsiteY3" fmla="*/ 10000 h 10000"/>
              <a:gd name="connsiteX4" fmla="*/ 0 w 17195"/>
              <a:gd name="connsiteY4" fmla="*/ 9981 h 10000"/>
              <a:gd name="connsiteX0" fmla="*/ 0 w 17195"/>
              <a:gd name="connsiteY0" fmla="*/ 6867 h 6886"/>
              <a:gd name="connsiteX1" fmla="*/ 5083 w 17195"/>
              <a:gd name="connsiteY1" fmla="*/ 0 h 6886"/>
              <a:gd name="connsiteX2" fmla="*/ 17195 w 17195"/>
              <a:gd name="connsiteY2" fmla="*/ 1081 h 6886"/>
              <a:gd name="connsiteX3" fmla="*/ 5876 w 17195"/>
              <a:gd name="connsiteY3" fmla="*/ 6886 h 6886"/>
              <a:gd name="connsiteX4" fmla="*/ 0 w 17195"/>
              <a:gd name="connsiteY4" fmla="*/ 6867 h 6886"/>
              <a:gd name="connsiteX0" fmla="*/ 0 w 10000"/>
              <a:gd name="connsiteY0" fmla="*/ 13768 h 13796"/>
              <a:gd name="connsiteX1" fmla="*/ 2190 w 10000"/>
              <a:gd name="connsiteY1" fmla="*/ 0 h 13796"/>
              <a:gd name="connsiteX2" fmla="*/ 10000 w 10000"/>
              <a:gd name="connsiteY2" fmla="*/ 5366 h 13796"/>
              <a:gd name="connsiteX3" fmla="*/ 3417 w 10000"/>
              <a:gd name="connsiteY3" fmla="*/ 13796 h 13796"/>
              <a:gd name="connsiteX4" fmla="*/ 0 w 10000"/>
              <a:gd name="connsiteY4" fmla="*/ 13768 h 13796"/>
              <a:gd name="connsiteX0" fmla="*/ 0 w 7230"/>
              <a:gd name="connsiteY0" fmla="*/ 14136 h 14164"/>
              <a:gd name="connsiteX1" fmla="*/ 2190 w 7230"/>
              <a:gd name="connsiteY1" fmla="*/ 368 h 14164"/>
              <a:gd name="connsiteX2" fmla="*/ 7230 w 7230"/>
              <a:gd name="connsiteY2" fmla="*/ 0 h 14164"/>
              <a:gd name="connsiteX3" fmla="*/ 3417 w 7230"/>
              <a:gd name="connsiteY3" fmla="*/ 14164 h 14164"/>
              <a:gd name="connsiteX4" fmla="*/ 0 w 7230"/>
              <a:gd name="connsiteY4" fmla="*/ 14136 h 14164"/>
              <a:gd name="connsiteX0" fmla="*/ 68 w 6971"/>
              <a:gd name="connsiteY0" fmla="*/ 10322 h 10322"/>
              <a:gd name="connsiteX1" fmla="*/ 0 w 6971"/>
              <a:gd name="connsiteY1" fmla="*/ 260 h 10322"/>
              <a:gd name="connsiteX2" fmla="*/ 6971 w 6971"/>
              <a:gd name="connsiteY2" fmla="*/ 0 h 10322"/>
              <a:gd name="connsiteX3" fmla="*/ 1697 w 6971"/>
              <a:gd name="connsiteY3" fmla="*/ 10000 h 10322"/>
              <a:gd name="connsiteX4" fmla="*/ 68 w 6971"/>
              <a:gd name="connsiteY4" fmla="*/ 10322 h 10322"/>
              <a:gd name="connsiteX0" fmla="*/ 1 w 9903"/>
              <a:gd name="connsiteY0" fmla="*/ 10000 h 10000"/>
              <a:gd name="connsiteX1" fmla="*/ 1540 w 9903"/>
              <a:gd name="connsiteY1" fmla="*/ 86 h 10000"/>
              <a:gd name="connsiteX2" fmla="*/ 9903 w 9903"/>
              <a:gd name="connsiteY2" fmla="*/ 0 h 10000"/>
              <a:gd name="connsiteX3" fmla="*/ 2337 w 9903"/>
              <a:gd name="connsiteY3" fmla="*/ 9688 h 10000"/>
              <a:gd name="connsiteX4" fmla="*/ 1 w 9903"/>
              <a:gd name="connsiteY4" fmla="*/ 10000 h 10000"/>
              <a:gd name="connsiteX0" fmla="*/ 1 w 8229"/>
              <a:gd name="connsiteY0" fmla="*/ 10166 h 10166"/>
              <a:gd name="connsiteX1" fmla="*/ 1555 w 8229"/>
              <a:gd name="connsiteY1" fmla="*/ 252 h 10166"/>
              <a:gd name="connsiteX2" fmla="*/ 8229 w 8229"/>
              <a:gd name="connsiteY2" fmla="*/ 0 h 10166"/>
              <a:gd name="connsiteX3" fmla="*/ 2360 w 8229"/>
              <a:gd name="connsiteY3" fmla="*/ 9854 h 10166"/>
              <a:gd name="connsiteX4" fmla="*/ 1 w 8229"/>
              <a:gd name="connsiteY4" fmla="*/ 10166 h 10166"/>
              <a:gd name="connsiteX0" fmla="*/ 4855 w 14854"/>
              <a:gd name="connsiteY0" fmla="*/ 10000 h 10000"/>
              <a:gd name="connsiteX1" fmla="*/ 0 w 14854"/>
              <a:gd name="connsiteY1" fmla="*/ 85 h 10000"/>
              <a:gd name="connsiteX2" fmla="*/ 14854 w 14854"/>
              <a:gd name="connsiteY2" fmla="*/ 0 h 10000"/>
              <a:gd name="connsiteX3" fmla="*/ 7722 w 14854"/>
              <a:gd name="connsiteY3" fmla="*/ 9693 h 10000"/>
              <a:gd name="connsiteX4" fmla="*/ 4855 w 14854"/>
              <a:gd name="connsiteY4" fmla="*/ 10000 h 10000"/>
              <a:gd name="connsiteX0" fmla="*/ 4855 w 8971"/>
              <a:gd name="connsiteY0" fmla="*/ 10000 h 10000"/>
              <a:gd name="connsiteX1" fmla="*/ 0 w 8971"/>
              <a:gd name="connsiteY1" fmla="*/ 85 h 10000"/>
              <a:gd name="connsiteX2" fmla="*/ 8971 w 8971"/>
              <a:gd name="connsiteY2" fmla="*/ 0 h 10000"/>
              <a:gd name="connsiteX3" fmla="*/ 7722 w 8971"/>
              <a:gd name="connsiteY3" fmla="*/ 9693 h 10000"/>
              <a:gd name="connsiteX4" fmla="*/ 4855 w 8971"/>
              <a:gd name="connsiteY4" fmla="*/ 10000 h 10000"/>
              <a:gd name="connsiteX0" fmla="*/ 5572 w 10160"/>
              <a:gd name="connsiteY0" fmla="*/ 10000 h 10000"/>
              <a:gd name="connsiteX1" fmla="*/ 0 w 10160"/>
              <a:gd name="connsiteY1" fmla="*/ 31 h 10000"/>
              <a:gd name="connsiteX2" fmla="*/ 10160 w 10160"/>
              <a:gd name="connsiteY2" fmla="*/ 0 h 10000"/>
              <a:gd name="connsiteX3" fmla="*/ 8768 w 10160"/>
              <a:gd name="connsiteY3" fmla="*/ 9693 h 10000"/>
              <a:gd name="connsiteX4" fmla="*/ 5572 w 10160"/>
              <a:gd name="connsiteY4" fmla="*/ 10000 h 10000"/>
              <a:gd name="connsiteX0" fmla="*/ 5572 w 10160"/>
              <a:gd name="connsiteY0" fmla="*/ 10000 h 10000"/>
              <a:gd name="connsiteX1" fmla="*/ 0 w 10160"/>
              <a:gd name="connsiteY1" fmla="*/ 31 h 10000"/>
              <a:gd name="connsiteX2" fmla="*/ 10160 w 10160"/>
              <a:gd name="connsiteY2" fmla="*/ 0 h 10000"/>
              <a:gd name="connsiteX3" fmla="*/ 8768 w 10160"/>
              <a:gd name="connsiteY3" fmla="*/ 9693 h 10000"/>
              <a:gd name="connsiteX4" fmla="*/ 5572 w 10160"/>
              <a:gd name="connsiteY4" fmla="*/ 10000 h 10000"/>
              <a:gd name="connsiteX0" fmla="*/ 5572 w 10160"/>
              <a:gd name="connsiteY0" fmla="*/ 10000 h 10000"/>
              <a:gd name="connsiteX1" fmla="*/ 0 w 10160"/>
              <a:gd name="connsiteY1" fmla="*/ 31 h 10000"/>
              <a:gd name="connsiteX2" fmla="*/ 10160 w 10160"/>
              <a:gd name="connsiteY2" fmla="*/ 0 h 10000"/>
              <a:gd name="connsiteX3" fmla="*/ 8768 w 10160"/>
              <a:gd name="connsiteY3" fmla="*/ 9693 h 10000"/>
              <a:gd name="connsiteX4" fmla="*/ 5572 w 10160"/>
              <a:gd name="connsiteY4" fmla="*/ 10000 h 1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160" h="10000">
                <a:moveTo>
                  <a:pt x="5572" y="10000"/>
                </a:moveTo>
                <a:cubicBezTo>
                  <a:pt x="3333" y="6238"/>
                  <a:pt x="1964" y="3281"/>
                  <a:pt x="0" y="31"/>
                </a:cubicBezTo>
                <a:lnTo>
                  <a:pt x="10160" y="0"/>
                </a:lnTo>
                <a:lnTo>
                  <a:pt x="8768" y="9693"/>
                </a:lnTo>
                <a:lnTo>
                  <a:pt x="5572" y="10000"/>
                </a:lnTo>
                <a:close/>
              </a:path>
            </a:pathLst>
          </a:custGeom>
          <a:solidFill>
            <a:schemeClr val="accent2">
              <a:lumMod val="50000"/>
              <a:alpha val="14000"/>
            </a:schemeClr>
          </a:solidFill>
          <a:ln>
            <a:noFill/>
          </a:ln>
        </p:spPr>
        <p:txBody>
          <a:bodyPr vert="horz" wrap="square" lIns="91440" tIns="45720" rIns="91440" bIns="45720" numCol="1" anchor="t" anchorCtr="0" compatLnSpc="1">
            <a:prstTxWarp prst="textNoShape">
              <a:avLst/>
            </a:prstTxWarp>
          </a:bodyPr>
          <a:lstStyle/>
          <a:p>
            <a:endParaRPr lang="en-US">
              <a:solidFill>
                <a:srgbClr val="505050"/>
              </a:solidFill>
            </a:endParaRPr>
          </a:p>
        </p:txBody>
      </p:sp>
      <p:sp>
        <p:nvSpPr>
          <p:cNvPr id="79" name="Block Arc 78"/>
          <p:cNvSpPr/>
          <p:nvPr/>
        </p:nvSpPr>
        <p:spPr bwMode="auto">
          <a:xfrm>
            <a:off x="7544469" y="1920640"/>
            <a:ext cx="2001581" cy="1427290"/>
          </a:xfrm>
          <a:prstGeom prst="blockArc">
            <a:avLst>
              <a:gd name="adj1" fmla="val 10800000"/>
              <a:gd name="adj2" fmla="val 322098"/>
              <a:gd name="adj3" fmla="val 20227"/>
            </a:avLst>
          </a:prstGeom>
          <a:solidFill>
            <a:srgbClr val="00B050">
              <a:alpha val="35000"/>
            </a:srgb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sp>
        <p:nvSpPr>
          <p:cNvPr id="80" name="Freeform 35"/>
          <p:cNvSpPr>
            <a:spLocks/>
          </p:cNvSpPr>
          <p:nvPr/>
        </p:nvSpPr>
        <p:spPr bwMode="auto">
          <a:xfrm>
            <a:off x="6868166" y="2808118"/>
            <a:ext cx="2390288" cy="2588995"/>
          </a:xfrm>
          <a:custGeom>
            <a:avLst/>
            <a:gdLst>
              <a:gd name="T0" fmla="*/ 0 w 2476"/>
              <a:gd name="T1" fmla="*/ 2588 h 3052"/>
              <a:gd name="T2" fmla="*/ 1237 w 2476"/>
              <a:gd name="T3" fmla="*/ 0 h 3052"/>
              <a:gd name="T4" fmla="*/ 2476 w 2476"/>
              <a:gd name="T5" fmla="*/ 976 h 3052"/>
              <a:gd name="T6" fmla="*/ 495 w 2476"/>
              <a:gd name="T7" fmla="*/ 3052 h 3052"/>
              <a:gd name="T8" fmla="*/ 0 w 2476"/>
              <a:gd name="T9" fmla="*/ 2588 h 3052"/>
              <a:gd name="connsiteX0" fmla="*/ 0 w 10000"/>
              <a:gd name="connsiteY0" fmla="*/ 8480 h 9065"/>
              <a:gd name="connsiteX1" fmla="*/ 4996 w 10000"/>
              <a:gd name="connsiteY1" fmla="*/ 0 h 9065"/>
              <a:gd name="connsiteX2" fmla="*/ 10000 w 10000"/>
              <a:gd name="connsiteY2" fmla="*/ 3198 h 9065"/>
              <a:gd name="connsiteX3" fmla="*/ 7471 w 10000"/>
              <a:gd name="connsiteY3" fmla="*/ 9065 h 9065"/>
              <a:gd name="connsiteX4" fmla="*/ 0 w 10000"/>
              <a:gd name="connsiteY4" fmla="*/ 8480 h 9065"/>
              <a:gd name="connsiteX0" fmla="*/ 0 w 6132"/>
              <a:gd name="connsiteY0" fmla="*/ 9981 h 10000"/>
              <a:gd name="connsiteX1" fmla="*/ 1128 w 6132"/>
              <a:gd name="connsiteY1" fmla="*/ 0 h 10000"/>
              <a:gd name="connsiteX2" fmla="*/ 6132 w 6132"/>
              <a:gd name="connsiteY2" fmla="*/ 3528 h 10000"/>
              <a:gd name="connsiteX3" fmla="*/ 3603 w 6132"/>
              <a:gd name="connsiteY3" fmla="*/ 10000 h 10000"/>
              <a:gd name="connsiteX4" fmla="*/ 0 w 6132"/>
              <a:gd name="connsiteY4" fmla="*/ 9981 h 10000"/>
              <a:gd name="connsiteX0" fmla="*/ 0 w 10000"/>
              <a:gd name="connsiteY0" fmla="*/ 12261 h 12280"/>
              <a:gd name="connsiteX1" fmla="*/ 9541 w 10000"/>
              <a:gd name="connsiteY1" fmla="*/ 0 h 12280"/>
              <a:gd name="connsiteX2" fmla="*/ 10000 w 10000"/>
              <a:gd name="connsiteY2" fmla="*/ 5808 h 12280"/>
              <a:gd name="connsiteX3" fmla="*/ 5876 w 10000"/>
              <a:gd name="connsiteY3" fmla="*/ 12280 h 12280"/>
              <a:gd name="connsiteX4" fmla="*/ 0 w 10000"/>
              <a:gd name="connsiteY4" fmla="*/ 12261 h 12280"/>
              <a:gd name="connsiteX0" fmla="*/ 0 w 21248"/>
              <a:gd name="connsiteY0" fmla="*/ 12261 h 12280"/>
              <a:gd name="connsiteX1" fmla="*/ 9541 w 21248"/>
              <a:gd name="connsiteY1" fmla="*/ 0 h 12280"/>
              <a:gd name="connsiteX2" fmla="*/ 21248 w 21248"/>
              <a:gd name="connsiteY2" fmla="*/ 1026 h 12280"/>
              <a:gd name="connsiteX3" fmla="*/ 5876 w 21248"/>
              <a:gd name="connsiteY3" fmla="*/ 12280 h 12280"/>
              <a:gd name="connsiteX4" fmla="*/ 0 w 21248"/>
              <a:gd name="connsiteY4" fmla="*/ 12261 h 12280"/>
              <a:gd name="connsiteX0" fmla="*/ 15783 w 37031"/>
              <a:gd name="connsiteY0" fmla="*/ 11235 h 11254"/>
              <a:gd name="connsiteX1" fmla="*/ 0 w 37031"/>
              <a:gd name="connsiteY1" fmla="*/ 976 h 11254"/>
              <a:gd name="connsiteX2" fmla="*/ 37031 w 37031"/>
              <a:gd name="connsiteY2" fmla="*/ 0 h 11254"/>
              <a:gd name="connsiteX3" fmla="*/ 21659 w 37031"/>
              <a:gd name="connsiteY3" fmla="*/ 11254 h 11254"/>
              <a:gd name="connsiteX4" fmla="*/ 15783 w 37031"/>
              <a:gd name="connsiteY4" fmla="*/ 11235 h 11254"/>
              <a:gd name="connsiteX0" fmla="*/ 15783 w 21659"/>
              <a:gd name="connsiteY0" fmla="*/ 10345 h 10364"/>
              <a:gd name="connsiteX1" fmla="*/ 0 w 21659"/>
              <a:gd name="connsiteY1" fmla="*/ 86 h 10364"/>
              <a:gd name="connsiteX2" fmla="*/ 8688 w 21659"/>
              <a:gd name="connsiteY2" fmla="*/ 0 h 10364"/>
              <a:gd name="connsiteX3" fmla="*/ 21659 w 21659"/>
              <a:gd name="connsiteY3" fmla="*/ 10364 h 10364"/>
              <a:gd name="connsiteX4" fmla="*/ 15783 w 21659"/>
              <a:gd name="connsiteY4" fmla="*/ 10345 h 10364"/>
              <a:gd name="connsiteX0" fmla="*/ 15783 w 21659"/>
              <a:gd name="connsiteY0" fmla="*/ 10845 h 10864"/>
              <a:gd name="connsiteX1" fmla="*/ 0 w 21659"/>
              <a:gd name="connsiteY1" fmla="*/ 586 h 10864"/>
              <a:gd name="connsiteX2" fmla="*/ 5084 w 21659"/>
              <a:gd name="connsiteY2" fmla="*/ 0 h 10864"/>
              <a:gd name="connsiteX3" fmla="*/ 21659 w 21659"/>
              <a:gd name="connsiteY3" fmla="*/ 10864 h 10864"/>
              <a:gd name="connsiteX4" fmla="*/ 15783 w 21659"/>
              <a:gd name="connsiteY4" fmla="*/ 10845 h 10864"/>
              <a:gd name="connsiteX0" fmla="*/ 15783 w 17568"/>
              <a:gd name="connsiteY0" fmla="*/ 10845 h 10864"/>
              <a:gd name="connsiteX1" fmla="*/ 0 w 17568"/>
              <a:gd name="connsiteY1" fmla="*/ 586 h 10864"/>
              <a:gd name="connsiteX2" fmla="*/ 5084 w 17568"/>
              <a:gd name="connsiteY2" fmla="*/ 0 h 10864"/>
              <a:gd name="connsiteX3" fmla="*/ 17568 w 17568"/>
              <a:gd name="connsiteY3" fmla="*/ 10864 h 10864"/>
              <a:gd name="connsiteX4" fmla="*/ 15783 w 17568"/>
              <a:gd name="connsiteY4" fmla="*/ 10845 h 108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568" h="10864">
                <a:moveTo>
                  <a:pt x="15783" y="10845"/>
                </a:moveTo>
                <a:lnTo>
                  <a:pt x="0" y="586"/>
                </a:lnTo>
                <a:lnTo>
                  <a:pt x="5084" y="0"/>
                </a:lnTo>
                <a:lnTo>
                  <a:pt x="17568" y="10864"/>
                </a:lnTo>
                <a:lnTo>
                  <a:pt x="15783" y="10845"/>
                </a:lnTo>
                <a:close/>
              </a:path>
            </a:pathLst>
          </a:custGeom>
          <a:solidFill>
            <a:schemeClr val="accent6">
              <a:alpha val="14000"/>
            </a:schemeClr>
          </a:solidFill>
          <a:ln>
            <a:noFill/>
          </a:ln>
        </p:spPr>
        <p:txBody>
          <a:bodyPr vert="horz" wrap="square" lIns="91440" tIns="45720" rIns="91440" bIns="45720" numCol="1" anchor="t" anchorCtr="0" compatLnSpc="1">
            <a:prstTxWarp prst="textNoShape">
              <a:avLst/>
            </a:prstTxWarp>
          </a:bodyPr>
          <a:lstStyle/>
          <a:p>
            <a:endParaRPr lang="en-US">
              <a:solidFill>
                <a:srgbClr val="505050"/>
              </a:solidFill>
            </a:endParaRPr>
          </a:p>
        </p:txBody>
      </p:sp>
      <p:grpSp>
        <p:nvGrpSpPr>
          <p:cNvPr id="81" name="Group 80"/>
          <p:cNvGrpSpPr/>
          <p:nvPr/>
        </p:nvGrpSpPr>
        <p:grpSpPr>
          <a:xfrm>
            <a:off x="6128941" y="2188957"/>
            <a:ext cx="2099080" cy="4346518"/>
            <a:chOff x="9906672" y="2139392"/>
            <a:chExt cx="2278409" cy="4717851"/>
          </a:xfrm>
        </p:grpSpPr>
        <p:sp>
          <p:nvSpPr>
            <p:cNvPr id="82" name="Rectangle 41"/>
            <p:cNvSpPr>
              <a:spLocks noChangeArrowheads="1"/>
            </p:cNvSpPr>
            <p:nvPr/>
          </p:nvSpPr>
          <p:spPr bwMode="auto">
            <a:xfrm>
              <a:off x="11761929" y="6351708"/>
              <a:ext cx="423152" cy="505535"/>
            </a:xfrm>
            <a:prstGeom prst="rect">
              <a:avLst/>
            </a:prstGeom>
            <a:solidFill>
              <a:srgbClr val="D2D2D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505050"/>
                </a:solidFill>
              </a:endParaRPr>
            </a:p>
          </p:txBody>
        </p:sp>
        <p:grpSp>
          <p:nvGrpSpPr>
            <p:cNvPr id="83" name="Group 82"/>
            <p:cNvGrpSpPr/>
            <p:nvPr/>
          </p:nvGrpSpPr>
          <p:grpSpPr>
            <a:xfrm>
              <a:off x="9906672" y="2139392"/>
              <a:ext cx="1545336" cy="733405"/>
              <a:chOff x="8995904" y="1369064"/>
              <a:chExt cx="2167054" cy="1028469"/>
            </a:xfrm>
          </p:grpSpPr>
          <p:sp>
            <p:nvSpPr>
              <p:cNvPr id="107" name="Freeform 5"/>
              <p:cNvSpPr>
                <a:spLocks/>
              </p:cNvSpPr>
              <p:nvPr/>
            </p:nvSpPr>
            <p:spPr bwMode="auto">
              <a:xfrm>
                <a:off x="9923120" y="1583889"/>
                <a:ext cx="1239838" cy="813644"/>
              </a:xfrm>
              <a:custGeom>
                <a:avLst/>
                <a:gdLst>
                  <a:gd name="T0" fmla="*/ 168 w 1054"/>
                  <a:gd name="T1" fmla="*/ 303 h 690"/>
                  <a:gd name="T2" fmla="*/ 168 w 1054"/>
                  <a:gd name="T3" fmla="*/ 289 h 690"/>
                  <a:gd name="T4" fmla="*/ 459 w 1054"/>
                  <a:gd name="T5" fmla="*/ 0 h 690"/>
                  <a:gd name="T6" fmla="*/ 701 w 1054"/>
                  <a:gd name="T7" fmla="*/ 129 h 690"/>
                  <a:gd name="T8" fmla="*/ 781 w 1054"/>
                  <a:gd name="T9" fmla="*/ 108 h 690"/>
                  <a:gd name="T10" fmla="*/ 875 w 1054"/>
                  <a:gd name="T11" fmla="*/ 136 h 690"/>
                  <a:gd name="T12" fmla="*/ 950 w 1054"/>
                  <a:gd name="T13" fmla="*/ 272 h 690"/>
                  <a:gd name="T14" fmla="*/ 1054 w 1054"/>
                  <a:gd name="T15" fmla="*/ 463 h 690"/>
                  <a:gd name="T16" fmla="*/ 851 w 1054"/>
                  <a:gd name="T17" fmla="*/ 690 h 690"/>
                  <a:gd name="T18" fmla="*/ 825 w 1054"/>
                  <a:gd name="T19" fmla="*/ 690 h 690"/>
                  <a:gd name="T20" fmla="*/ 802 w 1054"/>
                  <a:gd name="T21" fmla="*/ 690 h 690"/>
                  <a:gd name="T22" fmla="*/ 327 w 1054"/>
                  <a:gd name="T23" fmla="*/ 690 h 690"/>
                  <a:gd name="T24" fmla="*/ 318 w 1054"/>
                  <a:gd name="T25" fmla="*/ 690 h 690"/>
                  <a:gd name="T26" fmla="*/ 306 w 1054"/>
                  <a:gd name="T27" fmla="*/ 690 h 690"/>
                  <a:gd name="T28" fmla="*/ 271 w 1054"/>
                  <a:gd name="T29" fmla="*/ 690 h 690"/>
                  <a:gd name="T30" fmla="*/ 195 w 1054"/>
                  <a:gd name="T31" fmla="*/ 690 h 690"/>
                  <a:gd name="T32" fmla="*/ 0 w 1054"/>
                  <a:gd name="T33" fmla="*/ 495 h 690"/>
                  <a:gd name="T34" fmla="*/ 168 w 1054"/>
                  <a:gd name="T35" fmla="*/ 303 h 6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054" h="690">
                    <a:moveTo>
                      <a:pt x="168" y="303"/>
                    </a:moveTo>
                    <a:cubicBezTo>
                      <a:pt x="168" y="299"/>
                      <a:pt x="168" y="293"/>
                      <a:pt x="168" y="289"/>
                    </a:cubicBezTo>
                    <a:cubicBezTo>
                      <a:pt x="168" y="129"/>
                      <a:pt x="298" y="0"/>
                      <a:pt x="459" y="0"/>
                    </a:cubicBezTo>
                    <a:cubicBezTo>
                      <a:pt x="560" y="0"/>
                      <a:pt x="649" y="52"/>
                      <a:pt x="701" y="129"/>
                    </a:cubicBezTo>
                    <a:cubicBezTo>
                      <a:pt x="725" y="116"/>
                      <a:pt x="752" y="108"/>
                      <a:pt x="781" y="108"/>
                    </a:cubicBezTo>
                    <a:cubicBezTo>
                      <a:pt x="816" y="108"/>
                      <a:pt x="848" y="118"/>
                      <a:pt x="875" y="136"/>
                    </a:cubicBezTo>
                    <a:cubicBezTo>
                      <a:pt x="919" y="166"/>
                      <a:pt x="948" y="215"/>
                      <a:pt x="950" y="272"/>
                    </a:cubicBezTo>
                    <a:cubicBezTo>
                      <a:pt x="1012" y="312"/>
                      <a:pt x="1054" y="384"/>
                      <a:pt x="1054" y="463"/>
                    </a:cubicBezTo>
                    <a:cubicBezTo>
                      <a:pt x="1054" y="580"/>
                      <a:pt x="965" y="676"/>
                      <a:pt x="851" y="690"/>
                    </a:cubicBezTo>
                    <a:cubicBezTo>
                      <a:pt x="843" y="690"/>
                      <a:pt x="833" y="690"/>
                      <a:pt x="825" y="690"/>
                    </a:cubicBezTo>
                    <a:cubicBezTo>
                      <a:pt x="818" y="690"/>
                      <a:pt x="810" y="690"/>
                      <a:pt x="802" y="690"/>
                    </a:cubicBezTo>
                    <a:cubicBezTo>
                      <a:pt x="696" y="690"/>
                      <a:pt x="446" y="690"/>
                      <a:pt x="327" y="690"/>
                    </a:cubicBezTo>
                    <a:cubicBezTo>
                      <a:pt x="324" y="690"/>
                      <a:pt x="320" y="690"/>
                      <a:pt x="318" y="690"/>
                    </a:cubicBezTo>
                    <a:cubicBezTo>
                      <a:pt x="306" y="690"/>
                      <a:pt x="306" y="690"/>
                      <a:pt x="306" y="690"/>
                    </a:cubicBezTo>
                    <a:cubicBezTo>
                      <a:pt x="300" y="690"/>
                      <a:pt x="283" y="690"/>
                      <a:pt x="271" y="690"/>
                    </a:cubicBezTo>
                    <a:cubicBezTo>
                      <a:pt x="195" y="690"/>
                      <a:pt x="195" y="690"/>
                      <a:pt x="195" y="690"/>
                    </a:cubicBezTo>
                    <a:cubicBezTo>
                      <a:pt x="87" y="688"/>
                      <a:pt x="0" y="601"/>
                      <a:pt x="0" y="495"/>
                    </a:cubicBezTo>
                    <a:cubicBezTo>
                      <a:pt x="0" y="397"/>
                      <a:pt x="73" y="316"/>
                      <a:pt x="168" y="303"/>
                    </a:cubicBezTo>
                    <a:close/>
                  </a:path>
                </a:pathLst>
              </a:custGeom>
              <a:solidFill>
                <a:schemeClr val="bg1">
                  <a:lumMod val="85000"/>
                </a:schemeClr>
              </a:solidFill>
              <a:ln>
                <a:noFill/>
              </a:ln>
            </p:spPr>
            <p:txBody>
              <a:bodyPr vert="horz" wrap="square" lIns="91440" tIns="45720" rIns="91440" bIns="45720" numCol="1" anchor="t" anchorCtr="0" compatLnSpc="1">
                <a:prstTxWarp prst="textNoShape">
                  <a:avLst/>
                </a:prstTxWarp>
              </a:bodyPr>
              <a:lstStyle/>
              <a:p>
                <a:endParaRPr lang="en-US">
                  <a:solidFill>
                    <a:srgbClr val="505050"/>
                  </a:solidFill>
                </a:endParaRPr>
              </a:p>
            </p:txBody>
          </p:sp>
          <p:sp>
            <p:nvSpPr>
              <p:cNvPr id="108" name="Freeform 5"/>
              <p:cNvSpPr>
                <a:spLocks/>
              </p:cNvSpPr>
              <p:nvPr/>
            </p:nvSpPr>
            <p:spPr bwMode="auto">
              <a:xfrm>
                <a:off x="8995904" y="1369064"/>
                <a:ext cx="895827" cy="587887"/>
              </a:xfrm>
              <a:custGeom>
                <a:avLst/>
                <a:gdLst>
                  <a:gd name="T0" fmla="*/ 168 w 1054"/>
                  <a:gd name="T1" fmla="*/ 303 h 690"/>
                  <a:gd name="T2" fmla="*/ 168 w 1054"/>
                  <a:gd name="T3" fmla="*/ 289 h 690"/>
                  <a:gd name="T4" fmla="*/ 459 w 1054"/>
                  <a:gd name="T5" fmla="*/ 0 h 690"/>
                  <a:gd name="T6" fmla="*/ 701 w 1054"/>
                  <a:gd name="T7" fmla="*/ 129 h 690"/>
                  <a:gd name="T8" fmla="*/ 781 w 1054"/>
                  <a:gd name="T9" fmla="*/ 108 h 690"/>
                  <a:gd name="T10" fmla="*/ 875 w 1054"/>
                  <a:gd name="T11" fmla="*/ 136 h 690"/>
                  <a:gd name="T12" fmla="*/ 950 w 1054"/>
                  <a:gd name="T13" fmla="*/ 272 h 690"/>
                  <a:gd name="T14" fmla="*/ 1054 w 1054"/>
                  <a:gd name="T15" fmla="*/ 463 h 690"/>
                  <a:gd name="T16" fmla="*/ 851 w 1054"/>
                  <a:gd name="T17" fmla="*/ 690 h 690"/>
                  <a:gd name="T18" fmla="*/ 825 w 1054"/>
                  <a:gd name="T19" fmla="*/ 690 h 690"/>
                  <a:gd name="T20" fmla="*/ 802 w 1054"/>
                  <a:gd name="T21" fmla="*/ 690 h 690"/>
                  <a:gd name="T22" fmla="*/ 327 w 1054"/>
                  <a:gd name="T23" fmla="*/ 690 h 690"/>
                  <a:gd name="T24" fmla="*/ 318 w 1054"/>
                  <a:gd name="T25" fmla="*/ 690 h 690"/>
                  <a:gd name="T26" fmla="*/ 306 w 1054"/>
                  <a:gd name="T27" fmla="*/ 690 h 690"/>
                  <a:gd name="T28" fmla="*/ 271 w 1054"/>
                  <a:gd name="T29" fmla="*/ 690 h 690"/>
                  <a:gd name="T30" fmla="*/ 195 w 1054"/>
                  <a:gd name="T31" fmla="*/ 690 h 690"/>
                  <a:gd name="T32" fmla="*/ 0 w 1054"/>
                  <a:gd name="T33" fmla="*/ 495 h 690"/>
                  <a:gd name="T34" fmla="*/ 168 w 1054"/>
                  <a:gd name="T35" fmla="*/ 303 h 6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054" h="690">
                    <a:moveTo>
                      <a:pt x="168" y="303"/>
                    </a:moveTo>
                    <a:cubicBezTo>
                      <a:pt x="168" y="299"/>
                      <a:pt x="168" y="293"/>
                      <a:pt x="168" y="289"/>
                    </a:cubicBezTo>
                    <a:cubicBezTo>
                      <a:pt x="168" y="129"/>
                      <a:pt x="298" y="0"/>
                      <a:pt x="459" y="0"/>
                    </a:cubicBezTo>
                    <a:cubicBezTo>
                      <a:pt x="560" y="0"/>
                      <a:pt x="649" y="52"/>
                      <a:pt x="701" y="129"/>
                    </a:cubicBezTo>
                    <a:cubicBezTo>
                      <a:pt x="725" y="116"/>
                      <a:pt x="752" y="108"/>
                      <a:pt x="781" y="108"/>
                    </a:cubicBezTo>
                    <a:cubicBezTo>
                      <a:pt x="816" y="108"/>
                      <a:pt x="848" y="118"/>
                      <a:pt x="875" y="136"/>
                    </a:cubicBezTo>
                    <a:cubicBezTo>
                      <a:pt x="919" y="166"/>
                      <a:pt x="948" y="215"/>
                      <a:pt x="950" y="272"/>
                    </a:cubicBezTo>
                    <a:cubicBezTo>
                      <a:pt x="1012" y="312"/>
                      <a:pt x="1054" y="384"/>
                      <a:pt x="1054" y="463"/>
                    </a:cubicBezTo>
                    <a:cubicBezTo>
                      <a:pt x="1054" y="580"/>
                      <a:pt x="965" y="676"/>
                      <a:pt x="851" y="690"/>
                    </a:cubicBezTo>
                    <a:cubicBezTo>
                      <a:pt x="843" y="690"/>
                      <a:pt x="833" y="690"/>
                      <a:pt x="825" y="690"/>
                    </a:cubicBezTo>
                    <a:cubicBezTo>
                      <a:pt x="818" y="690"/>
                      <a:pt x="810" y="690"/>
                      <a:pt x="802" y="690"/>
                    </a:cubicBezTo>
                    <a:cubicBezTo>
                      <a:pt x="696" y="690"/>
                      <a:pt x="446" y="690"/>
                      <a:pt x="327" y="690"/>
                    </a:cubicBezTo>
                    <a:cubicBezTo>
                      <a:pt x="324" y="690"/>
                      <a:pt x="320" y="690"/>
                      <a:pt x="318" y="690"/>
                    </a:cubicBezTo>
                    <a:cubicBezTo>
                      <a:pt x="306" y="690"/>
                      <a:pt x="306" y="690"/>
                      <a:pt x="306" y="690"/>
                    </a:cubicBezTo>
                    <a:cubicBezTo>
                      <a:pt x="300" y="690"/>
                      <a:pt x="283" y="690"/>
                      <a:pt x="271" y="690"/>
                    </a:cubicBezTo>
                    <a:cubicBezTo>
                      <a:pt x="195" y="690"/>
                      <a:pt x="195" y="690"/>
                      <a:pt x="195" y="690"/>
                    </a:cubicBezTo>
                    <a:cubicBezTo>
                      <a:pt x="87" y="688"/>
                      <a:pt x="0" y="601"/>
                      <a:pt x="0" y="495"/>
                    </a:cubicBezTo>
                    <a:cubicBezTo>
                      <a:pt x="0" y="397"/>
                      <a:pt x="73" y="316"/>
                      <a:pt x="168" y="303"/>
                    </a:cubicBezTo>
                    <a:close/>
                  </a:path>
                </a:pathLst>
              </a:custGeom>
              <a:solidFill>
                <a:schemeClr val="bg1">
                  <a:lumMod val="95000"/>
                </a:schemeClr>
              </a:solidFill>
              <a:ln>
                <a:noFill/>
              </a:ln>
            </p:spPr>
            <p:txBody>
              <a:bodyPr vert="horz" wrap="square" lIns="91440" tIns="45720" rIns="91440" bIns="45720" numCol="1" anchor="t" anchorCtr="0" compatLnSpc="1">
                <a:prstTxWarp prst="textNoShape">
                  <a:avLst/>
                </a:prstTxWarp>
              </a:bodyPr>
              <a:lstStyle/>
              <a:p>
                <a:endParaRPr lang="en-US">
                  <a:solidFill>
                    <a:srgbClr val="505050"/>
                  </a:solidFill>
                </a:endParaRPr>
              </a:p>
            </p:txBody>
          </p:sp>
        </p:grpSp>
        <p:grpSp>
          <p:nvGrpSpPr>
            <p:cNvPr id="84" name="Group 83"/>
            <p:cNvGrpSpPr/>
            <p:nvPr/>
          </p:nvGrpSpPr>
          <p:grpSpPr>
            <a:xfrm>
              <a:off x="10172919" y="5010918"/>
              <a:ext cx="1703491" cy="1836482"/>
              <a:chOff x="9515995" y="5047173"/>
              <a:chExt cx="1703491" cy="1836482"/>
            </a:xfrm>
          </p:grpSpPr>
          <p:sp>
            <p:nvSpPr>
              <p:cNvPr id="85" name="Rectangle 41"/>
              <p:cNvSpPr>
                <a:spLocks noChangeArrowheads="1"/>
              </p:cNvSpPr>
              <p:nvPr/>
            </p:nvSpPr>
            <p:spPr bwMode="auto">
              <a:xfrm>
                <a:off x="9515995" y="5990198"/>
                <a:ext cx="423152" cy="893457"/>
              </a:xfrm>
              <a:prstGeom prst="rect">
                <a:avLst/>
              </a:prstGeom>
              <a:solidFill>
                <a:srgbClr val="D2D2D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505050"/>
                  </a:solidFill>
                </a:endParaRPr>
              </a:p>
            </p:txBody>
          </p:sp>
          <p:sp>
            <p:nvSpPr>
              <p:cNvPr id="86" name="Rectangle 44"/>
              <p:cNvSpPr>
                <a:spLocks noChangeArrowheads="1"/>
              </p:cNvSpPr>
              <p:nvPr/>
            </p:nvSpPr>
            <p:spPr bwMode="auto">
              <a:xfrm>
                <a:off x="9662284" y="5719381"/>
                <a:ext cx="1484661" cy="1164274"/>
              </a:xfrm>
              <a:prstGeom prst="rect">
                <a:avLst/>
              </a:prstGeom>
              <a:solidFill>
                <a:schemeClr val="accent3">
                  <a:lumMod val="7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505050"/>
                  </a:solidFill>
                </a:endParaRPr>
              </a:p>
            </p:txBody>
          </p:sp>
          <p:sp>
            <p:nvSpPr>
              <p:cNvPr id="87" name="Rectangle 45"/>
              <p:cNvSpPr>
                <a:spLocks noChangeArrowheads="1"/>
              </p:cNvSpPr>
              <p:nvPr/>
            </p:nvSpPr>
            <p:spPr bwMode="auto">
              <a:xfrm>
                <a:off x="9809783" y="6652734"/>
                <a:ext cx="1198126" cy="192232"/>
              </a:xfrm>
              <a:prstGeom prst="rect">
                <a:avLst/>
              </a:prstGeom>
              <a:solidFill>
                <a:schemeClr val="accent3">
                  <a:lumMod val="60000"/>
                  <a:lumOff val="4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505050"/>
                  </a:solidFill>
                </a:endParaRPr>
              </a:p>
            </p:txBody>
          </p:sp>
          <p:sp>
            <p:nvSpPr>
              <p:cNvPr id="88" name="Rectangle 46"/>
              <p:cNvSpPr>
                <a:spLocks noChangeArrowheads="1"/>
              </p:cNvSpPr>
              <p:nvPr/>
            </p:nvSpPr>
            <p:spPr bwMode="auto">
              <a:xfrm>
                <a:off x="9809783" y="5982944"/>
                <a:ext cx="1198126" cy="193441"/>
              </a:xfrm>
              <a:prstGeom prst="rect">
                <a:avLst/>
              </a:prstGeom>
              <a:solidFill>
                <a:schemeClr val="accent3">
                  <a:lumMod val="60000"/>
                  <a:lumOff val="4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505050"/>
                  </a:solidFill>
                </a:endParaRPr>
              </a:p>
            </p:txBody>
          </p:sp>
          <p:sp>
            <p:nvSpPr>
              <p:cNvPr id="89" name="Rectangle 47"/>
              <p:cNvSpPr>
                <a:spLocks noChangeArrowheads="1"/>
              </p:cNvSpPr>
              <p:nvPr/>
            </p:nvSpPr>
            <p:spPr bwMode="auto">
              <a:xfrm>
                <a:off x="9809783" y="6319048"/>
                <a:ext cx="1198126" cy="193441"/>
              </a:xfrm>
              <a:prstGeom prst="rect">
                <a:avLst/>
              </a:prstGeom>
              <a:solidFill>
                <a:schemeClr val="accent3">
                  <a:lumMod val="60000"/>
                  <a:lumOff val="4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505050"/>
                  </a:solidFill>
                </a:endParaRPr>
              </a:p>
            </p:txBody>
          </p:sp>
          <p:grpSp>
            <p:nvGrpSpPr>
              <p:cNvPr id="90" name="Group 89"/>
              <p:cNvGrpSpPr/>
              <p:nvPr/>
            </p:nvGrpSpPr>
            <p:grpSpPr>
              <a:xfrm>
                <a:off x="9881115" y="5047173"/>
                <a:ext cx="1188453" cy="643192"/>
                <a:chOff x="9881115" y="5047173"/>
                <a:chExt cx="1188453" cy="643192"/>
              </a:xfrm>
            </p:grpSpPr>
            <p:sp>
              <p:nvSpPr>
                <p:cNvPr id="92" name="Freeform 38"/>
                <p:cNvSpPr>
                  <a:spLocks/>
                </p:cNvSpPr>
                <p:nvPr/>
              </p:nvSpPr>
              <p:spPr bwMode="auto">
                <a:xfrm>
                  <a:off x="10284923" y="5170492"/>
                  <a:ext cx="302252" cy="519873"/>
                </a:xfrm>
                <a:custGeom>
                  <a:avLst/>
                  <a:gdLst>
                    <a:gd name="T0" fmla="*/ 93 w 93"/>
                    <a:gd name="T1" fmla="*/ 153 h 159"/>
                    <a:gd name="T2" fmla="*/ 87 w 93"/>
                    <a:gd name="T3" fmla="*/ 159 h 159"/>
                    <a:gd name="T4" fmla="*/ 6 w 93"/>
                    <a:gd name="T5" fmla="*/ 159 h 159"/>
                    <a:gd name="T6" fmla="*/ 0 w 93"/>
                    <a:gd name="T7" fmla="*/ 153 h 159"/>
                    <a:gd name="T8" fmla="*/ 0 w 93"/>
                    <a:gd name="T9" fmla="*/ 7 h 159"/>
                    <a:gd name="T10" fmla="*/ 6 w 93"/>
                    <a:gd name="T11" fmla="*/ 0 h 159"/>
                    <a:gd name="T12" fmla="*/ 87 w 93"/>
                    <a:gd name="T13" fmla="*/ 0 h 159"/>
                    <a:gd name="T14" fmla="*/ 93 w 93"/>
                    <a:gd name="T15" fmla="*/ 7 h 159"/>
                    <a:gd name="T16" fmla="*/ 93 w 93"/>
                    <a:gd name="T17" fmla="*/ 153 h 159"/>
                    <a:gd name="T18" fmla="*/ 93 w 93"/>
                    <a:gd name="T19" fmla="*/ 153 h 1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3" h="159">
                      <a:moveTo>
                        <a:pt x="93" y="153"/>
                      </a:moveTo>
                      <a:cubicBezTo>
                        <a:pt x="93" y="156"/>
                        <a:pt x="90" y="159"/>
                        <a:pt x="87" y="159"/>
                      </a:cubicBezTo>
                      <a:cubicBezTo>
                        <a:pt x="6" y="159"/>
                        <a:pt x="6" y="159"/>
                        <a:pt x="6" y="159"/>
                      </a:cubicBezTo>
                      <a:cubicBezTo>
                        <a:pt x="3" y="159"/>
                        <a:pt x="0" y="156"/>
                        <a:pt x="0" y="153"/>
                      </a:cubicBezTo>
                      <a:cubicBezTo>
                        <a:pt x="0" y="7"/>
                        <a:pt x="0" y="7"/>
                        <a:pt x="0" y="7"/>
                      </a:cubicBezTo>
                      <a:cubicBezTo>
                        <a:pt x="0" y="3"/>
                        <a:pt x="3" y="0"/>
                        <a:pt x="6" y="0"/>
                      </a:cubicBezTo>
                      <a:cubicBezTo>
                        <a:pt x="87" y="0"/>
                        <a:pt x="87" y="0"/>
                        <a:pt x="87" y="0"/>
                      </a:cubicBezTo>
                      <a:cubicBezTo>
                        <a:pt x="90" y="0"/>
                        <a:pt x="93" y="3"/>
                        <a:pt x="93" y="7"/>
                      </a:cubicBezTo>
                      <a:cubicBezTo>
                        <a:pt x="93" y="153"/>
                        <a:pt x="93" y="153"/>
                        <a:pt x="93" y="153"/>
                      </a:cubicBezTo>
                      <a:cubicBezTo>
                        <a:pt x="93" y="153"/>
                        <a:pt x="93" y="153"/>
                        <a:pt x="93" y="153"/>
                      </a:cubicBezTo>
                      <a:close/>
                    </a:path>
                  </a:pathLst>
                </a:custGeom>
                <a:solidFill>
                  <a:srgbClr val="0072C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505050"/>
                    </a:solidFill>
                  </a:endParaRPr>
                </a:p>
              </p:txBody>
            </p:sp>
            <p:sp>
              <p:nvSpPr>
                <p:cNvPr id="93" name="Freeform 39"/>
                <p:cNvSpPr>
                  <a:spLocks/>
                </p:cNvSpPr>
                <p:nvPr/>
              </p:nvSpPr>
              <p:spPr bwMode="auto">
                <a:xfrm>
                  <a:off x="10313939" y="5203135"/>
                  <a:ext cx="244219" cy="405018"/>
                </a:xfrm>
                <a:custGeom>
                  <a:avLst/>
                  <a:gdLst>
                    <a:gd name="T0" fmla="*/ 0 w 202"/>
                    <a:gd name="T1" fmla="*/ 0 h 335"/>
                    <a:gd name="T2" fmla="*/ 202 w 202"/>
                    <a:gd name="T3" fmla="*/ 0 h 335"/>
                    <a:gd name="T4" fmla="*/ 202 w 202"/>
                    <a:gd name="T5" fmla="*/ 335 h 335"/>
                    <a:gd name="T6" fmla="*/ 0 w 202"/>
                    <a:gd name="T7" fmla="*/ 335 h 335"/>
                    <a:gd name="T8" fmla="*/ 0 w 202"/>
                    <a:gd name="T9" fmla="*/ 0 h 335"/>
                    <a:gd name="T10" fmla="*/ 0 w 202"/>
                    <a:gd name="T11" fmla="*/ 0 h 335"/>
                  </a:gdLst>
                  <a:ahLst/>
                  <a:cxnLst>
                    <a:cxn ang="0">
                      <a:pos x="T0" y="T1"/>
                    </a:cxn>
                    <a:cxn ang="0">
                      <a:pos x="T2" y="T3"/>
                    </a:cxn>
                    <a:cxn ang="0">
                      <a:pos x="T4" y="T5"/>
                    </a:cxn>
                    <a:cxn ang="0">
                      <a:pos x="T6" y="T7"/>
                    </a:cxn>
                    <a:cxn ang="0">
                      <a:pos x="T8" y="T9"/>
                    </a:cxn>
                    <a:cxn ang="0">
                      <a:pos x="T10" y="T11"/>
                    </a:cxn>
                  </a:cxnLst>
                  <a:rect l="0" t="0" r="r" b="b"/>
                  <a:pathLst>
                    <a:path w="202" h="335">
                      <a:moveTo>
                        <a:pt x="0" y="0"/>
                      </a:moveTo>
                      <a:lnTo>
                        <a:pt x="202" y="0"/>
                      </a:lnTo>
                      <a:lnTo>
                        <a:pt x="202" y="335"/>
                      </a:lnTo>
                      <a:lnTo>
                        <a:pt x="0" y="335"/>
                      </a:lnTo>
                      <a:lnTo>
                        <a:pt x="0" y="0"/>
                      </a:lnTo>
                      <a:lnTo>
                        <a:pt x="0" y="0"/>
                      </a:lnTo>
                      <a:close/>
                    </a:path>
                  </a:pathLst>
                </a:custGeom>
                <a:solidFill>
                  <a:srgbClr val="00BCF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505050"/>
                    </a:solidFill>
                  </a:endParaRPr>
                </a:p>
              </p:txBody>
            </p:sp>
            <p:sp>
              <p:nvSpPr>
                <p:cNvPr id="94" name="Rectangle 48"/>
                <p:cNvSpPr>
                  <a:spLocks noChangeArrowheads="1"/>
                </p:cNvSpPr>
                <p:nvPr/>
              </p:nvSpPr>
              <p:spPr bwMode="auto">
                <a:xfrm>
                  <a:off x="10648834" y="5047173"/>
                  <a:ext cx="420734" cy="643192"/>
                </a:xfrm>
                <a:prstGeom prst="rect">
                  <a:avLst/>
                </a:prstGeom>
                <a:solidFill>
                  <a:srgbClr val="9B4F96"/>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505050"/>
                    </a:solidFill>
                  </a:endParaRPr>
                </a:p>
              </p:txBody>
            </p:sp>
            <p:sp>
              <p:nvSpPr>
                <p:cNvPr id="95" name="Freeform 49"/>
                <p:cNvSpPr>
                  <a:spLocks/>
                </p:cNvSpPr>
                <p:nvPr/>
              </p:nvSpPr>
              <p:spPr bwMode="auto">
                <a:xfrm>
                  <a:off x="10691150" y="5116087"/>
                  <a:ext cx="332477" cy="58032"/>
                </a:xfrm>
                <a:custGeom>
                  <a:avLst/>
                  <a:gdLst>
                    <a:gd name="T0" fmla="*/ 9 w 102"/>
                    <a:gd name="T1" fmla="*/ 0 h 18"/>
                    <a:gd name="T2" fmla="*/ 0 w 102"/>
                    <a:gd name="T3" fmla="*/ 8 h 18"/>
                    <a:gd name="T4" fmla="*/ 0 w 102"/>
                    <a:gd name="T5" fmla="*/ 10 h 18"/>
                    <a:gd name="T6" fmla="*/ 9 w 102"/>
                    <a:gd name="T7" fmla="*/ 18 h 18"/>
                    <a:gd name="T8" fmla="*/ 94 w 102"/>
                    <a:gd name="T9" fmla="*/ 18 h 18"/>
                    <a:gd name="T10" fmla="*/ 102 w 102"/>
                    <a:gd name="T11" fmla="*/ 10 h 18"/>
                    <a:gd name="T12" fmla="*/ 102 w 102"/>
                    <a:gd name="T13" fmla="*/ 8 h 18"/>
                    <a:gd name="T14" fmla="*/ 94 w 102"/>
                    <a:gd name="T15" fmla="*/ 0 h 18"/>
                    <a:gd name="T16" fmla="*/ 55 w 102"/>
                    <a:gd name="T17" fmla="*/ 0 h 18"/>
                    <a:gd name="T18" fmla="*/ 9 w 102"/>
                    <a:gd name="T19"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2" h="18">
                      <a:moveTo>
                        <a:pt x="9" y="0"/>
                      </a:moveTo>
                      <a:cubicBezTo>
                        <a:pt x="9" y="0"/>
                        <a:pt x="0" y="0"/>
                        <a:pt x="0" y="8"/>
                      </a:cubicBezTo>
                      <a:cubicBezTo>
                        <a:pt x="0" y="10"/>
                        <a:pt x="0" y="10"/>
                        <a:pt x="0" y="10"/>
                      </a:cubicBezTo>
                      <a:cubicBezTo>
                        <a:pt x="0" y="10"/>
                        <a:pt x="0" y="18"/>
                        <a:pt x="9" y="18"/>
                      </a:cubicBezTo>
                      <a:cubicBezTo>
                        <a:pt x="94" y="18"/>
                        <a:pt x="94" y="18"/>
                        <a:pt x="94" y="18"/>
                      </a:cubicBezTo>
                      <a:cubicBezTo>
                        <a:pt x="94" y="18"/>
                        <a:pt x="102" y="18"/>
                        <a:pt x="102" y="10"/>
                      </a:cubicBezTo>
                      <a:cubicBezTo>
                        <a:pt x="102" y="8"/>
                        <a:pt x="102" y="8"/>
                        <a:pt x="102" y="8"/>
                      </a:cubicBezTo>
                      <a:cubicBezTo>
                        <a:pt x="102" y="8"/>
                        <a:pt x="102" y="0"/>
                        <a:pt x="94" y="0"/>
                      </a:cubicBezTo>
                      <a:cubicBezTo>
                        <a:pt x="55" y="0"/>
                        <a:pt x="55" y="0"/>
                        <a:pt x="55" y="0"/>
                      </a:cubicBezTo>
                      <a:lnTo>
                        <a:pt x="9" y="0"/>
                      </a:lnTo>
                      <a:close/>
                    </a:path>
                  </a:pathLst>
                </a:custGeom>
                <a:solidFill>
                  <a:srgbClr val="68217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505050"/>
                    </a:solidFill>
                  </a:endParaRPr>
                </a:p>
              </p:txBody>
            </p:sp>
            <p:sp>
              <p:nvSpPr>
                <p:cNvPr id="96" name="Freeform 50"/>
                <p:cNvSpPr>
                  <a:spLocks/>
                </p:cNvSpPr>
                <p:nvPr/>
              </p:nvSpPr>
              <p:spPr bwMode="auto">
                <a:xfrm>
                  <a:off x="10691150" y="5220061"/>
                  <a:ext cx="332477" cy="59242"/>
                </a:xfrm>
                <a:custGeom>
                  <a:avLst/>
                  <a:gdLst>
                    <a:gd name="T0" fmla="*/ 9 w 102"/>
                    <a:gd name="T1" fmla="*/ 0 h 18"/>
                    <a:gd name="T2" fmla="*/ 0 w 102"/>
                    <a:gd name="T3" fmla="*/ 8 h 18"/>
                    <a:gd name="T4" fmla="*/ 0 w 102"/>
                    <a:gd name="T5" fmla="*/ 10 h 18"/>
                    <a:gd name="T6" fmla="*/ 9 w 102"/>
                    <a:gd name="T7" fmla="*/ 18 h 18"/>
                    <a:gd name="T8" fmla="*/ 94 w 102"/>
                    <a:gd name="T9" fmla="*/ 18 h 18"/>
                    <a:gd name="T10" fmla="*/ 102 w 102"/>
                    <a:gd name="T11" fmla="*/ 10 h 18"/>
                    <a:gd name="T12" fmla="*/ 102 w 102"/>
                    <a:gd name="T13" fmla="*/ 8 h 18"/>
                    <a:gd name="T14" fmla="*/ 94 w 102"/>
                    <a:gd name="T15" fmla="*/ 0 h 18"/>
                    <a:gd name="T16" fmla="*/ 55 w 102"/>
                    <a:gd name="T17" fmla="*/ 0 h 18"/>
                    <a:gd name="T18" fmla="*/ 9 w 102"/>
                    <a:gd name="T19"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2" h="18">
                      <a:moveTo>
                        <a:pt x="9" y="0"/>
                      </a:moveTo>
                      <a:cubicBezTo>
                        <a:pt x="9" y="0"/>
                        <a:pt x="0" y="0"/>
                        <a:pt x="0" y="8"/>
                      </a:cubicBezTo>
                      <a:cubicBezTo>
                        <a:pt x="0" y="10"/>
                        <a:pt x="0" y="10"/>
                        <a:pt x="0" y="10"/>
                      </a:cubicBezTo>
                      <a:cubicBezTo>
                        <a:pt x="0" y="10"/>
                        <a:pt x="0" y="18"/>
                        <a:pt x="9" y="18"/>
                      </a:cubicBezTo>
                      <a:cubicBezTo>
                        <a:pt x="94" y="18"/>
                        <a:pt x="94" y="18"/>
                        <a:pt x="94" y="18"/>
                      </a:cubicBezTo>
                      <a:cubicBezTo>
                        <a:pt x="94" y="18"/>
                        <a:pt x="102" y="18"/>
                        <a:pt x="102" y="10"/>
                      </a:cubicBezTo>
                      <a:cubicBezTo>
                        <a:pt x="102" y="8"/>
                        <a:pt x="102" y="8"/>
                        <a:pt x="102" y="8"/>
                      </a:cubicBezTo>
                      <a:cubicBezTo>
                        <a:pt x="102" y="8"/>
                        <a:pt x="102" y="0"/>
                        <a:pt x="94" y="0"/>
                      </a:cubicBezTo>
                      <a:cubicBezTo>
                        <a:pt x="55" y="0"/>
                        <a:pt x="55" y="0"/>
                        <a:pt x="55" y="0"/>
                      </a:cubicBezTo>
                      <a:lnTo>
                        <a:pt x="9" y="0"/>
                      </a:lnTo>
                      <a:close/>
                    </a:path>
                  </a:pathLst>
                </a:custGeom>
                <a:solidFill>
                  <a:srgbClr val="68217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505050"/>
                    </a:solidFill>
                  </a:endParaRPr>
                </a:p>
              </p:txBody>
            </p:sp>
            <p:sp>
              <p:nvSpPr>
                <p:cNvPr id="97" name="Freeform 51"/>
                <p:cNvSpPr>
                  <a:spLocks/>
                </p:cNvSpPr>
                <p:nvPr/>
              </p:nvSpPr>
              <p:spPr bwMode="auto">
                <a:xfrm>
                  <a:off x="10691150" y="5324036"/>
                  <a:ext cx="332477" cy="55614"/>
                </a:xfrm>
                <a:custGeom>
                  <a:avLst/>
                  <a:gdLst>
                    <a:gd name="T0" fmla="*/ 9 w 102"/>
                    <a:gd name="T1" fmla="*/ 0 h 17"/>
                    <a:gd name="T2" fmla="*/ 0 w 102"/>
                    <a:gd name="T3" fmla="*/ 8 h 17"/>
                    <a:gd name="T4" fmla="*/ 0 w 102"/>
                    <a:gd name="T5" fmla="*/ 9 h 17"/>
                    <a:gd name="T6" fmla="*/ 9 w 102"/>
                    <a:gd name="T7" fmla="*/ 17 h 17"/>
                    <a:gd name="T8" fmla="*/ 94 w 102"/>
                    <a:gd name="T9" fmla="*/ 17 h 17"/>
                    <a:gd name="T10" fmla="*/ 102 w 102"/>
                    <a:gd name="T11" fmla="*/ 9 h 17"/>
                    <a:gd name="T12" fmla="*/ 102 w 102"/>
                    <a:gd name="T13" fmla="*/ 8 h 17"/>
                    <a:gd name="T14" fmla="*/ 94 w 102"/>
                    <a:gd name="T15" fmla="*/ 0 h 17"/>
                    <a:gd name="T16" fmla="*/ 55 w 102"/>
                    <a:gd name="T17" fmla="*/ 0 h 17"/>
                    <a:gd name="T18" fmla="*/ 9 w 102"/>
                    <a:gd name="T19"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2" h="17">
                      <a:moveTo>
                        <a:pt x="9" y="0"/>
                      </a:moveTo>
                      <a:cubicBezTo>
                        <a:pt x="9" y="0"/>
                        <a:pt x="0" y="0"/>
                        <a:pt x="0" y="8"/>
                      </a:cubicBezTo>
                      <a:cubicBezTo>
                        <a:pt x="0" y="9"/>
                        <a:pt x="0" y="9"/>
                        <a:pt x="0" y="9"/>
                      </a:cubicBezTo>
                      <a:cubicBezTo>
                        <a:pt x="0" y="9"/>
                        <a:pt x="0" y="17"/>
                        <a:pt x="9" y="17"/>
                      </a:cubicBezTo>
                      <a:cubicBezTo>
                        <a:pt x="94" y="17"/>
                        <a:pt x="94" y="17"/>
                        <a:pt x="94" y="17"/>
                      </a:cubicBezTo>
                      <a:cubicBezTo>
                        <a:pt x="94" y="17"/>
                        <a:pt x="102" y="17"/>
                        <a:pt x="102" y="9"/>
                      </a:cubicBezTo>
                      <a:cubicBezTo>
                        <a:pt x="102" y="8"/>
                        <a:pt x="102" y="8"/>
                        <a:pt x="102" y="8"/>
                      </a:cubicBezTo>
                      <a:cubicBezTo>
                        <a:pt x="102" y="8"/>
                        <a:pt x="102" y="0"/>
                        <a:pt x="94" y="0"/>
                      </a:cubicBezTo>
                      <a:cubicBezTo>
                        <a:pt x="55" y="0"/>
                        <a:pt x="55" y="0"/>
                        <a:pt x="55" y="0"/>
                      </a:cubicBezTo>
                      <a:lnTo>
                        <a:pt x="9" y="0"/>
                      </a:lnTo>
                      <a:close/>
                    </a:path>
                  </a:pathLst>
                </a:custGeom>
                <a:solidFill>
                  <a:srgbClr val="68217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505050"/>
                    </a:solidFill>
                  </a:endParaRPr>
                </a:p>
              </p:txBody>
            </p:sp>
            <p:sp>
              <p:nvSpPr>
                <p:cNvPr id="98" name="Freeform 52"/>
                <p:cNvSpPr>
                  <a:spLocks/>
                </p:cNvSpPr>
                <p:nvPr/>
              </p:nvSpPr>
              <p:spPr bwMode="auto">
                <a:xfrm>
                  <a:off x="10691150" y="5425593"/>
                  <a:ext cx="332477" cy="59242"/>
                </a:xfrm>
                <a:custGeom>
                  <a:avLst/>
                  <a:gdLst>
                    <a:gd name="T0" fmla="*/ 9 w 102"/>
                    <a:gd name="T1" fmla="*/ 0 h 18"/>
                    <a:gd name="T2" fmla="*/ 0 w 102"/>
                    <a:gd name="T3" fmla="*/ 8 h 18"/>
                    <a:gd name="T4" fmla="*/ 0 w 102"/>
                    <a:gd name="T5" fmla="*/ 10 h 18"/>
                    <a:gd name="T6" fmla="*/ 9 w 102"/>
                    <a:gd name="T7" fmla="*/ 18 h 18"/>
                    <a:gd name="T8" fmla="*/ 94 w 102"/>
                    <a:gd name="T9" fmla="*/ 18 h 18"/>
                    <a:gd name="T10" fmla="*/ 102 w 102"/>
                    <a:gd name="T11" fmla="*/ 10 h 18"/>
                    <a:gd name="T12" fmla="*/ 102 w 102"/>
                    <a:gd name="T13" fmla="*/ 8 h 18"/>
                    <a:gd name="T14" fmla="*/ 94 w 102"/>
                    <a:gd name="T15" fmla="*/ 0 h 18"/>
                    <a:gd name="T16" fmla="*/ 55 w 102"/>
                    <a:gd name="T17" fmla="*/ 0 h 18"/>
                    <a:gd name="T18" fmla="*/ 9 w 102"/>
                    <a:gd name="T19"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2" h="18">
                      <a:moveTo>
                        <a:pt x="9" y="0"/>
                      </a:moveTo>
                      <a:cubicBezTo>
                        <a:pt x="9" y="0"/>
                        <a:pt x="0" y="0"/>
                        <a:pt x="0" y="8"/>
                      </a:cubicBezTo>
                      <a:cubicBezTo>
                        <a:pt x="0" y="10"/>
                        <a:pt x="0" y="10"/>
                        <a:pt x="0" y="10"/>
                      </a:cubicBezTo>
                      <a:cubicBezTo>
                        <a:pt x="0" y="10"/>
                        <a:pt x="0" y="18"/>
                        <a:pt x="9" y="18"/>
                      </a:cubicBezTo>
                      <a:cubicBezTo>
                        <a:pt x="94" y="18"/>
                        <a:pt x="94" y="18"/>
                        <a:pt x="94" y="18"/>
                      </a:cubicBezTo>
                      <a:cubicBezTo>
                        <a:pt x="94" y="18"/>
                        <a:pt x="102" y="18"/>
                        <a:pt x="102" y="10"/>
                      </a:cubicBezTo>
                      <a:cubicBezTo>
                        <a:pt x="102" y="8"/>
                        <a:pt x="102" y="8"/>
                        <a:pt x="102" y="8"/>
                      </a:cubicBezTo>
                      <a:cubicBezTo>
                        <a:pt x="102" y="8"/>
                        <a:pt x="102" y="0"/>
                        <a:pt x="94" y="0"/>
                      </a:cubicBezTo>
                      <a:cubicBezTo>
                        <a:pt x="55" y="0"/>
                        <a:pt x="55" y="0"/>
                        <a:pt x="55" y="0"/>
                      </a:cubicBezTo>
                      <a:lnTo>
                        <a:pt x="9" y="0"/>
                      </a:lnTo>
                      <a:close/>
                    </a:path>
                  </a:pathLst>
                </a:custGeom>
                <a:solidFill>
                  <a:srgbClr val="68217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505050"/>
                    </a:solidFill>
                  </a:endParaRPr>
                </a:p>
              </p:txBody>
            </p:sp>
            <p:sp>
              <p:nvSpPr>
                <p:cNvPr id="99" name="Freeform 53"/>
                <p:cNvSpPr>
                  <a:spLocks/>
                </p:cNvSpPr>
                <p:nvPr/>
              </p:nvSpPr>
              <p:spPr bwMode="auto">
                <a:xfrm>
                  <a:off x="10691150" y="5529567"/>
                  <a:ext cx="332477" cy="59242"/>
                </a:xfrm>
                <a:custGeom>
                  <a:avLst/>
                  <a:gdLst>
                    <a:gd name="T0" fmla="*/ 9 w 102"/>
                    <a:gd name="T1" fmla="*/ 0 h 18"/>
                    <a:gd name="T2" fmla="*/ 0 w 102"/>
                    <a:gd name="T3" fmla="*/ 8 h 18"/>
                    <a:gd name="T4" fmla="*/ 0 w 102"/>
                    <a:gd name="T5" fmla="*/ 10 h 18"/>
                    <a:gd name="T6" fmla="*/ 9 w 102"/>
                    <a:gd name="T7" fmla="*/ 18 h 18"/>
                    <a:gd name="T8" fmla="*/ 94 w 102"/>
                    <a:gd name="T9" fmla="*/ 18 h 18"/>
                    <a:gd name="T10" fmla="*/ 102 w 102"/>
                    <a:gd name="T11" fmla="*/ 10 h 18"/>
                    <a:gd name="T12" fmla="*/ 102 w 102"/>
                    <a:gd name="T13" fmla="*/ 8 h 18"/>
                    <a:gd name="T14" fmla="*/ 94 w 102"/>
                    <a:gd name="T15" fmla="*/ 0 h 18"/>
                    <a:gd name="T16" fmla="*/ 55 w 102"/>
                    <a:gd name="T17" fmla="*/ 0 h 18"/>
                    <a:gd name="T18" fmla="*/ 9 w 102"/>
                    <a:gd name="T19"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2" h="18">
                      <a:moveTo>
                        <a:pt x="9" y="0"/>
                      </a:moveTo>
                      <a:cubicBezTo>
                        <a:pt x="9" y="0"/>
                        <a:pt x="0" y="0"/>
                        <a:pt x="0" y="8"/>
                      </a:cubicBezTo>
                      <a:cubicBezTo>
                        <a:pt x="0" y="10"/>
                        <a:pt x="0" y="10"/>
                        <a:pt x="0" y="10"/>
                      </a:cubicBezTo>
                      <a:cubicBezTo>
                        <a:pt x="0" y="10"/>
                        <a:pt x="0" y="18"/>
                        <a:pt x="9" y="18"/>
                      </a:cubicBezTo>
                      <a:cubicBezTo>
                        <a:pt x="94" y="18"/>
                        <a:pt x="94" y="18"/>
                        <a:pt x="94" y="18"/>
                      </a:cubicBezTo>
                      <a:cubicBezTo>
                        <a:pt x="94" y="18"/>
                        <a:pt x="102" y="18"/>
                        <a:pt x="102" y="10"/>
                      </a:cubicBezTo>
                      <a:cubicBezTo>
                        <a:pt x="102" y="8"/>
                        <a:pt x="102" y="8"/>
                        <a:pt x="102" y="8"/>
                      </a:cubicBezTo>
                      <a:cubicBezTo>
                        <a:pt x="102" y="8"/>
                        <a:pt x="102" y="0"/>
                        <a:pt x="94" y="0"/>
                      </a:cubicBezTo>
                      <a:cubicBezTo>
                        <a:pt x="55" y="0"/>
                        <a:pt x="55" y="0"/>
                        <a:pt x="55" y="0"/>
                      </a:cubicBezTo>
                      <a:lnTo>
                        <a:pt x="9" y="0"/>
                      </a:lnTo>
                      <a:close/>
                    </a:path>
                  </a:pathLst>
                </a:custGeom>
                <a:solidFill>
                  <a:srgbClr val="68217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505050"/>
                    </a:solidFill>
                  </a:endParaRPr>
                </a:p>
              </p:txBody>
            </p:sp>
            <p:sp>
              <p:nvSpPr>
                <p:cNvPr id="100" name="Oval 54"/>
                <p:cNvSpPr>
                  <a:spLocks noChangeArrowheads="1"/>
                </p:cNvSpPr>
                <p:nvPr/>
              </p:nvSpPr>
              <p:spPr bwMode="auto">
                <a:xfrm>
                  <a:off x="10961967" y="5128177"/>
                  <a:ext cx="32643" cy="32644"/>
                </a:xfrm>
                <a:prstGeom prst="ellipse">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505050"/>
                    </a:solidFill>
                  </a:endParaRPr>
                </a:p>
              </p:txBody>
            </p:sp>
            <p:sp>
              <p:nvSpPr>
                <p:cNvPr id="101" name="Oval 55"/>
                <p:cNvSpPr>
                  <a:spLocks noChangeArrowheads="1"/>
                </p:cNvSpPr>
                <p:nvPr/>
              </p:nvSpPr>
              <p:spPr bwMode="auto">
                <a:xfrm>
                  <a:off x="10961967" y="5233360"/>
                  <a:ext cx="32643" cy="32644"/>
                </a:xfrm>
                <a:prstGeom prst="ellipse">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505050"/>
                    </a:solidFill>
                  </a:endParaRPr>
                </a:p>
              </p:txBody>
            </p:sp>
            <p:sp>
              <p:nvSpPr>
                <p:cNvPr id="102" name="Oval 56"/>
                <p:cNvSpPr>
                  <a:spLocks noChangeArrowheads="1"/>
                </p:cNvSpPr>
                <p:nvPr/>
              </p:nvSpPr>
              <p:spPr bwMode="auto">
                <a:xfrm>
                  <a:off x="10961967" y="5333708"/>
                  <a:ext cx="32643" cy="32644"/>
                </a:xfrm>
                <a:prstGeom prst="ellipse">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505050"/>
                    </a:solidFill>
                  </a:endParaRPr>
                </a:p>
              </p:txBody>
            </p:sp>
            <p:sp>
              <p:nvSpPr>
                <p:cNvPr id="103" name="Oval 57"/>
                <p:cNvSpPr>
                  <a:spLocks noChangeArrowheads="1"/>
                </p:cNvSpPr>
                <p:nvPr/>
              </p:nvSpPr>
              <p:spPr bwMode="auto">
                <a:xfrm>
                  <a:off x="10961967" y="5438891"/>
                  <a:ext cx="32643" cy="32644"/>
                </a:xfrm>
                <a:prstGeom prst="ellipse">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505050"/>
                    </a:solidFill>
                  </a:endParaRPr>
                </a:p>
              </p:txBody>
            </p:sp>
            <p:sp>
              <p:nvSpPr>
                <p:cNvPr id="104" name="Oval 58"/>
                <p:cNvSpPr>
                  <a:spLocks noChangeArrowheads="1"/>
                </p:cNvSpPr>
                <p:nvPr/>
              </p:nvSpPr>
              <p:spPr bwMode="auto">
                <a:xfrm>
                  <a:off x="10961967" y="5542866"/>
                  <a:ext cx="32643" cy="32644"/>
                </a:xfrm>
                <a:prstGeom prst="ellipse">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505050"/>
                    </a:solidFill>
                  </a:endParaRPr>
                </a:p>
              </p:txBody>
            </p:sp>
            <p:sp>
              <p:nvSpPr>
                <p:cNvPr id="105" name="Freeform 63"/>
                <p:cNvSpPr>
                  <a:spLocks/>
                </p:cNvSpPr>
                <p:nvPr/>
              </p:nvSpPr>
              <p:spPr bwMode="auto">
                <a:xfrm>
                  <a:off x="9967502" y="5373605"/>
                  <a:ext cx="419525" cy="263564"/>
                </a:xfrm>
                <a:custGeom>
                  <a:avLst/>
                  <a:gdLst>
                    <a:gd name="T0" fmla="*/ 0 w 347"/>
                    <a:gd name="T1" fmla="*/ 0 h 218"/>
                    <a:gd name="T2" fmla="*/ 347 w 347"/>
                    <a:gd name="T3" fmla="*/ 0 h 218"/>
                    <a:gd name="T4" fmla="*/ 347 w 347"/>
                    <a:gd name="T5" fmla="*/ 218 h 218"/>
                    <a:gd name="T6" fmla="*/ 0 w 347"/>
                    <a:gd name="T7" fmla="*/ 218 h 218"/>
                    <a:gd name="T8" fmla="*/ 0 w 347"/>
                    <a:gd name="T9" fmla="*/ 0 h 218"/>
                    <a:gd name="T10" fmla="*/ 0 w 347"/>
                    <a:gd name="T11" fmla="*/ 0 h 218"/>
                  </a:gdLst>
                  <a:ahLst/>
                  <a:cxnLst>
                    <a:cxn ang="0">
                      <a:pos x="T0" y="T1"/>
                    </a:cxn>
                    <a:cxn ang="0">
                      <a:pos x="T2" y="T3"/>
                    </a:cxn>
                    <a:cxn ang="0">
                      <a:pos x="T4" y="T5"/>
                    </a:cxn>
                    <a:cxn ang="0">
                      <a:pos x="T6" y="T7"/>
                    </a:cxn>
                    <a:cxn ang="0">
                      <a:pos x="T8" y="T9"/>
                    </a:cxn>
                    <a:cxn ang="0">
                      <a:pos x="T10" y="T11"/>
                    </a:cxn>
                  </a:cxnLst>
                  <a:rect l="0" t="0" r="r" b="b"/>
                  <a:pathLst>
                    <a:path w="347" h="218">
                      <a:moveTo>
                        <a:pt x="0" y="0"/>
                      </a:moveTo>
                      <a:lnTo>
                        <a:pt x="347" y="0"/>
                      </a:lnTo>
                      <a:lnTo>
                        <a:pt x="347" y="218"/>
                      </a:lnTo>
                      <a:lnTo>
                        <a:pt x="0" y="218"/>
                      </a:lnTo>
                      <a:lnTo>
                        <a:pt x="0" y="0"/>
                      </a:lnTo>
                      <a:lnTo>
                        <a:pt x="0" y="0"/>
                      </a:lnTo>
                      <a:close/>
                    </a:path>
                  </a:pathLst>
                </a:custGeom>
                <a:solidFill>
                  <a:srgbClr val="EB3C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505050"/>
                    </a:solidFill>
                  </a:endParaRPr>
                </a:p>
              </p:txBody>
            </p:sp>
            <p:sp>
              <p:nvSpPr>
                <p:cNvPr id="106" name="Freeform 64"/>
                <p:cNvSpPr>
                  <a:spLocks noEditPoints="1"/>
                </p:cNvSpPr>
                <p:nvPr/>
              </p:nvSpPr>
              <p:spPr bwMode="auto">
                <a:xfrm>
                  <a:off x="9881115" y="5360306"/>
                  <a:ext cx="615384" cy="330059"/>
                </a:xfrm>
                <a:custGeom>
                  <a:avLst/>
                  <a:gdLst>
                    <a:gd name="T0" fmla="*/ 160 w 189"/>
                    <a:gd name="T1" fmla="*/ 90 h 101"/>
                    <a:gd name="T2" fmla="*/ 165 w 189"/>
                    <a:gd name="T3" fmla="*/ 85 h 101"/>
                    <a:gd name="T4" fmla="*/ 165 w 189"/>
                    <a:gd name="T5" fmla="*/ 4 h 101"/>
                    <a:gd name="T6" fmla="*/ 160 w 189"/>
                    <a:gd name="T7" fmla="*/ 0 h 101"/>
                    <a:gd name="T8" fmla="*/ 29 w 189"/>
                    <a:gd name="T9" fmla="*/ 0 h 101"/>
                    <a:gd name="T10" fmla="*/ 24 w 189"/>
                    <a:gd name="T11" fmla="*/ 4 h 101"/>
                    <a:gd name="T12" fmla="*/ 24 w 189"/>
                    <a:gd name="T13" fmla="*/ 85 h 101"/>
                    <a:gd name="T14" fmla="*/ 29 w 189"/>
                    <a:gd name="T15" fmla="*/ 90 h 101"/>
                    <a:gd name="T16" fmla="*/ 0 w 189"/>
                    <a:gd name="T17" fmla="*/ 90 h 101"/>
                    <a:gd name="T18" fmla="*/ 0 w 189"/>
                    <a:gd name="T19" fmla="*/ 93 h 101"/>
                    <a:gd name="T20" fmla="*/ 0 w 189"/>
                    <a:gd name="T21" fmla="*/ 97 h 101"/>
                    <a:gd name="T22" fmla="*/ 0 w 189"/>
                    <a:gd name="T23" fmla="*/ 97 h 101"/>
                    <a:gd name="T24" fmla="*/ 0 w 189"/>
                    <a:gd name="T25" fmla="*/ 97 h 101"/>
                    <a:gd name="T26" fmla="*/ 0 w 189"/>
                    <a:gd name="T27" fmla="*/ 98 h 101"/>
                    <a:gd name="T28" fmla="*/ 0 w 189"/>
                    <a:gd name="T29" fmla="*/ 98 h 101"/>
                    <a:gd name="T30" fmla="*/ 4 w 189"/>
                    <a:gd name="T31" fmla="*/ 101 h 101"/>
                    <a:gd name="T32" fmla="*/ 185 w 189"/>
                    <a:gd name="T33" fmla="*/ 101 h 101"/>
                    <a:gd name="T34" fmla="*/ 189 w 189"/>
                    <a:gd name="T35" fmla="*/ 98 h 101"/>
                    <a:gd name="T36" fmla="*/ 189 w 189"/>
                    <a:gd name="T37" fmla="*/ 98 h 101"/>
                    <a:gd name="T38" fmla="*/ 189 w 189"/>
                    <a:gd name="T39" fmla="*/ 93 h 101"/>
                    <a:gd name="T40" fmla="*/ 189 w 189"/>
                    <a:gd name="T41" fmla="*/ 90 h 101"/>
                    <a:gd name="T42" fmla="*/ 160 w 189"/>
                    <a:gd name="T43" fmla="*/ 90 h 101"/>
                    <a:gd name="T44" fmla="*/ 30 w 189"/>
                    <a:gd name="T45" fmla="*/ 5 h 101"/>
                    <a:gd name="T46" fmla="*/ 159 w 189"/>
                    <a:gd name="T47" fmla="*/ 5 h 101"/>
                    <a:gd name="T48" fmla="*/ 159 w 189"/>
                    <a:gd name="T49" fmla="*/ 84 h 101"/>
                    <a:gd name="T50" fmla="*/ 30 w 189"/>
                    <a:gd name="T51" fmla="*/ 84 h 101"/>
                    <a:gd name="T52" fmla="*/ 30 w 189"/>
                    <a:gd name="T53" fmla="*/ 5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89" h="101">
                      <a:moveTo>
                        <a:pt x="160" y="90"/>
                      </a:moveTo>
                      <a:cubicBezTo>
                        <a:pt x="163" y="90"/>
                        <a:pt x="165" y="88"/>
                        <a:pt x="165" y="85"/>
                      </a:cubicBezTo>
                      <a:cubicBezTo>
                        <a:pt x="165" y="4"/>
                        <a:pt x="165" y="4"/>
                        <a:pt x="165" y="4"/>
                      </a:cubicBezTo>
                      <a:cubicBezTo>
                        <a:pt x="165" y="1"/>
                        <a:pt x="163" y="0"/>
                        <a:pt x="160" y="0"/>
                      </a:cubicBezTo>
                      <a:cubicBezTo>
                        <a:pt x="29" y="0"/>
                        <a:pt x="29" y="0"/>
                        <a:pt x="29" y="0"/>
                      </a:cubicBezTo>
                      <a:cubicBezTo>
                        <a:pt x="26" y="0"/>
                        <a:pt x="24" y="1"/>
                        <a:pt x="24" y="4"/>
                      </a:cubicBezTo>
                      <a:cubicBezTo>
                        <a:pt x="24" y="85"/>
                        <a:pt x="24" y="85"/>
                        <a:pt x="24" y="85"/>
                      </a:cubicBezTo>
                      <a:cubicBezTo>
                        <a:pt x="24" y="88"/>
                        <a:pt x="26" y="90"/>
                        <a:pt x="29" y="90"/>
                      </a:cubicBezTo>
                      <a:cubicBezTo>
                        <a:pt x="0" y="90"/>
                        <a:pt x="0" y="90"/>
                        <a:pt x="0" y="90"/>
                      </a:cubicBezTo>
                      <a:cubicBezTo>
                        <a:pt x="0" y="93"/>
                        <a:pt x="0" y="93"/>
                        <a:pt x="0" y="93"/>
                      </a:cubicBezTo>
                      <a:cubicBezTo>
                        <a:pt x="0" y="97"/>
                        <a:pt x="0" y="97"/>
                        <a:pt x="0" y="97"/>
                      </a:cubicBezTo>
                      <a:cubicBezTo>
                        <a:pt x="0" y="97"/>
                        <a:pt x="0" y="97"/>
                        <a:pt x="0" y="97"/>
                      </a:cubicBezTo>
                      <a:cubicBezTo>
                        <a:pt x="0" y="97"/>
                        <a:pt x="0" y="97"/>
                        <a:pt x="0" y="97"/>
                      </a:cubicBezTo>
                      <a:cubicBezTo>
                        <a:pt x="0" y="98"/>
                        <a:pt x="0" y="98"/>
                        <a:pt x="0" y="98"/>
                      </a:cubicBezTo>
                      <a:cubicBezTo>
                        <a:pt x="0" y="98"/>
                        <a:pt x="0" y="98"/>
                        <a:pt x="0" y="98"/>
                      </a:cubicBezTo>
                      <a:cubicBezTo>
                        <a:pt x="0" y="100"/>
                        <a:pt x="2" y="101"/>
                        <a:pt x="4" y="101"/>
                      </a:cubicBezTo>
                      <a:cubicBezTo>
                        <a:pt x="185" y="101"/>
                        <a:pt x="185" y="101"/>
                        <a:pt x="185" y="101"/>
                      </a:cubicBezTo>
                      <a:cubicBezTo>
                        <a:pt x="187" y="101"/>
                        <a:pt x="188" y="100"/>
                        <a:pt x="189" y="98"/>
                      </a:cubicBezTo>
                      <a:cubicBezTo>
                        <a:pt x="189" y="98"/>
                        <a:pt x="189" y="98"/>
                        <a:pt x="189" y="98"/>
                      </a:cubicBezTo>
                      <a:cubicBezTo>
                        <a:pt x="189" y="93"/>
                        <a:pt x="189" y="93"/>
                        <a:pt x="189" y="93"/>
                      </a:cubicBezTo>
                      <a:cubicBezTo>
                        <a:pt x="189" y="90"/>
                        <a:pt x="189" y="90"/>
                        <a:pt x="189" y="90"/>
                      </a:cubicBezTo>
                      <a:lnTo>
                        <a:pt x="160" y="90"/>
                      </a:lnTo>
                      <a:close/>
                      <a:moveTo>
                        <a:pt x="30" y="5"/>
                      </a:moveTo>
                      <a:cubicBezTo>
                        <a:pt x="159" y="5"/>
                        <a:pt x="159" y="5"/>
                        <a:pt x="159" y="5"/>
                      </a:cubicBezTo>
                      <a:cubicBezTo>
                        <a:pt x="159" y="84"/>
                        <a:pt x="159" y="84"/>
                        <a:pt x="159" y="84"/>
                      </a:cubicBezTo>
                      <a:cubicBezTo>
                        <a:pt x="30" y="84"/>
                        <a:pt x="30" y="84"/>
                        <a:pt x="30" y="84"/>
                      </a:cubicBezTo>
                      <a:cubicBezTo>
                        <a:pt x="30" y="5"/>
                        <a:pt x="30" y="5"/>
                        <a:pt x="30" y="5"/>
                      </a:cubicBezTo>
                      <a:close/>
                    </a:path>
                  </a:pathLst>
                </a:custGeom>
                <a:solidFill>
                  <a:srgbClr val="FF8C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505050"/>
                    </a:solidFill>
                  </a:endParaRPr>
                </a:p>
              </p:txBody>
            </p:sp>
          </p:grpSp>
          <p:sp>
            <p:nvSpPr>
              <p:cNvPr id="91" name="Rectangle 65"/>
              <p:cNvSpPr>
                <a:spLocks noChangeArrowheads="1"/>
              </p:cNvSpPr>
              <p:nvPr/>
            </p:nvSpPr>
            <p:spPr bwMode="auto">
              <a:xfrm>
                <a:off x="9587326" y="5690365"/>
                <a:ext cx="1632160" cy="54406"/>
              </a:xfrm>
              <a:prstGeom prst="rect">
                <a:avLst/>
              </a:prstGeom>
              <a:solidFill>
                <a:srgbClr val="00205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505050"/>
                  </a:solidFill>
                </a:endParaRPr>
              </a:p>
            </p:txBody>
          </p:sp>
        </p:grpSp>
      </p:grpSp>
      <p:grpSp>
        <p:nvGrpSpPr>
          <p:cNvPr id="109" name="Group 108"/>
          <p:cNvGrpSpPr/>
          <p:nvPr/>
        </p:nvGrpSpPr>
        <p:grpSpPr>
          <a:xfrm>
            <a:off x="8677877" y="2170671"/>
            <a:ext cx="1853789" cy="4364804"/>
            <a:chOff x="10172919" y="2119544"/>
            <a:chExt cx="2012162" cy="4737699"/>
          </a:xfrm>
        </p:grpSpPr>
        <p:sp>
          <p:nvSpPr>
            <p:cNvPr id="110" name="Rectangle 41"/>
            <p:cNvSpPr>
              <a:spLocks noChangeArrowheads="1"/>
            </p:cNvSpPr>
            <p:nvPr/>
          </p:nvSpPr>
          <p:spPr bwMode="auto">
            <a:xfrm>
              <a:off x="11761929" y="6351708"/>
              <a:ext cx="423152" cy="505535"/>
            </a:xfrm>
            <a:prstGeom prst="rect">
              <a:avLst/>
            </a:prstGeom>
            <a:solidFill>
              <a:srgbClr val="D2D2D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505050"/>
                </a:solidFill>
              </a:endParaRPr>
            </a:p>
          </p:txBody>
        </p:sp>
        <p:grpSp>
          <p:nvGrpSpPr>
            <p:cNvPr id="111" name="Group 110"/>
            <p:cNvGrpSpPr/>
            <p:nvPr/>
          </p:nvGrpSpPr>
          <p:grpSpPr>
            <a:xfrm>
              <a:off x="10567876" y="2119544"/>
              <a:ext cx="1492311" cy="753253"/>
              <a:chOff x="9923120" y="1341231"/>
              <a:chExt cx="2092695" cy="1056302"/>
            </a:xfrm>
          </p:grpSpPr>
          <p:sp>
            <p:nvSpPr>
              <p:cNvPr id="147" name="Freeform 5"/>
              <p:cNvSpPr>
                <a:spLocks/>
              </p:cNvSpPr>
              <p:nvPr/>
            </p:nvSpPr>
            <p:spPr bwMode="auto">
              <a:xfrm>
                <a:off x="10775977" y="1341231"/>
                <a:ext cx="1239838" cy="813644"/>
              </a:xfrm>
              <a:custGeom>
                <a:avLst/>
                <a:gdLst>
                  <a:gd name="T0" fmla="*/ 168 w 1054"/>
                  <a:gd name="T1" fmla="*/ 303 h 690"/>
                  <a:gd name="T2" fmla="*/ 168 w 1054"/>
                  <a:gd name="T3" fmla="*/ 289 h 690"/>
                  <a:gd name="T4" fmla="*/ 459 w 1054"/>
                  <a:gd name="T5" fmla="*/ 0 h 690"/>
                  <a:gd name="T6" fmla="*/ 701 w 1054"/>
                  <a:gd name="T7" fmla="*/ 129 h 690"/>
                  <a:gd name="T8" fmla="*/ 781 w 1054"/>
                  <a:gd name="T9" fmla="*/ 108 h 690"/>
                  <a:gd name="T10" fmla="*/ 875 w 1054"/>
                  <a:gd name="T11" fmla="*/ 136 h 690"/>
                  <a:gd name="T12" fmla="*/ 950 w 1054"/>
                  <a:gd name="T13" fmla="*/ 272 h 690"/>
                  <a:gd name="T14" fmla="*/ 1054 w 1054"/>
                  <a:gd name="T15" fmla="*/ 463 h 690"/>
                  <a:gd name="T16" fmla="*/ 851 w 1054"/>
                  <a:gd name="T17" fmla="*/ 690 h 690"/>
                  <a:gd name="T18" fmla="*/ 825 w 1054"/>
                  <a:gd name="T19" fmla="*/ 690 h 690"/>
                  <a:gd name="T20" fmla="*/ 802 w 1054"/>
                  <a:gd name="T21" fmla="*/ 690 h 690"/>
                  <a:gd name="T22" fmla="*/ 327 w 1054"/>
                  <a:gd name="T23" fmla="*/ 690 h 690"/>
                  <a:gd name="T24" fmla="*/ 318 w 1054"/>
                  <a:gd name="T25" fmla="*/ 690 h 690"/>
                  <a:gd name="T26" fmla="*/ 306 w 1054"/>
                  <a:gd name="T27" fmla="*/ 690 h 690"/>
                  <a:gd name="T28" fmla="*/ 271 w 1054"/>
                  <a:gd name="T29" fmla="*/ 690 h 690"/>
                  <a:gd name="T30" fmla="*/ 195 w 1054"/>
                  <a:gd name="T31" fmla="*/ 690 h 690"/>
                  <a:gd name="T32" fmla="*/ 0 w 1054"/>
                  <a:gd name="T33" fmla="*/ 495 h 690"/>
                  <a:gd name="T34" fmla="*/ 168 w 1054"/>
                  <a:gd name="T35" fmla="*/ 303 h 6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054" h="690">
                    <a:moveTo>
                      <a:pt x="168" y="303"/>
                    </a:moveTo>
                    <a:cubicBezTo>
                      <a:pt x="168" y="299"/>
                      <a:pt x="168" y="293"/>
                      <a:pt x="168" y="289"/>
                    </a:cubicBezTo>
                    <a:cubicBezTo>
                      <a:pt x="168" y="129"/>
                      <a:pt x="298" y="0"/>
                      <a:pt x="459" y="0"/>
                    </a:cubicBezTo>
                    <a:cubicBezTo>
                      <a:pt x="560" y="0"/>
                      <a:pt x="649" y="52"/>
                      <a:pt x="701" y="129"/>
                    </a:cubicBezTo>
                    <a:cubicBezTo>
                      <a:pt x="725" y="116"/>
                      <a:pt x="752" y="108"/>
                      <a:pt x="781" y="108"/>
                    </a:cubicBezTo>
                    <a:cubicBezTo>
                      <a:pt x="816" y="108"/>
                      <a:pt x="848" y="118"/>
                      <a:pt x="875" y="136"/>
                    </a:cubicBezTo>
                    <a:cubicBezTo>
                      <a:pt x="919" y="166"/>
                      <a:pt x="948" y="215"/>
                      <a:pt x="950" y="272"/>
                    </a:cubicBezTo>
                    <a:cubicBezTo>
                      <a:pt x="1012" y="312"/>
                      <a:pt x="1054" y="384"/>
                      <a:pt x="1054" y="463"/>
                    </a:cubicBezTo>
                    <a:cubicBezTo>
                      <a:pt x="1054" y="580"/>
                      <a:pt x="965" y="676"/>
                      <a:pt x="851" y="690"/>
                    </a:cubicBezTo>
                    <a:cubicBezTo>
                      <a:pt x="843" y="690"/>
                      <a:pt x="833" y="690"/>
                      <a:pt x="825" y="690"/>
                    </a:cubicBezTo>
                    <a:cubicBezTo>
                      <a:pt x="818" y="690"/>
                      <a:pt x="810" y="690"/>
                      <a:pt x="802" y="690"/>
                    </a:cubicBezTo>
                    <a:cubicBezTo>
                      <a:pt x="696" y="690"/>
                      <a:pt x="446" y="690"/>
                      <a:pt x="327" y="690"/>
                    </a:cubicBezTo>
                    <a:cubicBezTo>
                      <a:pt x="324" y="690"/>
                      <a:pt x="320" y="690"/>
                      <a:pt x="318" y="690"/>
                    </a:cubicBezTo>
                    <a:cubicBezTo>
                      <a:pt x="306" y="690"/>
                      <a:pt x="306" y="690"/>
                      <a:pt x="306" y="690"/>
                    </a:cubicBezTo>
                    <a:cubicBezTo>
                      <a:pt x="300" y="690"/>
                      <a:pt x="283" y="690"/>
                      <a:pt x="271" y="690"/>
                    </a:cubicBezTo>
                    <a:cubicBezTo>
                      <a:pt x="195" y="690"/>
                      <a:pt x="195" y="690"/>
                      <a:pt x="195" y="690"/>
                    </a:cubicBezTo>
                    <a:cubicBezTo>
                      <a:pt x="87" y="688"/>
                      <a:pt x="0" y="601"/>
                      <a:pt x="0" y="495"/>
                    </a:cubicBezTo>
                    <a:cubicBezTo>
                      <a:pt x="0" y="397"/>
                      <a:pt x="73" y="316"/>
                      <a:pt x="168" y="303"/>
                    </a:cubicBezTo>
                    <a:close/>
                  </a:path>
                </a:pathLst>
              </a:custGeom>
              <a:solidFill>
                <a:schemeClr val="bg1">
                  <a:lumMod val="95000"/>
                </a:schemeClr>
              </a:solidFill>
              <a:ln>
                <a:noFill/>
              </a:ln>
            </p:spPr>
            <p:txBody>
              <a:bodyPr vert="horz" wrap="square" lIns="91440" tIns="45720" rIns="91440" bIns="45720" numCol="1" anchor="t" anchorCtr="0" compatLnSpc="1">
                <a:prstTxWarp prst="textNoShape">
                  <a:avLst/>
                </a:prstTxWarp>
              </a:bodyPr>
              <a:lstStyle/>
              <a:p>
                <a:endParaRPr lang="en-US">
                  <a:solidFill>
                    <a:srgbClr val="505050"/>
                  </a:solidFill>
                </a:endParaRPr>
              </a:p>
            </p:txBody>
          </p:sp>
          <p:sp>
            <p:nvSpPr>
              <p:cNvPr id="153" name="Freeform 5"/>
              <p:cNvSpPr>
                <a:spLocks/>
              </p:cNvSpPr>
              <p:nvPr/>
            </p:nvSpPr>
            <p:spPr bwMode="auto">
              <a:xfrm>
                <a:off x="9923120" y="1583889"/>
                <a:ext cx="1239838" cy="813644"/>
              </a:xfrm>
              <a:custGeom>
                <a:avLst/>
                <a:gdLst>
                  <a:gd name="T0" fmla="*/ 168 w 1054"/>
                  <a:gd name="T1" fmla="*/ 303 h 690"/>
                  <a:gd name="T2" fmla="*/ 168 w 1054"/>
                  <a:gd name="T3" fmla="*/ 289 h 690"/>
                  <a:gd name="T4" fmla="*/ 459 w 1054"/>
                  <a:gd name="T5" fmla="*/ 0 h 690"/>
                  <a:gd name="T6" fmla="*/ 701 w 1054"/>
                  <a:gd name="T7" fmla="*/ 129 h 690"/>
                  <a:gd name="T8" fmla="*/ 781 w 1054"/>
                  <a:gd name="T9" fmla="*/ 108 h 690"/>
                  <a:gd name="T10" fmla="*/ 875 w 1054"/>
                  <a:gd name="T11" fmla="*/ 136 h 690"/>
                  <a:gd name="T12" fmla="*/ 950 w 1054"/>
                  <a:gd name="T13" fmla="*/ 272 h 690"/>
                  <a:gd name="T14" fmla="*/ 1054 w 1054"/>
                  <a:gd name="T15" fmla="*/ 463 h 690"/>
                  <a:gd name="T16" fmla="*/ 851 w 1054"/>
                  <a:gd name="T17" fmla="*/ 690 h 690"/>
                  <a:gd name="T18" fmla="*/ 825 w 1054"/>
                  <a:gd name="T19" fmla="*/ 690 h 690"/>
                  <a:gd name="T20" fmla="*/ 802 w 1054"/>
                  <a:gd name="T21" fmla="*/ 690 h 690"/>
                  <a:gd name="T22" fmla="*/ 327 w 1054"/>
                  <a:gd name="T23" fmla="*/ 690 h 690"/>
                  <a:gd name="T24" fmla="*/ 318 w 1054"/>
                  <a:gd name="T25" fmla="*/ 690 h 690"/>
                  <a:gd name="T26" fmla="*/ 306 w 1054"/>
                  <a:gd name="T27" fmla="*/ 690 h 690"/>
                  <a:gd name="T28" fmla="*/ 271 w 1054"/>
                  <a:gd name="T29" fmla="*/ 690 h 690"/>
                  <a:gd name="T30" fmla="*/ 195 w 1054"/>
                  <a:gd name="T31" fmla="*/ 690 h 690"/>
                  <a:gd name="T32" fmla="*/ 0 w 1054"/>
                  <a:gd name="T33" fmla="*/ 495 h 690"/>
                  <a:gd name="T34" fmla="*/ 168 w 1054"/>
                  <a:gd name="T35" fmla="*/ 303 h 6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054" h="690">
                    <a:moveTo>
                      <a:pt x="168" y="303"/>
                    </a:moveTo>
                    <a:cubicBezTo>
                      <a:pt x="168" y="299"/>
                      <a:pt x="168" y="293"/>
                      <a:pt x="168" y="289"/>
                    </a:cubicBezTo>
                    <a:cubicBezTo>
                      <a:pt x="168" y="129"/>
                      <a:pt x="298" y="0"/>
                      <a:pt x="459" y="0"/>
                    </a:cubicBezTo>
                    <a:cubicBezTo>
                      <a:pt x="560" y="0"/>
                      <a:pt x="649" y="52"/>
                      <a:pt x="701" y="129"/>
                    </a:cubicBezTo>
                    <a:cubicBezTo>
                      <a:pt x="725" y="116"/>
                      <a:pt x="752" y="108"/>
                      <a:pt x="781" y="108"/>
                    </a:cubicBezTo>
                    <a:cubicBezTo>
                      <a:pt x="816" y="108"/>
                      <a:pt x="848" y="118"/>
                      <a:pt x="875" y="136"/>
                    </a:cubicBezTo>
                    <a:cubicBezTo>
                      <a:pt x="919" y="166"/>
                      <a:pt x="948" y="215"/>
                      <a:pt x="950" y="272"/>
                    </a:cubicBezTo>
                    <a:cubicBezTo>
                      <a:pt x="1012" y="312"/>
                      <a:pt x="1054" y="384"/>
                      <a:pt x="1054" y="463"/>
                    </a:cubicBezTo>
                    <a:cubicBezTo>
                      <a:pt x="1054" y="580"/>
                      <a:pt x="965" y="676"/>
                      <a:pt x="851" y="690"/>
                    </a:cubicBezTo>
                    <a:cubicBezTo>
                      <a:pt x="843" y="690"/>
                      <a:pt x="833" y="690"/>
                      <a:pt x="825" y="690"/>
                    </a:cubicBezTo>
                    <a:cubicBezTo>
                      <a:pt x="818" y="690"/>
                      <a:pt x="810" y="690"/>
                      <a:pt x="802" y="690"/>
                    </a:cubicBezTo>
                    <a:cubicBezTo>
                      <a:pt x="696" y="690"/>
                      <a:pt x="446" y="690"/>
                      <a:pt x="327" y="690"/>
                    </a:cubicBezTo>
                    <a:cubicBezTo>
                      <a:pt x="324" y="690"/>
                      <a:pt x="320" y="690"/>
                      <a:pt x="318" y="690"/>
                    </a:cubicBezTo>
                    <a:cubicBezTo>
                      <a:pt x="306" y="690"/>
                      <a:pt x="306" y="690"/>
                      <a:pt x="306" y="690"/>
                    </a:cubicBezTo>
                    <a:cubicBezTo>
                      <a:pt x="300" y="690"/>
                      <a:pt x="283" y="690"/>
                      <a:pt x="271" y="690"/>
                    </a:cubicBezTo>
                    <a:cubicBezTo>
                      <a:pt x="195" y="690"/>
                      <a:pt x="195" y="690"/>
                      <a:pt x="195" y="690"/>
                    </a:cubicBezTo>
                    <a:cubicBezTo>
                      <a:pt x="87" y="688"/>
                      <a:pt x="0" y="601"/>
                      <a:pt x="0" y="495"/>
                    </a:cubicBezTo>
                    <a:cubicBezTo>
                      <a:pt x="0" y="397"/>
                      <a:pt x="73" y="316"/>
                      <a:pt x="168" y="303"/>
                    </a:cubicBezTo>
                    <a:close/>
                  </a:path>
                </a:pathLst>
              </a:custGeom>
              <a:solidFill>
                <a:schemeClr val="bg1">
                  <a:lumMod val="85000"/>
                </a:schemeClr>
              </a:solidFill>
              <a:ln>
                <a:noFill/>
              </a:ln>
            </p:spPr>
            <p:txBody>
              <a:bodyPr vert="horz" wrap="square" lIns="91440" tIns="45720" rIns="91440" bIns="45720" numCol="1" anchor="t" anchorCtr="0" compatLnSpc="1">
                <a:prstTxWarp prst="textNoShape">
                  <a:avLst/>
                </a:prstTxWarp>
              </a:bodyPr>
              <a:lstStyle/>
              <a:p>
                <a:endParaRPr lang="en-US">
                  <a:solidFill>
                    <a:srgbClr val="505050"/>
                  </a:solidFill>
                </a:endParaRPr>
              </a:p>
            </p:txBody>
          </p:sp>
        </p:grpSp>
        <p:grpSp>
          <p:nvGrpSpPr>
            <p:cNvPr id="112" name="Group 111"/>
            <p:cNvGrpSpPr/>
            <p:nvPr/>
          </p:nvGrpSpPr>
          <p:grpSpPr>
            <a:xfrm>
              <a:off x="10172919" y="5010918"/>
              <a:ext cx="1703491" cy="1836482"/>
              <a:chOff x="9515995" y="5047173"/>
              <a:chExt cx="1703491" cy="1836482"/>
            </a:xfrm>
          </p:grpSpPr>
          <p:sp>
            <p:nvSpPr>
              <p:cNvPr id="113" name="Rectangle 41"/>
              <p:cNvSpPr>
                <a:spLocks noChangeArrowheads="1"/>
              </p:cNvSpPr>
              <p:nvPr/>
            </p:nvSpPr>
            <p:spPr bwMode="auto">
              <a:xfrm>
                <a:off x="9515995" y="5990198"/>
                <a:ext cx="423152" cy="893457"/>
              </a:xfrm>
              <a:prstGeom prst="rect">
                <a:avLst/>
              </a:prstGeom>
              <a:solidFill>
                <a:srgbClr val="D2D2D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505050"/>
                  </a:solidFill>
                </a:endParaRPr>
              </a:p>
            </p:txBody>
          </p:sp>
          <p:sp>
            <p:nvSpPr>
              <p:cNvPr id="114" name="Rectangle 44"/>
              <p:cNvSpPr>
                <a:spLocks noChangeArrowheads="1"/>
              </p:cNvSpPr>
              <p:nvPr/>
            </p:nvSpPr>
            <p:spPr bwMode="auto">
              <a:xfrm>
                <a:off x="9662284" y="5719381"/>
                <a:ext cx="1484661" cy="1164274"/>
              </a:xfrm>
              <a:prstGeom prst="rect">
                <a:avLst/>
              </a:prstGeom>
              <a:solidFill>
                <a:schemeClr val="accent6"/>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505050"/>
                  </a:solidFill>
                </a:endParaRPr>
              </a:p>
            </p:txBody>
          </p:sp>
          <p:sp>
            <p:nvSpPr>
              <p:cNvPr id="115" name="Rectangle 45"/>
              <p:cNvSpPr>
                <a:spLocks noChangeArrowheads="1"/>
              </p:cNvSpPr>
              <p:nvPr/>
            </p:nvSpPr>
            <p:spPr bwMode="auto">
              <a:xfrm>
                <a:off x="9809783" y="6652734"/>
                <a:ext cx="1198126" cy="192232"/>
              </a:xfrm>
              <a:prstGeom prst="rect">
                <a:avLst/>
              </a:prstGeom>
              <a:solidFill>
                <a:schemeClr val="accent6">
                  <a:lumMod val="60000"/>
                  <a:lumOff val="4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505050"/>
                  </a:solidFill>
                </a:endParaRPr>
              </a:p>
            </p:txBody>
          </p:sp>
          <p:sp>
            <p:nvSpPr>
              <p:cNvPr id="116" name="Rectangle 46"/>
              <p:cNvSpPr>
                <a:spLocks noChangeArrowheads="1"/>
              </p:cNvSpPr>
              <p:nvPr/>
            </p:nvSpPr>
            <p:spPr bwMode="auto">
              <a:xfrm>
                <a:off x="9809783" y="5982944"/>
                <a:ext cx="1198126" cy="193441"/>
              </a:xfrm>
              <a:prstGeom prst="rect">
                <a:avLst/>
              </a:prstGeom>
              <a:solidFill>
                <a:schemeClr val="accent6">
                  <a:lumMod val="60000"/>
                  <a:lumOff val="4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505050"/>
                  </a:solidFill>
                </a:endParaRPr>
              </a:p>
            </p:txBody>
          </p:sp>
          <p:sp>
            <p:nvSpPr>
              <p:cNvPr id="117" name="Rectangle 47"/>
              <p:cNvSpPr>
                <a:spLocks noChangeArrowheads="1"/>
              </p:cNvSpPr>
              <p:nvPr/>
            </p:nvSpPr>
            <p:spPr bwMode="auto">
              <a:xfrm>
                <a:off x="9809783" y="6319048"/>
                <a:ext cx="1198126" cy="193441"/>
              </a:xfrm>
              <a:prstGeom prst="rect">
                <a:avLst/>
              </a:prstGeom>
              <a:solidFill>
                <a:schemeClr val="accent6">
                  <a:lumMod val="60000"/>
                  <a:lumOff val="4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505050"/>
                  </a:solidFill>
                </a:endParaRPr>
              </a:p>
            </p:txBody>
          </p:sp>
          <p:grpSp>
            <p:nvGrpSpPr>
              <p:cNvPr id="118" name="Group 117"/>
              <p:cNvGrpSpPr/>
              <p:nvPr/>
            </p:nvGrpSpPr>
            <p:grpSpPr>
              <a:xfrm>
                <a:off x="9881115" y="5047173"/>
                <a:ext cx="1188453" cy="643192"/>
                <a:chOff x="9881115" y="5047173"/>
                <a:chExt cx="1188453" cy="643192"/>
              </a:xfrm>
            </p:grpSpPr>
            <p:sp>
              <p:nvSpPr>
                <p:cNvPr id="120" name="Freeform 38"/>
                <p:cNvSpPr>
                  <a:spLocks/>
                </p:cNvSpPr>
                <p:nvPr/>
              </p:nvSpPr>
              <p:spPr bwMode="auto">
                <a:xfrm>
                  <a:off x="10284923" y="5170492"/>
                  <a:ext cx="302252" cy="519873"/>
                </a:xfrm>
                <a:custGeom>
                  <a:avLst/>
                  <a:gdLst>
                    <a:gd name="T0" fmla="*/ 93 w 93"/>
                    <a:gd name="T1" fmla="*/ 153 h 159"/>
                    <a:gd name="T2" fmla="*/ 87 w 93"/>
                    <a:gd name="T3" fmla="*/ 159 h 159"/>
                    <a:gd name="T4" fmla="*/ 6 w 93"/>
                    <a:gd name="T5" fmla="*/ 159 h 159"/>
                    <a:gd name="T6" fmla="*/ 0 w 93"/>
                    <a:gd name="T7" fmla="*/ 153 h 159"/>
                    <a:gd name="T8" fmla="*/ 0 w 93"/>
                    <a:gd name="T9" fmla="*/ 7 h 159"/>
                    <a:gd name="T10" fmla="*/ 6 w 93"/>
                    <a:gd name="T11" fmla="*/ 0 h 159"/>
                    <a:gd name="T12" fmla="*/ 87 w 93"/>
                    <a:gd name="T13" fmla="*/ 0 h 159"/>
                    <a:gd name="T14" fmla="*/ 93 w 93"/>
                    <a:gd name="T15" fmla="*/ 7 h 159"/>
                    <a:gd name="T16" fmla="*/ 93 w 93"/>
                    <a:gd name="T17" fmla="*/ 153 h 159"/>
                    <a:gd name="T18" fmla="*/ 93 w 93"/>
                    <a:gd name="T19" fmla="*/ 153 h 1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3" h="159">
                      <a:moveTo>
                        <a:pt x="93" y="153"/>
                      </a:moveTo>
                      <a:cubicBezTo>
                        <a:pt x="93" y="156"/>
                        <a:pt x="90" y="159"/>
                        <a:pt x="87" y="159"/>
                      </a:cubicBezTo>
                      <a:cubicBezTo>
                        <a:pt x="6" y="159"/>
                        <a:pt x="6" y="159"/>
                        <a:pt x="6" y="159"/>
                      </a:cubicBezTo>
                      <a:cubicBezTo>
                        <a:pt x="3" y="159"/>
                        <a:pt x="0" y="156"/>
                        <a:pt x="0" y="153"/>
                      </a:cubicBezTo>
                      <a:cubicBezTo>
                        <a:pt x="0" y="7"/>
                        <a:pt x="0" y="7"/>
                        <a:pt x="0" y="7"/>
                      </a:cubicBezTo>
                      <a:cubicBezTo>
                        <a:pt x="0" y="3"/>
                        <a:pt x="3" y="0"/>
                        <a:pt x="6" y="0"/>
                      </a:cubicBezTo>
                      <a:cubicBezTo>
                        <a:pt x="87" y="0"/>
                        <a:pt x="87" y="0"/>
                        <a:pt x="87" y="0"/>
                      </a:cubicBezTo>
                      <a:cubicBezTo>
                        <a:pt x="90" y="0"/>
                        <a:pt x="93" y="3"/>
                        <a:pt x="93" y="7"/>
                      </a:cubicBezTo>
                      <a:cubicBezTo>
                        <a:pt x="93" y="153"/>
                        <a:pt x="93" y="153"/>
                        <a:pt x="93" y="153"/>
                      </a:cubicBezTo>
                      <a:cubicBezTo>
                        <a:pt x="93" y="153"/>
                        <a:pt x="93" y="153"/>
                        <a:pt x="93" y="153"/>
                      </a:cubicBezTo>
                      <a:close/>
                    </a:path>
                  </a:pathLst>
                </a:custGeom>
                <a:solidFill>
                  <a:srgbClr val="0072C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505050"/>
                    </a:solidFill>
                  </a:endParaRPr>
                </a:p>
              </p:txBody>
            </p:sp>
            <p:sp>
              <p:nvSpPr>
                <p:cNvPr id="121" name="Freeform 39"/>
                <p:cNvSpPr>
                  <a:spLocks/>
                </p:cNvSpPr>
                <p:nvPr/>
              </p:nvSpPr>
              <p:spPr bwMode="auto">
                <a:xfrm>
                  <a:off x="10313939" y="5203135"/>
                  <a:ext cx="244219" cy="405018"/>
                </a:xfrm>
                <a:custGeom>
                  <a:avLst/>
                  <a:gdLst>
                    <a:gd name="T0" fmla="*/ 0 w 202"/>
                    <a:gd name="T1" fmla="*/ 0 h 335"/>
                    <a:gd name="T2" fmla="*/ 202 w 202"/>
                    <a:gd name="T3" fmla="*/ 0 h 335"/>
                    <a:gd name="T4" fmla="*/ 202 w 202"/>
                    <a:gd name="T5" fmla="*/ 335 h 335"/>
                    <a:gd name="T6" fmla="*/ 0 w 202"/>
                    <a:gd name="T7" fmla="*/ 335 h 335"/>
                    <a:gd name="T8" fmla="*/ 0 w 202"/>
                    <a:gd name="T9" fmla="*/ 0 h 335"/>
                    <a:gd name="T10" fmla="*/ 0 w 202"/>
                    <a:gd name="T11" fmla="*/ 0 h 335"/>
                  </a:gdLst>
                  <a:ahLst/>
                  <a:cxnLst>
                    <a:cxn ang="0">
                      <a:pos x="T0" y="T1"/>
                    </a:cxn>
                    <a:cxn ang="0">
                      <a:pos x="T2" y="T3"/>
                    </a:cxn>
                    <a:cxn ang="0">
                      <a:pos x="T4" y="T5"/>
                    </a:cxn>
                    <a:cxn ang="0">
                      <a:pos x="T6" y="T7"/>
                    </a:cxn>
                    <a:cxn ang="0">
                      <a:pos x="T8" y="T9"/>
                    </a:cxn>
                    <a:cxn ang="0">
                      <a:pos x="T10" y="T11"/>
                    </a:cxn>
                  </a:cxnLst>
                  <a:rect l="0" t="0" r="r" b="b"/>
                  <a:pathLst>
                    <a:path w="202" h="335">
                      <a:moveTo>
                        <a:pt x="0" y="0"/>
                      </a:moveTo>
                      <a:lnTo>
                        <a:pt x="202" y="0"/>
                      </a:lnTo>
                      <a:lnTo>
                        <a:pt x="202" y="335"/>
                      </a:lnTo>
                      <a:lnTo>
                        <a:pt x="0" y="335"/>
                      </a:lnTo>
                      <a:lnTo>
                        <a:pt x="0" y="0"/>
                      </a:lnTo>
                      <a:lnTo>
                        <a:pt x="0" y="0"/>
                      </a:lnTo>
                      <a:close/>
                    </a:path>
                  </a:pathLst>
                </a:custGeom>
                <a:solidFill>
                  <a:srgbClr val="00BCF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505050"/>
                    </a:solidFill>
                  </a:endParaRPr>
                </a:p>
              </p:txBody>
            </p:sp>
            <p:sp>
              <p:nvSpPr>
                <p:cNvPr id="123" name="Rectangle 48"/>
                <p:cNvSpPr>
                  <a:spLocks noChangeArrowheads="1"/>
                </p:cNvSpPr>
                <p:nvPr/>
              </p:nvSpPr>
              <p:spPr bwMode="auto">
                <a:xfrm>
                  <a:off x="10648834" y="5047173"/>
                  <a:ext cx="420734" cy="643192"/>
                </a:xfrm>
                <a:prstGeom prst="rect">
                  <a:avLst/>
                </a:prstGeom>
                <a:solidFill>
                  <a:srgbClr val="9B4F96"/>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505050"/>
                    </a:solidFill>
                  </a:endParaRPr>
                </a:p>
              </p:txBody>
            </p:sp>
            <p:sp>
              <p:nvSpPr>
                <p:cNvPr id="124" name="Freeform 49"/>
                <p:cNvSpPr>
                  <a:spLocks/>
                </p:cNvSpPr>
                <p:nvPr/>
              </p:nvSpPr>
              <p:spPr bwMode="auto">
                <a:xfrm>
                  <a:off x="10691150" y="5116087"/>
                  <a:ext cx="332477" cy="58032"/>
                </a:xfrm>
                <a:custGeom>
                  <a:avLst/>
                  <a:gdLst>
                    <a:gd name="T0" fmla="*/ 9 w 102"/>
                    <a:gd name="T1" fmla="*/ 0 h 18"/>
                    <a:gd name="T2" fmla="*/ 0 w 102"/>
                    <a:gd name="T3" fmla="*/ 8 h 18"/>
                    <a:gd name="T4" fmla="*/ 0 w 102"/>
                    <a:gd name="T5" fmla="*/ 10 h 18"/>
                    <a:gd name="T6" fmla="*/ 9 w 102"/>
                    <a:gd name="T7" fmla="*/ 18 h 18"/>
                    <a:gd name="T8" fmla="*/ 94 w 102"/>
                    <a:gd name="T9" fmla="*/ 18 h 18"/>
                    <a:gd name="T10" fmla="*/ 102 w 102"/>
                    <a:gd name="T11" fmla="*/ 10 h 18"/>
                    <a:gd name="T12" fmla="*/ 102 w 102"/>
                    <a:gd name="T13" fmla="*/ 8 h 18"/>
                    <a:gd name="T14" fmla="*/ 94 w 102"/>
                    <a:gd name="T15" fmla="*/ 0 h 18"/>
                    <a:gd name="T16" fmla="*/ 55 w 102"/>
                    <a:gd name="T17" fmla="*/ 0 h 18"/>
                    <a:gd name="T18" fmla="*/ 9 w 102"/>
                    <a:gd name="T19"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2" h="18">
                      <a:moveTo>
                        <a:pt x="9" y="0"/>
                      </a:moveTo>
                      <a:cubicBezTo>
                        <a:pt x="9" y="0"/>
                        <a:pt x="0" y="0"/>
                        <a:pt x="0" y="8"/>
                      </a:cubicBezTo>
                      <a:cubicBezTo>
                        <a:pt x="0" y="10"/>
                        <a:pt x="0" y="10"/>
                        <a:pt x="0" y="10"/>
                      </a:cubicBezTo>
                      <a:cubicBezTo>
                        <a:pt x="0" y="10"/>
                        <a:pt x="0" y="18"/>
                        <a:pt x="9" y="18"/>
                      </a:cubicBezTo>
                      <a:cubicBezTo>
                        <a:pt x="94" y="18"/>
                        <a:pt x="94" y="18"/>
                        <a:pt x="94" y="18"/>
                      </a:cubicBezTo>
                      <a:cubicBezTo>
                        <a:pt x="94" y="18"/>
                        <a:pt x="102" y="18"/>
                        <a:pt x="102" y="10"/>
                      </a:cubicBezTo>
                      <a:cubicBezTo>
                        <a:pt x="102" y="8"/>
                        <a:pt x="102" y="8"/>
                        <a:pt x="102" y="8"/>
                      </a:cubicBezTo>
                      <a:cubicBezTo>
                        <a:pt x="102" y="8"/>
                        <a:pt x="102" y="0"/>
                        <a:pt x="94" y="0"/>
                      </a:cubicBezTo>
                      <a:cubicBezTo>
                        <a:pt x="55" y="0"/>
                        <a:pt x="55" y="0"/>
                        <a:pt x="55" y="0"/>
                      </a:cubicBezTo>
                      <a:lnTo>
                        <a:pt x="9" y="0"/>
                      </a:lnTo>
                      <a:close/>
                    </a:path>
                  </a:pathLst>
                </a:custGeom>
                <a:solidFill>
                  <a:srgbClr val="68217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505050"/>
                    </a:solidFill>
                  </a:endParaRPr>
                </a:p>
              </p:txBody>
            </p:sp>
            <p:sp>
              <p:nvSpPr>
                <p:cNvPr id="129" name="Freeform 50"/>
                <p:cNvSpPr>
                  <a:spLocks/>
                </p:cNvSpPr>
                <p:nvPr/>
              </p:nvSpPr>
              <p:spPr bwMode="auto">
                <a:xfrm>
                  <a:off x="10691150" y="5220061"/>
                  <a:ext cx="332477" cy="59242"/>
                </a:xfrm>
                <a:custGeom>
                  <a:avLst/>
                  <a:gdLst>
                    <a:gd name="T0" fmla="*/ 9 w 102"/>
                    <a:gd name="T1" fmla="*/ 0 h 18"/>
                    <a:gd name="T2" fmla="*/ 0 w 102"/>
                    <a:gd name="T3" fmla="*/ 8 h 18"/>
                    <a:gd name="T4" fmla="*/ 0 w 102"/>
                    <a:gd name="T5" fmla="*/ 10 h 18"/>
                    <a:gd name="T6" fmla="*/ 9 w 102"/>
                    <a:gd name="T7" fmla="*/ 18 h 18"/>
                    <a:gd name="T8" fmla="*/ 94 w 102"/>
                    <a:gd name="T9" fmla="*/ 18 h 18"/>
                    <a:gd name="T10" fmla="*/ 102 w 102"/>
                    <a:gd name="T11" fmla="*/ 10 h 18"/>
                    <a:gd name="T12" fmla="*/ 102 w 102"/>
                    <a:gd name="T13" fmla="*/ 8 h 18"/>
                    <a:gd name="T14" fmla="*/ 94 w 102"/>
                    <a:gd name="T15" fmla="*/ 0 h 18"/>
                    <a:gd name="T16" fmla="*/ 55 w 102"/>
                    <a:gd name="T17" fmla="*/ 0 h 18"/>
                    <a:gd name="T18" fmla="*/ 9 w 102"/>
                    <a:gd name="T19"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2" h="18">
                      <a:moveTo>
                        <a:pt x="9" y="0"/>
                      </a:moveTo>
                      <a:cubicBezTo>
                        <a:pt x="9" y="0"/>
                        <a:pt x="0" y="0"/>
                        <a:pt x="0" y="8"/>
                      </a:cubicBezTo>
                      <a:cubicBezTo>
                        <a:pt x="0" y="10"/>
                        <a:pt x="0" y="10"/>
                        <a:pt x="0" y="10"/>
                      </a:cubicBezTo>
                      <a:cubicBezTo>
                        <a:pt x="0" y="10"/>
                        <a:pt x="0" y="18"/>
                        <a:pt x="9" y="18"/>
                      </a:cubicBezTo>
                      <a:cubicBezTo>
                        <a:pt x="94" y="18"/>
                        <a:pt x="94" y="18"/>
                        <a:pt x="94" y="18"/>
                      </a:cubicBezTo>
                      <a:cubicBezTo>
                        <a:pt x="94" y="18"/>
                        <a:pt x="102" y="18"/>
                        <a:pt x="102" y="10"/>
                      </a:cubicBezTo>
                      <a:cubicBezTo>
                        <a:pt x="102" y="8"/>
                        <a:pt x="102" y="8"/>
                        <a:pt x="102" y="8"/>
                      </a:cubicBezTo>
                      <a:cubicBezTo>
                        <a:pt x="102" y="8"/>
                        <a:pt x="102" y="0"/>
                        <a:pt x="94" y="0"/>
                      </a:cubicBezTo>
                      <a:cubicBezTo>
                        <a:pt x="55" y="0"/>
                        <a:pt x="55" y="0"/>
                        <a:pt x="55" y="0"/>
                      </a:cubicBezTo>
                      <a:lnTo>
                        <a:pt x="9" y="0"/>
                      </a:lnTo>
                      <a:close/>
                    </a:path>
                  </a:pathLst>
                </a:custGeom>
                <a:solidFill>
                  <a:srgbClr val="68217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505050"/>
                    </a:solidFill>
                  </a:endParaRPr>
                </a:p>
              </p:txBody>
            </p:sp>
            <p:sp>
              <p:nvSpPr>
                <p:cNvPr id="130" name="Freeform 51"/>
                <p:cNvSpPr>
                  <a:spLocks/>
                </p:cNvSpPr>
                <p:nvPr/>
              </p:nvSpPr>
              <p:spPr bwMode="auto">
                <a:xfrm>
                  <a:off x="10691150" y="5324036"/>
                  <a:ext cx="332477" cy="55614"/>
                </a:xfrm>
                <a:custGeom>
                  <a:avLst/>
                  <a:gdLst>
                    <a:gd name="T0" fmla="*/ 9 w 102"/>
                    <a:gd name="T1" fmla="*/ 0 h 17"/>
                    <a:gd name="T2" fmla="*/ 0 w 102"/>
                    <a:gd name="T3" fmla="*/ 8 h 17"/>
                    <a:gd name="T4" fmla="*/ 0 w 102"/>
                    <a:gd name="T5" fmla="*/ 9 h 17"/>
                    <a:gd name="T6" fmla="*/ 9 w 102"/>
                    <a:gd name="T7" fmla="*/ 17 h 17"/>
                    <a:gd name="T8" fmla="*/ 94 w 102"/>
                    <a:gd name="T9" fmla="*/ 17 h 17"/>
                    <a:gd name="T10" fmla="*/ 102 w 102"/>
                    <a:gd name="T11" fmla="*/ 9 h 17"/>
                    <a:gd name="T12" fmla="*/ 102 w 102"/>
                    <a:gd name="T13" fmla="*/ 8 h 17"/>
                    <a:gd name="T14" fmla="*/ 94 w 102"/>
                    <a:gd name="T15" fmla="*/ 0 h 17"/>
                    <a:gd name="T16" fmla="*/ 55 w 102"/>
                    <a:gd name="T17" fmla="*/ 0 h 17"/>
                    <a:gd name="T18" fmla="*/ 9 w 102"/>
                    <a:gd name="T19"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2" h="17">
                      <a:moveTo>
                        <a:pt x="9" y="0"/>
                      </a:moveTo>
                      <a:cubicBezTo>
                        <a:pt x="9" y="0"/>
                        <a:pt x="0" y="0"/>
                        <a:pt x="0" y="8"/>
                      </a:cubicBezTo>
                      <a:cubicBezTo>
                        <a:pt x="0" y="9"/>
                        <a:pt x="0" y="9"/>
                        <a:pt x="0" y="9"/>
                      </a:cubicBezTo>
                      <a:cubicBezTo>
                        <a:pt x="0" y="9"/>
                        <a:pt x="0" y="17"/>
                        <a:pt x="9" y="17"/>
                      </a:cubicBezTo>
                      <a:cubicBezTo>
                        <a:pt x="94" y="17"/>
                        <a:pt x="94" y="17"/>
                        <a:pt x="94" y="17"/>
                      </a:cubicBezTo>
                      <a:cubicBezTo>
                        <a:pt x="94" y="17"/>
                        <a:pt x="102" y="17"/>
                        <a:pt x="102" y="9"/>
                      </a:cubicBezTo>
                      <a:cubicBezTo>
                        <a:pt x="102" y="8"/>
                        <a:pt x="102" y="8"/>
                        <a:pt x="102" y="8"/>
                      </a:cubicBezTo>
                      <a:cubicBezTo>
                        <a:pt x="102" y="8"/>
                        <a:pt x="102" y="0"/>
                        <a:pt x="94" y="0"/>
                      </a:cubicBezTo>
                      <a:cubicBezTo>
                        <a:pt x="55" y="0"/>
                        <a:pt x="55" y="0"/>
                        <a:pt x="55" y="0"/>
                      </a:cubicBezTo>
                      <a:lnTo>
                        <a:pt x="9" y="0"/>
                      </a:lnTo>
                      <a:close/>
                    </a:path>
                  </a:pathLst>
                </a:custGeom>
                <a:solidFill>
                  <a:srgbClr val="68217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505050"/>
                    </a:solidFill>
                  </a:endParaRPr>
                </a:p>
              </p:txBody>
            </p:sp>
            <p:sp>
              <p:nvSpPr>
                <p:cNvPr id="131" name="Freeform 52"/>
                <p:cNvSpPr>
                  <a:spLocks/>
                </p:cNvSpPr>
                <p:nvPr/>
              </p:nvSpPr>
              <p:spPr bwMode="auto">
                <a:xfrm>
                  <a:off x="10691150" y="5425593"/>
                  <a:ext cx="332477" cy="59242"/>
                </a:xfrm>
                <a:custGeom>
                  <a:avLst/>
                  <a:gdLst>
                    <a:gd name="T0" fmla="*/ 9 w 102"/>
                    <a:gd name="T1" fmla="*/ 0 h 18"/>
                    <a:gd name="T2" fmla="*/ 0 w 102"/>
                    <a:gd name="T3" fmla="*/ 8 h 18"/>
                    <a:gd name="T4" fmla="*/ 0 w 102"/>
                    <a:gd name="T5" fmla="*/ 10 h 18"/>
                    <a:gd name="T6" fmla="*/ 9 w 102"/>
                    <a:gd name="T7" fmla="*/ 18 h 18"/>
                    <a:gd name="T8" fmla="*/ 94 w 102"/>
                    <a:gd name="T9" fmla="*/ 18 h 18"/>
                    <a:gd name="T10" fmla="*/ 102 w 102"/>
                    <a:gd name="T11" fmla="*/ 10 h 18"/>
                    <a:gd name="T12" fmla="*/ 102 w 102"/>
                    <a:gd name="T13" fmla="*/ 8 h 18"/>
                    <a:gd name="T14" fmla="*/ 94 w 102"/>
                    <a:gd name="T15" fmla="*/ 0 h 18"/>
                    <a:gd name="T16" fmla="*/ 55 w 102"/>
                    <a:gd name="T17" fmla="*/ 0 h 18"/>
                    <a:gd name="T18" fmla="*/ 9 w 102"/>
                    <a:gd name="T19"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2" h="18">
                      <a:moveTo>
                        <a:pt x="9" y="0"/>
                      </a:moveTo>
                      <a:cubicBezTo>
                        <a:pt x="9" y="0"/>
                        <a:pt x="0" y="0"/>
                        <a:pt x="0" y="8"/>
                      </a:cubicBezTo>
                      <a:cubicBezTo>
                        <a:pt x="0" y="10"/>
                        <a:pt x="0" y="10"/>
                        <a:pt x="0" y="10"/>
                      </a:cubicBezTo>
                      <a:cubicBezTo>
                        <a:pt x="0" y="10"/>
                        <a:pt x="0" y="18"/>
                        <a:pt x="9" y="18"/>
                      </a:cubicBezTo>
                      <a:cubicBezTo>
                        <a:pt x="94" y="18"/>
                        <a:pt x="94" y="18"/>
                        <a:pt x="94" y="18"/>
                      </a:cubicBezTo>
                      <a:cubicBezTo>
                        <a:pt x="94" y="18"/>
                        <a:pt x="102" y="18"/>
                        <a:pt x="102" y="10"/>
                      </a:cubicBezTo>
                      <a:cubicBezTo>
                        <a:pt x="102" y="8"/>
                        <a:pt x="102" y="8"/>
                        <a:pt x="102" y="8"/>
                      </a:cubicBezTo>
                      <a:cubicBezTo>
                        <a:pt x="102" y="8"/>
                        <a:pt x="102" y="0"/>
                        <a:pt x="94" y="0"/>
                      </a:cubicBezTo>
                      <a:cubicBezTo>
                        <a:pt x="55" y="0"/>
                        <a:pt x="55" y="0"/>
                        <a:pt x="55" y="0"/>
                      </a:cubicBezTo>
                      <a:lnTo>
                        <a:pt x="9" y="0"/>
                      </a:lnTo>
                      <a:close/>
                    </a:path>
                  </a:pathLst>
                </a:custGeom>
                <a:solidFill>
                  <a:srgbClr val="68217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505050"/>
                    </a:solidFill>
                  </a:endParaRPr>
                </a:p>
              </p:txBody>
            </p:sp>
            <p:sp>
              <p:nvSpPr>
                <p:cNvPr id="132" name="Freeform 53"/>
                <p:cNvSpPr>
                  <a:spLocks/>
                </p:cNvSpPr>
                <p:nvPr/>
              </p:nvSpPr>
              <p:spPr bwMode="auto">
                <a:xfrm>
                  <a:off x="10691150" y="5529567"/>
                  <a:ext cx="332477" cy="59242"/>
                </a:xfrm>
                <a:custGeom>
                  <a:avLst/>
                  <a:gdLst>
                    <a:gd name="T0" fmla="*/ 9 w 102"/>
                    <a:gd name="T1" fmla="*/ 0 h 18"/>
                    <a:gd name="T2" fmla="*/ 0 w 102"/>
                    <a:gd name="T3" fmla="*/ 8 h 18"/>
                    <a:gd name="T4" fmla="*/ 0 w 102"/>
                    <a:gd name="T5" fmla="*/ 10 h 18"/>
                    <a:gd name="T6" fmla="*/ 9 w 102"/>
                    <a:gd name="T7" fmla="*/ 18 h 18"/>
                    <a:gd name="T8" fmla="*/ 94 w 102"/>
                    <a:gd name="T9" fmla="*/ 18 h 18"/>
                    <a:gd name="T10" fmla="*/ 102 w 102"/>
                    <a:gd name="T11" fmla="*/ 10 h 18"/>
                    <a:gd name="T12" fmla="*/ 102 w 102"/>
                    <a:gd name="T13" fmla="*/ 8 h 18"/>
                    <a:gd name="T14" fmla="*/ 94 w 102"/>
                    <a:gd name="T15" fmla="*/ 0 h 18"/>
                    <a:gd name="T16" fmla="*/ 55 w 102"/>
                    <a:gd name="T17" fmla="*/ 0 h 18"/>
                    <a:gd name="T18" fmla="*/ 9 w 102"/>
                    <a:gd name="T19"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2" h="18">
                      <a:moveTo>
                        <a:pt x="9" y="0"/>
                      </a:moveTo>
                      <a:cubicBezTo>
                        <a:pt x="9" y="0"/>
                        <a:pt x="0" y="0"/>
                        <a:pt x="0" y="8"/>
                      </a:cubicBezTo>
                      <a:cubicBezTo>
                        <a:pt x="0" y="10"/>
                        <a:pt x="0" y="10"/>
                        <a:pt x="0" y="10"/>
                      </a:cubicBezTo>
                      <a:cubicBezTo>
                        <a:pt x="0" y="10"/>
                        <a:pt x="0" y="18"/>
                        <a:pt x="9" y="18"/>
                      </a:cubicBezTo>
                      <a:cubicBezTo>
                        <a:pt x="94" y="18"/>
                        <a:pt x="94" y="18"/>
                        <a:pt x="94" y="18"/>
                      </a:cubicBezTo>
                      <a:cubicBezTo>
                        <a:pt x="94" y="18"/>
                        <a:pt x="102" y="18"/>
                        <a:pt x="102" y="10"/>
                      </a:cubicBezTo>
                      <a:cubicBezTo>
                        <a:pt x="102" y="8"/>
                        <a:pt x="102" y="8"/>
                        <a:pt x="102" y="8"/>
                      </a:cubicBezTo>
                      <a:cubicBezTo>
                        <a:pt x="102" y="8"/>
                        <a:pt x="102" y="0"/>
                        <a:pt x="94" y="0"/>
                      </a:cubicBezTo>
                      <a:cubicBezTo>
                        <a:pt x="55" y="0"/>
                        <a:pt x="55" y="0"/>
                        <a:pt x="55" y="0"/>
                      </a:cubicBezTo>
                      <a:lnTo>
                        <a:pt x="9" y="0"/>
                      </a:lnTo>
                      <a:close/>
                    </a:path>
                  </a:pathLst>
                </a:custGeom>
                <a:solidFill>
                  <a:srgbClr val="68217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505050"/>
                    </a:solidFill>
                  </a:endParaRPr>
                </a:p>
              </p:txBody>
            </p:sp>
            <p:sp>
              <p:nvSpPr>
                <p:cNvPr id="133" name="Oval 54"/>
                <p:cNvSpPr>
                  <a:spLocks noChangeArrowheads="1"/>
                </p:cNvSpPr>
                <p:nvPr/>
              </p:nvSpPr>
              <p:spPr bwMode="auto">
                <a:xfrm>
                  <a:off x="10961967" y="5128177"/>
                  <a:ext cx="32643" cy="32644"/>
                </a:xfrm>
                <a:prstGeom prst="ellipse">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505050"/>
                    </a:solidFill>
                  </a:endParaRPr>
                </a:p>
              </p:txBody>
            </p:sp>
            <p:sp>
              <p:nvSpPr>
                <p:cNvPr id="134" name="Oval 55"/>
                <p:cNvSpPr>
                  <a:spLocks noChangeArrowheads="1"/>
                </p:cNvSpPr>
                <p:nvPr/>
              </p:nvSpPr>
              <p:spPr bwMode="auto">
                <a:xfrm>
                  <a:off x="10961967" y="5233360"/>
                  <a:ext cx="32643" cy="32644"/>
                </a:xfrm>
                <a:prstGeom prst="ellipse">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505050"/>
                    </a:solidFill>
                  </a:endParaRPr>
                </a:p>
              </p:txBody>
            </p:sp>
            <p:sp>
              <p:nvSpPr>
                <p:cNvPr id="135" name="Oval 56"/>
                <p:cNvSpPr>
                  <a:spLocks noChangeArrowheads="1"/>
                </p:cNvSpPr>
                <p:nvPr/>
              </p:nvSpPr>
              <p:spPr bwMode="auto">
                <a:xfrm>
                  <a:off x="10961967" y="5333708"/>
                  <a:ext cx="32643" cy="32644"/>
                </a:xfrm>
                <a:prstGeom prst="ellipse">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505050"/>
                    </a:solidFill>
                  </a:endParaRPr>
                </a:p>
              </p:txBody>
            </p:sp>
            <p:sp>
              <p:nvSpPr>
                <p:cNvPr id="136" name="Oval 57"/>
                <p:cNvSpPr>
                  <a:spLocks noChangeArrowheads="1"/>
                </p:cNvSpPr>
                <p:nvPr/>
              </p:nvSpPr>
              <p:spPr bwMode="auto">
                <a:xfrm>
                  <a:off x="10961967" y="5438891"/>
                  <a:ext cx="32643" cy="32644"/>
                </a:xfrm>
                <a:prstGeom prst="ellipse">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505050"/>
                    </a:solidFill>
                  </a:endParaRPr>
                </a:p>
              </p:txBody>
            </p:sp>
            <p:sp>
              <p:nvSpPr>
                <p:cNvPr id="143" name="Oval 58"/>
                <p:cNvSpPr>
                  <a:spLocks noChangeArrowheads="1"/>
                </p:cNvSpPr>
                <p:nvPr/>
              </p:nvSpPr>
              <p:spPr bwMode="auto">
                <a:xfrm>
                  <a:off x="10961967" y="5542866"/>
                  <a:ext cx="32643" cy="32644"/>
                </a:xfrm>
                <a:prstGeom prst="ellipse">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505050"/>
                    </a:solidFill>
                  </a:endParaRPr>
                </a:p>
              </p:txBody>
            </p:sp>
            <p:sp>
              <p:nvSpPr>
                <p:cNvPr id="144" name="Freeform 63"/>
                <p:cNvSpPr>
                  <a:spLocks/>
                </p:cNvSpPr>
                <p:nvPr/>
              </p:nvSpPr>
              <p:spPr bwMode="auto">
                <a:xfrm>
                  <a:off x="9979044" y="5373605"/>
                  <a:ext cx="419525" cy="263564"/>
                </a:xfrm>
                <a:custGeom>
                  <a:avLst/>
                  <a:gdLst>
                    <a:gd name="T0" fmla="*/ 0 w 347"/>
                    <a:gd name="T1" fmla="*/ 0 h 218"/>
                    <a:gd name="T2" fmla="*/ 347 w 347"/>
                    <a:gd name="T3" fmla="*/ 0 h 218"/>
                    <a:gd name="T4" fmla="*/ 347 w 347"/>
                    <a:gd name="T5" fmla="*/ 218 h 218"/>
                    <a:gd name="T6" fmla="*/ 0 w 347"/>
                    <a:gd name="T7" fmla="*/ 218 h 218"/>
                    <a:gd name="T8" fmla="*/ 0 w 347"/>
                    <a:gd name="T9" fmla="*/ 0 h 218"/>
                    <a:gd name="T10" fmla="*/ 0 w 347"/>
                    <a:gd name="T11" fmla="*/ 0 h 218"/>
                  </a:gdLst>
                  <a:ahLst/>
                  <a:cxnLst>
                    <a:cxn ang="0">
                      <a:pos x="T0" y="T1"/>
                    </a:cxn>
                    <a:cxn ang="0">
                      <a:pos x="T2" y="T3"/>
                    </a:cxn>
                    <a:cxn ang="0">
                      <a:pos x="T4" y="T5"/>
                    </a:cxn>
                    <a:cxn ang="0">
                      <a:pos x="T6" y="T7"/>
                    </a:cxn>
                    <a:cxn ang="0">
                      <a:pos x="T8" y="T9"/>
                    </a:cxn>
                    <a:cxn ang="0">
                      <a:pos x="T10" y="T11"/>
                    </a:cxn>
                  </a:cxnLst>
                  <a:rect l="0" t="0" r="r" b="b"/>
                  <a:pathLst>
                    <a:path w="347" h="218">
                      <a:moveTo>
                        <a:pt x="0" y="0"/>
                      </a:moveTo>
                      <a:lnTo>
                        <a:pt x="347" y="0"/>
                      </a:lnTo>
                      <a:lnTo>
                        <a:pt x="347" y="218"/>
                      </a:lnTo>
                      <a:lnTo>
                        <a:pt x="0" y="218"/>
                      </a:lnTo>
                      <a:lnTo>
                        <a:pt x="0" y="0"/>
                      </a:lnTo>
                      <a:lnTo>
                        <a:pt x="0" y="0"/>
                      </a:lnTo>
                      <a:close/>
                    </a:path>
                  </a:pathLst>
                </a:custGeom>
                <a:solidFill>
                  <a:srgbClr val="EB3C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505050"/>
                    </a:solidFill>
                  </a:endParaRPr>
                </a:p>
              </p:txBody>
            </p:sp>
            <p:sp>
              <p:nvSpPr>
                <p:cNvPr id="145" name="Freeform 64"/>
                <p:cNvSpPr>
                  <a:spLocks noEditPoints="1"/>
                </p:cNvSpPr>
                <p:nvPr/>
              </p:nvSpPr>
              <p:spPr bwMode="auto">
                <a:xfrm>
                  <a:off x="9881115" y="5360306"/>
                  <a:ext cx="615384" cy="330059"/>
                </a:xfrm>
                <a:custGeom>
                  <a:avLst/>
                  <a:gdLst>
                    <a:gd name="T0" fmla="*/ 160 w 189"/>
                    <a:gd name="T1" fmla="*/ 90 h 101"/>
                    <a:gd name="T2" fmla="*/ 165 w 189"/>
                    <a:gd name="T3" fmla="*/ 85 h 101"/>
                    <a:gd name="T4" fmla="*/ 165 w 189"/>
                    <a:gd name="T5" fmla="*/ 4 h 101"/>
                    <a:gd name="T6" fmla="*/ 160 w 189"/>
                    <a:gd name="T7" fmla="*/ 0 h 101"/>
                    <a:gd name="T8" fmla="*/ 29 w 189"/>
                    <a:gd name="T9" fmla="*/ 0 h 101"/>
                    <a:gd name="T10" fmla="*/ 24 w 189"/>
                    <a:gd name="T11" fmla="*/ 4 h 101"/>
                    <a:gd name="T12" fmla="*/ 24 w 189"/>
                    <a:gd name="T13" fmla="*/ 85 h 101"/>
                    <a:gd name="T14" fmla="*/ 29 w 189"/>
                    <a:gd name="T15" fmla="*/ 90 h 101"/>
                    <a:gd name="T16" fmla="*/ 0 w 189"/>
                    <a:gd name="T17" fmla="*/ 90 h 101"/>
                    <a:gd name="T18" fmla="*/ 0 w 189"/>
                    <a:gd name="T19" fmla="*/ 93 h 101"/>
                    <a:gd name="T20" fmla="*/ 0 w 189"/>
                    <a:gd name="T21" fmla="*/ 97 h 101"/>
                    <a:gd name="T22" fmla="*/ 0 w 189"/>
                    <a:gd name="T23" fmla="*/ 97 h 101"/>
                    <a:gd name="T24" fmla="*/ 0 w 189"/>
                    <a:gd name="T25" fmla="*/ 97 h 101"/>
                    <a:gd name="T26" fmla="*/ 0 w 189"/>
                    <a:gd name="T27" fmla="*/ 98 h 101"/>
                    <a:gd name="T28" fmla="*/ 0 w 189"/>
                    <a:gd name="T29" fmla="*/ 98 h 101"/>
                    <a:gd name="T30" fmla="*/ 4 w 189"/>
                    <a:gd name="T31" fmla="*/ 101 h 101"/>
                    <a:gd name="T32" fmla="*/ 185 w 189"/>
                    <a:gd name="T33" fmla="*/ 101 h 101"/>
                    <a:gd name="T34" fmla="*/ 189 w 189"/>
                    <a:gd name="T35" fmla="*/ 98 h 101"/>
                    <a:gd name="T36" fmla="*/ 189 w 189"/>
                    <a:gd name="T37" fmla="*/ 98 h 101"/>
                    <a:gd name="T38" fmla="*/ 189 w 189"/>
                    <a:gd name="T39" fmla="*/ 93 h 101"/>
                    <a:gd name="T40" fmla="*/ 189 w 189"/>
                    <a:gd name="T41" fmla="*/ 90 h 101"/>
                    <a:gd name="T42" fmla="*/ 160 w 189"/>
                    <a:gd name="T43" fmla="*/ 90 h 101"/>
                    <a:gd name="T44" fmla="*/ 30 w 189"/>
                    <a:gd name="T45" fmla="*/ 5 h 101"/>
                    <a:gd name="T46" fmla="*/ 159 w 189"/>
                    <a:gd name="T47" fmla="*/ 5 h 101"/>
                    <a:gd name="T48" fmla="*/ 159 w 189"/>
                    <a:gd name="T49" fmla="*/ 84 h 101"/>
                    <a:gd name="T50" fmla="*/ 30 w 189"/>
                    <a:gd name="T51" fmla="*/ 84 h 101"/>
                    <a:gd name="T52" fmla="*/ 30 w 189"/>
                    <a:gd name="T53" fmla="*/ 5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89" h="101">
                      <a:moveTo>
                        <a:pt x="160" y="90"/>
                      </a:moveTo>
                      <a:cubicBezTo>
                        <a:pt x="163" y="90"/>
                        <a:pt x="165" y="88"/>
                        <a:pt x="165" y="85"/>
                      </a:cubicBezTo>
                      <a:cubicBezTo>
                        <a:pt x="165" y="4"/>
                        <a:pt x="165" y="4"/>
                        <a:pt x="165" y="4"/>
                      </a:cubicBezTo>
                      <a:cubicBezTo>
                        <a:pt x="165" y="1"/>
                        <a:pt x="163" y="0"/>
                        <a:pt x="160" y="0"/>
                      </a:cubicBezTo>
                      <a:cubicBezTo>
                        <a:pt x="29" y="0"/>
                        <a:pt x="29" y="0"/>
                        <a:pt x="29" y="0"/>
                      </a:cubicBezTo>
                      <a:cubicBezTo>
                        <a:pt x="26" y="0"/>
                        <a:pt x="24" y="1"/>
                        <a:pt x="24" y="4"/>
                      </a:cubicBezTo>
                      <a:cubicBezTo>
                        <a:pt x="24" y="85"/>
                        <a:pt x="24" y="85"/>
                        <a:pt x="24" y="85"/>
                      </a:cubicBezTo>
                      <a:cubicBezTo>
                        <a:pt x="24" y="88"/>
                        <a:pt x="26" y="90"/>
                        <a:pt x="29" y="90"/>
                      </a:cubicBezTo>
                      <a:cubicBezTo>
                        <a:pt x="0" y="90"/>
                        <a:pt x="0" y="90"/>
                        <a:pt x="0" y="90"/>
                      </a:cubicBezTo>
                      <a:cubicBezTo>
                        <a:pt x="0" y="93"/>
                        <a:pt x="0" y="93"/>
                        <a:pt x="0" y="93"/>
                      </a:cubicBezTo>
                      <a:cubicBezTo>
                        <a:pt x="0" y="97"/>
                        <a:pt x="0" y="97"/>
                        <a:pt x="0" y="97"/>
                      </a:cubicBezTo>
                      <a:cubicBezTo>
                        <a:pt x="0" y="97"/>
                        <a:pt x="0" y="97"/>
                        <a:pt x="0" y="97"/>
                      </a:cubicBezTo>
                      <a:cubicBezTo>
                        <a:pt x="0" y="97"/>
                        <a:pt x="0" y="97"/>
                        <a:pt x="0" y="97"/>
                      </a:cubicBezTo>
                      <a:cubicBezTo>
                        <a:pt x="0" y="98"/>
                        <a:pt x="0" y="98"/>
                        <a:pt x="0" y="98"/>
                      </a:cubicBezTo>
                      <a:cubicBezTo>
                        <a:pt x="0" y="98"/>
                        <a:pt x="0" y="98"/>
                        <a:pt x="0" y="98"/>
                      </a:cubicBezTo>
                      <a:cubicBezTo>
                        <a:pt x="0" y="100"/>
                        <a:pt x="2" y="101"/>
                        <a:pt x="4" y="101"/>
                      </a:cubicBezTo>
                      <a:cubicBezTo>
                        <a:pt x="185" y="101"/>
                        <a:pt x="185" y="101"/>
                        <a:pt x="185" y="101"/>
                      </a:cubicBezTo>
                      <a:cubicBezTo>
                        <a:pt x="187" y="101"/>
                        <a:pt x="188" y="100"/>
                        <a:pt x="189" y="98"/>
                      </a:cubicBezTo>
                      <a:cubicBezTo>
                        <a:pt x="189" y="98"/>
                        <a:pt x="189" y="98"/>
                        <a:pt x="189" y="98"/>
                      </a:cubicBezTo>
                      <a:cubicBezTo>
                        <a:pt x="189" y="93"/>
                        <a:pt x="189" y="93"/>
                        <a:pt x="189" y="93"/>
                      </a:cubicBezTo>
                      <a:cubicBezTo>
                        <a:pt x="189" y="90"/>
                        <a:pt x="189" y="90"/>
                        <a:pt x="189" y="90"/>
                      </a:cubicBezTo>
                      <a:lnTo>
                        <a:pt x="160" y="90"/>
                      </a:lnTo>
                      <a:close/>
                      <a:moveTo>
                        <a:pt x="30" y="5"/>
                      </a:moveTo>
                      <a:cubicBezTo>
                        <a:pt x="159" y="5"/>
                        <a:pt x="159" y="5"/>
                        <a:pt x="159" y="5"/>
                      </a:cubicBezTo>
                      <a:cubicBezTo>
                        <a:pt x="159" y="84"/>
                        <a:pt x="159" y="84"/>
                        <a:pt x="159" y="84"/>
                      </a:cubicBezTo>
                      <a:cubicBezTo>
                        <a:pt x="30" y="84"/>
                        <a:pt x="30" y="84"/>
                        <a:pt x="30" y="84"/>
                      </a:cubicBezTo>
                      <a:cubicBezTo>
                        <a:pt x="30" y="5"/>
                        <a:pt x="30" y="5"/>
                        <a:pt x="30" y="5"/>
                      </a:cubicBezTo>
                      <a:close/>
                    </a:path>
                  </a:pathLst>
                </a:custGeom>
                <a:solidFill>
                  <a:srgbClr val="FF8C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505050"/>
                    </a:solidFill>
                  </a:endParaRPr>
                </a:p>
              </p:txBody>
            </p:sp>
          </p:grpSp>
          <p:sp>
            <p:nvSpPr>
              <p:cNvPr id="119" name="Rectangle 65"/>
              <p:cNvSpPr>
                <a:spLocks noChangeArrowheads="1"/>
              </p:cNvSpPr>
              <p:nvPr/>
            </p:nvSpPr>
            <p:spPr bwMode="auto">
              <a:xfrm>
                <a:off x="9587326" y="5690365"/>
                <a:ext cx="1632160" cy="54406"/>
              </a:xfrm>
              <a:prstGeom prst="rect">
                <a:avLst/>
              </a:prstGeom>
              <a:solidFill>
                <a:srgbClr val="00205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505050"/>
                  </a:solidFill>
                </a:endParaRPr>
              </a:p>
            </p:txBody>
          </p:sp>
        </p:grpSp>
      </p:grpSp>
      <p:grpSp>
        <p:nvGrpSpPr>
          <p:cNvPr id="199" name="Group 198"/>
          <p:cNvGrpSpPr/>
          <p:nvPr/>
        </p:nvGrpSpPr>
        <p:grpSpPr>
          <a:xfrm>
            <a:off x="8780304" y="2023103"/>
            <a:ext cx="2066841" cy="1342250"/>
            <a:chOff x="9527229" y="2432570"/>
            <a:chExt cx="1367093" cy="887819"/>
          </a:xfrm>
          <a:solidFill>
            <a:schemeClr val="accent2">
              <a:lumMod val="75000"/>
            </a:schemeClr>
          </a:solidFill>
        </p:grpSpPr>
        <p:sp>
          <p:nvSpPr>
            <p:cNvPr id="203" name="Freeform 95"/>
            <p:cNvSpPr>
              <a:spLocks/>
            </p:cNvSpPr>
            <p:nvPr/>
          </p:nvSpPr>
          <p:spPr bwMode="auto">
            <a:xfrm flipH="1">
              <a:off x="9527229" y="2432570"/>
              <a:ext cx="1367093" cy="887819"/>
            </a:xfrm>
            <a:custGeom>
              <a:avLst/>
              <a:gdLst>
                <a:gd name="T0" fmla="*/ 618 w 736"/>
                <a:gd name="T1" fmla="*/ 213 h 484"/>
                <a:gd name="T2" fmla="*/ 618 w 736"/>
                <a:gd name="T3" fmla="*/ 203 h 484"/>
                <a:gd name="T4" fmla="*/ 415 w 736"/>
                <a:gd name="T5" fmla="*/ 0 h 484"/>
                <a:gd name="T6" fmla="*/ 246 w 736"/>
                <a:gd name="T7" fmla="*/ 91 h 484"/>
                <a:gd name="T8" fmla="*/ 191 w 736"/>
                <a:gd name="T9" fmla="*/ 76 h 484"/>
                <a:gd name="T10" fmla="*/ 125 w 736"/>
                <a:gd name="T11" fmla="*/ 96 h 484"/>
                <a:gd name="T12" fmla="*/ 73 w 736"/>
                <a:gd name="T13" fmla="*/ 191 h 484"/>
                <a:gd name="T14" fmla="*/ 0 w 736"/>
                <a:gd name="T15" fmla="*/ 325 h 484"/>
                <a:gd name="T16" fmla="*/ 142 w 736"/>
                <a:gd name="T17" fmla="*/ 484 h 484"/>
                <a:gd name="T18" fmla="*/ 160 w 736"/>
                <a:gd name="T19" fmla="*/ 484 h 484"/>
                <a:gd name="T20" fmla="*/ 176 w 736"/>
                <a:gd name="T21" fmla="*/ 484 h 484"/>
                <a:gd name="T22" fmla="*/ 507 w 736"/>
                <a:gd name="T23" fmla="*/ 484 h 484"/>
                <a:gd name="T24" fmla="*/ 514 w 736"/>
                <a:gd name="T25" fmla="*/ 484 h 484"/>
                <a:gd name="T26" fmla="*/ 522 w 736"/>
                <a:gd name="T27" fmla="*/ 484 h 484"/>
                <a:gd name="T28" fmla="*/ 546 w 736"/>
                <a:gd name="T29" fmla="*/ 484 h 484"/>
                <a:gd name="T30" fmla="*/ 599 w 736"/>
                <a:gd name="T31" fmla="*/ 484 h 484"/>
                <a:gd name="T32" fmla="*/ 736 w 736"/>
                <a:gd name="T33" fmla="*/ 348 h 484"/>
                <a:gd name="T34" fmla="*/ 618 w 736"/>
                <a:gd name="T35" fmla="*/ 213 h 4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736" h="484">
                  <a:moveTo>
                    <a:pt x="618" y="213"/>
                  </a:moveTo>
                  <a:cubicBezTo>
                    <a:pt x="618" y="210"/>
                    <a:pt x="618" y="206"/>
                    <a:pt x="618" y="203"/>
                  </a:cubicBezTo>
                  <a:cubicBezTo>
                    <a:pt x="618" y="91"/>
                    <a:pt x="527" y="0"/>
                    <a:pt x="415" y="0"/>
                  </a:cubicBezTo>
                  <a:cubicBezTo>
                    <a:pt x="345" y="0"/>
                    <a:pt x="283" y="37"/>
                    <a:pt x="246" y="91"/>
                  </a:cubicBezTo>
                  <a:cubicBezTo>
                    <a:pt x="230" y="82"/>
                    <a:pt x="211" y="76"/>
                    <a:pt x="191" y="76"/>
                  </a:cubicBezTo>
                  <a:cubicBezTo>
                    <a:pt x="167" y="76"/>
                    <a:pt x="144" y="83"/>
                    <a:pt x="125" y="96"/>
                  </a:cubicBezTo>
                  <a:cubicBezTo>
                    <a:pt x="94" y="116"/>
                    <a:pt x="74" y="151"/>
                    <a:pt x="73" y="191"/>
                  </a:cubicBezTo>
                  <a:cubicBezTo>
                    <a:pt x="30" y="219"/>
                    <a:pt x="0" y="269"/>
                    <a:pt x="0" y="325"/>
                  </a:cubicBezTo>
                  <a:cubicBezTo>
                    <a:pt x="0" y="407"/>
                    <a:pt x="62" y="475"/>
                    <a:pt x="142" y="484"/>
                  </a:cubicBezTo>
                  <a:cubicBezTo>
                    <a:pt x="148" y="484"/>
                    <a:pt x="154" y="484"/>
                    <a:pt x="160" y="484"/>
                  </a:cubicBezTo>
                  <a:cubicBezTo>
                    <a:pt x="165" y="484"/>
                    <a:pt x="171" y="484"/>
                    <a:pt x="176" y="484"/>
                  </a:cubicBezTo>
                  <a:cubicBezTo>
                    <a:pt x="250" y="484"/>
                    <a:pt x="425" y="484"/>
                    <a:pt x="507" y="484"/>
                  </a:cubicBezTo>
                  <a:cubicBezTo>
                    <a:pt x="510" y="484"/>
                    <a:pt x="512" y="484"/>
                    <a:pt x="514" y="484"/>
                  </a:cubicBezTo>
                  <a:cubicBezTo>
                    <a:pt x="522" y="484"/>
                    <a:pt x="522" y="484"/>
                    <a:pt x="522" y="484"/>
                  </a:cubicBezTo>
                  <a:cubicBezTo>
                    <a:pt x="526" y="484"/>
                    <a:pt x="538" y="484"/>
                    <a:pt x="546" y="484"/>
                  </a:cubicBezTo>
                  <a:cubicBezTo>
                    <a:pt x="599" y="484"/>
                    <a:pt x="599" y="484"/>
                    <a:pt x="599" y="484"/>
                  </a:cubicBezTo>
                  <a:cubicBezTo>
                    <a:pt x="675" y="483"/>
                    <a:pt x="736" y="422"/>
                    <a:pt x="736" y="348"/>
                  </a:cubicBezTo>
                  <a:cubicBezTo>
                    <a:pt x="736" y="279"/>
                    <a:pt x="684" y="222"/>
                    <a:pt x="618" y="2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800" kern="0">
                <a:solidFill>
                  <a:srgbClr val="505050"/>
                </a:solidFill>
              </a:endParaRPr>
            </a:p>
          </p:txBody>
        </p:sp>
        <p:sp>
          <p:nvSpPr>
            <p:cNvPr id="204" name="Rectangle 54"/>
            <p:cNvSpPr/>
            <p:nvPr/>
          </p:nvSpPr>
          <p:spPr bwMode="auto">
            <a:xfrm>
              <a:off x="9913577" y="2763196"/>
              <a:ext cx="690196" cy="409724"/>
            </a:xfrm>
            <a:prstGeom prst="rect">
              <a:avLst/>
            </a:prstGeom>
            <a:grpFill/>
            <a:ln w="9525" cap="flat" cmpd="sng" algn="ctr">
              <a:noFill/>
              <a:prstDash val="solid"/>
              <a:headEnd type="none" w="med" len="med"/>
              <a:tailEnd type="none" w="med" len="med"/>
            </a:ln>
            <a:effectLst/>
          </p:spPr>
          <p:txBody>
            <a:bodyPr rot="0" spcFirstLastPara="0" vertOverflow="overflow" horzOverflow="overflow" vert="horz" wrap="square" lIns="91440" tIns="0" rIns="0" bIns="0" numCol="1" spcCol="0" rtlCol="0" fromWordArt="0" anchor="ctr" anchorCtr="0" forceAA="0" compatLnSpc="1">
              <a:prstTxWarp prst="textNoShape">
                <a:avLst/>
              </a:prstTxWarp>
              <a:noAutofit/>
            </a:bodyPr>
            <a:lstStyle/>
            <a:p>
              <a:pPr lvl="0" algn="ctr" defTabSz="932472" fontAlgn="base">
                <a:lnSpc>
                  <a:spcPct val="90000"/>
                </a:lnSpc>
                <a:spcBef>
                  <a:spcPct val="0"/>
                </a:spcBef>
                <a:spcAft>
                  <a:spcPct val="0"/>
                </a:spcAft>
              </a:pPr>
              <a:r>
                <a:rPr lang="en-US" sz="1400" b="1" kern="0" dirty="0">
                  <a:solidFill>
                    <a:schemeClr val="bg1"/>
                  </a:solidFill>
                  <a:ea typeface="Segoe UI" pitchFamily="34" charset="0"/>
                  <a:cs typeface="Segoe UI" pitchFamily="34" charset="0"/>
                </a:rPr>
                <a:t>North Europe</a:t>
              </a:r>
            </a:p>
          </p:txBody>
        </p:sp>
        <p:sp>
          <p:nvSpPr>
            <p:cNvPr id="206" name="Freeform 92"/>
            <p:cNvSpPr>
              <a:spLocks noEditPoints="1"/>
            </p:cNvSpPr>
            <p:nvPr/>
          </p:nvSpPr>
          <p:spPr bwMode="black">
            <a:xfrm>
              <a:off x="9809599" y="2876480"/>
              <a:ext cx="140896" cy="183156"/>
            </a:xfrm>
            <a:custGeom>
              <a:avLst/>
              <a:gdLst>
                <a:gd name="T0" fmla="*/ 15 w 48"/>
                <a:gd name="T1" fmla="*/ 11 h 66"/>
                <a:gd name="T2" fmla="*/ 24 w 48"/>
                <a:gd name="T3" fmla="*/ 9 h 66"/>
                <a:gd name="T4" fmla="*/ 33 w 48"/>
                <a:gd name="T5" fmla="*/ 11 h 66"/>
                <a:gd name="T6" fmla="*/ 35 w 48"/>
                <a:gd name="T7" fmla="*/ 23 h 66"/>
                <a:gd name="T8" fmla="*/ 35 w 48"/>
                <a:gd name="T9" fmla="*/ 25 h 66"/>
                <a:gd name="T10" fmla="*/ 35 w 48"/>
                <a:gd name="T11" fmla="*/ 27 h 66"/>
                <a:gd name="T12" fmla="*/ 14 w 48"/>
                <a:gd name="T13" fmla="*/ 27 h 66"/>
                <a:gd name="T14" fmla="*/ 14 w 48"/>
                <a:gd name="T15" fmla="*/ 25 h 66"/>
                <a:gd name="T16" fmla="*/ 14 w 48"/>
                <a:gd name="T17" fmla="*/ 22 h 66"/>
                <a:gd name="T18" fmla="*/ 15 w 48"/>
                <a:gd name="T19" fmla="*/ 11 h 66"/>
                <a:gd name="T20" fmla="*/ 44 w 48"/>
                <a:gd name="T21" fmla="*/ 28 h 66"/>
                <a:gd name="T22" fmla="*/ 44 w 48"/>
                <a:gd name="T23" fmla="*/ 25 h 66"/>
                <a:gd name="T24" fmla="*/ 44 w 48"/>
                <a:gd name="T25" fmla="*/ 23 h 66"/>
                <a:gd name="T26" fmla="*/ 39 w 48"/>
                <a:gd name="T27" fmla="*/ 5 h 66"/>
                <a:gd name="T28" fmla="*/ 24 w 48"/>
                <a:gd name="T29" fmla="*/ 0 h 66"/>
                <a:gd name="T30" fmla="*/ 9 w 48"/>
                <a:gd name="T31" fmla="*/ 5 h 66"/>
                <a:gd name="T32" fmla="*/ 5 w 48"/>
                <a:gd name="T33" fmla="*/ 22 h 66"/>
                <a:gd name="T34" fmla="*/ 5 w 48"/>
                <a:gd name="T35" fmla="*/ 25 h 66"/>
                <a:gd name="T36" fmla="*/ 5 w 48"/>
                <a:gd name="T37" fmla="*/ 27 h 66"/>
                <a:gd name="T38" fmla="*/ 0 w 48"/>
                <a:gd name="T39" fmla="*/ 32 h 66"/>
                <a:gd name="T40" fmla="*/ 0 w 48"/>
                <a:gd name="T41" fmla="*/ 62 h 66"/>
                <a:gd name="T42" fmla="*/ 5 w 48"/>
                <a:gd name="T43" fmla="*/ 66 h 66"/>
                <a:gd name="T44" fmla="*/ 43 w 48"/>
                <a:gd name="T45" fmla="*/ 66 h 66"/>
                <a:gd name="T46" fmla="*/ 48 w 48"/>
                <a:gd name="T47" fmla="*/ 62 h 66"/>
                <a:gd name="T48" fmla="*/ 48 w 48"/>
                <a:gd name="T49" fmla="*/ 32 h 66"/>
                <a:gd name="T50" fmla="*/ 44 w 48"/>
                <a:gd name="T51" fmla="*/ 28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48" h="66">
                  <a:moveTo>
                    <a:pt x="15" y="11"/>
                  </a:moveTo>
                  <a:cubicBezTo>
                    <a:pt x="17" y="10"/>
                    <a:pt x="20" y="9"/>
                    <a:pt x="24" y="9"/>
                  </a:cubicBezTo>
                  <a:cubicBezTo>
                    <a:pt x="29" y="9"/>
                    <a:pt x="32" y="10"/>
                    <a:pt x="33" y="11"/>
                  </a:cubicBezTo>
                  <a:cubicBezTo>
                    <a:pt x="35" y="13"/>
                    <a:pt x="35" y="18"/>
                    <a:pt x="35" y="23"/>
                  </a:cubicBezTo>
                  <a:cubicBezTo>
                    <a:pt x="35" y="25"/>
                    <a:pt x="35" y="25"/>
                    <a:pt x="35" y="25"/>
                  </a:cubicBezTo>
                  <a:cubicBezTo>
                    <a:pt x="35" y="26"/>
                    <a:pt x="35" y="27"/>
                    <a:pt x="35" y="27"/>
                  </a:cubicBezTo>
                  <a:cubicBezTo>
                    <a:pt x="14" y="27"/>
                    <a:pt x="14" y="27"/>
                    <a:pt x="14" y="27"/>
                  </a:cubicBezTo>
                  <a:cubicBezTo>
                    <a:pt x="14" y="27"/>
                    <a:pt x="14" y="26"/>
                    <a:pt x="14" y="25"/>
                  </a:cubicBezTo>
                  <a:cubicBezTo>
                    <a:pt x="14" y="22"/>
                    <a:pt x="14" y="22"/>
                    <a:pt x="14" y="22"/>
                  </a:cubicBezTo>
                  <a:cubicBezTo>
                    <a:pt x="14" y="17"/>
                    <a:pt x="14" y="13"/>
                    <a:pt x="15" y="11"/>
                  </a:cubicBezTo>
                  <a:moveTo>
                    <a:pt x="44" y="28"/>
                  </a:moveTo>
                  <a:cubicBezTo>
                    <a:pt x="44" y="27"/>
                    <a:pt x="44" y="26"/>
                    <a:pt x="44" y="25"/>
                  </a:cubicBezTo>
                  <a:cubicBezTo>
                    <a:pt x="44" y="23"/>
                    <a:pt x="44" y="23"/>
                    <a:pt x="44" y="23"/>
                  </a:cubicBezTo>
                  <a:cubicBezTo>
                    <a:pt x="44" y="16"/>
                    <a:pt x="44" y="10"/>
                    <a:pt x="39" y="5"/>
                  </a:cubicBezTo>
                  <a:cubicBezTo>
                    <a:pt x="36" y="2"/>
                    <a:pt x="31" y="0"/>
                    <a:pt x="24" y="0"/>
                  </a:cubicBezTo>
                  <a:cubicBezTo>
                    <a:pt x="17" y="0"/>
                    <a:pt x="12" y="2"/>
                    <a:pt x="9" y="5"/>
                  </a:cubicBezTo>
                  <a:cubicBezTo>
                    <a:pt x="5" y="9"/>
                    <a:pt x="5" y="16"/>
                    <a:pt x="5" y="22"/>
                  </a:cubicBezTo>
                  <a:cubicBezTo>
                    <a:pt x="5" y="25"/>
                    <a:pt x="5" y="25"/>
                    <a:pt x="5" y="25"/>
                  </a:cubicBezTo>
                  <a:cubicBezTo>
                    <a:pt x="5" y="26"/>
                    <a:pt x="5" y="27"/>
                    <a:pt x="5" y="27"/>
                  </a:cubicBezTo>
                  <a:cubicBezTo>
                    <a:pt x="2" y="28"/>
                    <a:pt x="0" y="30"/>
                    <a:pt x="0" y="32"/>
                  </a:cubicBezTo>
                  <a:cubicBezTo>
                    <a:pt x="0" y="62"/>
                    <a:pt x="0" y="62"/>
                    <a:pt x="0" y="62"/>
                  </a:cubicBezTo>
                  <a:cubicBezTo>
                    <a:pt x="0" y="64"/>
                    <a:pt x="2" y="66"/>
                    <a:pt x="5" y="66"/>
                  </a:cubicBezTo>
                  <a:cubicBezTo>
                    <a:pt x="43" y="66"/>
                    <a:pt x="43" y="66"/>
                    <a:pt x="43" y="66"/>
                  </a:cubicBezTo>
                  <a:cubicBezTo>
                    <a:pt x="46" y="66"/>
                    <a:pt x="48" y="64"/>
                    <a:pt x="48" y="62"/>
                  </a:cubicBezTo>
                  <a:cubicBezTo>
                    <a:pt x="48" y="32"/>
                    <a:pt x="48" y="32"/>
                    <a:pt x="48" y="32"/>
                  </a:cubicBezTo>
                  <a:cubicBezTo>
                    <a:pt x="48" y="30"/>
                    <a:pt x="46" y="28"/>
                    <a:pt x="44" y="28"/>
                  </a:cubicBezTo>
                </a:path>
              </a:pathLst>
            </a:custGeom>
            <a:grpFill/>
            <a:ln>
              <a:noFill/>
            </a:ln>
            <a:extLst/>
          </p:spPr>
          <p:txBody>
            <a:bodyPr vert="horz" wrap="square" lIns="93260" tIns="46630" rIns="93260" bIns="46630" numCol="1" anchor="t" anchorCtr="0" compatLnSpc="1">
              <a:prstTxWarp prst="textNoShape">
                <a:avLst/>
              </a:prstTxWarp>
            </a:bodyPr>
            <a:lstStyle/>
            <a:p>
              <a:endParaRPr lang="en-US" sz="2400"/>
            </a:p>
          </p:txBody>
        </p:sp>
      </p:grpSp>
      <p:grpSp>
        <p:nvGrpSpPr>
          <p:cNvPr id="207" name="Group 206"/>
          <p:cNvGrpSpPr/>
          <p:nvPr/>
        </p:nvGrpSpPr>
        <p:grpSpPr>
          <a:xfrm>
            <a:off x="5956566" y="1707873"/>
            <a:ext cx="2123442" cy="1379008"/>
            <a:chOff x="7848780" y="2543659"/>
            <a:chExt cx="1367093" cy="887819"/>
          </a:xfrm>
        </p:grpSpPr>
        <p:sp>
          <p:nvSpPr>
            <p:cNvPr id="208" name="Freeform 95"/>
            <p:cNvSpPr>
              <a:spLocks/>
            </p:cNvSpPr>
            <p:nvPr/>
          </p:nvSpPr>
          <p:spPr bwMode="auto">
            <a:xfrm flipH="1">
              <a:off x="7848780" y="2543659"/>
              <a:ext cx="1367093" cy="887819"/>
            </a:xfrm>
            <a:custGeom>
              <a:avLst/>
              <a:gdLst>
                <a:gd name="T0" fmla="*/ 618 w 736"/>
                <a:gd name="T1" fmla="*/ 213 h 484"/>
                <a:gd name="T2" fmla="*/ 618 w 736"/>
                <a:gd name="T3" fmla="*/ 203 h 484"/>
                <a:gd name="T4" fmla="*/ 415 w 736"/>
                <a:gd name="T5" fmla="*/ 0 h 484"/>
                <a:gd name="T6" fmla="*/ 246 w 736"/>
                <a:gd name="T7" fmla="*/ 91 h 484"/>
                <a:gd name="T8" fmla="*/ 191 w 736"/>
                <a:gd name="T9" fmla="*/ 76 h 484"/>
                <a:gd name="T10" fmla="*/ 125 w 736"/>
                <a:gd name="T11" fmla="*/ 96 h 484"/>
                <a:gd name="T12" fmla="*/ 73 w 736"/>
                <a:gd name="T13" fmla="*/ 191 h 484"/>
                <a:gd name="T14" fmla="*/ 0 w 736"/>
                <a:gd name="T15" fmla="*/ 325 h 484"/>
                <a:gd name="T16" fmla="*/ 142 w 736"/>
                <a:gd name="T17" fmla="*/ 484 h 484"/>
                <a:gd name="T18" fmla="*/ 160 w 736"/>
                <a:gd name="T19" fmla="*/ 484 h 484"/>
                <a:gd name="T20" fmla="*/ 176 w 736"/>
                <a:gd name="T21" fmla="*/ 484 h 484"/>
                <a:gd name="T22" fmla="*/ 507 w 736"/>
                <a:gd name="T23" fmla="*/ 484 h 484"/>
                <a:gd name="T24" fmla="*/ 514 w 736"/>
                <a:gd name="T25" fmla="*/ 484 h 484"/>
                <a:gd name="T26" fmla="*/ 522 w 736"/>
                <a:gd name="T27" fmla="*/ 484 h 484"/>
                <a:gd name="T28" fmla="*/ 546 w 736"/>
                <a:gd name="T29" fmla="*/ 484 h 484"/>
                <a:gd name="T30" fmla="*/ 599 w 736"/>
                <a:gd name="T31" fmla="*/ 484 h 484"/>
                <a:gd name="T32" fmla="*/ 736 w 736"/>
                <a:gd name="T33" fmla="*/ 348 h 484"/>
                <a:gd name="T34" fmla="*/ 618 w 736"/>
                <a:gd name="T35" fmla="*/ 213 h 4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736" h="484">
                  <a:moveTo>
                    <a:pt x="618" y="213"/>
                  </a:moveTo>
                  <a:cubicBezTo>
                    <a:pt x="618" y="210"/>
                    <a:pt x="618" y="206"/>
                    <a:pt x="618" y="203"/>
                  </a:cubicBezTo>
                  <a:cubicBezTo>
                    <a:pt x="618" y="91"/>
                    <a:pt x="527" y="0"/>
                    <a:pt x="415" y="0"/>
                  </a:cubicBezTo>
                  <a:cubicBezTo>
                    <a:pt x="345" y="0"/>
                    <a:pt x="283" y="37"/>
                    <a:pt x="246" y="91"/>
                  </a:cubicBezTo>
                  <a:cubicBezTo>
                    <a:pt x="230" y="82"/>
                    <a:pt x="211" y="76"/>
                    <a:pt x="191" y="76"/>
                  </a:cubicBezTo>
                  <a:cubicBezTo>
                    <a:pt x="167" y="76"/>
                    <a:pt x="144" y="83"/>
                    <a:pt x="125" y="96"/>
                  </a:cubicBezTo>
                  <a:cubicBezTo>
                    <a:pt x="94" y="116"/>
                    <a:pt x="74" y="151"/>
                    <a:pt x="73" y="191"/>
                  </a:cubicBezTo>
                  <a:cubicBezTo>
                    <a:pt x="30" y="219"/>
                    <a:pt x="0" y="269"/>
                    <a:pt x="0" y="325"/>
                  </a:cubicBezTo>
                  <a:cubicBezTo>
                    <a:pt x="0" y="407"/>
                    <a:pt x="62" y="475"/>
                    <a:pt x="142" y="484"/>
                  </a:cubicBezTo>
                  <a:cubicBezTo>
                    <a:pt x="148" y="484"/>
                    <a:pt x="154" y="484"/>
                    <a:pt x="160" y="484"/>
                  </a:cubicBezTo>
                  <a:cubicBezTo>
                    <a:pt x="165" y="484"/>
                    <a:pt x="171" y="484"/>
                    <a:pt x="176" y="484"/>
                  </a:cubicBezTo>
                  <a:cubicBezTo>
                    <a:pt x="250" y="484"/>
                    <a:pt x="425" y="484"/>
                    <a:pt x="507" y="484"/>
                  </a:cubicBezTo>
                  <a:cubicBezTo>
                    <a:pt x="510" y="484"/>
                    <a:pt x="512" y="484"/>
                    <a:pt x="514" y="484"/>
                  </a:cubicBezTo>
                  <a:cubicBezTo>
                    <a:pt x="522" y="484"/>
                    <a:pt x="522" y="484"/>
                    <a:pt x="522" y="484"/>
                  </a:cubicBezTo>
                  <a:cubicBezTo>
                    <a:pt x="526" y="484"/>
                    <a:pt x="538" y="484"/>
                    <a:pt x="546" y="484"/>
                  </a:cubicBezTo>
                  <a:cubicBezTo>
                    <a:pt x="599" y="484"/>
                    <a:pt x="599" y="484"/>
                    <a:pt x="599" y="484"/>
                  </a:cubicBezTo>
                  <a:cubicBezTo>
                    <a:pt x="675" y="483"/>
                    <a:pt x="736" y="422"/>
                    <a:pt x="736" y="348"/>
                  </a:cubicBezTo>
                  <a:cubicBezTo>
                    <a:pt x="736" y="279"/>
                    <a:pt x="684" y="222"/>
                    <a:pt x="618" y="213"/>
                  </a:cubicBezTo>
                  <a:close/>
                </a:path>
              </a:pathLst>
            </a:custGeom>
            <a:solidFill>
              <a:schemeClr val="accent1"/>
            </a:solidFill>
            <a:ln>
              <a:noFill/>
            </a:ln>
            <a:extLst/>
          </p:spPr>
          <p:txBody>
            <a:bodyPr vert="horz" wrap="square" lIns="91440" tIns="45720" rIns="91440" bIns="45720" numCol="1" anchor="t" anchorCtr="0" compatLnSpc="1">
              <a:prstTxWarp prst="textNoShape">
                <a:avLst/>
              </a:prstTxWarp>
            </a:bodyPr>
            <a:lstStyle/>
            <a:p>
              <a:endParaRPr lang="en-US" sz="2800" kern="0">
                <a:solidFill>
                  <a:srgbClr val="505050"/>
                </a:solidFill>
              </a:endParaRPr>
            </a:p>
          </p:txBody>
        </p:sp>
        <p:sp>
          <p:nvSpPr>
            <p:cNvPr id="209" name="Rectangle 54"/>
            <p:cNvSpPr/>
            <p:nvPr/>
          </p:nvSpPr>
          <p:spPr bwMode="auto">
            <a:xfrm>
              <a:off x="8223112" y="2840132"/>
              <a:ext cx="690196" cy="409724"/>
            </a:xfrm>
            <a:prstGeom prst="rect">
              <a:avLst/>
            </a:prstGeom>
            <a:noFill/>
            <a:ln w="9525" cap="flat" cmpd="sng" algn="ctr">
              <a:noFill/>
              <a:prstDash val="solid"/>
              <a:headEnd type="none" w="med" len="med"/>
              <a:tailEnd type="none" w="med" len="med"/>
            </a:ln>
            <a:effectLst/>
          </p:spPr>
          <p:txBody>
            <a:bodyPr rot="0" spcFirstLastPara="0" vertOverflow="overflow" horzOverflow="overflow" vert="horz" wrap="square" lIns="91440" tIns="0" rIns="0" bIns="0" numCol="1" spcCol="0" rtlCol="0" fromWordArt="0" anchor="ctr" anchorCtr="0" forceAA="0" compatLnSpc="1">
              <a:prstTxWarp prst="textNoShape">
                <a:avLst/>
              </a:prstTxWarp>
              <a:noAutofit/>
            </a:bodyPr>
            <a:lstStyle/>
            <a:p>
              <a:pPr lvl="0" algn="ctr" defTabSz="932472" fontAlgn="base">
                <a:lnSpc>
                  <a:spcPct val="90000"/>
                </a:lnSpc>
                <a:spcBef>
                  <a:spcPct val="0"/>
                </a:spcBef>
                <a:spcAft>
                  <a:spcPct val="0"/>
                </a:spcAft>
              </a:pPr>
              <a:r>
                <a:rPr lang="en-US" sz="1400" b="1" kern="0" dirty="0">
                  <a:solidFill>
                    <a:schemeClr val="bg1"/>
                  </a:solidFill>
                  <a:ea typeface="Segoe UI" pitchFamily="34" charset="0"/>
                  <a:cs typeface="Segoe UI" pitchFamily="34" charset="0"/>
                </a:rPr>
                <a:t>US West</a:t>
              </a:r>
            </a:p>
          </p:txBody>
        </p:sp>
        <p:sp>
          <p:nvSpPr>
            <p:cNvPr id="210" name="Freeform 92"/>
            <p:cNvSpPr>
              <a:spLocks noEditPoints="1"/>
            </p:cNvSpPr>
            <p:nvPr/>
          </p:nvSpPr>
          <p:spPr bwMode="black">
            <a:xfrm>
              <a:off x="8147171" y="2938582"/>
              <a:ext cx="140896" cy="183156"/>
            </a:xfrm>
            <a:custGeom>
              <a:avLst/>
              <a:gdLst>
                <a:gd name="T0" fmla="*/ 15 w 48"/>
                <a:gd name="T1" fmla="*/ 11 h 66"/>
                <a:gd name="T2" fmla="*/ 24 w 48"/>
                <a:gd name="T3" fmla="*/ 9 h 66"/>
                <a:gd name="T4" fmla="*/ 33 w 48"/>
                <a:gd name="T5" fmla="*/ 11 h 66"/>
                <a:gd name="T6" fmla="*/ 35 w 48"/>
                <a:gd name="T7" fmla="*/ 23 h 66"/>
                <a:gd name="T8" fmla="*/ 35 w 48"/>
                <a:gd name="T9" fmla="*/ 25 h 66"/>
                <a:gd name="T10" fmla="*/ 35 w 48"/>
                <a:gd name="T11" fmla="*/ 27 h 66"/>
                <a:gd name="T12" fmla="*/ 14 w 48"/>
                <a:gd name="T13" fmla="*/ 27 h 66"/>
                <a:gd name="T14" fmla="*/ 14 w 48"/>
                <a:gd name="T15" fmla="*/ 25 h 66"/>
                <a:gd name="T16" fmla="*/ 14 w 48"/>
                <a:gd name="T17" fmla="*/ 22 h 66"/>
                <a:gd name="T18" fmla="*/ 15 w 48"/>
                <a:gd name="T19" fmla="*/ 11 h 66"/>
                <a:gd name="T20" fmla="*/ 44 w 48"/>
                <a:gd name="T21" fmla="*/ 28 h 66"/>
                <a:gd name="T22" fmla="*/ 44 w 48"/>
                <a:gd name="T23" fmla="*/ 25 h 66"/>
                <a:gd name="T24" fmla="*/ 44 w 48"/>
                <a:gd name="T25" fmla="*/ 23 h 66"/>
                <a:gd name="T26" fmla="*/ 39 w 48"/>
                <a:gd name="T27" fmla="*/ 5 h 66"/>
                <a:gd name="T28" fmla="*/ 24 w 48"/>
                <a:gd name="T29" fmla="*/ 0 h 66"/>
                <a:gd name="T30" fmla="*/ 9 w 48"/>
                <a:gd name="T31" fmla="*/ 5 h 66"/>
                <a:gd name="T32" fmla="*/ 5 w 48"/>
                <a:gd name="T33" fmla="*/ 22 h 66"/>
                <a:gd name="T34" fmla="*/ 5 w 48"/>
                <a:gd name="T35" fmla="*/ 25 h 66"/>
                <a:gd name="T36" fmla="*/ 5 w 48"/>
                <a:gd name="T37" fmla="*/ 27 h 66"/>
                <a:gd name="T38" fmla="*/ 0 w 48"/>
                <a:gd name="T39" fmla="*/ 32 h 66"/>
                <a:gd name="T40" fmla="*/ 0 w 48"/>
                <a:gd name="T41" fmla="*/ 62 h 66"/>
                <a:gd name="T42" fmla="*/ 5 w 48"/>
                <a:gd name="T43" fmla="*/ 66 h 66"/>
                <a:gd name="T44" fmla="*/ 43 w 48"/>
                <a:gd name="T45" fmla="*/ 66 h 66"/>
                <a:gd name="T46" fmla="*/ 48 w 48"/>
                <a:gd name="T47" fmla="*/ 62 h 66"/>
                <a:gd name="T48" fmla="*/ 48 w 48"/>
                <a:gd name="T49" fmla="*/ 32 h 66"/>
                <a:gd name="T50" fmla="*/ 44 w 48"/>
                <a:gd name="T51" fmla="*/ 28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48" h="66">
                  <a:moveTo>
                    <a:pt x="15" y="11"/>
                  </a:moveTo>
                  <a:cubicBezTo>
                    <a:pt x="17" y="10"/>
                    <a:pt x="20" y="9"/>
                    <a:pt x="24" y="9"/>
                  </a:cubicBezTo>
                  <a:cubicBezTo>
                    <a:pt x="29" y="9"/>
                    <a:pt x="32" y="10"/>
                    <a:pt x="33" y="11"/>
                  </a:cubicBezTo>
                  <a:cubicBezTo>
                    <a:pt x="35" y="13"/>
                    <a:pt x="35" y="18"/>
                    <a:pt x="35" y="23"/>
                  </a:cubicBezTo>
                  <a:cubicBezTo>
                    <a:pt x="35" y="25"/>
                    <a:pt x="35" y="25"/>
                    <a:pt x="35" y="25"/>
                  </a:cubicBezTo>
                  <a:cubicBezTo>
                    <a:pt x="35" y="26"/>
                    <a:pt x="35" y="27"/>
                    <a:pt x="35" y="27"/>
                  </a:cubicBezTo>
                  <a:cubicBezTo>
                    <a:pt x="14" y="27"/>
                    <a:pt x="14" y="27"/>
                    <a:pt x="14" y="27"/>
                  </a:cubicBezTo>
                  <a:cubicBezTo>
                    <a:pt x="14" y="27"/>
                    <a:pt x="14" y="26"/>
                    <a:pt x="14" y="25"/>
                  </a:cubicBezTo>
                  <a:cubicBezTo>
                    <a:pt x="14" y="22"/>
                    <a:pt x="14" y="22"/>
                    <a:pt x="14" y="22"/>
                  </a:cubicBezTo>
                  <a:cubicBezTo>
                    <a:pt x="14" y="17"/>
                    <a:pt x="14" y="13"/>
                    <a:pt x="15" y="11"/>
                  </a:cubicBezTo>
                  <a:moveTo>
                    <a:pt x="44" y="28"/>
                  </a:moveTo>
                  <a:cubicBezTo>
                    <a:pt x="44" y="27"/>
                    <a:pt x="44" y="26"/>
                    <a:pt x="44" y="25"/>
                  </a:cubicBezTo>
                  <a:cubicBezTo>
                    <a:pt x="44" y="23"/>
                    <a:pt x="44" y="23"/>
                    <a:pt x="44" y="23"/>
                  </a:cubicBezTo>
                  <a:cubicBezTo>
                    <a:pt x="44" y="16"/>
                    <a:pt x="44" y="10"/>
                    <a:pt x="39" y="5"/>
                  </a:cubicBezTo>
                  <a:cubicBezTo>
                    <a:pt x="36" y="2"/>
                    <a:pt x="31" y="0"/>
                    <a:pt x="24" y="0"/>
                  </a:cubicBezTo>
                  <a:cubicBezTo>
                    <a:pt x="17" y="0"/>
                    <a:pt x="12" y="2"/>
                    <a:pt x="9" y="5"/>
                  </a:cubicBezTo>
                  <a:cubicBezTo>
                    <a:pt x="5" y="9"/>
                    <a:pt x="5" y="16"/>
                    <a:pt x="5" y="22"/>
                  </a:cubicBezTo>
                  <a:cubicBezTo>
                    <a:pt x="5" y="25"/>
                    <a:pt x="5" y="25"/>
                    <a:pt x="5" y="25"/>
                  </a:cubicBezTo>
                  <a:cubicBezTo>
                    <a:pt x="5" y="26"/>
                    <a:pt x="5" y="27"/>
                    <a:pt x="5" y="27"/>
                  </a:cubicBezTo>
                  <a:cubicBezTo>
                    <a:pt x="2" y="28"/>
                    <a:pt x="0" y="30"/>
                    <a:pt x="0" y="32"/>
                  </a:cubicBezTo>
                  <a:cubicBezTo>
                    <a:pt x="0" y="62"/>
                    <a:pt x="0" y="62"/>
                    <a:pt x="0" y="62"/>
                  </a:cubicBezTo>
                  <a:cubicBezTo>
                    <a:pt x="0" y="64"/>
                    <a:pt x="2" y="66"/>
                    <a:pt x="5" y="66"/>
                  </a:cubicBezTo>
                  <a:cubicBezTo>
                    <a:pt x="43" y="66"/>
                    <a:pt x="43" y="66"/>
                    <a:pt x="43" y="66"/>
                  </a:cubicBezTo>
                  <a:cubicBezTo>
                    <a:pt x="46" y="66"/>
                    <a:pt x="48" y="64"/>
                    <a:pt x="48" y="62"/>
                  </a:cubicBezTo>
                  <a:cubicBezTo>
                    <a:pt x="48" y="32"/>
                    <a:pt x="48" y="32"/>
                    <a:pt x="48" y="32"/>
                  </a:cubicBezTo>
                  <a:cubicBezTo>
                    <a:pt x="48" y="30"/>
                    <a:pt x="46" y="28"/>
                    <a:pt x="44" y="28"/>
                  </a:cubicBezTo>
                </a:path>
              </a:pathLst>
            </a:custGeom>
            <a:solidFill>
              <a:srgbClr val="FFFFFF"/>
            </a:solidFill>
            <a:ln>
              <a:noFill/>
            </a:ln>
            <a:extLst/>
          </p:spPr>
          <p:txBody>
            <a:bodyPr vert="horz" wrap="square" lIns="93260" tIns="46630" rIns="93260" bIns="46630" numCol="1" anchor="t" anchorCtr="0" compatLnSpc="1">
              <a:prstTxWarp prst="textNoShape">
                <a:avLst/>
              </a:prstTxWarp>
            </a:bodyPr>
            <a:lstStyle/>
            <a:p>
              <a:endParaRPr lang="en-US" sz="2400"/>
            </a:p>
          </p:txBody>
        </p:sp>
      </p:grpSp>
      <p:sp>
        <p:nvSpPr>
          <p:cNvPr id="211" name="TextBox 210"/>
          <p:cNvSpPr txBox="1"/>
          <p:nvPr/>
        </p:nvSpPr>
        <p:spPr>
          <a:xfrm>
            <a:off x="6483136" y="6556833"/>
            <a:ext cx="1348831" cy="307777"/>
          </a:xfrm>
          <a:prstGeom prst="rect">
            <a:avLst/>
          </a:prstGeom>
          <a:noFill/>
        </p:spPr>
        <p:txBody>
          <a:bodyPr wrap="none" rtlCol="0">
            <a:spAutoFit/>
          </a:bodyPr>
          <a:lstStyle/>
          <a:p>
            <a:r>
              <a:rPr lang="en-US" sz="1400" dirty="0">
                <a:solidFill>
                  <a:schemeClr val="bg1"/>
                </a:solidFill>
              </a:rPr>
              <a:t>North America</a:t>
            </a:r>
          </a:p>
        </p:txBody>
      </p:sp>
      <p:sp>
        <p:nvSpPr>
          <p:cNvPr id="212" name="TextBox 211"/>
          <p:cNvSpPr txBox="1"/>
          <p:nvPr/>
        </p:nvSpPr>
        <p:spPr>
          <a:xfrm>
            <a:off x="9153841" y="6542424"/>
            <a:ext cx="743345" cy="307777"/>
          </a:xfrm>
          <a:prstGeom prst="rect">
            <a:avLst/>
          </a:prstGeom>
          <a:noFill/>
        </p:spPr>
        <p:txBody>
          <a:bodyPr wrap="none" rtlCol="0">
            <a:spAutoFit/>
          </a:bodyPr>
          <a:lstStyle/>
          <a:p>
            <a:r>
              <a:rPr lang="en-US" sz="1400" dirty="0">
                <a:solidFill>
                  <a:schemeClr val="bg1"/>
                </a:solidFill>
              </a:rPr>
              <a:t>Europe</a:t>
            </a:r>
          </a:p>
        </p:txBody>
      </p:sp>
    </p:spTree>
    <p:extLst>
      <p:ext uri="{BB962C8B-B14F-4D97-AF65-F5344CB8AC3E}">
        <p14:creationId xmlns:p14="http://schemas.microsoft.com/office/powerpoint/2010/main" val="40851500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81"/>
                                        </p:tgtEl>
                                        <p:attrNameLst>
                                          <p:attrName>style.visibility</p:attrName>
                                        </p:attrNameLst>
                                      </p:cBhvr>
                                      <p:to>
                                        <p:strVal val="visible"/>
                                      </p:to>
                                    </p:set>
                                    <p:animEffect transition="in" filter="fade">
                                      <p:cBhvr>
                                        <p:cTn id="7" dur="500"/>
                                        <p:tgtEl>
                                          <p:spTgt spid="81"/>
                                        </p:tgtEl>
                                      </p:cBhvr>
                                    </p:animEffect>
                                    <p:anim calcmode="lin" valueType="num">
                                      <p:cBhvr>
                                        <p:cTn id="8" dur="500" fill="hold"/>
                                        <p:tgtEl>
                                          <p:spTgt spid="81"/>
                                        </p:tgtEl>
                                        <p:attrNameLst>
                                          <p:attrName>ppt_x</p:attrName>
                                        </p:attrNameLst>
                                      </p:cBhvr>
                                      <p:tavLst>
                                        <p:tav tm="0">
                                          <p:val>
                                            <p:strVal val="#ppt_x"/>
                                          </p:val>
                                        </p:tav>
                                        <p:tav tm="100000">
                                          <p:val>
                                            <p:strVal val="#ppt_x"/>
                                          </p:val>
                                        </p:tav>
                                      </p:tavLst>
                                    </p:anim>
                                    <p:anim calcmode="lin" valueType="num">
                                      <p:cBhvr>
                                        <p:cTn id="9" dur="500" fill="hold"/>
                                        <p:tgtEl>
                                          <p:spTgt spid="81"/>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109"/>
                                        </p:tgtEl>
                                        <p:attrNameLst>
                                          <p:attrName>style.visibility</p:attrName>
                                        </p:attrNameLst>
                                      </p:cBhvr>
                                      <p:to>
                                        <p:strVal val="visible"/>
                                      </p:to>
                                    </p:set>
                                    <p:animEffect transition="in" filter="fade">
                                      <p:cBhvr>
                                        <p:cTn id="12" dur="500"/>
                                        <p:tgtEl>
                                          <p:spTgt spid="109"/>
                                        </p:tgtEl>
                                      </p:cBhvr>
                                    </p:animEffect>
                                    <p:anim calcmode="lin" valueType="num">
                                      <p:cBhvr>
                                        <p:cTn id="13" dur="500" fill="hold"/>
                                        <p:tgtEl>
                                          <p:spTgt spid="109"/>
                                        </p:tgtEl>
                                        <p:attrNameLst>
                                          <p:attrName>ppt_x</p:attrName>
                                        </p:attrNameLst>
                                      </p:cBhvr>
                                      <p:tavLst>
                                        <p:tav tm="0">
                                          <p:val>
                                            <p:strVal val="#ppt_x"/>
                                          </p:val>
                                        </p:tav>
                                        <p:tav tm="100000">
                                          <p:val>
                                            <p:strVal val="#ppt_x"/>
                                          </p:val>
                                        </p:tav>
                                      </p:tavLst>
                                    </p:anim>
                                    <p:anim calcmode="lin" valueType="num">
                                      <p:cBhvr>
                                        <p:cTn id="14" dur="500" fill="hold"/>
                                        <p:tgtEl>
                                          <p:spTgt spid="109"/>
                                        </p:tgtEl>
                                        <p:attrNameLst>
                                          <p:attrName>ppt_y</p:attrName>
                                        </p:attrNameLst>
                                      </p:cBhvr>
                                      <p:tavLst>
                                        <p:tav tm="0">
                                          <p:val>
                                            <p:strVal val="#ppt_y+.1"/>
                                          </p:val>
                                        </p:tav>
                                        <p:tav tm="100000">
                                          <p:val>
                                            <p:strVal val="#ppt_y"/>
                                          </p:val>
                                        </p:tav>
                                      </p:tavLst>
                                    </p:anim>
                                  </p:childTnLst>
                                </p:cTn>
                              </p:par>
                              <p:par>
                                <p:cTn id="15" presetID="22" presetClass="entr" presetSubtype="4" fill="hold" grpId="0" nodeType="withEffect">
                                  <p:stCondLst>
                                    <p:cond delay="250"/>
                                  </p:stCondLst>
                                  <p:childTnLst>
                                    <p:set>
                                      <p:cBhvr>
                                        <p:cTn id="16" dur="1" fill="hold">
                                          <p:stCondLst>
                                            <p:cond delay="0"/>
                                          </p:stCondLst>
                                        </p:cTn>
                                        <p:tgtEl>
                                          <p:spTgt spid="77"/>
                                        </p:tgtEl>
                                        <p:attrNameLst>
                                          <p:attrName>style.visibility</p:attrName>
                                        </p:attrNameLst>
                                      </p:cBhvr>
                                      <p:to>
                                        <p:strVal val="visible"/>
                                      </p:to>
                                    </p:set>
                                    <p:animEffect transition="in" filter="wipe(down)">
                                      <p:cBhvr>
                                        <p:cTn id="17" dur="500"/>
                                        <p:tgtEl>
                                          <p:spTgt spid="77"/>
                                        </p:tgtEl>
                                      </p:cBhvr>
                                    </p:animEffect>
                                  </p:childTnLst>
                                </p:cTn>
                              </p:par>
                              <p:par>
                                <p:cTn id="18" presetID="22" presetClass="entr" presetSubtype="4" fill="hold" grpId="0" nodeType="withEffect">
                                  <p:stCondLst>
                                    <p:cond delay="250"/>
                                  </p:stCondLst>
                                  <p:childTnLst>
                                    <p:set>
                                      <p:cBhvr>
                                        <p:cTn id="19" dur="1" fill="hold">
                                          <p:stCondLst>
                                            <p:cond delay="0"/>
                                          </p:stCondLst>
                                        </p:cTn>
                                        <p:tgtEl>
                                          <p:spTgt spid="80"/>
                                        </p:tgtEl>
                                        <p:attrNameLst>
                                          <p:attrName>style.visibility</p:attrName>
                                        </p:attrNameLst>
                                      </p:cBhvr>
                                      <p:to>
                                        <p:strVal val="visible"/>
                                      </p:to>
                                    </p:set>
                                    <p:animEffect transition="in" filter="wipe(down)">
                                      <p:cBhvr>
                                        <p:cTn id="20" dur="500"/>
                                        <p:tgtEl>
                                          <p:spTgt spid="80"/>
                                        </p:tgtEl>
                                      </p:cBhvr>
                                    </p:animEffect>
                                  </p:childTnLst>
                                </p:cTn>
                              </p:par>
                              <p:par>
                                <p:cTn id="21" presetID="22" presetClass="entr" presetSubtype="4" fill="hold" grpId="0" nodeType="withEffect">
                                  <p:stCondLst>
                                    <p:cond delay="250"/>
                                  </p:stCondLst>
                                  <p:childTnLst>
                                    <p:set>
                                      <p:cBhvr>
                                        <p:cTn id="22" dur="1" fill="hold">
                                          <p:stCondLst>
                                            <p:cond delay="0"/>
                                          </p:stCondLst>
                                        </p:cTn>
                                        <p:tgtEl>
                                          <p:spTgt spid="78"/>
                                        </p:tgtEl>
                                        <p:attrNameLst>
                                          <p:attrName>style.visibility</p:attrName>
                                        </p:attrNameLst>
                                      </p:cBhvr>
                                      <p:to>
                                        <p:strVal val="visible"/>
                                      </p:to>
                                    </p:set>
                                    <p:animEffect transition="in" filter="wipe(down)">
                                      <p:cBhvr>
                                        <p:cTn id="23" dur="500"/>
                                        <p:tgtEl>
                                          <p:spTgt spid="78"/>
                                        </p:tgtEl>
                                      </p:cBhvr>
                                    </p:animEffect>
                                  </p:childTnLst>
                                </p:cTn>
                              </p:par>
                              <p:par>
                                <p:cTn id="24" presetID="22" presetClass="entr" presetSubtype="4" fill="hold" grpId="0" nodeType="withEffect">
                                  <p:stCondLst>
                                    <p:cond delay="250"/>
                                  </p:stCondLst>
                                  <p:childTnLst>
                                    <p:set>
                                      <p:cBhvr>
                                        <p:cTn id="25" dur="1" fill="hold">
                                          <p:stCondLst>
                                            <p:cond delay="0"/>
                                          </p:stCondLst>
                                        </p:cTn>
                                        <p:tgtEl>
                                          <p:spTgt spid="79"/>
                                        </p:tgtEl>
                                        <p:attrNameLst>
                                          <p:attrName>style.visibility</p:attrName>
                                        </p:attrNameLst>
                                      </p:cBhvr>
                                      <p:to>
                                        <p:strVal val="visible"/>
                                      </p:to>
                                    </p:set>
                                    <p:animEffect transition="in" filter="wipe(down)">
                                      <p:cBhvr>
                                        <p:cTn id="26" dur="500"/>
                                        <p:tgtEl>
                                          <p:spTgt spid="79"/>
                                        </p:tgtEl>
                                      </p:cBhvr>
                                    </p:animEffect>
                                  </p:childTnLst>
                                </p:cTn>
                              </p:par>
                              <p:par>
                                <p:cTn id="27" presetID="22" presetClass="entr" presetSubtype="4" fill="hold" grpId="0" nodeType="withEffect">
                                  <p:stCondLst>
                                    <p:cond delay="250"/>
                                  </p:stCondLst>
                                  <p:childTnLst>
                                    <p:set>
                                      <p:cBhvr>
                                        <p:cTn id="28" dur="1" fill="hold">
                                          <p:stCondLst>
                                            <p:cond delay="0"/>
                                          </p:stCondLst>
                                        </p:cTn>
                                        <p:tgtEl>
                                          <p:spTgt spid="76"/>
                                        </p:tgtEl>
                                        <p:attrNameLst>
                                          <p:attrName>style.visibility</p:attrName>
                                        </p:attrNameLst>
                                      </p:cBhvr>
                                      <p:to>
                                        <p:strVal val="visible"/>
                                      </p:to>
                                    </p:set>
                                    <p:animEffect transition="in" filter="wipe(down)">
                                      <p:cBhvr>
                                        <p:cTn id="29" dur="500"/>
                                        <p:tgtEl>
                                          <p:spTgt spid="7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6" grpId="0" animBg="1"/>
      <p:bldP spid="77" grpId="0" animBg="1"/>
      <p:bldP spid="78" grpId="0" animBg="1"/>
      <p:bldP spid="79" grpId="0" animBg="1"/>
      <p:bldP spid="80" grpId="0" animBg="1"/>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idx="4294967295"/>
          </p:nvPr>
        </p:nvSpPr>
        <p:spPr>
          <a:xfrm>
            <a:off x="1111250" y="342900"/>
            <a:ext cx="11080750" cy="957263"/>
          </a:xfrm>
          <a:prstGeom prst="rect">
            <a:avLst/>
          </a:prstGeom>
        </p:spPr>
        <p:txBody>
          <a:bodyPr>
            <a:normAutofit fontScale="90000"/>
          </a:bodyPr>
          <a:lstStyle/>
          <a:p>
            <a:r>
              <a:rPr lang="en-US" dirty="0"/>
              <a:t>Transform the datacenter</a:t>
            </a:r>
            <a:br>
              <a:rPr lang="en-US" dirty="0"/>
            </a:br>
            <a:r>
              <a:rPr lang="en-US" sz="3137" dirty="0">
                <a:latin typeface="+mn-lt"/>
              </a:rPr>
              <a:t>Orchestrated disaster recovery to a second site</a:t>
            </a:r>
          </a:p>
        </p:txBody>
      </p:sp>
      <p:grpSp>
        <p:nvGrpSpPr>
          <p:cNvPr id="6" name="Group 5"/>
          <p:cNvGrpSpPr/>
          <p:nvPr/>
        </p:nvGrpSpPr>
        <p:grpSpPr>
          <a:xfrm>
            <a:off x="3356375" y="1542617"/>
            <a:ext cx="5279495" cy="3977771"/>
            <a:chOff x="3347477" y="1573053"/>
            <a:chExt cx="5385360" cy="4057534"/>
          </a:xfrm>
        </p:grpSpPr>
        <p:sp>
          <p:nvSpPr>
            <p:cNvPr id="7" name="Freeform 6"/>
            <p:cNvSpPr>
              <a:spLocks/>
            </p:cNvSpPr>
            <p:nvPr/>
          </p:nvSpPr>
          <p:spPr bwMode="auto">
            <a:xfrm>
              <a:off x="7603933" y="4567448"/>
              <a:ext cx="1128904" cy="955138"/>
            </a:xfrm>
            <a:custGeom>
              <a:avLst/>
              <a:gdLst>
                <a:gd name="T0" fmla="*/ 446 w 994"/>
                <a:gd name="T1" fmla="*/ 141 h 841"/>
                <a:gd name="T2" fmla="*/ 446 w 994"/>
                <a:gd name="T3" fmla="*/ 0 h 841"/>
                <a:gd name="T4" fmla="*/ 337 w 994"/>
                <a:gd name="T5" fmla="*/ 0 h 841"/>
                <a:gd name="T6" fmla="*/ 337 w 994"/>
                <a:gd name="T7" fmla="*/ 141 h 841"/>
                <a:gd name="T8" fmla="*/ 302 w 994"/>
                <a:gd name="T9" fmla="*/ 141 h 841"/>
                <a:gd name="T10" fmla="*/ 302 w 994"/>
                <a:gd name="T11" fmla="*/ 0 h 841"/>
                <a:gd name="T12" fmla="*/ 193 w 994"/>
                <a:gd name="T13" fmla="*/ 0 h 841"/>
                <a:gd name="T14" fmla="*/ 193 w 994"/>
                <a:gd name="T15" fmla="*/ 141 h 841"/>
                <a:gd name="T16" fmla="*/ 0 w 994"/>
                <a:gd name="T17" fmla="*/ 141 h 841"/>
                <a:gd name="T18" fmla="*/ 0 w 994"/>
                <a:gd name="T19" fmla="*/ 177 h 841"/>
                <a:gd name="T20" fmla="*/ 44 w 994"/>
                <a:gd name="T21" fmla="*/ 177 h 841"/>
                <a:gd name="T22" fmla="*/ 44 w 994"/>
                <a:gd name="T23" fmla="*/ 841 h 841"/>
                <a:gd name="T24" fmla="*/ 949 w 994"/>
                <a:gd name="T25" fmla="*/ 841 h 841"/>
                <a:gd name="T26" fmla="*/ 949 w 994"/>
                <a:gd name="T27" fmla="*/ 177 h 841"/>
                <a:gd name="T28" fmla="*/ 994 w 994"/>
                <a:gd name="T29" fmla="*/ 177 h 841"/>
                <a:gd name="T30" fmla="*/ 994 w 994"/>
                <a:gd name="T31" fmla="*/ 141 h 841"/>
                <a:gd name="T32" fmla="*/ 446 w 994"/>
                <a:gd name="T33" fmla="*/ 141 h 8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994" h="841">
                  <a:moveTo>
                    <a:pt x="446" y="141"/>
                  </a:moveTo>
                  <a:lnTo>
                    <a:pt x="446" y="0"/>
                  </a:lnTo>
                  <a:lnTo>
                    <a:pt x="337" y="0"/>
                  </a:lnTo>
                  <a:lnTo>
                    <a:pt x="337" y="141"/>
                  </a:lnTo>
                  <a:lnTo>
                    <a:pt x="302" y="141"/>
                  </a:lnTo>
                  <a:lnTo>
                    <a:pt x="302" y="0"/>
                  </a:lnTo>
                  <a:lnTo>
                    <a:pt x="193" y="0"/>
                  </a:lnTo>
                  <a:lnTo>
                    <a:pt x="193" y="141"/>
                  </a:lnTo>
                  <a:lnTo>
                    <a:pt x="0" y="141"/>
                  </a:lnTo>
                  <a:lnTo>
                    <a:pt x="0" y="177"/>
                  </a:lnTo>
                  <a:lnTo>
                    <a:pt x="44" y="177"/>
                  </a:lnTo>
                  <a:lnTo>
                    <a:pt x="44" y="841"/>
                  </a:lnTo>
                  <a:lnTo>
                    <a:pt x="949" y="841"/>
                  </a:lnTo>
                  <a:lnTo>
                    <a:pt x="949" y="177"/>
                  </a:lnTo>
                  <a:lnTo>
                    <a:pt x="994" y="177"/>
                  </a:lnTo>
                  <a:lnTo>
                    <a:pt x="994" y="141"/>
                  </a:lnTo>
                  <a:lnTo>
                    <a:pt x="446" y="141"/>
                  </a:lnTo>
                  <a:close/>
                </a:path>
              </a:pathLst>
            </a:custGeom>
            <a:solidFill>
              <a:srgbClr val="000000">
                <a:lumMod val="20000"/>
                <a:lumOff val="80000"/>
              </a:srgbClr>
            </a:solidFill>
            <a:ln>
              <a:noFill/>
            </a:ln>
            <a:extLst/>
          </p:spPr>
          <p:txBody>
            <a:bodyPr vert="horz" wrap="square" lIns="91427" tIns="45713" rIns="91427" bIns="45713" numCol="1" anchor="t" anchorCtr="0" compatLnSpc="1">
              <a:prstTxWarp prst="textNoShape">
                <a:avLst/>
              </a:prstTxWarp>
            </a:bodyPr>
            <a:lstStyle/>
            <a:p>
              <a:pPr defTabSz="914225">
                <a:defRPr/>
              </a:pPr>
              <a:endParaRPr lang="en-US" kern="0">
                <a:solidFill>
                  <a:srgbClr val="505050"/>
                </a:solidFill>
              </a:endParaRPr>
            </a:p>
          </p:txBody>
        </p:sp>
        <p:sp>
          <p:nvSpPr>
            <p:cNvPr id="8" name="Rectangle 5"/>
            <p:cNvSpPr>
              <a:spLocks noChangeArrowheads="1"/>
            </p:cNvSpPr>
            <p:nvPr/>
          </p:nvSpPr>
          <p:spPr bwMode="auto">
            <a:xfrm>
              <a:off x="6819049" y="4444655"/>
              <a:ext cx="831835" cy="1080257"/>
            </a:xfrm>
            <a:prstGeom prst="rect">
              <a:avLst/>
            </a:prstGeom>
            <a:solidFill>
              <a:srgbClr val="FFFFFF">
                <a:lumMod val="65000"/>
              </a:srgbClr>
            </a:solidFill>
            <a:ln>
              <a:noFill/>
            </a:ln>
          </p:spPr>
          <p:txBody>
            <a:bodyPr vert="horz" wrap="square" lIns="91427" tIns="45713" rIns="91427" bIns="45713" numCol="1" anchor="t" anchorCtr="0" compatLnSpc="1">
              <a:prstTxWarp prst="textNoShape">
                <a:avLst/>
              </a:prstTxWarp>
            </a:bodyPr>
            <a:lstStyle/>
            <a:p>
              <a:pPr defTabSz="914225">
                <a:defRPr/>
              </a:pPr>
              <a:endParaRPr lang="en-US" sz="1600" kern="0">
                <a:solidFill>
                  <a:srgbClr val="000000"/>
                </a:solidFill>
              </a:endParaRPr>
            </a:p>
          </p:txBody>
        </p:sp>
        <p:sp>
          <p:nvSpPr>
            <p:cNvPr id="9" name="Rectangle 5"/>
            <p:cNvSpPr>
              <a:spLocks noChangeArrowheads="1"/>
            </p:cNvSpPr>
            <p:nvPr/>
          </p:nvSpPr>
          <p:spPr bwMode="auto">
            <a:xfrm>
              <a:off x="3800679" y="4748921"/>
              <a:ext cx="670494" cy="795475"/>
            </a:xfrm>
            <a:prstGeom prst="rect">
              <a:avLst/>
            </a:prstGeom>
            <a:solidFill>
              <a:srgbClr val="D2D2D2"/>
            </a:solidFill>
            <a:ln>
              <a:noFill/>
            </a:ln>
          </p:spPr>
          <p:txBody>
            <a:bodyPr vert="horz" wrap="square" lIns="91427" tIns="45713" rIns="91427" bIns="45713" numCol="1" anchor="t" anchorCtr="0" compatLnSpc="1">
              <a:prstTxWarp prst="textNoShape">
                <a:avLst/>
              </a:prstTxWarp>
            </a:bodyPr>
            <a:lstStyle/>
            <a:p>
              <a:pPr defTabSz="914225">
                <a:defRPr/>
              </a:pPr>
              <a:endParaRPr lang="en-US" sz="1600" kern="0">
                <a:solidFill>
                  <a:srgbClr val="000000"/>
                </a:solidFill>
              </a:endParaRPr>
            </a:p>
          </p:txBody>
        </p:sp>
        <p:cxnSp>
          <p:nvCxnSpPr>
            <p:cNvPr id="10" name="Straight Arrow Connector 9"/>
            <p:cNvCxnSpPr/>
            <p:nvPr/>
          </p:nvCxnSpPr>
          <p:spPr>
            <a:xfrm>
              <a:off x="4815620" y="3095278"/>
              <a:ext cx="0" cy="641471"/>
            </a:xfrm>
            <a:prstGeom prst="straightConnector1">
              <a:avLst/>
            </a:prstGeom>
            <a:noFill/>
            <a:ln w="57150" cap="flat" cmpd="sng" algn="ctr">
              <a:solidFill>
                <a:srgbClr val="68217A"/>
              </a:solidFill>
              <a:prstDash val="sysDot"/>
              <a:headEnd type="none"/>
              <a:tailEnd type="triangle"/>
            </a:ln>
            <a:effectLst/>
          </p:spPr>
        </p:cxnSp>
        <p:cxnSp>
          <p:nvCxnSpPr>
            <p:cNvPr id="11" name="Straight Arrow Connector 10"/>
            <p:cNvCxnSpPr/>
            <p:nvPr/>
          </p:nvCxnSpPr>
          <p:spPr>
            <a:xfrm>
              <a:off x="7064118" y="2930416"/>
              <a:ext cx="0" cy="837784"/>
            </a:xfrm>
            <a:prstGeom prst="straightConnector1">
              <a:avLst/>
            </a:prstGeom>
            <a:noFill/>
            <a:ln w="57150" cap="flat" cmpd="sng" algn="ctr">
              <a:solidFill>
                <a:srgbClr val="68217A"/>
              </a:solidFill>
              <a:prstDash val="sysDot"/>
              <a:headEnd type="none"/>
              <a:tailEnd type="triangle"/>
            </a:ln>
            <a:effectLst/>
          </p:spPr>
        </p:cxnSp>
        <p:grpSp>
          <p:nvGrpSpPr>
            <p:cNvPr id="12" name="Group 11"/>
            <p:cNvGrpSpPr/>
            <p:nvPr/>
          </p:nvGrpSpPr>
          <p:grpSpPr>
            <a:xfrm>
              <a:off x="4198083" y="1573053"/>
              <a:ext cx="3956256" cy="1550577"/>
              <a:chOff x="616226" y="1630760"/>
              <a:chExt cx="4596553" cy="1801531"/>
            </a:xfrm>
          </p:grpSpPr>
          <p:sp>
            <p:nvSpPr>
              <p:cNvPr id="59" name="Freeform 95"/>
              <p:cNvSpPr>
                <a:spLocks/>
              </p:cNvSpPr>
              <p:nvPr/>
            </p:nvSpPr>
            <p:spPr bwMode="auto">
              <a:xfrm flipH="1">
                <a:off x="616226" y="2000989"/>
                <a:ext cx="2137749" cy="1388301"/>
              </a:xfrm>
              <a:custGeom>
                <a:avLst/>
                <a:gdLst>
                  <a:gd name="T0" fmla="*/ 618 w 736"/>
                  <a:gd name="T1" fmla="*/ 213 h 484"/>
                  <a:gd name="T2" fmla="*/ 618 w 736"/>
                  <a:gd name="T3" fmla="*/ 203 h 484"/>
                  <a:gd name="T4" fmla="*/ 415 w 736"/>
                  <a:gd name="T5" fmla="*/ 0 h 484"/>
                  <a:gd name="T6" fmla="*/ 246 w 736"/>
                  <a:gd name="T7" fmla="*/ 91 h 484"/>
                  <a:gd name="T8" fmla="*/ 191 w 736"/>
                  <a:gd name="T9" fmla="*/ 76 h 484"/>
                  <a:gd name="T10" fmla="*/ 125 w 736"/>
                  <a:gd name="T11" fmla="*/ 96 h 484"/>
                  <a:gd name="T12" fmla="*/ 73 w 736"/>
                  <a:gd name="T13" fmla="*/ 191 h 484"/>
                  <a:gd name="T14" fmla="*/ 0 w 736"/>
                  <a:gd name="T15" fmla="*/ 325 h 484"/>
                  <a:gd name="T16" fmla="*/ 142 w 736"/>
                  <a:gd name="T17" fmla="*/ 484 h 484"/>
                  <a:gd name="T18" fmla="*/ 160 w 736"/>
                  <a:gd name="T19" fmla="*/ 484 h 484"/>
                  <a:gd name="T20" fmla="*/ 176 w 736"/>
                  <a:gd name="T21" fmla="*/ 484 h 484"/>
                  <a:gd name="T22" fmla="*/ 507 w 736"/>
                  <a:gd name="T23" fmla="*/ 484 h 484"/>
                  <a:gd name="T24" fmla="*/ 514 w 736"/>
                  <a:gd name="T25" fmla="*/ 484 h 484"/>
                  <a:gd name="T26" fmla="*/ 522 w 736"/>
                  <a:gd name="T27" fmla="*/ 484 h 484"/>
                  <a:gd name="T28" fmla="*/ 546 w 736"/>
                  <a:gd name="T29" fmla="*/ 484 h 484"/>
                  <a:gd name="T30" fmla="*/ 599 w 736"/>
                  <a:gd name="T31" fmla="*/ 484 h 484"/>
                  <a:gd name="T32" fmla="*/ 736 w 736"/>
                  <a:gd name="T33" fmla="*/ 348 h 484"/>
                  <a:gd name="T34" fmla="*/ 618 w 736"/>
                  <a:gd name="T35" fmla="*/ 213 h 4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736" h="484">
                    <a:moveTo>
                      <a:pt x="618" y="213"/>
                    </a:moveTo>
                    <a:cubicBezTo>
                      <a:pt x="618" y="210"/>
                      <a:pt x="618" y="206"/>
                      <a:pt x="618" y="203"/>
                    </a:cubicBezTo>
                    <a:cubicBezTo>
                      <a:pt x="618" y="91"/>
                      <a:pt x="527" y="0"/>
                      <a:pt x="415" y="0"/>
                    </a:cubicBezTo>
                    <a:cubicBezTo>
                      <a:pt x="345" y="0"/>
                      <a:pt x="283" y="37"/>
                      <a:pt x="246" y="91"/>
                    </a:cubicBezTo>
                    <a:cubicBezTo>
                      <a:pt x="230" y="82"/>
                      <a:pt x="211" y="76"/>
                      <a:pt x="191" y="76"/>
                    </a:cubicBezTo>
                    <a:cubicBezTo>
                      <a:pt x="167" y="76"/>
                      <a:pt x="144" y="83"/>
                      <a:pt x="125" y="96"/>
                    </a:cubicBezTo>
                    <a:cubicBezTo>
                      <a:pt x="94" y="116"/>
                      <a:pt x="74" y="151"/>
                      <a:pt x="73" y="191"/>
                    </a:cubicBezTo>
                    <a:cubicBezTo>
                      <a:pt x="30" y="219"/>
                      <a:pt x="0" y="269"/>
                      <a:pt x="0" y="325"/>
                    </a:cubicBezTo>
                    <a:cubicBezTo>
                      <a:pt x="0" y="407"/>
                      <a:pt x="62" y="475"/>
                      <a:pt x="142" y="484"/>
                    </a:cubicBezTo>
                    <a:cubicBezTo>
                      <a:pt x="148" y="484"/>
                      <a:pt x="154" y="484"/>
                      <a:pt x="160" y="484"/>
                    </a:cubicBezTo>
                    <a:cubicBezTo>
                      <a:pt x="165" y="484"/>
                      <a:pt x="171" y="484"/>
                      <a:pt x="176" y="484"/>
                    </a:cubicBezTo>
                    <a:cubicBezTo>
                      <a:pt x="250" y="484"/>
                      <a:pt x="425" y="484"/>
                      <a:pt x="507" y="484"/>
                    </a:cubicBezTo>
                    <a:cubicBezTo>
                      <a:pt x="510" y="484"/>
                      <a:pt x="512" y="484"/>
                      <a:pt x="514" y="484"/>
                    </a:cubicBezTo>
                    <a:cubicBezTo>
                      <a:pt x="522" y="484"/>
                      <a:pt x="522" y="484"/>
                      <a:pt x="522" y="484"/>
                    </a:cubicBezTo>
                    <a:cubicBezTo>
                      <a:pt x="526" y="484"/>
                      <a:pt x="538" y="484"/>
                      <a:pt x="546" y="484"/>
                    </a:cubicBezTo>
                    <a:cubicBezTo>
                      <a:pt x="599" y="484"/>
                      <a:pt x="599" y="484"/>
                      <a:pt x="599" y="484"/>
                    </a:cubicBezTo>
                    <a:cubicBezTo>
                      <a:pt x="675" y="483"/>
                      <a:pt x="736" y="422"/>
                      <a:pt x="736" y="348"/>
                    </a:cubicBezTo>
                    <a:cubicBezTo>
                      <a:pt x="736" y="279"/>
                      <a:pt x="684" y="222"/>
                      <a:pt x="618" y="213"/>
                    </a:cubicBezTo>
                    <a:close/>
                  </a:path>
                </a:pathLst>
              </a:custGeom>
              <a:solidFill>
                <a:srgbClr val="FFFFFF">
                  <a:lumMod val="85000"/>
                </a:srgbClr>
              </a:solidFill>
              <a:ln>
                <a:noFill/>
              </a:ln>
              <a:extLst/>
            </p:spPr>
            <p:txBody>
              <a:bodyPr vert="horz" wrap="square" lIns="91427" tIns="45713" rIns="91427" bIns="45713" numCol="1" anchor="t" anchorCtr="0" compatLnSpc="1">
                <a:prstTxWarp prst="textNoShape">
                  <a:avLst/>
                </a:prstTxWarp>
              </a:bodyPr>
              <a:lstStyle/>
              <a:p>
                <a:pPr defTabSz="914225">
                  <a:defRPr/>
                </a:pPr>
                <a:endParaRPr lang="en-US" kern="0">
                  <a:solidFill>
                    <a:srgbClr val="000000"/>
                  </a:solidFill>
                </a:endParaRPr>
              </a:p>
            </p:txBody>
          </p:sp>
          <p:sp>
            <p:nvSpPr>
              <p:cNvPr id="60" name="Freeform 95"/>
              <p:cNvSpPr>
                <a:spLocks/>
              </p:cNvSpPr>
              <p:nvPr/>
            </p:nvSpPr>
            <p:spPr bwMode="auto">
              <a:xfrm flipH="1">
                <a:off x="3075030" y="1792342"/>
                <a:ext cx="2137749" cy="1388301"/>
              </a:xfrm>
              <a:custGeom>
                <a:avLst/>
                <a:gdLst>
                  <a:gd name="T0" fmla="*/ 618 w 736"/>
                  <a:gd name="T1" fmla="*/ 213 h 484"/>
                  <a:gd name="T2" fmla="*/ 618 w 736"/>
                  <a:gd name="T3" fmla="*/ 203 h 484"/>
                  <a:gd name="T4" fmla="*/ 415 w 736"/>
                  <a:gd name="T5" fmla="*/ 0 h 484"/>
                  <a:gd name="T6" fmla="*/ 246 w 736"/>
                  <a:gd name="T7" fmla="*/ 91 h 484"/>
                  <a:gd name="T8" fmla="*/ 191 w 736"/>
                  <a:gd name="T9" fmla="*/ 76 h 484"/>
                  <a:gd name="T10" fmla="*/ 125 w 736"/>
                  <a:gd name="T11" fmla="*/ 96 h 484"/>
                  <a:gd name="T12" fmla="*/ 73 w 736"/>
                  <a:gd name="T13" fmla="*/ 191 h 484"/>
                  <a:gd name="T14" fmla="*/ 0 w 736"/>
                  <a:gd name="T15" fmla="*/ 325 h 484"/>
                  <a:gd name="T16" fmla="*/ 142 w 736"/>
                  <a:gd name="T17" fmla="*/ 484 h 484"/>
                  <a:gd name="T18" fmla="*/ 160 w 736"/>
                  <a:gd name="T19" fmla="*/ 484 h 484"/>
                  <a:gd name="T20" fmla="*/ 176 w 736"/>
                  <a:gd name="T21" fmla="*/ 484 h 484"/>
                  <a:gd name="T22" fmla="*/ 507 w 736"/>
                  <a:gd name="T23" fmla="*/ 484 h 484"/>
                  <a:gd name="T24" fmla="*/ 514 w 736"/>
                  <a:gd name="T25" fmla="*/ 484 h 484"/>
                  <a:gd name="T26" fmla="*/ 522 w 736"/>
                  <a:gd name="T27" fmla="*/ 484 h 484"/>
                  <a:gd name="T28" fmla="*/ 546 w 736"/>
                  <a:gd name="T29" fmla="*/ 484 h 484"/>
                  <a:gd name="T30" fmla="*/ 599 w 736"/>
                  <a:gd name="T31" fmla="*/ 484 h 484"/>
                  <a:gd name="T32" fmla="*/ 736 w 736"/>
                  <a:gd name="T33" fmla="*/ 348 h 484"/>
                  <a:gd name="T34" fmla="*/ 618 w 736"/>
                  <a:gd name="T35" fmla="*/ 213 h 4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736" h="484">
                    <a:moveTo>
                      <a:pt x="618" y="213"/>
                    </a:moveTo>
                    <a:cubicBezTo>
                      <a:pt x="618" y="210"/>
                      <a:pt x="618" y="206"/>
                      <a:pt x="618" y="203"/>
                    </a:cubicBezTo>
                    <a:cubicBezTo>
                      <a:pt x="618" y="91"/>
                      <a:pt x="527" y="0"/>
                      <a:pt x="415" y="0"/>
                    </a:cubicBezTo>
                    <a:cubicBezTo>
                      <a:pt x="345" y="0"/>
                      <a:pt x="283" y="37"/>
                      <a:pt x="246" y="91"/>
                    </a:cubicBezTo>
                    <a:cubicBezTo>
                      <a:pt x="230" y="82"/>
                      <a:pt x="211" y="76"/>
                      <a:pt x="191" y="76"/>
                    </a:cubicBezTo>
                    <a:cubicBezTo>
                      <a:pt x="167" y="76"/>
                      <a:pt x="144" y="83"/>
                      <a:pt x="125" y="96"/>
                    </a:cubicBezTo>
                    <a:cubicBezTo>
                      <a:pt x="94" y="116"/>
                      <a:pt x="74" y="151"/>
                      <a:pt x="73" y="191"/>
                    </a:cubicBezTo>
                    <a:cubicBezTo>
                      <a:pt x="30" y="219"/>
                      <a:pt x="0" y="269"/>
                      <a:pt x="0" y="325"/>
                    </a:cubicBezTo>
                    <a:cubicBezTo>
                      <a:pt x="0" y="407"/>
                      <a:pt x="62" y="475"/>
                      <a:pt x="142" y="484"/>
                    </a:cubicBezTo>
                    <a:cubicBezTo>
                      <a:pt x="148" y="484"/>
                      <a:pt x="154" y="484"/>
                      <a:pt x="160" y="484"/>
                    </a:cubicBezTo>
                    <a:cubicBezTo>
                      <a:pt x="165" y="484"/>
                      <a:pt x="171" y="484"/>
                      <a:pt x="176" y="484"/>
                    </a:cubicBezTo>
                    <a:cubicBezTo>
                      <a:pt x="250" y="484"/>
                      <a:pt x="425" y="484"/>
                      <a:pt x="507" y="484"/>
                    </a:cubicBezTo>
                    <a:cubicBezTo>
                      <a:pt x="510" y="484"/>
                      <a:pt x="512" y="484"/>
                      <a:pt x="514" y="484"/>
                    </a:cubicBezTo>
                    <a:cubicBezTo>
                      <a:pt x="522" y="484"/>
                      <a:pt x="522" y="484"/>
                      <a:pt x="522" y="484"/>
                    </a:cubicBezTo>
                    <a:cubicBezTo>
                      <a:pt x="526" y="484"/>
                      <a:pt x="538" y="484"/>
                      <a:pt x="546" y="484"/>
                    </a:cubicBezTo>
                    <a:cubicBezTo>
                      <a:pt x="599" y="484"/>
                      <a:pt x="599" y="484"/>
                      <a:pt x="599" y="484"/>
                    </a:cubicBezTo>
                    <a:cubicBezTo>
                      <a:pt x="675" y="483"/>
                      <a:pt x="736" y="422"/>
                      <a:pt x="736" y="348"/>
                    </a:cubicBezTo>
                    <a:cubicBezTo>
                      <a:pt x="736" y="279"/>
                      <a:pt x="684" y="222"/>
                      <a:pt x="618" y="213"/>
                    </a:cubicBezTo>
                    <a:close/>
                  </a:path>
                </a:pathLst>
              </a:custGeom>
              <a:solidFill>
                <a:srgbClr val="68217A"/>
              </a:solidFill>
              <a:ln>
                <a:noFill/>
              </a:ln>
              <a:extLst/>
            </p:spPr>
            <p:txBody>
              <a:bodyPr vert="horz" wrap="square" lIns="91427" tIns="45713" rIns="91427" bIns="45713" numCol="1" anchor="t" anchorCtr="0" compatLnSpc="1">
                <a:prstTxWarp prst="textNoShape">
                  <a:avLst/>
                </a:prstTxWarp>
              </a:bodyPr>
              <a:lstStyle/>
              <a:p>
                <a:pPr defTabSz="914225">
                  <a:defRPr/>
                </a:pPr>
                <a:endParaRPr lang="en-US" kern="0">
                  <a:solidFill>
                    <a:srgbClr val="000000"/>
                  </a:solidFill>
                </a:endParaRPr>
              </a:p>
            </p:txBody>
          </p:sp>
          <p:sp>
            <p:nvSpPr>
              <p:cNvPr id="61" name="Freeform 95"/>
              <p:cNvSpPr>
                <a:spLocks/>
              </p:cNvSpPr>
              <p:nvPr/>
            </p:nvSpPr>
            <p:spPr bwMode="auto">
              <a:xfrm flipH="1">
                <a:off x="1281693" y="1630760"/>
                <a:ext cx="2774055" cy="1801531"/>
              </a:xfrm>
              <a:custGeom>
                <a:avLst/>
                <a:gdLst>
                  <a:gd name="T0" fmla="*/ 618 w 736"/>
                  <a:gd name="T1" fmla="*/ 213 h 484"/>
                  <a:gd name="T2" fmla="*/ 618 w 736"/>
                  <a:gd name="T3" fmla="*/ 203 h 484"/>
                  <a:gd name="T4" fmla="*/ 415 w 736"/>
                  <a:gd name="T5" fmla="*/ 0 h 484"/>
                  <a:gd name="T6" fmla="*/ 246 w 736"/>
                  <a:gd name="T7" fmla="*/ 91 h 484"/>
                  <a:gd name="T8" fmla="*/ 191 w 736"/>
                  <a:gd name="T9" fmla="*/ 76 h 484"/>
                  <a:gd name="T10" fmla="*/ 125 w 736"/>
                  <a:gd name="T11" fmla="*/ 96 h 484"/>
                  <a:gd name="T12" fmla="*/ 73 w 736"/>
                  <a:gd name="T13" fmla="*/ 191 h 484"/>
                  <a:gd name="T14" fmla="*/ 0 w 736"/>
                  <a:gd name="T15" fmla="*/ 325 h 484"/>
                  <a:gd name="T16" fmla="*/ 142 w 736"/>
                  <a:gd name="T17" fmla="*/ 484 h 484"/>
                  <a:gd name="T18" fmla="*/ 160 w 736"/>
                  <a:gd name="T19" fmla="*/ 484 h 484"/>
                  <a:gd name="T20" fmla="*/ 176 w 736"/>
                  <a:gd name="T21" fmla="*/ 484 h 484"/>
                  <a:gd name="T22" fmla="*/ 507 w 736"/>
                  <a:gd name="T23" fmla="*/ 484 h 484"/>
                  <a:gd name="T24" fmla="*/ 514 w 736"/>
                  <a:gd name="T25" fmla="*/ 484 h 484"/>
                  <a:gd name="T26" fmla="*/ 522 w 736"/>
                  <a:gd name="T27" fmla="*/ 484 h 484"/>
                  <a:gd name="T28" fmla="*/ 546 w 736"/>
                  <a:gd name="T29" fmla="*/ 484 h 484"/>
                  <a:gd name="T30" fmla="*/ 599 w 736"/>
                  <a:gd name="T31" fmla="*/ 484 h 484"/>
                  <a:gd name="T32" fmla="*/ 736 w 736"/>
                  <a:gd name="T33" fmla="*/ 348 h 484"/>
                  <a:gd name="T34" fmla="*/ 618 w 736"/>
                  <a:gd name="T35" fmla="*/ 213 h 4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736" h="484">
                    <a:moveTo>
                      <a:pt x="618" y="213"/>
                    </a:moveTo>
                    <a:cubicBezTo>
                      <a:pt x="618" y="210"/>
                      <a:pt x="618" y="206"/>
                      <a:pt x="618" y="203"/>
                    </a:cubicBezTo>
                    <a:cubicBezTo>
                      <a:pt x="618" y="91"/>
                      <a:pt x="527" y="0"/>
                      <a:pt x="415" y="0"/>
                    </a:cubicBezTo>
                    <a:cubicBezTo>
                      <a:pt x="345" y="0"/>
                      <a:pt x="283" y="37"/>
                      <a:pt x="246" y="91"/>
                    </a:cubicBezTo>
                    <a:cubicBezTo>
                      <a:pt x="230" y="82"/>
                      <a:pt x="211" y="76"/>
                      <a:pt x="191" y="76"/>
                    </a:cubicBezTo>
                    <a:cubicBezTo>
                      <a:pt x="167" y="76"/>
                      <a:pt x="144" y="83"/>
                      <a:pt x="125" y="96"/>
                    </a:cubicBezTo>
                    <a:cubicBezTo>
                      <a:pt x="94" y="116"/>
                      <a:pt x="74" y="151"/>
                      <a:pt x="73" y="191"/>
                    </a:cubicBezTo>
                    <a:cubicBezTo>
                      <a:pt x="30" y="219"/>
                      <a:pt x="0" y="269"/>
                      <a:pt x="0" y="325"/>
                    </a:cubicBezTo>
                    <a:cubicBezTo>
                      <a:pt x="0" y="407"/>
                      <a:pt x="62" y="475"/>
                      <a:pt x="142" y="484"/>
                    </a:cubicBezTo>
                    <a:cubicBezTo>
                      <a:pt x="148" y="484"/>
                      <a:pt x="154" y="484"/>
                      <a:pt x="160" y="484"/>
                    </a:cubicBezTo>
                    <a:cubicBezTo>
                      <a:pt x="165" y="484"/>
                      <a:pt x="171" y="484"/>
                      <a:pt x="176" y="484"/>
                    </a:cubicBezTo>
                    <a:cubicBezTo>
                      <a:pt x="250" y="484"/>
                      <a:pt x="425" y="484"/>
                      <a:pt x="507" y="484"/>
                    </a:cubicBezTo>
                    <a:cubicBezTo>
                      <a:pt x="510" y="484"/>
                      <a:pt x="512" y="484"/>
                      <a:pt x="514" y="484"/>
                    </a:cubicBezTo>
                    <a:cubicBezTo>
                      <a:pt x="522" y="484"/>
                      <a:pt x="522" y="484"/>
                      <a:pt x="522" y="484"/>
                    </a:cubicBezTo>
                    <a:cubicBezTo>
                      <a:pt x="526" y="484"/>
                      <a:pt x="538" y="484"/>
                      <a:pt x="546" y="484"/>
                    </a:cubicBezTo>
                    <a:cubicBezTo>
                      <a:pt x="599" y="484"/>
                      <a:pt x="599" y="484"/>
                      <a:pt x="599" y="484"/>
                    </a:cubicBezTo>
                    <a:cubicBezTo>
                      <a:pt x="675" y="483"/>
                      <a:pt x="736" y="422"/>
                      <a:pt x="736" y="348"/>
                    </a:cubicBezTo>
                    <a:cubicBezTo>
                      <a:pt x="736" y="279"/>
                      <a:pt x="684" y="222"/>
                      <a:pt x="618" y="213"/>
                    </a:cubicBezTo>
                    <a:close/>
                  </a:path>
                </a:pathLst>
              </a:custGeom>
              <a:solidFill>
                <a:srgbClr val="0072C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27" tIns="45713" rIns="91427" bIns="45713" numCol="1" anchor="t" anchorCtr="0" compatLnSpc="1">
                <a:prstTxWarp prst="textNoShape">
                  <a:avLst/>
                </a:prstTxWarp>
              </a:bodyPr>
              <a:lstStyle/>
              <a:p>
                <a:pPr defTabSz="914225">
                  <a:defRPr/>
                </a:pPr>
                <a:endParaRPr lang="en-US" kern="0">
                  <a:solidFill>
                    <a:srgbClr val="505050"/>
                  </a:solidFill>
                </a:endParaRPr>
              </a:p>
            </p:txBody>
          </p:sp>
          <p:sp>
            <p:nvSpPr>
              <p:cNvPr id="62" name="TextBox 61"/>
              <p:cNvSpPr txBox="1"/>
              <p:nvPr/>
            </p:nvSpPr>
            <p:spPr>
              <a:xfrm>
                <a:off x="1348933" y="2418609"/>
                <a:ext cx="2691307" cy="778404"/>
              </a:xfrm>
              <a:prstGeom prst="rect">
                <a:avLst/>
              </a:prstGeom>
              <a:noFill/>
              <a:ln>
                <a:noFill/>
              </a:ln>
            </p:spPr>
            <p:txBody>
              <a:bodyPr wrap="none" lIns="179234" tIns="143387" rIns="179234" bIns="143387" rtlCol="0">
                <a:spAutoFit/>
              </a:bodyPr>
              <a:lstStyle/>
              <a:p>
                <a:pPr algn="ctr" defTabSz="913362">
                  <a:lnSpc>
                    <a:spcPct val="90000"/>
                  </a:lnSpc>
                  <a:spcAft>
                    <a:spcPts val="588"/>
                  </a:spcAft>
                  <a:defRPr/>
                </a:pPr>
                <a:r>
                  <a:rPr lang="en-US" sz="1400" kern="0" dirty="0">
                    <a:solidFill>
                      <a:srgbClr val="FFFFFF"/>
                    </a:solidFill>
                  </a:rPr>
                  <a:t>Microsoft Azure </a:t>
                </a:r>
                <a:br>
                  <a:rPr lang="en-US" sz="1400" kern="0" dirty="0">
                    <a:solidFill>
                      <a:srgbClr val="FFFFFF"/>
                    </a:solidFill>
                  </a:rPr>
                </a:br>
                <a:r>
                  <a:rPr lang="en-US" sz="1200" kern="0" dirty="0">
                    <a:solidFill>
                      <a:srgbClr val="FFFFFF"/>
                    </a:solidFill>
                  </a:rPr>
                  <a:t>Hyper-V Recovery Manager</a:t>
                </a:r>
                <a:endParaRPr lang="en-US" sz="1400" kern="0" dirty="0">
                  <a:solidFill>
                    <a:srgbClr val="FFFFFF"/>
                  </a:solidFill>
                </a:endParaRPr>
              </a:p>
            </p:txBody>
          </p:sp>
        </p:grpSp>
        <p:sp>
          <p:nvSpPr>
            <p:cNvPr id="13" name="Left-Right Arrow 12"/>
            <p:cNvSpPr/>
            <p:nvPr/>
          </p:nvSpPr>
          <p:spPr bwMode="auto">
            <a:xfrm>
              <a:off x="5221295" y="4717614"/>
              <a:ext cx="1407263" cy="181417"/>
            </a:xfrm>
            <a:prstGeom prst="leftRightArrow">
              <a:avLst>
                <a:gd name="adj1" fmla="val 54971"/>
                <a:gd name="adj2" fmla="val 50215"/>
              </a:avLst>
            </a:prstGeom>
            <a:solidFill>
              <a:srgbClr val="DC3C00"/>
            </a:solidFill>
            <a:ln w="9525" cap="flat" cmpd="sng" algn="ctr">
              <a:noFill/>
              <a:prstDash val="solid"/>
              <a:headEnd type="none" w="med" len="med"/>
              <a:tailEnd type="none" w="med" len="med"/>
            </a:ln>
            <a:effectLst/>
          </p:spPr>
          <p:txBody>
            <a:bodyPr rot="0" spcFirstLastPara="0" vertOverflow="overflow" horzOverflow="overflow" vert="horz" wrap="square" lIns="182854" tIns="146284" rIns="182854" bIns="146284" numCol="1" spcCol="0" rtlCol="0" fromWordArt="0" anchor="ctr" anchorCtr="0" forceAA="0" compatLnSpc="1">
              <a:prstTxWarp prst="textNoShape">
                <a:avLst/>
              </a:prstTxWarp>
              <a:noAutofit/>
            </a:bodyPr>
            <a:lstStyle/>
            <a:p>
              <a:pPr algn="ctr" defTabSz="932293" fontAlgn="base">
                <a:lnSpc>
                  <a:spcPct val="90000"/>
                </a:lnSpc>
                <a:spcBef>
                  <a:spcPct val="0"/>
                </a:spcBef>
                <a:spcAft>
                  <a:spcPct val="0"/>
                </a:spcAft>
                <a:defRPr/>
              </a:pPr>
              <a:endParaRPr lang="en-US" sz="1000" kern="0" dirty="0">
                <a:gradFill>
                  <a:gsLst>
                    <a:gs pos="0">
                      <a:srgbClr val="FFFFFF"/>
                    </a:gs>
                    <a:gs pos="100000">
                      <a:srgbClr val="FFFFFF"/>
                    </a:gs>
                  </a:gsLst>
                  <a:lin ang="5400000" scaled="0"/>
                </a:gradFill>
                <a:ea typeface="Segoe UI" pitchFamily="34" charset="0"/>
                <a:cs typeface="Segoe UI" pitchFamily="34" charset="0"/>
              </a:endParaRPr>
            </a:p>
          </p:txBody>
        </p:sp>
        <p:sp>
          <p:nvSpPr>
            <p:cNvPr id="14" name="TextBox 13"/>
            <p:cNvSpPr txBox="1"/>
            <p:nvPr/>
          </p:nvSpPr>
          <p:spPr>
            <a:xfrm>
              <a:off x="4888336" y="3235920"/>
              <a:ext cx="2156693" cy="148340"/>
            </a:xfrm>
            <a:prstGeom prst="rect">
              <a:avLst/>
            </a:prstGeom>
            <a:noFill/>
          </p:spPr>
          <p:txBody>
            <a:bodyPr wrap="square" lIns="179099" tIns="0" rIns="179099" bIns="0" rtlCol="0">
              <a:spAutoFit/>
            </a:bodyPr>
            <a:lstStyle>
              <a:defPPr>
                <a:defRPr lang="en-US"/>
              </a:defPPr>
              <a:lvl1pPr defTabSz="913538">
                <a:lnSpc>
                  <a:spcPct val="90000"/>
                </a:lnSpc>
                <a:spcAft>
                  <a:spcPts val="588"/>
                </a:spcAft>
                <a:defRPr sz="1100">
                  <a:solidFill>
                    <a:srgbClr val="505050"/>
                  </a:solidFill>
                </a:defRPr>
              </a:lvl1pPr>
            </a:lstStyle>
            <a:p>
              <a:pPr algn="ctr" defTabSz="895541">
                <a:spcAft>
                  <a:spcPts val="576"/>
                </a:spcAft>
                <a:defRPr/>
              </a:pPr>
              <a:r>
                <a:rPr lang="en-US" sz="1050" kern="0" dirty="0">
                  <a:solidFill>
                    <a:srgbClr val="00B0F0"/>
                  </a:solidFill>
                </a:rPr>
                <a:t>Communication Channel</a:t>
              </a:r>
            </a:p>
          </p:txBody>
        </p:sp>
        <p:sp>
          <p:nvSpPr>
            <p:cNvPr id="15" name="Rectangle 14"/>
            <p:cNvSpPr/>
            <p:nvPr/>
          </p:nvSpPr>
          <p:spPr>
            <a:xfrm>
              <a:off x="5121475" y="4358910"/>
              <a:ext cx="1597285" cy="296681"/>
            </a:xfrm>
            <a:prstGeom prst="rect">
              <a:avLst/>
            </a:prstGeom>
            <a:noFill/>
          </p:spPr>
          <p:txBody>
            <a:bodyPr wrap="square" lIns="179099" tIns="0" rIns="179099" bIns="0" rtlCol="0">
              <a:spAutoFit/>
            </a:bodyPr>
            <a:lstStyle/>
            <a:p>
              <a:pPr algn="ctr" defTabSz="913362">
                <a:lnSpc>
                  <a:spcPct val="90000"/>
                </a:lnSpc>
                <a:spcAft>
                  <a:spcPts val="588"/>
                </a:spcAft>
                <a:defRPr/>
              </a:pPr>
              <a:r>
                <a:rPr lang="en-US" sz="1050" kern="0" dirty="0">
                  <a:solidFill>
                    <a:srgbClr val="00B0F0"/>
                  </a:solidFill>
                </a:rPr>
                <a:t>Replication channel: </a:t>
              </a:r>
              <a:br>
                <a:rPr lang="en-US" sz="1050" kern="0" dirty="0">
                  <a:solidFill>
                    <a:srgbClr val="00B0F0"/>
                  </a:solidFill>
                </a:rPr>
              </a:br>
              <a:r>
                <a:rPr lang="en-US" sz="1050" kern="0" dirty="0">
                  <a:solidFill>
                    <a:srgbClr val="00B0F0"/>
                  </a:solidFill>
                </a:rPr>
                <a:t>Hyper-V Replica</a:t>
              </a:r>
            </a:p>
          </p:txBody>
        </p:sp>
        <p:grpSp>
          <p:nvGrpSpPr>
            <p:cNvPr id="16" name="Group 15"/>
            <p:cNvGrpSpPr/>
            <p:nvPr/>
          </p:nvGrpSpPr>
          <p:grpSpPr>
            <a:xfrm>
              <a:off x="4381455" y="3770095"/>
              <a:ext cx="1525356" cy="1852253"/>
              <a:chOff x="1047576" y="3696507"/>
              <a:chExt cx="1495583" cy="1816099"/>
            </a:xfrm>
          </p:grpSpPr>
          <p:sp>
            <p:nvSpPr>
              <p:cNvPr id="45" name="TextBox 44"/>
              <p:cNvSpPr txBox="1"/>
              <p:nvPr/>
            </p:nvSpPr>
            <p:spPr>
              <a:xfrm>
                <a:off x="1918270" y="4920521"/>
                <a:ext cx="624889" cy="592085"/>
              </a:xfrm>
              <a:prstGeom prst="rect">
                <a:avLst/>
              </a:prstGeom>
              <a:noFill/>
            </p:spPr>
            <p:txBody>
              <a:bodyPr wrap="square" lIns="0" tIns="146284" rIns="0" bIns="146284" rtlCol="0">
                <a:spAutoFit/>
              </a:bodyPr>
              <a:lstStyle/>
              <a:p>
                <a:pPr defTabSz="914225">
                  <a:lnSpc>
                    <a:spcPct val="90000"/>
                  </a:lnSpc>
                  <a:spcAft>
                    <a:spcPts val="600"/>
                  </a:spcAft>
                  <a:defRPr/>
                </a:pPr>
                <a:r>
                  <a:rPr lang="en-US" sz="1050" kern="0" dirty="0">
                    <a:solidFill>
                      <a:srgbClr val="00B0F0"/>
                    </a:solidFill>
                  </a:rPr>
                  <a:t>Primary Site</a:t>
                </a:r>
              </a:p>
            </p:txBody>
          </p:sp>
          <p:grpSp>
            <p:nvGrpSpPr>
              <p:cNvPr id="46" name="Group 45"/>
              <p:cNvGrpSpPr/>
              <p:nvPr/>
            </p:nvGrpSpPr>
            <p:grpSpPr>
              <a:xfrm>
                <a:off x="1055947" y="4121329"/>
                <a:ext cx="815599" cy="1297016"/>
                <a:chOff x="13103226" y="2775830"/>
                <a:chExt cx="1039812" cy="1616572"/>
              </a:xfrm>
            </p:grpSpPr>
            <p:sp>
              <p:nvSpPr>
                <p:cNvPr id="50" name="Rectangle 5"/>
                <p:cNvSpPr>
                  <a:spLocks noChangeArrowheads="1"/>
                </p:cNvSpPr>
                <p:nvPr/>
              </p:nvSpPr>
              <p:spPr bwMode="auto">
                <a:xfrm>
                  <a:off x="13103226" y="2775830"/>
                  <a:ext cx="1039812" cy="1616572"/>
                </a:xfrm>
                <a:prstGeom prst="rect">
                  <a:avLst/>
                </a:prstGeom>
                <a:solidFill>
                  <a:srgbClr val="005695"/>
                </a:solidFill>
                <a:ln>
                  <a:noFill/>
                </a:ln>
              </p:spPr>
              <p:txBody>
                <a:bodyPr vert="horz" wrap="square" lIns="91427" tIns="45713" rIns="91427" bIns="45713" numCol="1" anchor="t" anchorCtr="0" compatLnSpc="1">
                  <a:prstTxWarp prst="textNoShape">
                    <a:avLst/>
                  </a:prstTxWarp>
                </a:bodyPr>
                <a:lstStyle/>
                <a:p>
                  <a:pPr defTabSz="914225">
                    <a:defRPr/>
                  </a:pPr>
                  <a:endParaRPr lang="en-US" sz="1600" kern="0">
                    <a:solidFill>
                      <a:srgbClr val="000000"/>
                    </a:solidFill>
                  </a:endParaRPr>
                </a:p>
              </p:txBody>
            </p:sp>
            <p:sp>
              <p:nvSpPr>
                <p:cNvPr id="51" name="Freeform 6"/>
                <p:cNvSpPr>
                  <a:spLocks/>
                </p:cNvSpPr>
                <p:nvPr/>
              </p:nvSpPr>
              <p:spPr bwMode="auto">
                <a:xfrm>
                  <a:off x="13214598" y="2940285"/>
                  <a:ext cx="817070" cy="143638"/>
                </a:xfrm>
                <a:custGeom>
                  <a:avLst/>
                  <a:gdLst>
                    <a:gd name="T0" fmla="*/ 28 w 330"/>
                    <a:gd name="T1" fmla="*/ 0 h 58"/>
                    <a:gd name="T2" fmla="*/ 0 w 330"/>
                    <a:gd name="T3" fmla="*/ 26 h 58"/>
                    <a:gd name="T4" fmla="*/ 0 w 330"/>
                    <a:gd name="T5" fmla="*/ 32 h 58"/>
                    <a:gd name="T6" fmla="*/ 28 w 330"/>
                    <a:gd name="T7" fmla="*/ 58 h 58"/>
                    <a:gd name="T8" fmla="*/ 302 w 330"/>
                    <a:gd name="T9" fmla="*/ 58 h 58"/>
                    <a:gd name="T10" fmla="*/ 330 w 330"/>
                    <a:gd name="T11" fmla="*/ 32 h 58"/>
                    <a:gd name="T12" fmla="*/ 330 w 330"/>
                    <a:gd name="T13" fmla="*/ 26 h 58"/>
                    <a:gd name="T14" fmla="*/ 302 w 330"/>
                    <a:gd name="T15" fmla="*/ 0 h 58"/>
                    <a:gd name="T16" fmla="*/ 175 w 330"/>
                    <a:gd name="T17" fmla="*/ 0 h 58"/>
                    <a:gd name="T18" fmla="*/ 28 w 330"/>
                    <a:gd name="T19" fmla="*/ 0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30" h="58">
                      <a:moveTo>
                        <a:pt x="28" y="0"/>
                      </a:moveTo>
                      <a:cubicBezTo>
                        <a:pt x="28" y="0"/>
                        <a:pt x="0" y="0"/>
                        <a:pt x="0" y="26"/>
                      </a:cubicBezTo>
                      <a:cubicBezTo>
                        <a:pt x="0" y="32"/>
                        <a:pt x="0" y="32"/>
                        <a:pt x="0" y="32"/>
                      </a:cubicBezTo>
                      <a:cubicBezTo>
                        <a:pt x="0" y="32"/>
                        <a:pt x="0" y="58"/>
                        <a:pt x="28" y="58"/>
                      </a:cubicBezTo>
                      <a:cubicBezTo>
                        <a:pt x="302" y="58"/>
                        <a:pt x="302" y="58"/>
                        <a:pt x="302" y="58"/>
                      </a:cubicBezTo>
                      <a:cubicBezTo>
                        <a:pt x="302" y="58"/>
                        <a:pt x="330" y="58"/>
                        <a:pt x="330" y="32"/>
                      </a:cubicBezTo>
                      <a:cubicBezTo>
                        <a:pt x="330" y="26"/>
                        <a:pt x="330" y="26"/>
                        <a:pt x="330" y="26"/>
                      </a:cubicBezTo>
                      <a:cubicBezTo>
                        <a:pt x="330" y="26"/>
                        <a:pt x="330" y="0"/>
                        <a:pt x="302" y="0"/>
                      </a:cubicBezTo>
                      <a:cubicBezTo>
                        <a:pt x="175" y="0"/>
                        <a:pt x="175" y="0"/>
                        <a:pt x="175" y="0"/>
                      </a:cubicBezTo>
                      <a:lnTo>
                        <a:pt x="28" y="0"/>
                      </a:lnTo>
                      <a:close/>
                    </a:path>
                  </a:pathLst>
                </a:custGeom>
                <a:solidFill>
                  <a:srgbClr val="FFFFFF">
                    <a:lumMod val="85000"/>
                  </a:srgbClr>
                </a:solidFill>
                <a:ln>
                  <a:noFill/>
                </a:ln>
              </p:spPr>
              <p:txBody>
                <a:bodyPr vert="horz" wrap="square" lIns="91427" tIns="45713" rIns="91427" bIns="45713" numCol="1" anchor="t" anchorCtr="0" compatLnSpc="1">
                  <a:prstTxWarp prst="textNoShape">
                    <a:avLst/>
                  </a:prstTxWarp>
                </a:bodyPr>
                <a:lstStyle/>
                <a:p>
                  <a:pPr defTabSz="914225">
                    <a:defRPr/>
                  </a:pPr>
                  <a:endParaRPr lang="en-US" sz="1600" kern="0">
                    <a:solidFill>
                      <a:srgbClr val="000000"/>
                    </a:solidFill>
                  </a:endParaRPr>
                </a:p>
              </p:txBody>
            </p:sp>
            <p:sp>
              <p:nvSpPr>
                <p:cNvPr id="52" name="Freeform 7"/>
                <p:cNvSpPr>
                  <a:spLocks/>
                </p:cNvSpPr>
                <p:nvPr/>
              </p:nvSpPr>
              <p:spPr bwMode="auto">
                <a:xfrm>
                  <a:off x="13214598" y="3194253"/>
                  <a:ext cx="817070" cy="143638"/>
                </a:xfrm>
                <a:custGeom>
                  <a:avLst/>
                  <a:gdLst>
                    <a:gd name="T0" fmla="*/ 28 w 330"/>
                    <a:gd name="T1" fmla="*/ 0 h 58"/>
                    <a:gd name="T2" fmla="*/ 0 w 330"/>
                    <a:gd name="T3" fmla="*/ 26 h 58"/>
                    <a:gd name="T4" fmla="*/ 0 w 330"/>
                    <a:gd name="T5" fmla="*/ 31 h 58"/>
                    <a:gd name="T6" fmla="*/ 28 w 330"/>
                    <a:gd name="T7" fmla="*/ 58 h 58"/>
                    <a:gd name="T8" fmla="*/ 302 w 330"/>
                    <a:gd name="T9" fmla="*/ 58 h 58"/>
                    <a:gd name="T10" fmla="*/ 330 w 330"/>
                    <a:gd name="T11" fmla="*/ 31 h 58"/>
                    <a:gd name="T12" fmla="*/ 330 w 330"/>
                    <a:gd name="T13" fmla="*/ 26 h 58"/>
                    <a:gd name="T14" fmla="*/ 302 w 330"/>
                    <a:gd name="T15" fmla="*/ 0 h 58"/>
                    <a:gd name="T16" fmla="*/ 175 w 330"/>
                    <a:gd name="T17" fmla="*/ 0 h 58"/>
                    <a:gd name="T18" fmla="*/ 28 w 330"/>
                    <a:gd name="T19" fmla="*/ 0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30" h="58">
                      <a:moveTo>
                        <a:pt x="28" y="0"/>
                      </a:moveTo>
                      <a:cubicBezTo>
                        <a:pt x="28" y="0"/>
                        <a:pt x="0" y="0"/>
                        <a:pt x="0" y="26"/>
                      </a:cubicBezTo>
                      <a:cubicBezTo>
                        <a:pt x="0" y="31"/>
                        <a:pt x="0" y="31"/>
                        <a:pt x="0" y="31"/>
                      </a:cubicBezTo>
                      <a:cubicBezTo>
                        <a:pt x="0" y="31"/>
                        <a:pt x="0" y="58"/>
                        <a:pt x="28" y="58"/>
                      </a:cubicBezTo>
                      <a:cubicBezTo>
                        <a:pt x="302" y="58"/>
                        <a:pt x="302" y="58"/>
                        <a:pt x="302" y="58"/>
                      </a:cubicBezTo>
                      <a:cubicBezTo>
                        <a:pt x="302" y="58"/>
                        <a:pt x="330" y="58"/>
                        <a:pt x="330" y="31"/>
                      </a:cubicBezTo>
                      <a:cubicBezTo>
                        <a:pt x="330" y="26"/>
                        <a:pt x="330" y="26"/>
                        <a:pt x="330" y="26"/>
                      </a:cubicBezTo>
                      <a:cubicBezTo>
                        <a:pt x="330" y="26"/>
                        <a:pt x="330" y="0"/>
                        <a:pt x="302" y="0"/>
                      </a:cubicBezTo>
                      <a:cubicBezTo>
                        <a:pt x="175" y="0"/>
                        <a:pt x="175" y="0"/>
                        <a:pt x="175" y="0"/>
                      </a:cubicBezTo>
                      <a:lnTo>
                        <a:pt x="28" y="0"/>
                      </a:lnTo>
                      <a:close/>
                    </a:path>
                  </a:pathLst>
                </a:custGeom>
                <a:solidFill>
                  <a:srgbClr val="FFFFFF">
                    <a:lumMod val="85000"/>
                  </a:srgbClr>
                </a:solidFill>
                <a:ln>
                  <a:noFill/>
                </a:ln>
              </p:spPr>
              <p:txBody>
                <a:bodyPr vert="horz" wrap="square" lIns="91427" tIns="45713" rIns="91427" bIns="45713" numCol="1" anchor="t" anchorCtr="0" compatLnSpc="1">
                  <a:prstTxWarp prst="textNoShape">
                    <a:avLst/>
                  </a:prstTxWarp>
                </a:bodyPr>
                <a:lstStyle/>
                <a:p>
                  <a:pPr defTabSz="914225">
                    <a:defRPr/>
                  </a:pPr>
                  <a:endParaRPr lang="en-US" sz="1600" kern="0">
                    <a:solidFill>
                      <a:srgbClr val="000000"/>
                    </a:solidFill>
                  </a:endParaRPr>
                </a:p>
              </p:txBody>
            </p:sp>
            <p:sp>
              <p:nvSpPr>
                <p:cNvPr id="53" name="Freeform 8"/>
                <p:cNvSpPr>
                  <a:spLocks/>
                </p:cNvSpPr>
                <p:nvPr/>
              </p:nvSpPr>
              <p:spPr bwMode="auto">
                <a:xfrm>
                  <a:off x="13214598" y="3446139"/>
                  <a:ext cx="817070" cy="143638"/>
                </a:xfrm>
                <a:custGeom>
                  <a:avLst/>
                  <a:gdLst>
                    <a:gd name="T0" fmla="*/ 28 w 330"/>
                    <a:gd name="T1" fmla="*/ 0 h 58"/>
                    <a:gd name="T2" fmla="*/ 0 w 330"/>
                    <a:gd name="T3" fmla="*/ 27 h 58"/>
                    <a:gd name="T4" fmla="*/ 0 w 330"/>
                    <a:gd name="T5" fmla="*/ 32 h 58"/>
                    <a:gd name="T6" fmla="*/ 28 w 330"/>
                    <a:gd name="T7" fmla="*/ 58 h 58"/>
                    <a:gd name="T8" fmla="*/ 302 w 330"/>
                    <a:gd name="T9" fmla="*/ 58 h 58"/>
                    <a:gd name="T10" fmla="*/ 330 w 330"/>
                    <a:gd name="T11" fmla="*/ 32 h 58"/>
                    <a:gd name="T12" fmla="*/ 330 w 330"/>
                    <a:gd name="T13" fmla="*/ 27 h 58"/>
                    <a:gd name="T14" fmla="*/ 302 w 330"/>
                    <a:gd name="T15" fmla="*/ 0 h 58"/>
                    <a:gd name="T16" fmla="*/ 175 w 330"/>
                    <a:gd name="T17" fmla="*/ 0 h 58"/>
                    <a:gd name="T18" fmla="*/ 28 w 330"/>
                    <a:gd name="T19" fmla="*/ 0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30" h="58">
                      <a:moveTo>
                        <a:pt x="28" y="0"/>
                      </a:moveTo>
                      <a:cubicBezTo>
                        <a:pt x="28" y="0"/>
                        <a:pt x="0" y="0"/>
                        <a:pt x="0" y="27"/>
                      </a:cubicBezTo>
                      <a:cubicBezTo>
                        <a:pt x="0" y="32"/>
                        <a:pt x="0" y="32"/>
                        <a:pt x="0" y="32"/>
                      </a:cubicBezTo>
                      <a:cubicBezTo>
                        <a:pt x="0" y="32"/>
                        <a:pt x="0" y="58"/>
                        <a:pt x="28" y="58"/>
                      </a:cubicBezTo>
                      <a:cubicBezTo>
                        <a:pt x="302" y="58"/>
                        <a:pt x="302" y="58"/>
                        <a:pt x="302" y="58"/>
                      </a:cubicBezTo>
                      <a:cubicBezTo>
                        <a:pt x="302" y="58"/>
                        <a:pt x="330" y="58"/>
                        <a:pt x="330" y="32"/>
                      </a:cubicBezTo>
                      <a:cubicBezTo>
                        <a:pt x="330" y="27"/>
                        <a:pt x="330" y="27"/>
                        <a:pt x="330" y="27"/>
                      </a:cubicBezTo>
                      <a:cubicBezTo>
                        <a:pt x="330" y="27"/>
                        <a:pt x="330" y="0"/>
                        <a:pt x="302" y="0"/>
                      </a:cubicBezTo>
                      <a:cubicBezTo>
                        <a:pt x="175" y="0"/>
                        <a:pt x="175" y="0"/>
                        <a:pt x="175" y="0"/>
                      </a:cubicBezTo>
                      <a:lnTo>
                        <a:pt x="28" y="0"/>
                      </a:lnTo>
                      <a:close/>
                    </a:path>
                  </a:pathLst>
                </a:custGeom>
                <a:solidFill>
                  <a:srgbClr val="FFFFFF">
                    <a:lumMod val="85000"/>
                  </a:srgbClr>
                </a:solidFill>
                <a:ln>
                  <a:noFill/>
                </a:ln>
              </p:spPr>
              <p:txBody>
                <a:bodyPr vert="horz" wrap="square" lIns="91427" tIns="45713" rIns="91427" bIns="45713" numCol="1" anchor="t" anchorCtr="0" compatLnSpc="1">
                  <a:prstTxWarp prst="textNoShape">
                    <a:avLst/>
                  </a:prstTxWarp>
                </a:bodyPr>
                <a:lstStyle/>
                <a:p>
                  <a:pPr defTabSz="914225">
                    <a:defRPr/>
                  </a:pPr>
                  <a:endParaRPr lang="en-US" sz="1600" kern="0">
                    <a:solidFill>
                      <a:srgbClr val="000000"/>
                    </a:solidFill>
                  </a:endParaRPr>
                </a:p>
              </p:txBody>
            </p:sp>
            <p:sp>
              <p:nvSpPr>
                <p:cNvPr id="54" name="Freeform 9"/>
                <p:cNvSpPr>
                  <a:spLocks/>
                </p:cNvSpPr>
                <p:nvPr/>
              </p:nvSpPr>
              <p:spPr bwMode="auto">
                <a:xfrm>
                  <a:off x="13214598" y="3700107"/>
                  <a:ext cx="817070" cy="143638"/>
                </a:xfrm>
                <a:custGeom>
                  <a:avLst/>
                  <a:gdLst>
                    <a:gd name="T0" fmla="*/ 28 w 330"/>
                    <a:gd name="T1" fmla="*/ 0 h 58"/>
                    <a:gd name="T2" fmla="*/ 0 w 330"/>
                    <a:gd name="T3" fmla="*/ 26 h 58"/>
                    <a:gd name="T4" fmla="*/ 0 w 330"/>
                    <a:gd name="T5" fmla="*/ 32 h 58"/>
                    <a:gd name="T6" fmla="*/ 28 w 330"/>
                    <a:gd name="T7" fmla="*/ 58 h 58"/>
                    <a:gd name="T8" fmla="*/ 302 w 330"/>
                    <a:gd name="T9" fmla="*/ 58 h 58"/>
                    <a:gd name="T10" fmla="*/ 330 w 330"/>
                    <a:gd name="T11" fmla="*/ 32 h 58"/>
                    <a:gd name="T12" fmla="*/ 330 w 330"/>
                    <a:gd name="T13" fmla="*/ 26 h 58"/>
                    <a:gd name="T14" fmla="*/ 302 w 330"/>
                    <a:gd name="T15" fmla="*/ 0 h 58"/>
                    <a:gd name="T16" fmla="*/ 175 w 330"/>
                    <a:gd name="T17" fmla="*/ 0 h 58"/>
                    <a:gd name="T18" fmla="*/ 28 w 330"/>
                    <a:gd name="T19" fmla="*/ 0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30" h="58">
                      <a:moveTo>
                        <a:pt x="28" y="0"/>
                      </a:moveTo>
                      <a:cubicBezTo>
                        <a:pt x="28" y="0"/>
                        <a:pt x="0" y="0"/>
                        <a:pt x="0" y="26"/>
                      </a:cubicBezTo>
                      <a:cubicBezTo>
                        <a:pt x="0" y="32"/>
                        <a:pt x="0" y="32"/>
                        <a:pt x="0" y="32"/>
                      </a:cubicBezTo>
                      <a:cubicBezTo>
                        <a:pt x="0" y="32"/>
                        <a:pt x="0" y="58"/>
                        <a:pt x="28" y="58"/>
                      </a:cubicBezTo>
                      <a:cubicBezTo>
                        <a:pt x="302" y="58"/>
                        <a:pt x="302" y="58"/>
                        <a:pt x="302" y="58"/>
                      </a:cubicBezTo>
                      <a:cubicBezTo>
                        <a:pt x="302" y="58"/>
                        <a:pt x="330" y="58"/>
                        <a:pt x="330" y="32"/>
                      </a:cubicBezTo>
                      <a:cubicBezTo>
                        <a:pt x="330" y="26"/>
                        <a:pt x="330" y="26"/>
                        <a:pt x="330" y="26"/>
                      </a:cubicBezTo>
                      <a:cubicBezTo>
                        <a:pt x="330" y="26"/>
                        <a:pt x="330" y="0"/>
                        <a:pt x="302" y="0"/>
                      </a:cubicBezTo>
                      <a:cubicBezTo>
                        <a:pt x="175" y="0"/>
                        <a:pt x="175" y="0"/>
                        <a:pt x="175" y="0"/>
                      </a:cubicBezTo>
                      <a:lnTo>
                        <a:pt x="28" y="0"/>
                      </a:lnTo>
                      <a:close/>
                    </a:path>
                  </a:pathLst>
                </a:custGeom>
                <a:solidFill>
                  <a:srgbClr val="FFFFFF">
                    <a:lumMod val="85000"/>
                  </a:srgbClr>
                </a:solidFill>
                <a:ln>
                  <a:noFill/>
                </a:ln>
              </p:spPr>
              <p:txBody>
                <a:bodyPr vert="horz" wrap="square" lIns="91427" tIns="45713" rIns="91427" bIns="45713" numCol="1" anchor="t" anchorCtr="0" compatLnSpc="1">
                  <a:prstTxWarp prst="textNoShape">
                    <a:avLst/>
                  </a:prstTxWarp>
                </a:bodyPr>
                <a:lstStyle/>
                <a:p>
                  <a:pPr defTabSz="914225">
                    <a:defRPr/>
                  </a:pPr>
                  <a:endParaRPr lang="en-US" sz="1600" kern="0">
                    <a:solidFill>
                      <a:srgbClr val="000000"/>
                    </a:solidFill>
                  </a:endParaRPr>
                </a:p>
              </p:txBody>
            </p:sp>
            <p:sp>
              <p:nvSpPr>
                <p:cNvPr id="55" name="Oval 14"/>
                <p:cNvSpPr>
                  <a:spLocks noChangeArrowheads="1"/>
                </p:cNvSpPr>
                <p:nvPr/>
              </p:nvSpPr>
              <p:spPr bwMode="auto">
                <a:xfrm>
                  <a:off x="13875539" y="2970470"/>
                  <a:ext cx="79105" cy="79105"/>
                </a:xfrm>
                <a:prstGeom prst="ellipse">
                  <a:avLst/>
                </a:prstGeom>
                <a:solidFill>
                  <a:srgbClr val="008272"/>
                </a:solidFill>
                <a:ln>
                  <a:noFill/>
                </a:ln>
              </p:spPr>
              <p:txBody>
                <a:bodyPr vert="horz" wrap="square" lIns="91427" tIns="45713" rIns="91427" bIns="45713" numCol="1" anchor="t" anchorCtr="0" compatLnSpc="1">
                  <a:prstTxWarp prst="textNoShape">
                    <a:avLst/>
                  </a:prstTxWarp>
                </a:bodyPr>
                <a:lstStyle/>
                <a:p>
                  <a:pPr defTabSz="914225">
                    <a:defRPr/>
                  </a:pPr>
                  <a:endParaRPr lang="en-US" sz="1600" kern="0">
                    <a:solidFill>
                      <a:srgbClr val="000000"/>
                    </a:solidFill>
                  </a:endParaRPr>
                </a:p>
              </p:txBody>
            </p:sp>
            <p:sp>
              <p:nvSpPr>
                <p:cNvPr id="56" name="Oval 15"/>
                <p:cNvSpPr>
                  <a:spLocks noChangeArrowheads="1"/>
                </p:cNvSpPr>
                <p:nvPr/>
              </p:nvSpPr>
              <p:spPr bwMode="auto">
                <a:xfrm>
                  <a:off x="13875539" y="3224438"/>
                  <a:ext cx="79105" cy="79105"/>
                </a:xfrm>
                <a:prstGeom prst="ellipse">
                  <a:avLst/>
                </a:prstGeom>
                <a:solidFill>
                  <a:srgbClr val="008272"/>
                </a:solidFill>
                <a:ln>
                  <a:noFill/>
                </a:ln>
              </p:spPr>
              <p:txBody>
                <a:bodyPr vert="horz" wrap="square" lIns="91427" tIns="45713" rIns="91427" bIns="45713" numCol="1" anchor="t" anchorCtr="0" compatLnSpc="1">
                  <a:prstTxWarp prst="textNoShape">
                    <a:avLst/>
                  </a:prstTxWarp>
                </a:bodyPr>
                <a:lstStyle/>
                <a:p>
                  <a:pPr defTabSz="914225">
                    <a:defRPr/>
                  </a:pPr>
                  <a:endParaRPr lang="en-US" sz="1600" kern="0">
                    <a:solidFill>
                      <a:srgbClr val="000000"/>
                    </a:solidFill>
                  </a:endParaRPr>
                </a:p>
              </p:txBody>
            </p:sp>
            <p:sp>
              <p:nvSpPr>
                <p:cNvPr id="57" name="Oval 16"/>
                <p:cNvSpPr>
                  <a:spLocks noChangeArrowheads="1"/>
                </p:cNvSpPr>
                <p:nvPr/>
              </p:nvSpPr>
              <p:spPr bwMode="auto">
                <a:xfrm>
                  <a:off x="13875539" y="3478406"/>
                  <a:ext cx="79105" cy="79105"/>
                </a:xfrm>
                <a:prstGeom prst="ellipse">
                  <a:avLst/>
                </a:prstGeom>
                <a:solidFill>
                  <a:srgbClr val="008272"/>
                </a:solidFill>
                <a:ln>
                  <a:noFill/>
                </a:ln>
              </p:spPr>
              <p:txBody>
                <a:bodyPr vert="horz" wrap="square" lIns="91427" tIns="45713" rIns="91427" bIns="45713" numCol="1" anchor="t" anchorCtr="0" compatLnSpc="1">
                  <a:prstTxWarp prst="textNoShape">
                    <a:avLst/>
                  </a:prstTxWarp>
                </a:bodyPr>
                <a:lstStyle/>
                <a:p>
                  <a:pPr defTabSz="914225">
                    <a:defRPr/>
                  </a:pPr>
                  <a:endParaRPr lang="en-US" sz="1600" kern="0">
                    <a:solidFill>
                      <a:srgbClr val="000000"/>
                    </a:solidFill>
                  </a:endParaRPr>
                </a:p>
              </p:txBody>
            </p:sp>
            <p:sp>
              <p:nvSpPr>
                <p:cNvPr id="58" name="Oval 17"/>
                <p:cNvSpPr>
                  <a:spLocks noChangeArrowheads="1"/>
                </p:cNvSpPr>
                <p:nvPr/>
              </p:nvSpPr>
              <p:spPr bwMode="auto">
                <a:xfrm>
                  <a:off x="13875539" y="3732374"/>
                  <a:ext cx="79105" cy="79105"/>
                </a:xfrm>
                <a:prstGeom prst="ellipse">
                  <a:avLst/>
                </a:prstGeom>
                <a:solidFill>
                  <a:srgbClr val="008272"/>
                </a:solidFill>
                <a:ln>
                  <a:noFill/>
                </a:ln>
              </p:spPr>
              <p:txBody>
                <a:bodyPr vert="horz" wrap="square" lIns="91427" tIns="45713" rIns="91427" bIns="45713" numCol="1" anchor="t" anchorCtr="0" compatLnSpc="1">
                  <a:prstTxWarp prst="textNoShape">
                    <a:avLst/>
                  </a:prstTxWarp>
                </a:bodyPr>
                <a:lstStyle/>
                <a:p>
                  <a:pPr defTabSz="914225">
                    <a:defRPr/>
                  </a:pPr>
                  <a:endParaRPr lang="en-US" sz="1600" kern="0">
                    <a:solidFill>
                      <a:srgbClr val="000000"/>
                    </a:solidFill>
                  </a:endParaRPr>
                </a:p>
              </p:txBody>
            </p:sp>
          </p:grpSp>
          <p:sp>
            <p:nvSpPr>
              <p:cNvPr id="47" name="TextBox 46"/>
              <p:cNvSpPr txBox="1"/>
              <p:nvPr/>
            </p:nvSpPr>
            <p:spPr>
              <a:xfrm>
                <a:off x="1121483" y="5046509"/>
                <a:ext cx="684527" cy="332446"/>
              </a:xfrm>
              <a:prstGeom prst="rect">
                <a:avLst/>
              </a:prstGeom>
              <a:noFill/>
            </p:spPr>
            <p:txBody>
              <a:bodyPr wrap="square" lIns="0" tIns="0" rIns="0" bIns="0" rtlCol="0">
                <a:spAutoFit/>
              </a:bodyPr>
              <a:lstStyle/>
              <a:p>
                <a:pPr algn="ctr" defTabSz="914225">
                  <a:lnSpc>
                    <a:spcPct val="90000"/>
                  </a:lnSpc>
                  <a:defRPr/>
                </a:pPr>
                <a:r>
                  <a:rPr lang="en-US" sz="1200" kern="0" dirty="0">
                    <a:solidFill>
                      <a:srgbClr val="FFFFFF"/>
                    </a:solidFill>
                  </a:rPr>
                  <a:t>Windows Server</a:t>
                </a:r>
              </a:p>
            </p:txBody>
          </p:sp>
          <p:sp>
            <p:nvSpPr>
              <p:cNvPr id="48" name="Rectangle 47"/>
              <p:cNvSpPr/>
              <p:nvPr/>
            </p:nvSpPr>
            <p:spPr bwMode="auto">
              <a:xfrm>
                <a:off x="1055947" y="3696507"/>
                <a:ext cx="815076" cy="430383"/>
              </a:xfrm>
              <a:prstGeom prst="rect">
                <a:avLst/>
              </a:prstGeom>
              <a:solidFill>
                <a:srgbClr val="00188F"/>
              </a:solidFill>
              <a:ln w="9525" cap="flat" cmpd="sng" algn="ctr">
                <a:noFill/>
                <a:prstDash val="solid"/>
                <a:headEnd type="none" w="med" len="med"/>
                <a:tailEnd type="none" w="med" len="med"/>
              </a:ln>
              <a:effectLst/>
            </p:spPr>
            <p:txBody>
              <a:bodyPr rot="0" spcFirstLastPara="0" vertOverflow="overflow" horzOverflow="overflow" vert="horz" wrap="square" lIns="182854" tIns="146284" rIns="182854" bIns="146284" numCol="1" spcCol="0" rtlCol="0" fromWordArt="0" anchor="t" anchorCtr="0" forceAA="0" compatLnSpc="1">
                <a:prstTxWarp prst="textNoShape">
                  <a:avLst/>
                </a:prstTxWarp>
                <a:noAutofit/>
              </a:bodyPr>
              <a:lstStyle/>
              <a:p>
                <a:pPr algn="ctr" defTabSz="932293" fontAlgn="base">
                  <a:lnSpc>
                    <a:spcPct val="90000"/>
                  </a:lnSpc>
                  <a:spcBef>
                    <a:spcPct val="0"/>
                  </a:spcBef>
                  <a:spcAft>
                    <a:spcPct val="0"/>
                  </a:spcAft>
                  <a:defRPr/>
                </a:pPr>
                <a:endParaRPr lang="en-US" sz="2000" kern="0" dirty="0" err="1">
                  <a:gradFill>
                    <a:gsLst>
                      <a:gs pos="0">
                        <a:srgbClr val="FFFFFF"/>
                      </a:gs>
                      <a:gs pos="100000">
                        <a:srgbClr val="FFFFFF"/>
                      </a:gs>
                    </a:gsLst>
                    <a:lin ang="5400000" scaled="0"/>
                  </a:gradFill>
                  <a:ea typeface="Segoe UI" pitchFamily="34" charset="0"/>
                  <a:cs typeface="Segoe UI" pitchFamily="34" charset="0"/>
                </a:endParaRPr>
              </a:p>
            </p:txBody>
          </p:sp>
          <p:pic>
            <p:nvPicPr>
              <p:cNvPr id="49" name="Picture 48"/>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47576" y="3735305"/>
                <a:ext cx="845974" cy="336815"/>
              </a:xfrm>
              <a:prstGeom prst="rect">
                <a:avLst/>
              </a:prstGeom>
            </p:spPr>
          </p:pic>
        </p:grpSp>
        <p:grpSp>
          <p:nvGrpSpPr>
            <p:cNvPr id="17" name="Group 16"/>
            <p:cNvGrpSpPr/>
            <p:nvPr/>
          </p:nvGrpSpPr>
          <p:grpSpPr>
            <a:xfrm>
              <a:off x="6011943" y="3767218"/>
              <a:ext cx="1483583" cy="1863369"/>
              <a:chOff x="2646239" y="3693687"/>
              <a:chExt cx="1454625" cy="1826998"/>
            </a:xfrm>
          </p:grpSpPr>
          <p:sp>
            <p:nvSpPr>
              <p:cNvPr id="30" name="TextBox 29"/>
              <p:cNvSpPr txBox="1"/>
              <p:nvPr/>
            </p:nvSpPr>
            <p:spPr>
              <a:xfrm>
                <a:off x="2646239" y="4920521"/>
                <a:ext cx="559422" cy="600164"/>
              </a:xfrm>
              <a:prstGeom prst="rect">
                <a:avLst/>
              </a:prstGeom>
              <a:noFill/>
            </p:spPr>
            <p:txBody>
              <a:bodyPr wrap="square" lIns="0" tIns="146284" rIns="0" bIns="146284" rtlCol="0">
                <a:spAutoFit/>
              </a:bodyPr>
              <a:lstStyle>
                <a:defPPr>
                  <a:defRPr lang="en-US"/>
                </a:defPPr>
                <a:lvl1pPr algn="ctr">
                  <a:lnSpc>
                    <a:spcPct val="90000"/>
                  </a:lnSpc>
                  <a:spcAft>
                    <a:spcPts val="600"/>
                  </a:spcAft>
                  <a:defRPr sz="1400" kern="0">
                    <a:gradFill>
                      <a:gsLst>
                        <a:gs pos="2917">
                          <a:srgbClr val="000000"/>
                        </a:gs>
                        <a:gs pos="30000">
                          <a:srgbClr val="000000"/>
                        </a:gs>
                      </a:gsLst>
                      <a:lin ang="5400000" scaled="0"/>
                    </a:gradFill>
                  </a:defRPr>
                </a:lvl1pPr>
              </a:lstStyle>
              <a:p>
                <a:pPr algn="r" defTabSz="914225">
                  <a:spcAft>
                    <a:spcPts val="588"/>
                  </a:spcAft>
                  <a:defRPr/>
                </a:pPr>
                <a:r>
                  <a:rPr lang="en-US" sz="1050" dirty="0">
                    <a:solidFill>
                      <a:srgbClr val="00B0F0"/>
                    </a:solidFill>
                  </a:rPr>
                  <a:t>Recovery Site</a:t>
                </a:r>
              </a:p>
            </p:txBody>
          </p:sp>
          <p:grpSp>
            <p:nvGrpSpPr>
              <p:cNvPr id="31" name="Group 30"/>
              <p:cNvGrpSpPr/>
              <p:nvPr/>
            </p:nvGrpSpPr>
            <p:grpSpPr>
              <a:xfrm>
                <a:off x="3251903" y="4125870"/>
                <a:ext cx="815599" cy="1291203"/>
                <a:chOff x="13103226" y="2775830"/>
                <a:chExt cx="1039812" cy="1616572"/>
              </a:xfrm>
            </p:grpSpPr>
            <p:sp>
              <p:nvSpPr>
                <p:cNvPr id="36" name="Rectangle 5"/>
                <p:cNvSpPr>
                  <a:spLocks noChangeArrowheads="1"/>
                </p:cNvSpPr>
                <p:nvPr/>
              </p:nvSpPr>
              <p:spPr bwMode="auto">
                <a:xfrm>
                  <a:off x="13103226" y="2775830"/>
                  <a:ext cx="1039812" cy="1616572"/>
                </a:xfrm>
                <a:prstGeom prst="rect">
                  <a:avLst/>
                </a:prstGeom>
                <a:solidFill>
                  <a:srgbClr val="005695"/>
                </a:solidFill>
                <a:ln>
                  <a:noFill/>
                </a:ln>
              </p:spPr>
              <p:txBody>
                <a:bodyPr vert="horz" wrap="square" lIns="91427" tIns="45713" rIns="91427" bIns="45713" numCol="1" anchor="t" anchorCtr="0" compatLnSpc="1">
                  <a:prstTxWarp prst="textNoShape">
                    <a:avLst/>
                  </a:prstTxWarp>
                </a:bodyPr>
                <a:lstStyle/>
                <a:p>
                  <a:pPr defTabSz="914225">
                    <a:defRPr/>
                  </a:pPr>
                  <a:endParaRPr lang="en-US" sz="1600" kern="0">
                    <a:solidFill>
                      <a:srgbClr val="000000"/>
                    </a:solidFill>
                  </a:endParaRPr>
                </a:p>
              </p:txBody>
            </p:sp>
            <p:sp>
              <p:nvSpPr>
                <p:cNvPr id="37" name="Freeform 6"/>
                <p:cNvSpPr>
                  <a:spLocks/>
                </p:cNvSpPr>
                <p:nvPr/>
              </p:nvSpPr>
              <p:spPr bwMode="auto">
                <a:xfrm>
                  <a:off x="13214598" y="2940285"/>
                  <a:ext cx="817070" cy="143638"/>
                </a:xfrm>
                <a:custGeom>
                  <a:avLst/>
                  <a:gdLst>
                    <a:gd name="T0" fmla="*/ 28 w 330"/>
                    <a:gd name="T1" fmla="*/ 0 h 58"/>
                    <a:gd name="T2" fmla="*/ 0 w 330"/>
                    <a:gd name="T3" fmla="*/ 26 h 58"/>
                    <a:gd name="T4" fmla="*/ 0 w 330"/>
                    <a:gd name="T5" fmla="*/ 32 h 58"/>
                    <a:gd name="T6" fmla="*/ 28 w 330"/>
                    <a:gd name="T7" fmla="*/ 58 h 58"/>
                    <a:gd name="T8" fmla="*/ 302 w 330"/>
                    <a:gd name="T9" fmla="*/ 58 h 58"/>
                    <a:gd name="T10" fmla="*/ 330 w 330"/>
                    <a:gd name="T11" fmla="*/ 32 h 58"/>
                    <a:gd name="T12" fmla="*/ 330 w 330"/>
                    <a:gd name="T13" fmla="*/ 26 h 58"/>
                    <a:gd name="T14" fmla="*/ 302 w 330"/>
                    <a:gd name="T15" fmla="*/ 0 h 58"/>
                    <a:gd name="T16" fmla="*/ 175 w 330"/>
                    <a:gd name="T17" fmla="*/ 0 h 58"/>
                    <a:gd name="T18" fmla="*/ 28 w 330"/>
                    <a:gd name="T19" fmla="*/ 0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30" h="58">
                      <a:moveTo>
                        <a:pt x="28" y="0"/>
                      </a:moveTo>
                      <a:cubicBezTo>
                        <a:pt x="28" y="0"/>
                        <a:pt x="0" y="0"/>
                        <a:pt x="0" y="26"/>
                      </a:cubicBezTo>
                      <a:cubicBezTo>
                        <a:pt x="0" y="32"/>
                        <a:pt x="0" y="32"/>
                        <a:pt x="0" y="32"/>
                      </a:cubicBezTo>
                      <a:cubicBezTo>
                        <a:pt x="0" y="32"/>
                        <a:pt x="0" y="58"/>
                        <a:pt x="28" y="58"/>
                      </a:cubicBezTo>
                      <a:cubicBezTo>
                        <a:pt x="302" y="58"/>
                        <a:pt x="302" y="58"/>
                        <a:pt x="302" y="58"/>
                      </a:cubicBezTo>
                      <a:cubicBezTo>
                        <a:pt x="302" y="58"/>
                        <a:pt x="330" y="58"/>
                        <a:pt x="330" y="32"/>
                      </a:cubicBezTo>
                      <a:cubicBezTo>
                        <a:pt x="330" y="26"/>
                        <a:pt x="330" y="26"/>
                        <a:pt x="330" y="26"/>
                      </a:cubicBezTo>
                      <a:cubicBezTo>
                        <a:pt x="330" y="26"/>
                        <a:pt x="330" y="0"/>
                        <a:pt x="302" y="0"/>
                      </a:cubicBezTo>
                      <a:cubicBezTo>
                        <a:pt x="175" y="0"/>
                        <a:pt x="175" y="0"/>
                        <a:pt x="175" y="0"/>
                      </a:cubicBezTo>
                      <a:lnTo>
                        <a:pt x="28" y="0"/>
                      </a:lnTo>
                      <a:close/>
                    </a:path>
                  </a:pathLst>
                </a:custGeom>
                <a:solidFill>
                  <a:srgbClr val="FFFFFF">
                    <a:lumMod val="85000"/>
                  </a:srgbClr>
                </a:solidFill>
                <a:ln>
                  <a:noFill/>
                </a:ln>
              </p:spPr>
              <p:txBody>
                <a:bodyPr vert="horz" wrap="square" lIns="91427" tIns="45713" rIns="91427" bIns="45713" numCol="1" anchor="t" anchorCtr="0" compatLnSpc="1">
                  <a:prstTxWarp prst="textNoShape">
                    <a:avLst/>
                  </a:prstTxWarp>
                </a:bodyPr>
                <a:lstStyle/>
                <a:p>
                  <a:pPr defTabSz="914225">
                    <a:defRPr/>
                  </a:pPr>
                  <a:endParaRPr lang="en-US" sz="1600" kern="0">
                    <a:solidFill>
                      <a:srgbClr val="000000"/>
                    </a:solidFill>
                  </a:endParaRPr>
                </a:p>
              </p:txBody>
            </p:sp>
            <p:sp>
              <p:nvSpPr>
                <p:cNvPr id="38" name="Freeform 7"/>
                <p:cNvSpPr>
                  <a:spLocks/>
                </p:cNvSpPr>
                <p:nvPr/>
              </p:nvSpPr>
              <p:spPr bwMode="auto">
                <a:xfrm>
                  <a:off x="13214598" y="3194253"/>
                  <a:ext cx="817070" cy="143638"/>
                </a:xfrm>
                <a:custGeom>
                  <a:avLst/>
                  <a:gdLst>
                    <a:gd name="T0" fmla="*/ 28 w 330"/>
                    <a:gd name="T1" fmla="*/ 0 h 58"/>
                    <a:gd name="T2" fmla="*/ 0 w 330"/>
                    <a:gd name="T3" fmla="*/ 26 h 58"/>
                    <a:gd name="T4" fmla="*/ 0 w 330"/>
                    <a:gd name="T5" fmla="*/ 31 h 58"/>
                    <a:gd name="T6" fmla="*/ 28 w 330"/>
                    <a:gd name="T7" fmla="*/ 58 h 58"/>
                    <a:gd name="T8" fmla="*/ 302 w 330"/>
                    <a:gd name="T9" fmla="*/ 58 h 58"/>
                    <a:gd name="T10" fmla="*/ 330 w 330"/>
                    <a:gd name="T11" fmla="*/ 31 h 58"/>
                    <a:gd name="T12" fmla="*/ 330 w 330"/>
                    <a:gd name="T13" fmla="*/ 26 h 58"/>
                    <a:gd name="T14" fmla="*/ 302 w 330"/>
                    <a:gd name="T15" fmla="*/ 0 h 58"/>
                    <a:gd name="T16" fmla="*/ 175 w 330"/>
                    <a:gd name="T17" fmla="*/ 0 h 58"/>
                    <a:gd name="T18" fmla="*/ 28 w 330"/>
                    <a:gd name="T19" fmla="*/ 0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30" h="58">
                      <a:moveTo>
                        <a:pt x="28" y="0"/>
                      </a:moveTo>
                      <a:cubicBezTo>
                        <a:pt x="28" y="0"/>
                        <a:pt x="0" y="0"/>
                        <a:pt x="0" y="26"/>
                      </a:cubicBezTo>
                      <a:cubicBezTo>
                        <a:pt x="0" y="31"/>
                        <a:pt x="0" y="31"/>
                        <a:pt x="0" y="31"/>
                      </a:cubicBezTo>
                      <a:cubicBezTo>
                        <a:pt x="0" y="31"/>
                        <a:pt x="0" y="58"/>
                        <a:pt x="28" y="58"/>
                      </a:cubicBezTo>
                      <a:cubicBezTo>
                        <a:pt x="302" y="58"/>
                        <a:pt x="302" y="58"/>
                        <a:pt x="302" y="58"/>
                      </a:cubicBezTo>
                      <a:cubicBezTo>
                        <a:pt x="302" y="58"/>
                        <a:pt x="330" y="58"/>
                        <a:pt x="330" y="31"/>
                      </a:cubicBezTo>
                      <a:cubicBezTo>
                        <a:pt x="330" y="26"/>
                        <a:pt x="330" y="26"/>
                        <a:pt x="330" y="26"/>
                      </a:cubicBezTo>
                      <a:cubicBezTo>
                        <a:pt x="330" y="26"/>
                        <a:pt x="330" y="0"/>
                        <a:pt x="302" y="0"/>
                      </a:cubicBezTo>
                      <a:cubicBezTo>
                        <a:pt x="175" y="0"/>
                        <a:pt x="175" y="0"/>
                        <a:pt x="175" y="0"/>
                      </a:cubicBezTo>
                      <a:lnTo>
                        <a:pt x="28" y="0"/>
                      </a:lnTo>
                      <a:close/>
                    </a:path>
                  </a:pathLst>
                </a:custGeom>
                <a:solidFill>
                  <a:srgbClr val="FFFFFF">
                    <a:lumMod val="85000"/>
                  </a:srgbClr>
                </a:solidFill>
                <a:ln>
                  <a:noFill/>
                </a:ln>
              </p:spPr>
              <p:txBody>
                <a:bodyPr vert="horz" wrap="square" lIns="91427" tIns="45713" rIns="91427" bIns="45713" numCol="1" anchor="t" anchorCtr="0" compatLnSpc="1">
                  <a:prstTxWarp prst="textNoShape">
                    <a:avLst/>
                  </a:prstTxWarp>
                </a:bodyPr>
                <a:lstStyle/>
                <a:p>
                  <a:pPr defTabSz="914225">
                    <a:defRPr/>
                  </a:pPr>
                  <a:endParaRPr lang="en-US" sz="1600" kern="0">
                    <a:solidFill>
                      <a:srgbClr val="000000"/>
                    </a:solidFill>
                  </a:endParaRPr>
                </a:p>
              </p:txBody>
            </p:sp>
            <p:sp>
              <p:nvSpPr>
                <p:cNvPr id="39" name="Freeform 8"/>
                <p:cNvSpPr>
                  <a:spLocks/>
                </p:cNvSpPr>
                <p:nvPr/>
              </p:nvSpPr>
              <p:spPr bwMode="auto">
                <a:xfrm>
                  <a:off x="13214598" y="3446139"/>
                  <a:ext cx="817070" cy="143638"/>
                </a:xfrm>
                <a:custGeom>
                  <a:avLst/>
                  <a:gdLst>
                    <a:gd name="T0" fmla="*/ 28 w 330"/>
                    <a:gd name="T1" fmla="*/ 0 h 58"/>
                    <a:gd name="T2" fmla="*/ 0 w 330"/>
                    <a:gd name="T3" fmla="*/ 27 h 58"/>
                    <a:gd name="T4" fmla="*/ 0 w 330"/>
                    <a:gd name="T5" fmla="*/ 32 h 58"/>
                    <a:gd name="T6" fmla="*/ 28 w 330"/>
                    <a:gd name="T7" fmla="*/ 58 h 58"/>
                    <a:gd name="T8" fmla="*/ 302 w 330"/>
                    <a:gd name="T9" fmla="*/ 58 h 58"/>
                    <a:gd name="T10" fmla="*/ 330 w 330"/>
                    <a:gd name="T11" fmla="*/ 32 h 58"/>
                    <a:gd name="T12" fmla="*/ 330 w 330"/>
                    <a:gd name="T13" fmla="*/ 27 h 58"/>
                    <a:gd name="T14" fmla="*/ 302 w 330"/>
                    <a:gd name="T15" fmla="*/ 0 h 58"/>
                    <a:gd name="T16" fmla="*/ 175 w 330"/>
                    <a:gd name="T17" fmla="*/ 0 h 58"/>
                    <a:gd name="T18" fmla="*/ 28 w 330"/>
                    <a:gd name="T19" fmla="*/ 0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30" h="58">
                      <a:moveTo>
                        <a:pt x="28" y="0"/>
                      </a:moveTo>
                      <a:cubicBezTo>
                        <a:pt x="28" y="0"/>
                        <a:pt x="0" y="0"/>
                        <a:pt x="0" y="27"/>
                      </a:cubicBezTo>
                      <a:cubicBezTo>
                        <a:pt x="0" y="32"/>
                        <a:pt x="0" y="32"/>
                        <a:pt x="0" y="32"/>
                      </a:cubicBezTo>
                      <a:cubicBezTo>
                        <a:pt x="0" y="32"/>
                        <a:pt x="0" y="58"/>
                        <a:pt x="28" y="58"/>
                      </a:cubicBezTo>
                      <a:cubicBezTo>
                        <a:pt x="302" y="58"/>
                        <a:pt x="302" y="58"/>
                        <a:pt x="302" y="58"/>
                      </a:cubicBezTo>
                      <a:cubicBezTo>
                        <a:pt x="302" y="58"/>
                        <a:pt x="330" y="58"/>
                        <a:pt x="330" y="32"/>
                      </a:cubicBezTo>
                      <a:cubicBezTo>
                        <a:pt x="330" y="27"/>
                        <a:pt x="330" y="27"/>
                        <a:pt x="330" y="27"/>
                      </a:cubicBezTo>
                      <a:cubicBezTo>
                        <a:pt x="330" y="27"/>
                        <a:pt x="330" y="0"/>
                        <a:pt x="302" y="0"/>
                      </a:cubicBezTo>
                      <a:cubicBezTo>
                        <a:pt x="175" y="0"/>
                        <a:pt x="175" y="0"/>
                        <a:pt x="175" y="0"/>
                      </a:cubicBezTo>
                      <a:lnTo>
                        <a:pt x="28" y="0"/>
                      </a:lnTo>
                      <a:close/>
                    </a:path>
                  </a:pathLst>
                </a:custGeom>
                <a:solidFill>
                  <a:srgbClr val="FFFFFF">
                    <a:lumMod val="85000"/>
                  </a:srgbClr>
                </a:solidFill>
                <a:ln>
                  <a:noFill/>
                </a:ln>
              </p:spPr>
              <p:txBody>
                <a:bodyPr vert="horz" wrap="square" lIns="91427" tIns="45713" rIns="91427" bIns="45713" numCol="1" anchor="t" anchorCtr="0" compatLnSpc="1">
                  <a:prstTxWarp prst="textNoShape">
                    <a:avLst/>
                  </a:prstTxWarp>
                </a:bodyPr>
                <a:lstStyle/>
                <a:p>
                  <a:pPr defTabSz="914225">
                    <a:defRPr/>
                  </a:pPr>
                  <a:endParaRPr lang="en-US" sz="1600" kern="0">
                    <a:solidFill>
                      <a:srgbClr val="000000"/>
                    </a:solidFill>
                  </a:endParaRPr>
                </a:p>
              </p:txBody>
            </p:sp>
            <p:sp>
              <p:nvSpPr>
                <p:cNvPr id="40" name="Freeform 9"/>
                <p:cNvSpPr>
                  <a:spLocks/>
                </p:cNvSpPr>
                <p:nvPr/>
              </p:nvSpPr>
              <p:spPr bwMode="auto">
                <a:xfrm>
                  <a:off x="13214598" y="3700107"/>
                  <a:ext cx="817070" cy="143638"/>
                </a:xfrm>
                <a:custGeom>
                  <a:avLst/>
                  <a:gdLst>
                    <a:gd name="T0" fmla="*/ 28 w 330"/>
                    <a:gd name="T1" fmla="*/ 0 h 58"/>
                    <a:gd name="T2" fmla="*/ 0 w 330"/>
                    <a:gd name="T3" fmla="*/ 26 h 58"/>
                    <a:gd name="T4" fmla="*/ 0 w 330"/>
                    <a:gd name="T5" fmla="*/ 32 h 58"/>
                    <a:gd name="T6" fmla="*/ 28 w 330"/>
                    <a:gd name="T7" fmla="*/ 58 h 58"/>
                    <a:gd name="T8" fmla="*/ 302 w 330"/>
                    <a:gd name="T9" fmla="*/ 58 h 58"/>
                    <a:gd name="T10" fmla="*/ 330 w 330"/>
                    <a:gd name="T11" fmla="*/ 32 h 58"/>
                    <a:gd name="T12" fmla="*/ 330 w 330"/>
                    <a:gd name="T13" fmla="*/ 26 h 58"/>
                    <a:gd name="T14" fmla="*/ 302 w 330"/>
                    <a:gd name="T15" fmla="*/ 0 h 58"/>
                    <a:gd name="T16" fmla="*/ 175 w 330"/>
                    <a:gd name="T17" fmla="*/ 0 h 58"/>
                    <a:gd name="T18" fmla="*/ 28 w 330"/>
                    <a:gd name="T19" fmla="*/ 0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30" h="58">
                      <a:moveTo>
                        <a:pt x="28" y="0"/>
                      </a:moveTo>
                      <a:cubicBezTo>
                        <a:pt x="28" y="0"/>
                        <a:pt x="0" y="0"/>
                        <a:pt x="0" y="26"/>
                      </a:cubicBezTo>
                      <a:cubicBezTo>
                        <a:pt x="0" y="32"/>
                        <a:pt x="0" y="32"/>
                        <a:pt x="0" y="32"/>
                      </a:cubicBezTo>
                      <a:cubicBezTo>
                        <a:pt x="0" y="32"/>
                        <a:pt x="0" y="58"/>
                        <a:pt x="28" y="58"/>
                      </a:cubicBezTo>
                      <a:cubicBezTo>
                        <a:pt x="302" y="58"/>
                        <a:pt x="302" y="58"/>
                        <a:pt x="302" y="58"/>
                      </a:cubicBezTo>
                      <a:cubicBezTo>
                        <a:pt x="302" y="58"/>
                        <a:pt x="330" y="58"/>
                        <a:pt x="330" y="32"/>
                      </a:cubicBezTo>
                      <a:cubicBezTo>
                        <a:pt x="330" y="26"/>
                        <a:pt x="330" y="26"/>
                        <a:pt x="330" y="26"/>
                      </a:cubicBezTo>
                      <a:cubicBezTo>
                        <a:pt x="330" y="26"/>
                        <a:pt x="330" y="0"/>
                        <a:pt x="302" y="0"/>
                      </a:cubicBezTo>
                      <a:cubicBezTo>
                        <a:pt x="175" y="0"/>
                        <a:pt x="175" y="0"/>
                        <a:pt x="175" y="0"/>
                      </a:cubicBezTo>
                      <a:lnTo>
                        <a:pt x="28" y="0"/>
                      </a:lnTo>
                      <a:close/>
                    </a:path>
                  </a:pathLst>
                </a:custGeom>
                <a:solidFill>
                  <a:srgbClr val="FFFFFF">
                    <a:lumMod val="85000"/>
                  </a:srgbClr>
                </a:solidFill>
                <a:ln>
                  <a:noFill/>
                </a:ln>
              </p:spPr>
              <p:txBody>
                <a:bodyPr vert="horz" wrap="square" lIns="91427" tIns="45713" rIns="91427" bIns="45713" numCol="1" anchor="t" anchorCtr="0" compatLnSpc="1">
                  <a:prstTxWarp prst="textNoShape">
                    <a:avLst/>
                  </a:prstTxWarp>
                </a:bodyPr>
                <a:lstStyle/>
                <a:p>
                  <a:pPr defTabSz="914225">
                    <a:defRPr/>
                  </a:pPr>
                  <a:endParaRPr lang="en-US" sz="1600" kern="0">
                    <a:solidFill>
                      <a:srgbClr val="000000"/>
                    </a:solidFill>
                  </a:endParaRPr>
                </a:p>
              </p:txBody>
            </p:sp>
            <p:sp>
              <p:nvSpPr>
                <p:cNvPr id="41" name="Oval 14"/>
                <p:cNvSpPr>
                  <a:spLocks noChangeArrowheads="1"/>
                </p:cNvSpPr>
                <p:nvPr/>
              </p:nvSpPr>
              <p:spPr bwMode="auto">
                <a:xfrm>
                  <a:off x="13875539" y="2970470"/>
                  <a:ext cx="79105" cy="79105"/>
                </a:xfrm>
                <a:prstGeom prst="ellipse">
                  <a:avLst/>
                </a:prstGeom>
                <a:solidFill>
                  <a:srgbClr val="008272"/>
                </a:solidFill>
                <a:ln>
                  <a:noFill/>
                </a:ln>
              </p:spPr>
              <p:txBody>
                <a:bodyPr vert="horz" wrap="square" lIns="91427" tIns="45713" rIns="91427" bIns="45713" numCol="1" anchor="t" anchorCtr="0" compatLnSpc="1">
                  <a:prstTxWarp prst="textNoShape">
                    <a:avLst/>
                  </a:prstTxWarp>
                </a:bodyPr>
                <a:lstStyle/>
                <a:p>
                  <a:pPr defTabSz="914225">
                    <a:defRPr/>
                  </a:pPr>
                  <a:endParaRPr lang="en-US" sz="1600" kern="0">
                    <a:solidFill>
                      <a:srgbClr val="000000"/>
                    </a:solidFill>
                  </a:endParaRPr>
                </a:p>
              </p:txBody>
            </p:sp>
            <p:sp>
              <p:nvSpPr>
                <p:cNvPr id="42" name="Oval 15"/>
                <p:cNvSpPr>
                  <a:spLocks noChangeArrowheads="1"/>
                </p:cNvSpPr>
                <p:nvPr/>
              </p:nvSpPr>
              <p:spPr bwMode="auto">
                <a:xfrm>
                  <a:off x="13875539" y="3224438"/>
                  <a:ext cx="79105" cy="79105"/>
                </a:xfrm>
                <a:prstGeom prst="ellipse">
                  <a:avLst/>
                </a:prstGeom>
                <a:solidFill>
                  <a:srgbClr val="008272"/>
                </a:solidFill>
                <a:ln>
                  <a:noFill/>
                </a:ln>
              </p:spPr>
              <p:txBody>
                <a:bodyPr vert="horz" wrap="square" lIns="91427" tIns="45713" rIns="91427" bIns="45713" numCol="1" anchor="t" anchorCtr="0" compatLnSpc="1">
                  <a:prstTxWarp prst="textNoShape">
                    <a:avLst/>
                  </a:prstTxWarp>
                </a:bodyPr>
                <a:lstStyle/>
                <a:p>
                  <a:pPr defTabSz="914225">
                    <a:defRPr/>
                  </a:pPr>
                  <a:endParaRPr lang="en-US" sz="1600" kern="0">
                    <a:solidFill>
                      <a:srgbClr val="000000"/>
                    </a:solidFill>
                  </a:endParaRPr>
                </a:p>
              </p:txBody>
            </p:sp>
            <p:sp>
              <p:nvSpPr>
                <p:cNvPr id="43" name="Oval 16"/>
                <p:cNvSpPr>
                  <a:spLocks noChangeArrowheads="1"/>
                </p:cNvSpPr>
                <p:nvPr/>
              </p:nvSpPr>
              <p:spPr bwMode="auto">
                <a:xfrm>
                  <a:off x="13875539" y="3478406"/>
                  <a:ext cx="79105" cy="79105"/>
                </a:xfrm>
                <a:prstGeom prst="ellipse">
                  <a:avLst/>
                </a:prstGeom>
                <a:solidFill>
                  <a:srgbClr val="008272"/>
                </a:solidFill>
                <a:ln>
                  <a:noFill/>
                </a:ln>
              </p:spPr>
              <p:txBody>
                <a:bodyPr vert="horz" wrap="square" lIns="91427" tIns="45713" rIns="91427" bIns="45713" numCol="1" anchor="t" anchorCtr="0" compatLnSpc="1">
                  <a:prstTxWarp prst="textNoShape">
                    <a:avLst/>
                  </a:prstTxWarp>
                </a:bodyPr>
                <a:lstStyle/>
                <a:p>
                  <a:pPr defTabSz="914225">
                    <a:defRPr/>
                  </a:pPr>
                  <a:endParaRPr lang="en-US" sz="1600" kern="0">
                    <a:solidFill>
                      <a:srgbClr val="000000"/>
                    </a:solidFill>
                  </a:endParaRPr>
                </a:p>
              </p:txBody>
            </p:sp>
            <p:sp>
              <p:nvSpPr>
                <p:cNvPr id="44" name="Oval 17"/>
                <p:cNvSpPr>
                  <a:spLocks noChangeArrowheads="1"/>
                </p:cNvSpPr>
                <p:nvPr/>
              </p:nvSpPr>
              <p:spPr bwMode="auto">
                <a:xfrm>
                  <a:off x="13875539" y="3732374"/>
                  <a:ext cx="79105" cy="79105"/>
                </a:xfrm>
                <a:prstGeom prst="ellipse">
                  <a:avLst/>
                </a:prstGeom>
                <a:solidFill>
                  <a:srgbClr val="008272"/>
                </a:solidFill>
                <a:ln>
                  <a:noFill/>
                </a:ln>
              </p:spPr>
              <p:txBody>
                <a:bodyPr vert="horz" wrap="square" lIns="91427" tIns="45713" rIns="91427" bIns="45713" numCol="1" anchor="t" anchorCtr="0" compatLnSpc="1">
                  <a:prstTxWarp prst="textNoShape">
                    <a:avLst/>
                  </a:prstTxWarp>
                </a:bodyPr>
                <a:lstStyle/>
                <a:p>
                  <a:pPr defTabSz="914225">
                    <a:defRPr/>
                  </a:pPr>
                  <a:endParaRPr lang="en-US" sz="1600" kern="0">
                    <a:solidFill>
                      <a:srgbClr val="000000"/>
                    </a:solidFill>
                  </a:endParaRPr>
                </a:p>
              </p:txBody>
            </p:sp>
          </p:grpSp>
          <p:sp>
            <p:nvSpPr>
              <p:cNvPr id="32" name="TextBox 31"/>
              <p:cNvSpPr txBox="1"/>
              <p:nvPr/>
            </p:nvSpPr>
            <p:spPr>
              <a:xfrm>
                <a:off x="3317439" y="5046202"/>
                <a:ext cx="684527" cy="332446"/>
              </a:xfrm>
              <a:prstGeom prst="rect">
                <a:avLst/>
              </a:prstGeom>
              <a:noFill/>
            </p:spPr>
            <p:txBody>
              <a:bodyPr wrap="square" lIns="0" tIns="0" rIns="0" bIns="0" rtlCol="0">
                <a:spAutoFit/>
              </a:bodyPr>
              <a:lstStyle/>
              <a:p>
                <a:pPr algn="ctr" defTabSz="914225">
                  <a:lnSpc>
                    <a:spcPct val="90000"/>
                  </a:lnSpc>
                  <a:defRPr/>
                </a:pPr>
                <a:r>
                  <a:rPr lang="en-US" sz="1200" kern="0" dirty="0">
                    <a:solidFill>
                      <a:srgbClr val="FFFFFF"/>
                    </a:solidFill>
                  </a:rPr>
                  <a:t>Windows Server</a:t>
                </a:r>
              </a:p>
            </p:txBody>
          </p:sp>
          <p:grpSp>
            <p:nvGrpSpPr>
              <p:cNvPr id="33" name="Group 32"/>
              <p:cNvGrpSpPr/>
              <p:nvPr/>
            </p:nvGrpSpPr>
            <p:grpSpPr>
              <a:xfrm>
                <a:off x="3250818" y="3693687"/>
                <a:ext cx="850046" cy="430383"/>
                <a:chOff x="3510283" y="4155823"/>
                <a:chExt cx="984977" cy="498699"/>
              </a:xfrm>
            </p:grpSpPr>
            <p:sp>
              <p:nvSpPr>
                <p:cNvPr id="34" name="Rectangle 33"/>
                <p:cNvSpPr/>
                <p:nvPr/>
              </p:nvSpPr>
              <p:spPr bwMode="auto">
                <a:xfrm>
                  <a:off x="3510283" y="4155823"/>
                  <a:ext cx="946319" cy="498699"/>
                </a:xfrm>
                <a:prstGeom prst="rect">
                  <a:avLst/>
                </a:prstGeom>
                <a:solidFill>
                  <a:srgbClr val="00188F"/>
                </a:solidFill>
                <a:ln w="9525" cap="flat" cmpd="sng" algn="ctr">
                  <a:noFill/>
                  <a:prstDash val="solid"/>
                  <a:headEnd type="none" w="med" len="med"/>
                  <a:tailEnd type="none" w="med" len="med"/>
                </a:ln>
                <a:effectLst/>
              </p:spPr>
              <p:txBody>
                <a:bodyPr rot="0" spcFirstLastPara="0" vertOverflow="overflow" horzOverflow="overflow" vert="horz" wrap="square" lIns="182854" tIns="146284" rIns="182854" bIns="146284" numCol="1" spcCol="0" rtlCol="0" fromWordArt="0" anchor="t" anchorCtr="0" forceAA="0" compatLnSpc="1">
                  <a:prstTxWarp prst="textNoShape">
                    <a:avLst/>
                  </a:prstTxWarp>
                  <a:noAutofit/>
                </a:bodyPr>
                <a:lstStyle/>
                <a:p>
                  <a:pPr algn="ctr" defTabSz="932293" fontAlgn="base">
                    <a:lnSpc>
                      <a:spcPct val="90000"/>
                    </a:lnSpc>
                    <a:spcBef>
                      <a:spcPct val="0"/>
                    </a:spcBef>
                    <a:spcAft>
                      <a:spcPct val="0"/>
                    </a:spcAft>
                    <a:defRPr/>
                  </a:pPr>
                  <a:endParaRPr lang="en-US" sz="2000" kern="0" dirty="0" err="1">
                    <a:gradFill>
                      <a:gsLst>
                        <a:gs pos="0">
                          <a:srgbClr val="FFFFFF"/>
                        </a:gs>
                        <a:gs pos="100000">
                          <a:srgbClr val="FFFFFF"/>
                        </a:gs>
                      </a:gsLst>
                      <a:lin ang="5400000" scaled="0"/>
                    </a:gradFill>
                    <a:ea typeface="Segoe UI" pitchFamily="34" charset="0"/>
                    <a:cs typeface="Segoe UI" pitchFamily="34" charset="0"/>
                  </a:endParaRPr>
                </a:p>
              </p:txBody>
            </p:sp>
            <p:pic>
              <p:nvPicPr>
                <p:cNvPr id="35" name="Picture 3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515001" y="4230904"/>
                  <a:ext cx="980259" cy="390279"/>
                </a:xfrm>
                <a:prstGeom prst="rect">
                  <a:avLst/>
                </a:prstGeom>
              </p:spPr>
            </p:pic>
          </p:grpSp>
        </p:grpSp>
        <p:grpSp>
          <p:nvGrpSpPr>
            <p:cNvPr id="18" name="Group 17"/>
            <p:cNvGrpSpPr/>
            <p:nvPr/>
          </p:nvGrpSpPr>
          <p:grpSpPr>
            <a:xfrm>
              <a:off x="3561254" y="5140022"/>
              <a:ext cx="196756" cy="377743"/>
              <a:chOff x="7791149" y="4987730"/>
              <a:chExt cx="192916" cy="370370"/>
            </a:xfrm>
          </p:grpSpPr>
          <p:sp>
            <p:nvSpPr>
              <p:cNvPr id="27" name="Rectangle 38"/>
              <p:cNvSpPr>
                <a:spLocks noChangeArrowheads="1"/>
              </p:cNvSpPr>
              <p:nvPr/>
            </p:nvSpPr>
            <p:spPr bwMode="auto">
              <a:xfrm>
                <a:off x="7869935" y="5213781"/>
                <a:ext cx="37553" cy="144319"/>
              </a:xfrm>
              <a:prstGeom prst="rect">
                <a:avLst/>
              </a:prstGeom>
              <a:solidFill>
                <a:srgbClr val="969696"/>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27" tIns="45713" rIns="91427" bIns="45713" numCol="1" anchor="t" anchorCtr="0" compatLnSpc="1">
                <a:prstTxWarp prst="textNoShape">
                  <a:avLst/>
                </a:prstTxWarp>
              </a:bodyPr>
              <a:lstStyle/>
              <a:p>
                <a:pPr defTabSz="914225">
                  <a:defRPr/>
                </a:pPr>
                <a:endParaRPr lang="en-US" kern="0">
                  <a:solidFill>
                    <a:srgbClr val="505050"/>
                  </a:solidFill>
                </a:endParaRPr>
              </a:p>
            </p:txBody>
          </p:sp>
          <p:sp>
            <p:nvSpPr>
              <p:cNvPr id="28" name="Oval 39"/>
              <p:cNvSpPr>
                <a:spLocks noChangeArrowheads="1"/>
              </p:cNvSpPr>
              <p:nvPr/>
            </p:nvSpPr>
            <p:spPr bwMode="auto">
              <a:xfrm>
                <a:off x="7791149" y="5086397"/>
                <a:ext cx="192916" cy="191444"/>
              </a:xfrm>
              <a:prstGeom prst="ellipse">
                <a:avLst/>
              </a:prstGeom>
              <a:solidFill>
                <a:srgbClr val="7FBA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27" tIns="45713" rIns="91427" bIns="45713" numCol="1" anchor="t" anchorCtr="0" compatLnSpc="1">
                <a:prstTxWarp prst="textNoShape">
                  <a:avLst/>
                </a:prstTxWarp>
              </a:bodyPr>
              <a:lstStyle/>
              <a:p>
                <a:pPr defTabSz="914225">
                  <a:defRPr/>
                </a:pPr>
                <a:endParaRPr lang="en-US" kern="0">
                  <a:solidFill>
                    <a:srgbClr val="505050"/>
                  </a:solidFill>
                </a:endParaRPr>
              </a:p>
            </p:txBody>
          </p:sp>
          <p:sp>
            <p:nvSpPr>
              <p:cNvPr id="29" name="Oval 40"/>
              <p:cNvSpPr>
                <a:spLocks noChangeArrowheads="1"/>
              </p:cNvSpPr>
              <p:nvPr/>
            </p:nvSpPr>
            <p:spPr bwMode="auto">
              <a:xfrm>
                <a:off x="7817656" y="4987730"/>
                <a:ext cx="140637" cy="140637"/>
              </a:xfrm>
              <a:prstGeom prst="ellipse">
                <a:avLst/>
              </a:prstGeom>
              <a:solidFill>
                <a:srgbClr val="7FBA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27" tIns="45713" rIns="91427" bIns="45713" numCol="1" anchor="t" anchorCtr="0" compatLnSpc="1">
                <a:prstTxWarp prst="textNoShape">
                  <a:avLst/>
                </a:prstTxWarp>
              </a:bodyPr>
              <a:lstStyle/>
              <a:p>
                <a:pPr defTabSz="914225">
                  <a:defRPr/>
                </a:pPr>
                <a:endParaRPr lang="en-US" kern="0">
                  <a:solidFill>
                    <a:srgbClr val="505050"/>
                  </a:solidFill>
                </a:endParaRPr>
              </a:p>
            </p:txBody>
          </p:sp>
        </p:grpSp>
        <p:grpSp>
          <p:nvGrpSpPr>
            <p:cNvPr id="19" name="Group 18"/>
            <p:cNvGrpSpPr/>
            <p:nvPr/>
          </p:nvGrpSpPr>
          <p:grpSpPr>
            <a:xfrm>
              <a:off x="3347477" y="5141660"/>
              <a:ext cx="196756" cy="377743"/>
              <a:chOff x="7791149" y="4987730"/>
              <a:chExt cx="192916" cy="370370"/>
            </a:xfrm>
          </p:grpSpPr>
          <p:sp>
            <p:nvSpPr>
              <p:cNvPr id="24" name="Rectangle 38"/>
              <p:cNvSpPr>
                <a:spLocks noChangeArrowheads="1"/>
              </p:cNvSpPr>
              <p:nvPr/>
            </p:nvSpPr>
            <p:spPr bwMode="auto">
              <a:xfrm>
                <a:off x="7869935" y="5213781"/>
                <a:ext cx="37553" cy="144319"/>
              </a:xfrm>
              <a:prstGeom prst="rect">
                <a:avLst/>
              </a:prstGeom>
              <a:solidFill>
                <a:srgbClr val="969696"/>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27" tIns="45713" rIns="91427" bIns="45713" numCol="1" anchor="t" anchorCtr="0" compatLnSpc="1">
                <a:prstTxWarp prst="textNoShape">
                  <a:avLst/>
                </a:prstTxWarp>
              </a:bodyPr>
              <a:lstStyle/>
              <a:p>
                <a:pPr defTabSz="914225">
                  <a:defRPr/>
                </a:pPr>
                <a:endParaRPr lang="en-US" kern="0">
                  <a:solidFill>
                    <a:srgbClr val="505050"/>
                  </a:solidFill>
                </a:endParaRPr>
              </a:p>
            </p:txBody>
          </p:sp>
          <p:sp>
            <p:nvSpPr>
              <p:cNvPr id="25" name="Oval 39"/>
              <p:cNvSpPr>
                <a:spLocks noChangeArrowheads="1"/>
              </p:cNvSpPr>
              <p:nvPr/>
            </p:nvSpPr>
            <p:spPr bwMode="auto">
              <a:xfrm>
                <a:off x="7791149" y="5086397"/>
                <a:ext cx="192916" cy="191444"/>
              </a:xfrm>
              <a:prstGeom prst="ellipse">
                <a:avLst/>
              </a:prstGeom>
              <a:solidFill>
                <a:srgbClr val="7FBA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27" tIns="45713" rIns="91427" bIns="45713" numCol="1" anchor="t" anchorCtr="0" compatLnSpc="1">
                <a:prstTxWarp prst="textNoShape">
                  <a:avLst/>
                </a:prstTxWarp>
              </a:bodyPr>
              <a:lstStyle/>
              <a:p>
                <a:pPr defTabSz="914225">
                  <a:defRPr/>
                </a:pPr>
                <a:endParaRPr lang="en-US" kern="0">
                  <a:solidFill>
                    <a:srgbClr val="505050"/>
                  </a:solidFill>
                </a:endParaRPr>
              </a:p>
            </p:txBody>
          </p:sp>
          <p:sp>
            <p:nvSpPr>
              <p:cNvPr id="26" name="Oval 40"/>
              <p:cNvSpPr>
                <a:spLocks noChangeArrowheads="1"/>
              </p:cNvSpPr>
              <p:nvPr/>
            </p:nvSpPr>
            <p:spPr bwMode="auto">
              <a:xfrm>
                <a:off x="7817656" y="4987730"/>
                <a:ext cx="140637" cy="140637"/>
              </a:xfrm>
              <a:prstGeom prst="ellipse">
                <a:avLst/>
              </a:prstGeom>
              <a:solidFill>
                <a:srgbClr val="7FBA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27" tIns="45713" rIns="91427" bIns="45713" numCol="1" anchor="t" anchorCtr="0" compatLnSpc="1">
                <a:prstTxWarp prst="textNoShape">
                  <a:avLst/>
                </a:prstTxWarp>
              </a:bodyPr>
              <a:lstStyle/>
              <a:p>
                <a:pPr defTabSz="914225">
                  <a:defRPr/>
                </a:pPr>
                <a:endParaRPr lang="en-US" kern="0">
                  <a:solidFill>
                    <a:srgbClr val="505050"/>
                  </a:solidFill>
                </a:endParaRPr>
              </a:p>
            </p:txBody>
          </p:sp>
        </p:grpSp>
        <p:grpSp>
          <p:nvGrpSpPr>
            <p:cNvPr id="20" name="Group 19"/>
            <p:cNvGrpSpPr/>
            <p:nvPr/>
          </p:nvGrpSpPr>
          <p:grpSpPr>
            <a:xfrm>
              <a:off x="7944506" y="5131945"/>
              <a:ext cx="196756" cy="377743"/>
              <a:chOff x="7791149" y="4987730"/>
              <a:chExt cx="192916" cy="370370"/>
            </a:xfrm>
          </p:grpSpPr>
          <p:sp>
            <p:nvSpPr>
              <p:cNvPr id="21" name="Rectangle 38"/>
              <p:cNvSpPr>
                <a:spLocks noChangeArrowheads="1"/>
              </p:cNvSpPr>
              <p:nvPr/>
            </p:nvSpPr>
            <p:spPr bwMode="auto">
              <a:xfrm>
                <a:off x="7869935" y="5213781"/>
                <a:ext cx="37553" cy="144319"/>
              </a:xfrm>
              <a:prstGeom prst="rect">
                <a:avLst/>
              </a:prstGeom>
              <a:solidFill>
                <a:srgbClr val="969696"/>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27" tIns="45713" rIns="91427" bIns="45713" numCol="1" anchor="t" anchorCtr="0" compatLnSpc="1">
                <a:prstTxWarp prst="textNoShape">
                  <a:avLst/>
                </a:prstTxWarp>
              </a:bodyPr>
              <a:lstStyle/>
              <a:p>
                <a:pPr defTabSz="914225">
                  <a:defRPr/>
                </a:pPr>
                <a:endParaRPr lang="en-US" kern="0">
                  <a:solidFill>
                    <a:srgbClr val="505050"/>
                  </a:solidFill>
                </a:endParaRPr>
              </a:p>
            </p:txBody>
          </p:sp>
          <p:sp>
            <p:nvSpPr>
              <p:cNvPr id="22" name="Oval 39"/>
              <p:cNvSpPr>
                <a:spLocks noChangeArrowheads="1"/>
              </p:cNvSpPr>
              <p:nvPr/>
            </p:nvSpPr>
            <p:spPr bwMode="auto">
              <a:xfrm>
                <a:off x="7791149" y="5086397"/>
                <a:ext cx="192916" cy="191444"/>
              </a:xfrm>
              <a:prstGeom prst="ellipse">
                <a:avLst/>
              </a:prstGeom>
              <a:solidFill>
                <a:srgbClr val="7FBA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27" tIns="45713" rIns="91427" bIns="45713" numCol="1" anchor="t" anchorCtr="0" compatLnSpc="1">
                <a:prstTxWarp prst="textNoShape">
                  <a:avLst/>
                </a:prstTxWarp>
              </a:bodyPr>
              <a:lstStyle/>
              <a:p>
                <a:pPr defTabSz="914225">
                  <a:defRPr/>
                </a:pPr>
                <a:endParaRPr lang="en-US" kern="0">
                  <a:solidFill>
                    <a:srgbClr val="505050"/>
                  </a:solidFill>
                </a:endParaRPr>
              </a:p>
            </p:txBody>
          </p:sp>
          <p:sp>
            <p:nvSpPr>
              <p:cNvPr id="23" name="Oval 40"/>
              <p:cNvSpPr>
                <a:spLocks noChangeArrowheads="1"/>
              </p:cNvSpPr>
              <p:nvPr/>
            </p:nvSpPr>
            <p:spPr bwMode="auto">
              <a:xfrm>
                <a:off x="7817656" y="4987730"/>
                <a:ext cx="140637" cy="140637"/>
              </a:xfrm>
              <a:prstGeom prst="ellipse">
                <a:avLst/>
              </a:prstGeom>
              <a:solidFill>
                <a:srgbClr val="7FBA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27" tIns="45713" rIns="91427" bIns="45713" numCol="1" anchor="t" anchorCtr="0" compatLnSpc="1">
                <a:prstTxWarp prst="textNoShape">
                  <a:avLst/>
                </a:prstTxWarp>
              </a:bodyPr>
              <a:lstStyle/>
              <a:p>
                <a:pPr defTabSz="914225">
                  <a:defRPr/>
                </a:pPr>
                <a:endParaRPr lang="en-US" kern="0">
                  <a:solidFill>
                    <a:srgbClr val="505050"/>
                  </a:solidFill>
                </a:endParaRPr>
              </a:p>
            </p:txBody>
          </p:sp>
        </p:grpSp>
      </p:grpSp>
      <p:sp>
        <p:nvSpPr>
          <p:cNvPr id="63" name="Rectangle 62"/>
          <p:cNvSpPr/>
          <p:nvPr/>
        </p:nvSpPr>
        <p:spPr bwMode="auto">
          <a:xfrm>
            <a:off x="-18383" y="5413462"/>
            <a:ext cx="12209518" cy="1136687"/>
          </a:xfrm>
          <a:prstGeom prst="rect">
            <a:avLst/>
          </a:prstGeom>
          <a:solidFill>
            <a:srgbClr val="0072C6"/>
          </a:solidFill>
          <a:ln w="9525" cap="flat" cmpd="sng" algn="ctr">
            <a:noFill/>
            <a:prstDash val="solid"/>
            <a:headEnd type="none" w="med" len="med"/>
            <a:tailEnd type="none" w="med" len="med"/>
          </a:ln>
          <a:effectLst/>
        </p:spPr>
        <p:txBody>
          <a:bodyPr rot="0" spcFirstLastPara="0" vertOverflow="overflow" horzOverflow="overflow" vert="horz" wrap="square" lIns="182854" tIns="146284" rIns="182854" bIns="146284" numCol="1" spcCol="0" rtlCol="0" fromWordArt="0" anchor="t" anchorCtr="0" forceAA="0" compatLnSpc="1">
            <a:prstTxWarp prst="textNoShape">
              <a:avLst/>
            </a:prstTxWarp>
            <a:noAutofit/>
          </a:bodyPr>
          <a:lstStyle/>
          <a:p>
            <a:pPr algn="ctr" defTabSz="932293" fontAlgn="base">
              <a:lnSpc>
                <a:spcPct val="90000"/>
              </a:lnSpc>
              <a:spcBef>
                <a:spcPct val="0"/>
              </a:spcBef>
              <a:spcAft>
                <a:spcPct val="0"/>
              </a:spcAft>
              <a:defRPr/>
            </a:pPr>
            <a:endParaRPr lang="en-US" sz="2400" kern="0" dirty="0" err="1">
              <a:gradFill>
                <a:gsLst>
                  <a:gs pos="0">
                    <a:srgbClr val="FFFFFF"/>
                  </a:gs>
                  <a:gs pos="100000">
                    <a:srgbClr val="FFFFFF"/>
                  </a:gs>
                </a:gsLst>
                <a:lin ang="5400000" scaled="0"/>
              </a:gradFill>
              <a:ea typeface="Segoe UI" pitchFamily="34" charset="0"/>
              <a:cs typeface="Segoe UI" pitchFamily="34" charset="0"/>
            </a:endParaRPr>
          </a:p>
        </p:txBody>
      </p:sp>
    </p:spTree>
    <p:extLst>
      <p:ext uri="{BB962C8B-B14F-4D97-AF65-F5344CB8AC3E}">
        <p14:creationId xmlns:p14="http://schemas.microsoft.com/office/powerpoint/2010/main" val="63569435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5" presetClass="path" presetSubtype="0" accel="50000" decel="50000" fill="hold" nodeType="clickEffect">
                                  <p:stCondLst>
                                    <p:cond delay="0"/>
                                  </p:stCondLst>
                                  <p:childTnLst>
                                    <p:animMotion origin="layout" path="M -4.82512E-7 4.26691E-7 L -0.2553 4.26691E-7 " pathEditMode="relative" rAng="0" ptsTypes="AA">
                                      <p:cBhvr>
                                        <p:cTn id="6" dur="1000" fill="hold"/>
                                        <p:tgtEl>
                                          <p:spTgt spid="6"/>
                                        </p:tgtEl>
                                        <p:attrNameLst>
                                          <p:attrName>ppt_x</p:attrName>
                                          <p:attrName>ppt_y</p:attrName>
                                        </p:attrNameLst>
                                      </p:cBhvr>
                                      <p:rCtr x="-12765"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idx="4294967295"/>
          </p:nvPr>
        </p:nvSpPr>
        <p:spPr>
          <a:xfrm>
            <a:off x="1111250" y="342900"/>
            <a:ext cx="11080750" cy="957263"/>
          </a:xfrm>
          <a:prstGeom prst="rect">
            <a:avLst/>
          </a:prstGeom>
        </p:spPr>
        <p:txBody>
          <a:bodyPr>
            <a:normAutofit fontScale="90000"/>
          </a:bodyPr>
          <a:lstStyle/>
          <a:p>
            <a:r>
              <a:rPr lang="en-US" dirty="0"/>
              <a:t>Transform the datacenter</a:t>
            </a:r>
            <a:br>
              <a:rPr lang="en-US" dirty="0"/>
            </a:br>
            <a:r>
              <a:rPr lang="en-US" sz="3137" dirty="0">
                <a:latin typeface="+mn-lt"/>
              </a:rPr>
              <a:t>Orchestrated disaster recovery to a second site or to Azure</a:t>
            </a:r>
          </a:p>
        </p:txBody>
      </p:sp>
      <p:sp>
        <p:nvSpPr>
          <p:cNvPr id="6" name="Freeform 5"/>
          <p:cNvSpPr>
            <a:spLocks/>
          </p:cNvSpPr>
          <p:nvPr/>
        </p:nvSpPr>
        <p:spPr bwMode="auto">
          <a:xfrm>
            <a:off x="7685266" y="4294781"/>
            <a:ext cx="1106712" cy="936362"/>
          </a:xfrm>
          <a:custGeom>
            <a:avLst/>
            <a:gdLst>
              <a:gd name="T0" fmla="*/ 446 w 994"/>
              <a:gd name="T1" fmla="*/ 141 h 841"/>
              <a:gd name="T2" fmla="*/ 446 w 994"/>
              <a:gd name="T3" fmla="*/ 0 h 841"/>
              <a:gd name="T4" fmla="*/ 337 w 994"/>
              <a:gd name="T5" fmla="*/ 0 h 841"/>
              <a:gd name="T6" fmla="*/ 337 w 994"/>
              <a:gd name="T7" fmla="*/ 141 h 841"/>
              <a:gd name="T8" fmla="*/ 302 w 994"/>
              <a:gd name="T9" fmla="*/ 141 h 841"/>
              <a:gd name="T10" fmla="*/ 302 w 994"/>
              <a:gd name="T11" fmla="*/ 0 h 841"/>
              <a:gd name="T12" fmla="*/ 193 w 994"/>
              <a:gd name="T13" fmla="*/ 0 h 841"/>
              <a:gd name="T14" fmla="*/ 193 w 994"/>
              <a:gd name="T15" fmla="*/ 141 h 841"/>
              <a:gd name="T16" fmla="*/ 0 w 994"/>
              <a:gd name="T17" fmla="*/ 141 h 841"/>
              <a:gd name="T18" fmla="*/ 0 w 994"/>
              <a:gd name="T19" fmla="*/ 177 h 841"/>
              <a:gd name="T20" fmla="*/ 44 w 994"/>
              <a:gd name="T21" fmla="*/ 177 h 841"/>
              <a:gd name="T22" fmla="*/ 44 w 994"/>
              <a:gd name="T23" fmla="*/ 841 h 841"/>
              <a:gd name="T24" fmla="*/ 949 w 994"/>
              <a:gd name="T25" fmla="*/ 841 h 841"/>
              <a:gd name="T26" fmla="*/ 949 w 994"/>
              <a:gd name="T27" fmla="*/ 177 h 841"/>
              <a:gd name="T28" fmla="*/ 994 w 994"/>
              <a:gd name="T29" fmla="*/ 177 h 841"/>
              <a:gd name="T30" fmla="*/ 994 w 994"/>
              <a:gd name="T31" fmla="*/ 141 h 841"/>
              <a:gd name="T32" fmla="*/ 446 w 994"/>
              <a:gd name="T33" fmla="*/ 141 h 8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994" h="841">
                <a:moveTo>
                  <a:pt x="446" y="141"/>
                </a:moveTo>
                <a:lnTo>
                  <a:pt x="446" y="0"/>
                </a:lnTo>
                <a:lnTo>
                  <a:pt x="337" y="0"/>
                </a:lnTo>
                <a:lnTo>
                  <a:pt x="337" y="141"/>
                </a:lnTo>
                <a:lnTo>
                  <a:pt x="302" y="141"/>
                </a:lnTo>
                <a:lnTo>
                  <a:pt x="302" y="0"/>
                </a:lnTo>
                <a:lnTo>
                  <a:pt x="193" y="0"/>
                </a:lnTo>
                <a:lnTo>
                  <a:pt x="193" y="141"/>
                </a:lnTo>
                <a:lnTo>
                  <a:pt x="0" y="141"/>
                </a:lnTo>
                <a:lnTo>
                  <a:pt x="0" y="177"/>
                </a:lnTo>
                <a:lnTo>
                  <a:pt x="44" y="177"/>
                </a:lnTo>
                <a:lnTo>
                  <a:pt x="44" y="841"/>
                </a:lnTo>
                <a:lnTo>
                  <a:pt x="949" y="841"/>
                </a:lnTo>
                <a:lnTo>
                  <a:pt x="949" y="177"/>
                </a:lnTo>
                <a:lnTo>
                  <a:pt x="994" y="177"/>
                </a:lnTo>
                <a:lnTo>
                  <a:pt x="994" y="141"/>
                </a:lnTo>
                <a:lnTo>
                  <a:pt x="446" y="141"/>
                </a:lnTo>
                <a:close/>
              </a:path>
            </a:pathLst>
          </a:custGeom>
          <a:solidFill>
            <a:srgbClr val="000000">
              <a:lumMod val="20000"/>
              <a:lumOff val="80000"/>
            </a:srgbClr>
          </a:solidFill>
          <a:ln>
            <a:noFill/>
          </a:ln>
          <a:extLst/>
        </p:spPr>
        <p:txBody>
          <a:bodyPr vert="horz" wrap="square" lIns="91427" tIns="45713" rIns="91427" bIns="45713" numCol="1" anchor="t" anchorCtr="0" compatLnSpc="1">
            <a:prstTxWarp prst="textNoShape">
              <a:avLst/>
            </a:prstTxWarp>
          </a:bodyPr>
          <a:lstStyle/>
          <a:p>
            <a:pPr defTabSz="914225">
              <a:defRPr/>
            </a:pPr>
            <a:endParaRPr lang="en-US" kern="0">
              <a:solidFill>
                <a:srgbClr val="505050"/>
              </a:solidFill>
            </a:endParaRPr>
          </a:p>
        </p:txBody>
      </p:sp>
      <p:sp>
        <p:nvSpPr>
          <p:cNvPr id="7" name="Freeform 6"/>
          <p:cNvSpPr>
            <a:spLocks/>
          </p:cNvSpPr>
          <p:nvPr/>
        </p:nvSpPr>
        <p:spPr bwMode="auto">
          <a:xfrm>
            <a:off x="4425210" y="4295268"/>
            <a:ext cx="1106712" cy="936362"/>
          </a:xfrm>
          <a:custGeom>
            <a:avLst/>
            <a:gdLst>
              <a:gd name="T0" fmla="*/ 446 w 994"/>
              <a:gd name="T1" fmla="*/ 141 h 841"/>
              <a:gd name="T2" fmla="*/ 446 w 994"/>
              <a:gd name="T3" fmla="*/ 0 h 841"/>
              <a:gd name="T4" fmla="*/ 337 w 994"/>
              <a:gd name="T5" fmla="*/ 0 h 841"/>
              <a:gd name="T6" fmla="*/ 337 w 994"/>
              <a:gd name="T7" fmla="*/ 141 h 841"/>
              <a:gd name="T8" fmla="*/ 302 w 994"/>
              <a:gd name="T9" fmla="*/ 141 h 841"/>
              <a:gd name="T10" fmla="*/ 302 w 994"/>
              <a:gd name="T11" fmla="*/ 0 h 841"/>
              <a:gd name="T12" fmla="*/ 193 w 994"/>
              <a:gd name="T13" fmla="*/ 0 h 841"/>
              <a:gd name="T14" fmla="*/ 193 w 994"/>
              <a:gd name="T15" fmla="*/ 141 h 841"/>
              <a:gd name="T16" fmla="*/ 0 w 994"/>
              <a:gd name="T17" fmla="*/ 141 h 841"/>
              <a:gd name="T18" fmla="*/ 0 w 994"/>
              <a:gd name="T19" fmla="*/ 177 h 841"/>
              <a:gd name="T20" fmla="*/ 44 w 994"/>
              <a:gd name="T21" fmla="*/ 177 h 841"/>
              <a:gd name="T22" fmla="*/ 44 w 994"/>
              <a:gd name="T23" fmla="*/ 841 h 841"/>
              <a:gd name="T24" fmla="*/ 949 w 994"/>
              <a:gd name="T25" fmla="*/ 841 h 841"/>
              <a:gd name="T26" fmla="*/ 949 w 994"/>
              <a:gd name="T27" fmla="*/ 177 h 841"/>
              <a:gd name="T28" fmla="*/ 994 w 994"/>
              <a:gd name="T29" fmla="*/ 177 h 841"/>
              <a:gd name="T30" fmla="*/ 994 w 994"/>
              <a:gd name="T31" fmla="*/ 141 h 841"/>
              <a:gd name="T32" fmla="*/ 446 w 994"/>
              <a:gd name="T33" fmla="*/ 141 h 8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994" h="841">
                <a:moveTo>
                  <a:pt x="446" y="141"/>
                </a:moveTo>
                <a:lnTo>
                  <a:pt x="446" y="0"/>
                </a:lnTo>
                <a:lnTo>
                  <a:pt x="337" y="0"/>
                </a:lnTo>
                <a:lnTo>
                  <a:pt x="337" y="141"/>
                </a:lnTo>
                <a:lnTo>
                  <a:pt x="302" y="141"/>
                </a:lnTo>
                <a:lnTo>
                  <a:pt x="302" y="0"/>
                </a:lnTo>
                <a:lnTo>
                  <a:pt x="193" y="0"/>
                </a:lnTo>
                <a:lnTo>
                  <a:pt x="193" y="141"/>
                </a:lnTo>
                <a:lnTo>
                  <a:pt x="0" y="141"/>
                </a:lnTo>
                <a:lnTo>
                  <a:pt x="0" y="177"/>
                </a:lnTo>
                <a:lnTo>
                  <a:pt x="44" y="177"/>
                </a:lnTo>
                <a:lnTo>
                  <a:pt x="44" y="841"/>
                </a:lnTo>
                <a:lnTo>
                  <a:pt x="949" y="841"/>
                </a:lnTo>
                <a:lnTo>
                  <a:pt x="949" y="177"/>
                </a:lnTo>
                <a:lnTo>
                  <a:pt x="994" y="177"/>
                </a:lnTo>
                <a:lnTo>
                  <a:pt x="994" y="141"/>
                </a:lnTo>
                <a:lnTo>
                  <a:pt x="446" y="141"/>
                </a:lnTo>
                <a:close/>
              </a:path>
            </a:pathLst>
          </a:custGeom>
          <a:solidFill>
            <a:srgbClr val="000000">
              <a:lumMod val="20000"/>
              <a:lumOff val="80000"/>
            </a:srgbClr>
          </a:solidFill>
          <a:ln>
            <a:noFill/>
          </a:ln>
          <a:extLst/>
        </p:spPr>
        <p:txBody>
          <a:bodyPr vert="horz" wrap="square" lIns="91427" tIns="45713" rIns="91427" bIns="45713" numCol="1" anchor="t" anchorCtr="0" compatLnSpc="1">
            <a:prstTxWarp prst="textNoShape">
              <a:avLst/>
            </a:prstTxWarp>
          </a:bodyPr>
          <a:lstStyle/>
          <a:p>
            <a:pPr defTabSz="914225">
              <a:defRPr/>
            </a:pPr>
            <a:endParaRPr lang="en-US" kern="0">
              <a:solidFill>
                <a:srgbClr val="505050"/>
              </a:solidFill>
            </a:endParaRPr>
          </a:p>
        </p:txBody>
      </p:sp>
      <p:sp>
        <p:nvSpPr>
          <p:cNvPr id="8" name="Rectangle 5"/>
          <p:cNvSpPr>
            <a:spLocks noChangeArrowheads="1"/>
          </p:cNvSpPr>
          <p:nvPr/>
        </p:nvSpPr>
        <p:spPr bwMode="auto">
          <a:xfrm>
            <a:off x="9460698" y="4476081"/>
            <a:ext cx="657313" cy="779838"/>
          </a:xfrm>
          <a:prstGeom prst="rect">
            <a:avLst/>
          </a:prstGeom>
          <a:solidFill>
            <a:srgbClr val="D2D2D2"/>
          </a:solidFill>
          <a:ln>
            <a:noFill/>
          </a:ln>
        </p:spPr>
        <p:txBody>
          <a:bodyPr vert="horz" wrap="square" lIns="91427" tIns="45713" rIns="91427" bIns="45713" numCol="1" anchor="t" anchorCtr="0" compatLnSpc="1">
            <a:prstTxWarp prst="textNoShape">
              <a:avLst/>
            </a:prstTxWarp>
          </a:bodyPr>
          <a:lstStyle/>
          <a:p>
            <a:pPr defTabSz="914225">
              <a:defRPr/>
            </a:pPr>
            <a:endParaRPr lang="en-US" sz="1600" kern="0">
              <a:solidFill>
                <a:srgbClr val="000000"/>
              </a:solidFill>
            </a:endParaRPr>
          </a:p>
        </p:txBody>
      </p:sp>
      <p:sp>
        <p:nvSpPr>
          <p:cNvPr id="9" name="Rectangle 5"/>
          <p:cNvSpPr>
            <a:spLocks noChangeArrowheads="1"/>
          </p:cNvSpPr>
          <p:nvPr/>
        </p:nvSpPr>
        <p:spPr bwMode="auto">
          <a:xfrm>
            <a:off x="8987187" y="4174890"/>
            <a:ext cx="815483" cy="1059021"/>
          </a:xfrm>
          <a:prstGeom prst="rect">
            <a:avLst/>
          </a:prstGeom>
          <a:solidFill>
            <a:srgbClr val="FFFFFF">
              <a:lumMod val="65000"/>
            </a:srgbClr>
          </a:solidFill>
          <a:ln>
            <a:noFill/>
          </a:ln>
        </p:spPr>
        <p:txBody>
          <a:bodyPr vert="horz" wrap="square" lIns="91427" tIns="45713" rIns="91427" bIns="45713" numCol="1" anchor="t" anchorCtr="0" compatLnSpc="1">
            <a:prstTxWarp prst="textNoShape">
              <a:avLst/>
            </a:prstTxWarp>
          </a:bodyPr>
          <a:lstStyle/>
          <a:p>
            <a:pPr defTabSz="914225">
              <a:defRPr/>
            </a:pPr>
            <a:endParaRPr lang="en-US" sz="1600" kern="0">
              <a:solidFill>
                <a:srgbClr val="000000"/>
              </a:solidFill>
            </a:endParaRPr>
          </a:p>
        </p:txBody>
      </p:sp>
      <p:sp>
        <p:nvSpPr>
          <p:cNvPr id="10" name="Rectangle 5"/>
          <p:cNvSpPr>
            <a:spLocks noChangeArrowheads="1"/>
          </p:cNvSpPr>
          <p:nvPr/>
        </p:nvSpPr>
        <p:spPr bwMode="auto">
          <a:xfrm>
            <a:off x="3655755" y="4174890"/>
            <a:ext cx="815483" cy="1059021"/>
          </a:xfrm>
          <a:prstGeom prst="rect">
            <a:avLst/>
          </a:prstGeom>
          <a:solidFill>
            <a:srgbClr val="FFFFFF">
              <a:lumMod val="65000"/>
            </a:srgbClr>
          </a:solidFill>
          <a:ln>
            <a:noFill/>
          </a:ln>
        </p:spPr>
        <p:txBody>
          <a:bodyPr vert="horz" wrap="square" lIns="91427" tIns="45713" rIns="91427" bIns="45713" numCol="1" anchor="t" anchorCtr="0" compatLnSpc="1">
            <a:prstTxWarp prst="textNoShape">
              <a:avLst/>
            </a:prstTxWarp>
          </a:bodyPr>
          <a:lstStyle/>
          <a:p>
            <a:pPr defTabSz="914225">
              <a:defRPr/>
            </a:pPr>
            <a:endParaRPr lang="en-US" sz="1600" kern="0">
              <a:solidFill>
                <a:srgbClr val="000000"/>
              </a:solidFill>
            </a:endParaRPr>
          </a:p>
        </p:txBody>
      </p:sp>
      <p:sp>
        <p:nvSpPr>
          <p:cNvPr id="11" name="Rectangle 5"/>
          <p:cNvSpPr>
            <a:spLocks noChangeArrowheads="1"/>
          </p:cNvSpPr>
          <p:nvPr/>
        </p:nvSpPr>
        <p:spPr bwMode="auto">
          <a:xfrm>
            <a:off x="696720" y="4473174"/>
            <a:ext cx="657313" cy="779838"/>
          </a:xfrm>
          <a:prstGeom prst="rect">
            <a:avLst/>
          </a:prstGeom>
          <a:solidFill>
            <a:srgbClr val="D2D2D2"/>
          </a:solidFill>
          <a:ln>
            <a:noFill/>
          </a:ln>
        </p:spPr>
        <p:txBody>
          <a:bodyPr vert="horz" wrap="square" lIns="91427" tIns="45713" rIns="91427" bIns="45713" numCol="1" anchor="t" anchorCtr="0" compatLnSpc="1">
            <a:prstTxWarp prst="textNoShape">
              <a:avLst/>
            </a:prstTxWarp>
          </a:bodyPr>
          <a:lstStyle/>
          <a:p>
            <a:pPr defTabSz="914225">
              <a:defRPr/>
            </a:pPr>
            <a:endParaRPr lang="en-US" sz="1600" kern="0">
              <a:solidFill>
                <a:srgbClr val="000000"/>
              </a:solidFill>
            </a:endParaRPr>
          </a:p>
        </p:txBody>
      </p:sp>
      <p:sp>
        <p:nvSpPr>
          <p:cNvPr id="12" name="Rectangle 11"/>
          <p:cNvSpPr/>
          <p:nvPr/>
        </p:nvSpPr>
        <p:spPr bwMode="auto">
          <a:xfrm>
            <a:off x="-18383" y="5230582"/>
            <a:ext cx="12209518" cy="1136687"/>
          </a:xfrm>
          <a:prstGeom prst="rect">
            <a:avLst/>
          </a:prstGeom>
          <a:solidFill>
            <a:srgbClr val="0072C6"/>
          </a:solidFill>
          <a:ln w="9525" cap="flat" cmpd="sng" algn="ctr">
            <a:noFill/>
            <a:prstDash val="solid"/>
            <a:headEnd type="none" w="med" len="med"/>
            <a:tailEnd type="none" w="med" len="med"/>
          </a:ln>
          <a:effectLst/>
        </p:spPr>
        <p:txBody>
          <a:bodyPr rot="0" spcFirstLastPara="0" vertOverflow="overflow" horzOverflow="overflow" vert="horz" wrap="square" lIns="182854" tIns="146284" rIns="182854" bIns="146284" numCol="1" spcCol="0" rtlCol="0" fromWordArt="0" anchor="t" anchorCtr="0" forceAA="0" compatLnSpc="1">
            <a:prstTxWarp prst="textNoShape">
              <a:avLst/>
            </a:prstTxWarp>
            <a:noAutofit/>
          </a:bodyPr>
          <a:lstStyle/>
          <a:p>
            <a:pPr algn="ctr" defTabSz="932293" fontAlgn="base">
              <a:lnSpc>
                <a:spcPct val="90000"/>
              </a:lnSpc>
              <a:spcBef>
                <a:spcPct val="0"/>
              </a:spcBef>
              <a:spcAft>
                <a:spcPct val="0"/>
              </a:spcAft>
              <a:defRPr/>
            </a:pPr>
            <a:endParaRPr lang="en-US" sz="2400" kern="0" dirty="0" err="1">
              <a:gradFill>
                <a:gsLst>
                  <a:gs pos="0">
                    <a:srgbClr val="FFFFFF"/>
                  </a:gs>
                  <a:gs pos="100000">
                    <a:srgbClr val="FFFFFF"/>
                  </a:gs>
                </a:gsLst>
                <a:lin ang="5400000" scaled="0"/>
              </a:gradFill>
              <a:ea typeface="Segoe UI" pitchFamily="34" charset="0"/>
              <a:cs typeface="Segoe UI" pitchFamily="34" charset="0"/>
            </a:endParaRPr>
          </a:p>
        </p:txBody>
      </p:sp>
      <p:sp>
        <p:nvSpPr>
          <p:cNvPr id="13" name="Left-Right Arrow 12"/>
          <p:cNvSpPr/>
          <p:nvPr/>
        </p:nvSpPr>
        <p:spPr bwMode="auto">
          <a:xfrm rot="16200000">
            <a:off x="8738513" y="3199069"/>
            <a:ext cx="403037" cy="220364"/>
          </a:xfrm>
          <a:prstGeom prst="leftRightArrow">
            <a:avLst/>
          </a:prstGeom>
          <a:solidFill>
            <a:srgbClr val="DC3C00"/>
          </a:solidFill>
          <a:ln w="9525" cap="flat" cmpd="sng" algn="ctr">
            <a:noFill/>
            <a:prstDash val="solid"/>
            <a:headEnd type="none" w="med" len="med"/>
            <a:tailEnd type="none" w="med" len="med"/>
          </a:ln>
          <a:effectLst/>
        </p:spPr>
        <p:txBody>
          <a:bodyPr rot="0" spcFirstLastPara="0" vertOverflow="overflow" horzOverflow="overflow" vert="horz" wrap="square" lIns="179099" tIns="143281" rIns="179099" bIns="143281" numCol="1" spcCol="0" rtlCol="0" fromWordArt="0" anchor="t" anchorCtr="0" forceAA="0" compatLnSpc="1">
            <a:prstTxWarp prst="textNoShape">
              <a:avLst/>
            </a:prstTxWarp>
            <a:noAutofit/>
          </a:bodyPr>
          <a:lstStyle/>
          <a:p>
            <a:pPr algn="ctr" defTabSz="913065" fontAlgn="base">
              <a:lnSpc>
                <a:spcPct val="90000"/>
              </a:lnSpc>
              <a:spcBef>
                <a:spcPct val="0"/>
              </a:spcBef>
              <a:spcAft>
                <a:spcPct val="0"/>
              </a:spcAft>
              <a:defRPr/>
            </a:pPr>
            <a:endParaRPr lang="en-US" sz="2353" kern="0" dirty="0">
              <a:gradFill>
                <a:gsLst>
                  <a:gs pos="0">
                    <a:srgbClr val="FFFFFF"/>
                  </a:gs>
                  <a:gs pos="100000">
                    <a:srgbClr val="FFFFFF"/>
                  </a:gs>
                </a:gsLst>
                <a:lin ang="5400000" scaled="0"/>
              </a:gradFill>
              <a:ea typeface="Segoe UI" pitchFamily="34" charset="0"/>
              <a:cs typeface="Segoe UI" pitchFamily="34" charset="0"/>
            </a:endParaRPr>
          </a:p>
        </p:txBody>
      </p:sp>
      <p:sp>
        <p:nvSpPr>
          <p:cNvPr id="14" name="TextBox 13"/>
          <p:cNvSpPr txBox="1"/>
          <p:nvPr/>
        </p:nvSpPr>
        <p:spPr>
          <a:xfrm>
            <a:off x="7605632" y="3184282"/>
            <a:ext cx="1496998" cy="304699"/>
          </a:xfrm>
          <a:prstGeom prst="rect">
            <a:avLst/>
          </a:prstGeom>
          <a:noFill/>
        </p:spPr>
        <p:txBody>
          <a:bodyPr wrap="square" lIns="179099" tIns="0" rIns="179099" bIns="0" rtlCol="0">
            <a:spAutoFit/>
          </a:bodyPr>
          <a:lstStyle/>
          <a:p>
            <a:pPr defTabSz="913362">
              <a:lnSpc>
                <a:spcPct val="90000"/>
              </a:lnSpc>
              <a:spcAft>
                <a:spcPts val="588"/>
              </a:spcAft>
              <a:defRPr/>
            </a:pPr>
            <a:r>
              <a:rPr lang="en-US" sz="1100" kern="0" dirty="0">
                <a:solidFill>
                  <a:srgbClr val="00B0F0"/>
                </a:solidFill>
              </a:rPr>
              <a:t>Communication and Replication</a:t>
            </a:r>
          </a:p>
        </p:txBody>
      </p:sp>
      <p:cxnSp>
        <p:nvCxnSpPr>
          <p:cNvPr id="15" name="Straight Arrow Connector 14"/>
          <p:cNvCxnSpPr>
            <a:endCxn id="29" idx="0"/>
          </p:cNvCxnSpPr>
          <p:nvPr/>
        </p:nvCxnSpPr>
        <p:spPr>
          <a:xfrm flipH="1">
            <a:off x="1681929" y="3034919"/>
            <a:ext cx="9780" cy="478671"/>
          </a:xfrm>
          <a:prstGeom prst="straightConnector1">
            <a:avLst/>
          </a:prstGeom>
          <a:noFill/>
          <a:ln w="57150" cap="flat" cmpd="sng" algn="ctr">
            <a:solidFill>
              <a:srgbClr val="68217A"/>
            </a:solidFill>
            <a:prstDash val="sysDot"/>
            <a:headEnd type="none"/>
            <a:tailEnd type="triangle"/>
          </a:ln>
          <a:effectLst/>
        </p:spPr>
      </p:cxnSp>
      <p:cxnSp>
        <p:nvCxnSpPr>
          <p:cNvPr id="16" name="Straight Arrow Connector 15"/>
          <p:cNvCxnSpPr>
            <a:endCxn id="45" idx="0"/>
          </p:cNvCxnSpPr>
          <p:nvPr/>
        </p:nvCxnSpPr>
        <p:spPr>
          <a:xfrm flipH="1">
            <a:off x="3877292" y="2873297"/>
            <a:ext cx="18714" cy="637473"/>
          </a:xfrm>
          <a:prstGeom prst="straightConnector1">
            <a:avLst/>
          </a:prstGeom>
          <a:noFill/>
          <a:ln w="57150" cap="flat" cmpd="sng" algn="ctr">
            <a:solidFill>
              <a:srgbClr val="68217A"/>
            </a:solidFill>
            <a:prstDash val="sysDot"/>
            <a:headEnd type="none"/>
            <a:tailEnd type="triangle"/>
          </a:ln>
          <a:effectLst/>
        </p:spPr>
      </p:cxnSp>
      <p:grpSp>
        <p:nvGrpSpPr>
          <p:cNvPr id="17" name="Group 16"/>
          <p:cNvGrpSpPr/>
          <p:nvPr/>
        </p:nvGrpSpPr>
        <p:grpSpPr>
          <a:xfrm>
            <a:off x="1086312" y="1542617"/>
            <a:ext cx="3878484" cy="1520096"/>
            <a:chOff x="616226" y="1630760"/>
            <a:chExt cx="4596553" cy="1801531"/>
          </a:xfrm>
        </p:grpSpPr>
        <p:sp>
          <p:nvSpPr>
            <p:cNvPr id="18" name="Freeform 95"/>
            <p:cNvSpPr>
              <a:spLocks/>
            </p:cNvSpPr>
            <p:nvPr/>
          </p:nvSpPr>
          <p:spPr bwMode="auto">
            <a:xfrm flipH="1">
              <a:off x="616226" y="2000989"/>
              <a:ext cx="2137749" cy="1388301"/>
            </a:xfrm>
            <a:custGeom>
              <a:avLst/>
              <a:gdLst>
                <a:gd name="T0" fmla="*/ 618 w 736"/>
                <a:gd name="T1" fmla="*/ 213 h 484"/>
                <a:gd name="T2" fmla="*/ 618 w 736"/>
                <a:gd name="T3" fmla="*/ 203 h 484"/>
                <a:gd name="T4" fmla="*/ 415 w 736"/>
                <a:gd name="T5" fmla="*/ 0 h 484"/>
                <a:gd name="T6" fmla="*/ 246 w 736"/>
                <a:gd name="T7" fmla="*/ 91 h 484"/>
                <a:gd name="T8" fmla="*/ 191 w 736"/>
                <a:gd name="T9" fmla="*/ 76 h 484"/>
                <a:gd name="T10" fmla="*/ 125 w 736"/>
                <a:gd name="T11" fmla="*/ 96 h 484"/>
                <a:gd name="T12" fmla="*/ 73 w 736"/>
                <a:gd name="T13" fmla="*/ 191 h 484"/>
                <a:gd name="T14" fmla="*/ 0 w 736"/>
                <a:gd name="T15" fmla="*/ 325 h 484"/>
                <a:gd name="T16" fmla="*/ 142 w 736"/>
                <a:gd name="T17" fmla="*/ 484 h 484"/>
                <a:gd name="T18" fmla="*/ 160 w 736"/>
                <a:gd name="T19" fmla="*/ 484 h 484"/>
                <a:gd name="T20" fmla="*/ 176 w 736"/>
                <a:gd name="T21" fmla="*/ 484 h 484"/>
                <a:gd name="T22" fmla="*/ 507 w 736"/>
                <a:gd name="T23" fmla="*/ 484 h 484"/>
                <a:gd name="T24" fmla="*/ 514 w 736"/>
                <a:gd name="T25" fmla="*/ 484 h 484"/>
                <a:gd name="T26" fmla="*/ 522 w 736"/>
                <a:gd name="T27" fmla="*/ 484 h 484"/>
                <a:gd name="T28" fmla="*/ 546 w 736"/>
                <a:gd name="T29" fmla="*/ 484 h 484"/>
                <a:gd name="T30" fmla="*/ 599 w 736"/>
                <a:gd name="T31" fmla="*/ 484 h 484"/>
                <a:gd name="T32" fmla="*/ 736 w 736"/>
                <a:gd name="T33" fmla="*/ 348 h 484"/>
                <a:gd name="T34" fmla="*/ 618 w 736"/>
                <a:gd name="T35" fmla="*/ 213 h 4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736" h="484">
                  <a:moveTo>
                    <a:pt x="618" y="213"/>
                  </a:moveTo>
                  <a:cubicBezTo>
                    <a:pt x="618" y="210"/>
                    <a:pt x="618" y="206"/>
                    <a:pt x="618" y="203"/>
                  </a:cubicBezTo>
                  <a:cubicBezTo>
                    <a:pt x="618" y="91"/>
                    <a:pt x="527" y="0"/>
                    <a:pt x="415" y="0"/>
                  </a:cubicBezTo>
                  <a:cubicBezTo>
                    <a:pt x="345" y="0"/>
                    <a:pt x="283" y="37"/>
                    <a:pt x="246" y="91"/>
                  </a:cubicBezTo>
                  <a:cubicBezTo>
                    <a:pt x="230" y="82"/>
                    <a:pt x="211" y="76"/>
                    <a:pt x="191" y="76"/>
                  </a:cubicBezTo>
                  <a:cubicBezTo>
                    <a:pt x="167" y="76"/>
                    <a:pt x="144" y="83"/>
                    <a:pt x="125" y="96"/>
                  </a:cubicBezTo>
                  <a:cubicBezTo>
                    <a:pt x="94" y="116"/>
                    <a:pt x="74" y="151"/>
                    <a:pt x="73" y="191"/>
                  </a:cubicBezTo>
                  <a:cubicBezTo>
                    <a:pt x="30" y="219"/>
                    <a:pt x="0" y="269"/>
                    <a:pt x="0" y="325"/>
                  </a:cubicBezTo>
                  <a:cubicBezTo>
                    <a:pt x="0" y="407"/>
                    <a:pt x="62" y="475"/>
                    <a:pt x="142" y="484"/>
                  </a:cubicBezTo>
                  <a:cubicBezTo>
                    <a:pt x="148" y="484"/>
                    <a:pt x="154" y="484"/>
                    <a:pt x="160" y="484"/>
                  </a:cubicBezTo>
                  <a:cubicBezTo>
                    <a:pt x="165" y="484"/>
                    <a:pt x="171" y="484"/>
                    <a:pt x="176" y="484"/>
                  </a:cubicBezTo>
                  <a:cubicBezTo>
                    <a:pt x="250" y="484"/>
                    <a:pt x="425" y="484"/>
                    <a:pt x="507" y="484"/>
                  </a:cubicBezTo>
                  <a:cubicBezTo>
                    <a:pt x="510" y="484"/>
                    <a:pt x="512" y="484"/>
                    <a:pt x="514" y="484"/>
                  </a:cubicBezTo>
                  <a:cubicBezTo>
                    <a:pt x="522" y="484"/>
                    <a:pt x="522" y="484"/>
                    <a:pt x="522" y="484"/>
                  </a:cubicBezTo>
                  <a:cubicBezTo>
                    <a:pt x="526" y="484"/>
                    <a:pt x="538" y="484"/>
                    <a:pt x="546" y="484"/>
                  </a:cubicBezTo>
                  <a:cubicBezTo>
                    <a:pt x="599" y="484"/>
                    <a:pt x="599" y="484"/>
                    <a:pt x="599" y="484"/>
                  </a:cubicBezTo>
                  <a:cubicBezTo>
                    <a:pt x="675" y="483"/>
                    <a:pt x="736" y="422"/>
                    <a:pt x="736" y="348"/>
                  </a:cubicBezTo>
                  <a:cubicBezTo>
                    <a:pt x="736" y="279"/>
                    <a:pt x="684" y="222"/>
                    <a:pt x="618" y="213"/>
                  </a:cubicBezTo>
                  <a:close/>
                </a:path>
              </a:pathLst>
            </a:custGeom>
            <a:solidFill>
              <a:srgbClr val="FFFFFF">
                <a:lumMod val="85000"/>
              </a:srgbClr>
            </a:solidFill>
            <a:ln>
              <a:noFill/>
            </a:ln>
            <a:extLst/>
          </p:spPr>
          <p:txBody>
            <a:bodyPr vert="horz" wrap="square" lIns="91427" tIns="45713" rIns="91427" bIns="45713" numCol="1" anchor="t" anchorCtr="0" compatLnSpc="1">
              <a:prstTxWarp prst="textNoShape">
                <a:avLst/>
              </a:prstTxWarp>
            </a:bodyPr>
            <a:lstStyle/>
            <a:p>
              <a:pPr defTabSz="914225">
                <a:defRPr/>
              </a:pPr>
              <a:endParaRPr lang="en-US" kern="0">
                <a:solidFill>
                  <a:srgbClr val="000000"/>
                </a:solidFill>
              </a:endParaRPr>
            </a:p>
          </p:txBody>
        </p:sp>
        <p:sp>
          <p:nvSpPr>
            <p:cNvPr id="19" name="Freeform 95"/>
            <p:cNvSpPr>
              <a:spLocks/>
            </p:cNvSpPr>
            <p:nvPr/>
          </p:nvSpPr>
          <p:spPr bwMode="auto">
            <a:xfrm flipH="1">
              <a:off x="3075030" y="1792342"/>
              <a:ext cx="2137749" cy="1388301"/>
            </a:xfrm>
            <a:custGeom>
              <a:avLst/>
              <a:gdLst>
                <a:gd name="T0" fmla="*/ 618 w 736"/>
                <a:gd name="T1" fmla="*/ 213 h 484"/>
                <a:gd name="T2" fmla="*/ 618 w 736"/>
                <a:gd name="T3" fmla="*/ 203 h 484"/>
                <a:gd name="T4" fmla="*/ 415 w 736"/>
                <a:gd name="T5" fmla="*/ 0 h 484"/>
                <a:gd name="T6" fmla="*/ 246 w 736"/>
                <a:gd name="T7" fmla="*/ 91 h 484"/>
                <a:gd name="T8" fmla="*/ 191 w 736"/>
                <a:gd name="T9" fmla="*/ 76 h 484"/>
                <a:gd name="T10" fmla="*/ 125 w 736"/>
                <a:gd name="T11" fmla="*/ 96 h 484"/>
                <a:gd name="T12" fmla="*/ 73 w 736"/>
                <a:gd name="T13" fmla="*/ 191 h 484"/>
                <a:gd name="T14" fmla="*/ 0 w 736"/>
                <a:gd name="T15" fmla="*/ 325 h 484"/>
                <a:gd name="T16" fmla="*/ 142 w 736"/>
                <a:gd name="T17" fmla="*/ 484 h 484"/>
                <a:gd name="T18" fmla="*/ 160 w 736"/>
                <a:gd name="T19" fmla="*/ 484 h 484"/>
                <a:gd name="T20" fmla="*/ 176 w 736"/>
                <a:gd name="T21" fmla="*/ 484 h 484"/>
                <a:gd name="T22" fmla="*/ 507 w 736"/>
                <a:gd name="T23" fmla="*/ 484 h 484"/>
                <a:gd name="T24" fmla="*/ 514 w 736"/>
                <a:gd name="T25" fmla="*/ 484 h 484"/>
                <a:gd name="T26" fmla="*/ 522 w 736"/>
                <a:gd name="T27" fmla="*/ 484 h 484"/>
                <a:gd name="T28" fmla="*/ 546 w 736"/>
                <a:gd name="T29" fmla="*/ 484 h 484"/>
                <a:gd name="T30" fmla="*/ 599 w 736"/>
                <a:gd name="T31" fmla="*/ 484 h 484"/>
                <a:gd name="T32" fmla="*/ 736 w 736"/>
                <a:gd name="T33" fmla="*/ 348 h 484"/>
                <a:gd name="T34" fmla="*/ 618 w 736"/>
                <a:gd name="T35" fmla="*/ 213 h 4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736" h="484">
                  <a:moveTo>
                    <a:pt x="618" y="213"/>
                  </a:moveTo>
                  <a:cubicBezTo>
                    <a:pt x="618" y="210"/>
                    <a:pt x="618" y="206"/>
                    <a:pt x="618" y="203"/>
                  </a:cubicBezTo>
                  <a:cubicBezTo>
                    <a:pt x="618" y="91"/>
                    <a:pt x="527" y="0"/>
                    <a:pt x="415" y="0"/>
                  </a:cubicBezTo>
                  <a:cubicBezTo>
                    <a:pt x="345" y="0"/>
                    <a:pt x="283" y="37"/>
                    <a:pt x="246" y="91"/>
                  </a:cubicBezTo>
                  <a:cubicBezTo>
                    <a:pt x="230" y="82"/>
                    <a:pt x="211" y="76"/>
                    <a:pt x="191" y="76"/>
                  </a:cubicBezTo>
                  <a:cubicBezTo>
                    <a:pt x="167" y="76"/>
                    <a:pt x="144" y="83"/>
                    <a:pt x="125" y="96"/>
                  </a:cubicBezTo>
                  <a:cubicBezTo>
                    <a:pt x="94" y="116"/>
                    <a:pt x="74" y="151"/>
                    <a:pt x="73" y="191"/>
                  </a:cubicBezTo>
                  <a:cubicBezTo>
                    <a:pt x="30" y="219"/>
                    <a:pt x="0" y="269"/>
                    <a:pt x="0" y="325"/>
                  </a:cubicBezTo>
                  <a:cubicBezTo>
                    <a:pt x="0" y="407"/>
                    <a:pt x="62" y="475"/>
                    <a:pt x="142" y="484"/>
                  </a:cubicBezTo>
                  <a:cubicBezTo>
                    <a:pt x="148" y="484"/>
                    <a:pt x="154" y="484"/>
                    <a:pt x="160" y="484"/>
                  </a:cubicBezTo>
                  <a:cubicBezTo>
                    <a:pt x="165" y="484"/>
                    <a:pt x="171" y="484"/>
                    <a:pt x="176" y="484"/>
                  </a:cubicBezTo>
                  <a:cubicBezTo>
                    <a:pt x="250" y="484"/>
                    <a:pt x="425" y="484"/>
                    <a:pt x="507" y="484"/>
                  </a:cubicBezTo>
                  <a:cubicBezTo>
                    <a:pt x="510" y="484"/>
                    <a:pt x="512" y="484"/>
                    <a:pt x="514" y="484"/>
                  </a:cubicBezTo>
                  <a:cubicBezTo>
                    <a:pt x="522" y="484"/>
                    <a:pt x="522" y="484"/>
                    <a:pt x="522" y="484"/>
                  </a:cubicBezTo>
                  <a:cubicBezTo>
                    <a:pt x="526" y="484"/>
                    <a:pt x="538" y="484"/>
                    <a:pt x="546" y="484"/>
                  </a:cubicBezTo>
                  <a:cubicBezTo>
                    <a:pt x="599" y="484"/>
                    <a:pt x="599" y="484"/>
                    <a:pt x="599" y="484"/>
                  </a:cubicBezTo>
                  <a:cubicBezTo>
                    <a:pt x="675" y="483"/>
                    <a:pt x="736" y="422"/>
                    <a:pt x="736" y="348"/>
                  </a:cubicBezTo>
                  <a:cubicBezTo>
                    <a:pt x="736" y="279"/>
                    <a:pt x="684" y="222"/>
                    <a:pt x="618" y="213"/>
                  </a:cubicBezTo>
                  <a:close/>
                </a:path>
              </a:pathLst>
            </a:custGeom>
            <a:solidFill>
              <a:srgbClr val="68217A"/>
            </a:solidFill>
            <a:ln>
              <a:noFill/>
            </a:ln>
            <a:extLst/>
          </p:spPr>
          <p:txBody>
            <a:bodyPr vert="horz" wrap="square" lIns="91427" tIns="45713" rIns="91427" bIns="45713" numCol="1" anchor="t" anchorCtr="0" compatLnSpc="1">
              <a:prstTxWarp prst="textNoShape">
                <a:avLst/>
              </a:prstTxWarp>
            </a:bodyPr>
            <a:lstStyle/>
            <a:p>
              <a:pPr defTabSz="914225">
                <a:defRPr/>
              </a:pPr>
              <a:endParaRPr lang="en-US" kern="0">
                <a:solidFill>
                  <a:srgbClr val="000000"/>
                </a:solidFill>
              </a:endParaRPr>
            </a:p>
          </p:txBody>
        </p:sp>
        <p:sp>
          <p:nvSpPr>
            <p:cNvPr id="20" name="Freeform 95"/>
            <p:cNvSpPr>
              <a:spLocks/>
            </p:cNvSpPr>
            <p:nvPr/>
          </p:nvSpPr>
          <p:spPr bwMode="auto">
            <a:xfrm flipH="1">
              <a:off x="1281693" y="1630760"/>
              <a:ext cx="2774055" cy="1801531"/>
            </a:xfrm>
            <a:custGeom>
              <a:avLst/>
              <a:gdLst>
                <a:gd name="T0" fmla="*/ 618 w 736"/>
                <a:gd name="T1" fmla="*/ 213 h 484"/>
                <a:gd name="T2" fmla="*/ 618 w 736"/>
                <a:gd name="T3" fmla="*/ 203 h 484"/>
                <a:gd name="T4" fmla="*/ 415 w 736"/>
                <a:gd name="T5" fmla="*/ 0 h 484"/>
                <a:gd name="T6" fmla="*/ 246 w 736"/>
                <a:gd name="T7" fmla="*/ 91 h 484"/>
                <a:gd name="T8" fmla="*/ 191 w 736"/>
                <a:gd name="T9" fmla="*/ 76 h 484"/>
                <a:gd name="T10" fmla="*/ 125 w 736"/>
                <a:gd name="T11" fmla="*/ 96 h 484"/>
                <a:gd name="T12" fmla="*/ 73 w 736"/>
                <a:gd name="T13" fmla="*/ 191 h 484"/>
                <a:gd name="T14" fmla="*/ 0 w 736"/>
                <a:gd name="T15" fmla="*/ 325 h 484"/>
                <a:gd name="T16" fmla="*/ 142 w 736"/>
                <a:gd name="T17" fmla="*/ 484 h 484"/>
                <a:gd name="T18" fmla="*/ 160 w 736"/>
                <a:gd name="T19" fmla="*/ 484 h 484"/>
                <a:gd name="T20" fmla="*/ 176 w 736"/>
                <a:gd name="T21" fmla="*/ 484 h 484"/>
                <a:gd name="T22" fmla="*/ 507 w 736"/>
                <a:gd name="T23" fmla="*/ 484 h 484"/>
                <a:gd name="T24" fmla="*/ 514 w 736"/>
                <a:gd name="T25" fmla="*/ 484 h 484"/>
                <a:gd name="T26" fmla="*/ 522 w 736"/>
                <a:gd name="T27" fmla="*/ 484 h 484"/>
                <a:gd name="T28" fmla="*/ 546 w 736"/>
                <a:gd name="T29" fmla="*/ 484 h 484"/>
                <a:gd name="T30" fmla="*/ 599 w 736"/>
                <a:gd name="T31" fmla="*/ 484 h 484"/>
                <a:gd name="T32" fmla="*/ 736 w 736"/>
                <a:gd name="T33" fmla="*/ 348 h 484"/>
                <a:gd name="T34" fmla="*/ 618 w 736"/>
                <a:gd name="T35" fmla="*/ 213 h 4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736" h="484">
                  <a:moveTo>
                    <a:pt x="618" y="213"/>
                  </a:moveTo>
                  <a:cubicBezTo>
                    <a:pt x="618" y="210"/>
                    <a:pt x="618" y="206"/>
                    <a:pt x="618" y="203"/>
                  </a:cubicBezTo>
                  <a:cubicBezTo>
                    <a:pt x="618" y="91"/>
                    <a:pt x="527" y="0"/>
                    <a:pt x="415" y="0"/>
                  </a:cubicBezTo>
                  <a:cubicBezTo>
                    <a:pt x="345" y="0"/>
                    <a:pt x="283" y="37"/>
                    <a:pt x="246" y="91"/>
                  </a:cubicBezTo>
                  <a:cubicBezTo>
                    <a:pt x="230" y="82"/>
                    <a:pt x="211" y="76"/>
                    <a:pt x="191" y="76"/>
                  </a:cubicBezTo>
                  <a:cubicBezTo>
                    <a:pt x="167" y="76"/>
                    <a:pt x="144" y="83"/>
                    <a:pt x="125" y="96"/>
                  </a:cubicBezTo>
                  <a:cubicBezTo>
                    <a:pt x="94" y="116"/>
                    <a:pt x="74" y="151"/>
                    <a:pt x="73" y="191"/>
                  </a:cubicBezTo>
                  <a:cubicBezTo>
                    <a:pt x="30" y="219"/>
                    <a:pt x="0" y="269"/>
                    <a:pt x="0" y="325"/>
                  </a:cubicBezTo>
                  <a:cubicBezTo>
                    <a:pt x="0" y="407"/>
                    <a:pt x="62" y="475"/>
                    <a:pt x="142" y="484"/>
                  </a:cubicBezTo>
                  <a:cubicBezTo>
                    <a:pt x="148" y="484"/>
                    <a:pt x="154" y="484"/>
                    <a:pt x="160" y="484"/>
                  </a:cubicBezTo>
                  <a:cubicBezTo>
                    <a:pt x="165" y="484"/>
                    <a:pt x="171" y="484"/>
                    <a:pt x="176" y="484"/>
                  </a:cubicBezTo>
                  <a:cubicBezTo>
                    <a:pt x="250" y="484"/>
                    <a:pt x="425" y="484"/>
                    <a:pt x="507" y="484"/>
                  </a:cubicBezTo>
                  <a:cubicBezTo>
                    <a:pt x="510" y="484"/>
                    <a:pt x="512" y="484"/>
                    <a:pt x="514" y="484"/>
                  </a:cubicBezTo>
                  <a:cubicBezTo>
                    <a:pt x="522" y="484"/>
                    <a:pt x="522" y="484"/>
                    <a:pt x="522" y="484"/>
                  </a:cubicBezTo>
                  <a:cubicBezTo>
                    <a:pt x="526" y="484"/>
                    <a:pt x="538" y="484"/>
                    <a:pt x="546" y="484"/>
                  </a:cubicBezTo>
                  <a:cubicBezTo>
                    <a:pt x="599" y="484"/>
                    <a:pt x="599" y="484"/>
                    <a:pt x="599" y="484"/>
                  </a:cubicBezTo>
                  <a:cubicBezTo>
                    <a:pt x="675" y="483"/>
                    <a:pt x="736" y="422"/>
                    <a:pt x="736" y="348"/>
                  </a:cubicBezTo>
                  <a:cubicBezTo>
                    <a:pt x="736" y="279"/>
                    <a:pt x="684" y="222"/>
                    <a:pt x="618" y="213"/>
                  </a:cubicBezTo>
                  <a:close/>
                </a:path>
              </a:pathLst>
            </a:custGeom>
            <a:solidFill>
              <a:srgbClr val="0072C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27" tIns="45713" rIns="91427" bIns="45713" numCol="1" anchor="t" anchorCtr="0" compatLnSpc="1">
              <a:prstTxWarp prst="textNoShape">
                <a:avLst/>
              </a:prstTxWarp>
            </a:bodyPr>
            <a:lstStyle/>
            <a:p>
              <a:pPr defTabSz="914225">
                <a:defRPr/>
              </a:pPr>
              <a:endParaRPr lang="en-US" kern="0">
                <a:solidFill>
                  <a:srgbClr val="505050"/>
                </a:solidFill>
              </a:endParaRPr>
            </a:p>
          </p:txBody>
        </p:sp>
        <p:sp>
          <p:nvSpPr>
            <p:cNvPr id="21" name="TextBox 20"/>
            <p:cNvSpPr txBox="1"/>
            <p:nvPr/>
          </p:nvSpPr>
          <p:spPr>
            <a:xfrm>
              <a:off x="1612197" y="2418609"/>
              <a:ext cx="2164778" cy="858115"/>
            </a:xfrm>
            <a:prstGeom prst="rect">
              <a:avLst/>
            </a:prstGeom>
            <a:noFill/>
            <a:ln>
              <a:noFill/>
            </a:ln>
          </p:spPr>
          <p:txBody>
            <a:bodyPr wrap="none" lIns="179234" tIns="143387" rIns="179234" bIns="143387" rtlCol="0">
              <a:spAutoFit/>
            </a:bodyPr>
            <a:lstStyle/>
            <a:p>
              <a:pPr algn="ctr" defTabSz="913362">
                <a:lnSpc>
                  <a:spcPct val="90000"/>
                </a:lnSpc>
                <a:spcAft>
                  <a:spcPts val="588"/>
                </a:spcAft>
                <a:defRPr/>
              </a:pPr>
              <a:r>
                <a:rPr lang="en-US" sz="1568" kern="0" dirty="0">
                  <a:solidFill>
                    <a:srgbClr val="FFFFFF"/>
                  </a:solidFill>
                </a:rPr>
                <a:t>Microsoft Azure </a:t>
              </a:r>
              <a:br>
                <a:rPr lang="en-US" sz="1568" kern="0" dirty="0">
                  <a:solidFill>
                    <a:srgbClr val="FFFFFF"/>
                  </a:solidFill>
                </a:rPr>
              </a:br>
              <a:r>
                <a:rPr lang="en-US" sz="1568" kern="0" dirty="0">
                  <a:solidFill>
                    <a:srgbClr val="FFFFFF"/>
                  </a:solidFill>
                </a:rPr>
                <a:t>Site Recovery</a:t>
              </a:r>
            </a:p>
          </p:txBody>
        </p:sp>
      </p:grpSp>
      <p:sp>
        <p:nvSpPr>
          <p:cNvPr id="22" name="Left-Right Arrow 21"/>
          <p:cNvSpPr/>
          <p:nvPr/>
        </p:nvSpPr>
        <p:spPr bwMode="auto">
          <a:xfrm>
            <a:off x="2089410" y="4442483"/>
            <a:ext cx="1379599" cy="177851"/>
          </a:xfrm>
          <a:prstGeom prst="leftRightArrow">
            <a:avLst>
              <a:gd name="adj1" fmla="val 54971"/>
              <a:gd name="adj2" fmla="val 50215"/>
            </a:avLst>
          </a:prstGeom>
          <a:solidFill>
            <a:srgbClr val="DC3C00"/>
          </a:solidFill>
          <a:ln w="9525" cap="flat" cmpd="sng" algn="ctr">
            <a:noFill/>
            <a:prstDash val="solid"/>
            <a:headEnd type="none" w="med" len="med"/>
            <a:tailEnd type="none" w="med" len="med"/>
          </a:ln>
          <a:effectLst/>
        </p:spPr>
        <p:txBody>
          <a:bodyPr rot="0" spcFirstLastPara="0" vertOverflow="overflow" horzOverflow="overflow" vert="horz" wrap="square" lIns="182854" tIns="146284" rIns="182854" bIns="146284" numCol="1" spcCol="0" rtlCol="0" fromWordArt="0" anchor="ctr" anchorCtr="0" forceAA="0" compatLnSpc="1">
            <a:prstTxWarp prst="textNoShape">
              <a:avLst/>
            </a:prstTxWarp>
            <a:noAutofit/>
          </a:bodyPr>
          <a:lstStyle/>
          <a:p>
            <a:pPr algn="ctr" defTabSz="932293" fontAlgn="base">
              <a:lnSpc>
                <a:spcPct val="90000"/>
              </a:lnSpc>
              <a:spcBef>
                <a:spcPct val="0"/>
              </a:spcBef>
              <a:spcAft>
                <a:spcPct val="0"/>
              </a:spcAft>
              <a:defRPr/>
            </a:pPr>
            <a:endParaRPr lang="en-US" sz="1000" kern="0" dirty="0">
              <a:gradFill>
                <a:gsLst>
                  <a:gs pos="0">
                    <a:srgbClr val="FFFFFF"/>
                  </a:gs>
                  <a:gs pos="100000">
                    <a:srgbClr val="FFFFFF"/>
                  </a:gs>
                </a:gsLst>
                <a:lin ang="5400000" scaled="0"/>
              </a:gradFill>
              <a:ea typeface="Segoe UI" pitchFamily="34" charset="0"/>
              <a:cs typeface="Segoe UI" pitchFamily="34" charset="0"/>
            </a:endParaRPr>
          </a:p>
        </p:txBody>
      </p:sp>
      <p:sp>
        <p:nvSpPr>
          <p:cNvPr id="23" name="TextBox 22"/>
          <p:cNvSpPr txBox="1"/>
          <p:nvPr/>
        </p:nvSpPr>
        <p:spPr>
          <a:xfrm>
            <a:off x="1762996" y="3172796"/>
            <a:ext cx="2114297" cy="145424"/>
          </a:xfrm>
          <a:prstGeom prst="rect">
            <a:avLst/>
          </a:prstGeom>
          <a:noFill/>
        </p:spPr>
        <p:txBody>
          <a:bodyPr wrap="square" lIns="179099" tIns="0" rIns="179099" bIns="0" rtlCol="0">
            <a:spAutoFit/>
          </a:bodyPr>
          <a:lstStyle>
            <a:defPPr>
              <a:defRPr lang="en-US"/>
            </a:defPPr>
            <a:lvl1pPr defTabSz="913538">
              <a:lnSpc>
                <a:spcPct val="90000"/>
              </a:lnSpc>
              <a:spcAft>
                <a:spcPts val="588"/>
              </a:spcAft>
              <a:defRPr sz="1100">
                <a:solidFill>
                  <a:srgbClr val="505050"/>
                </a:solidFill>
              </a:defRPr>
            </a:lvl1pPr>
          </a:lstStyle>
          <a:p>
            <a:pPr algn="ctr" defTabSz="895541">
              <a:spcAft>
                <a:spcPts val="576"/>
              </a:spcAft>
              <a:defRPr/>
            </a:pPr>
            <a:r>
              <a:rPr lang="en-US" sz="1050" kern="0" dirty="0">
                <a:solidFill>
                  <a:srgbClr val="00B0F0"/>
                </a:solidFill>
              </a:rPr>
              <a:t>Communication Channel</a:t>
            </a:r>
          </a:p>
        </p:txBody>
      </p:sp>
      <p:sp>
        <p:nvSpPr>
          <p:cNvPr id="24" name="Rectangle 23"/>
          <p:cNvSpPr/>
          <p:nvPr/>
        </p:nvSpPr>
        <p:spPr>
          <a:xfrm>
            <a:off x="1991552" y="4090830"/>
            <a:ext cx="1565886" cy="290849"/>
          </a:xfrm>
          <a:prstGeom prst="rect">
            <a:avLst/>
          </a:prstGeom>
          <a:noFill/>
        </p:spPr>
        <p:txBody>
          <a:bodyPr wrap="square" lIns="179099" tIns="0" rIns="179099" bIns="0" rtlCol="0">
            <a:spAutoFit/>
          </a:bodyPr>
          <a:lstStyle/>
          <a:p>
            <a:pPr algn="ctr" defTabSz="913362">
              <a:lnSpc>
                <a:spcPct val="90000"/>
              </a:lnSpc>
              <a:spcAft>
                <a:spcPts val="588"/>
              </a:spcAft>
              <a:defRPr/>
            </a:pPr>
            <a:r>
              <a:rPr lang="en-US" sz="1050" kern="0" dirty="0">
                <a:solidFill>
                  <a:srgbClr val="00B0F0"/>
                </a:solidFill>
              </a:rPr>
              <a:t>Replication channel: </a:t>
            </a:r>
            <a:br>
              <a:rPr lang="en-US" sz="1050" kern="0" dirty="0">
                <a:solidFill>
                  <a:srgbClr val="00B0F0"/>
                </a:solidFill>
              </a:rPr>
            </a:br>
            <a:r>
              <a:rPr lang="en-US" sz="1050" kern="0" dirty="0">
                <a:solidFill>
                  <a:srgbClr val="00B0F0"/>
                </a:solidFill>
              </a:rPr>
              <a:t>Hyper-V Replica</a:t>
            </a:r>
          </a:p>
        </p:txBody>
      </p:sp>
      <p:grpSp>
        <p:nvGrpSpPr>
          <p:cNvPr id="25" name="Group 24"/>
          <p:cNvGrpSpPr/>
          <p:nvPr/>
        </p:nvGrpSpPr>
        <p:grpSpPr>
          <a:xfrm>
            <a:off x="1266079" y="3513590"/>
            <a:ext cx="1495371" cy="1815842"/>
            <a:chOff x="1047576" y="3696507"/>
            <a:chExt cx="1495583" cy="1816099"/>
          </a:xfrm>
        </p:grpSpPr>
        <p:sp>
          <p:nvSpPr>
            <p:cNvPr id="26" name="TextBox 25"/>
            <p:cNvSpPr txBox="1"/>
            <p:nvPr/>
          </p:nvSpPr>
          <p:spPr>
            <a:xfrm>
              <a:off x="1918270" y="4920521"/>
              <a:ext cx="624889" cy="592085"/>
            </a:xfrm>
            <a:prstGeom prst="rect">
              <a:avLst/>
            </a:prstGeom>
            <a:noFill/>
          </p:spPr>
          <p:txBody>
            <a:bodyPr wrap="square" lIns="0" tIns="146284" rIns="0" bIns="146284" rtlCol="0">
              <a:spAutoFit/>
            </a:bodyPr>
            <a:lstStyle/>
            <a:p>
              <a:pPr defTabSz="914225">
                <a:lnSpc>
                  <a:spcPct val="90000"/>
                </a:lnSpc>
                <a:spcAft>
                  <a:spcPts val="600"/>
                </a:spcAft>
                <a:defRPr/>
              </a:pPr>
              <a:r>
                <a:rPr lang="en-US" sz="1050" kern="0" dirty="0">
                  <a:solidFill>
                    <a:srgbClr val="00B0F0"/>
                  </a:solidFill>
                </a:rPr>
                <a:t>Primary Site</a:t>
              </a:r>
            </a:p>
          </p:txBody>
        </p:sp>
        <p:grpSp>
          <p:nvGrpSpPr>
            <p:cNvPr id="27" name="Group 26"/>
            <p:cNvGrpSpPr/>
            <p:nvPr/>
          </p:nvGrpSpPr>
          <p:grpSpPr>
            <a:xfrm>
              <a:off x="1055947" y="4121329"/>
              <a:ext cx="815599" cy="1297016"/>
              <a:chOff x="13103226" y="2775830"/>
              <a:chExt cx="1039812" cy="1616572"/>
            </a:xfrm>
          </p:grpSpPr>
          <p:sp>
            <p:nvSpPr>
              <p:cNvPr id="31" name="Rectangle 5"/>
              <p:cNvSpPr>
                <a:spLocks noChangeArrowheads="1"/>
              </p:cNvSpPr>
              <p:nvPr/>
            </p:nvSpPr>
            <p:spPr bwMode="auto">
              <a:xfrm>
                <a:off x="13103226" y="2775830"/>
                <a:ext cx="1039812" cy="1616572"/>
              </a:xfrm>
              <a:prstGeom prst="rect">
                <a:avLst/>
              </a:prstGeom>
              <a:solidFill>
                <a:srgbClr val="005695"/>
              </a:solidFill>
              <a:ln>
                <a:noFill/>
              </a:ln>
            </p:spPr>
            <p:txBody>
              <a:bodyPr vert="horz" wrap="square" lIns="91427" tIns="45713" rIns="91427" bIns="45713" numCol="1" anchor="t" anchorCtr="0" compatLnSpc="1">
                <a:prstTxWarp prst="textNoShape">
                  <a:avLst/>
                </a:prstTxWarp>
              </a:bodyPr>
              <a:lstStyle/>
              <a:p>
                <a:pPr defTabSz="914225">
                  <a:defRPr/>
                </a:pPr>
                <a:endParaRPr lang="en-US" sz="1600" kern="0">
                  <a:solidFill>
                    <a:srgbClr val="000000"/>
                  </a:solidFill>
                </a:endParaRPr>
              </a:p>
            </p:txBody>
          </p:sp>
          <p:sp>
            <p:nvSpPr>
              <p:cNvPr id="32" name="Freeform 6"/>
              <p:cNvSpPr>
                <a:spLocks/>
              </p:cNvSpPr>
              <p:nvPr/>
            </p:nvSpPr>
            <p:spPr bwMode="auto">
              <a:xfrm>
                <a:off x="13214598" y="2940285"/>
                <a:ext cx="817070" cy="143638"/>
              </a:xfrm>
              <a:custGeom>
                <a:avLst/>
                <a:gdLst>
                  <a:gd name="T0" fmla="*/ 28 w 330"/>
                  <a:gd name="T1" fmla="*/ 0 h 58"/>
                  <a:gd name="T2" fmla="*/ 0 w 330"/>
                  <a:gd name="T3" fmla="*/ 26 h 58"/>
                  <a:gd name="T4" fmla="*/ 0 w 330"/>
                  <a:gd name="T5" fmla="*/ 32 h 58"/>
                  <a:gd name="T6" fmla="*/ 28 w 330"/>
                  <a:gd name="T7" fmla="*/ 58 h 58"/>
                  <a:gd name="T8" fmla="*/ 302 w 330"/>
                  <a:gd name="T9" fmla="*/ 58 h 58"/>
                  <a:gd name="T10" fmla="*/ 330 w 330"/>
                  <a:gd name="T11" fmla="*/ 32 h 58"/>
                  <a:gd name="T12" fmla="*/ 330 w 330"/>
                  <a:gd name="T13" fmla="*/ 26 h 58"/>
                  <a:gd name="T14" fmla="*/ 302 w 330"/>
                  <a:gd name="T15" fmla="*/ 0 h 58"/>
                  <a:gd name="T16" fmla="*/ 175 w 330"/>
                  <a:gd name="T17" fmla="*/ 0 h 58"/>
                  <a:gd name="T18" fmla="*/ 28 w 330"/>
                  <a:gd name="T19" fmla="*/ 0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30" h="58">
                    <a:moveTo>
                      <a:pt x="28" y="0"/>
                    </a:moveTo>
                    <a:cubicBezTo>
                      <a:pt x="28" y="0"/>
                      <a:pt x="0" y="0"/>
                      <a:pt x="0" y="26"/>
                    </a:cubicBezTo>
                    <a:cubicBezTo>
                      <a:pt x="0" y="32"/>
                      <a:pt x="0" y="32"/>
                      <a:pt x="0" y="32"/>
                    </a:cubicBezTo>
                    <a:cubicBezTo>
                      <a:pt x="0" y="32"/>
                      <a:pt x="0" y="58"/>
                      <a:pt x="28" y="58"/>
                    </a:cubicBezTo>
                    <a:cubicBezTo>
                      <a:pt x="302" y="58"/>
                      <a:pt x="302" y="58"/>
                      <a:pt x="302" y="58"/>
                    </a:cubicBezTo>
                    <a:cubicBezTo>
                      <a:pt x="302" y="58"/>
                      <a:pt x="330" y="58"/>
                      <a:pt x="330" y="32"/>
                    </a:cubicBezTo>
                    <a:cubicBezTo>
                      <a:pt x="330" y="26"/>
                      <a:pt x="330" y="26"/>
                      <a:pt x="330" y="26"/>
                    </a:cubicBezTo>
                    <a:cubicBezTo>
                      <a:pt x="330" y="26"/>
                      <a:pt x="330" y="0"/>
                      <a:pt x="302" y="0"/>
                    </a:cubicBezTo>
                    <a:cubicBezTo>
                      <a:pt x="175" y="0"/>
                      <a:pt x="175" y="0"/>
                      <a:pt x="175" y="0"/>
                    </a:cubicBezTo>
                    <a:lnTo>
                      <a:pt x="28" y="0"/>
                    </a:lnTo>
                    <a:close/>
                  </a:path>
                </a:pathLst>
              </a:custGeom>
              <a:solidFill>
                <a:srgbClr val="FFFFFF">
                  <a:lumMod val="85000"/>
                </a:srgbClr>
              </a:solidFill>
              <a:ln>
                <a:noFill/>
              </a:ln>
            </p:spPr>
            <p:txBody>
              <a:bodyPr vert="horz" wrap="square" lIns="91427" tIns="45713" rIns="91427" bIns="45713" numCol="1" anchor="t" anchorCtr="0" compatLnSpc="1">
                <a:prstTxWarp prst="textNoShape">
                  <a:avLst/>
                </a:prstTxWarp>
              </a:bodyPr>
              <a:lstStyle/>
              <a:p>
                <a:pPr defTabSz="914225">
                  <a:defRPr/>
                </a:pPr>
                <a:endParaRPr lang="en-US" sz="1600" kern="0">
                  <a:solidFill>
                    <a:srgbClr val="000000"/>
                  </a:solidFill>
                </a:endParaRPr>
              </a:p>
            </p:txBody>
          </p:sp>
          <p:sp>
            <p:nvSpPr>
              <p:cNvPr id="33" name="Freeform 7"/>
              <p:cNvSpPr>
                <a:spLocks/>
              </p:cNvSpPr>
              <p:nvPr/>
            </p:nvSpPr>
            <p:spPr bwMode="auto">
              <a:xfrm>
                <a:off x="13214598" y="3194253"/>
                <a:ext cx="817070" cy="143638"/>
              </a:xfrm>
              <a:custGeom>
                <a:avLst/>
                <a:gdLst>
                  <a:gd name="T0" fmla="*/ 28 w 330"/>
                  <a:gd name="T1" fmla="*/ 0 h 58"/>
                  <a:gd name="T2" fmla="*/ 0 w 330"/>
                  <a:gd name="T3" fmla="*/ 26 h 58"/>
                  <a:gd name="T4" fmla="*/ 0 w 330"/>
                  <a:gd name="T5" fmla="*/ 31 h 58"/>
                  <a:gd name="T6" fmla="*/ 28 w 330"/>
                  <a:gd name="T7" fmla="*/ 58 h 58"/>
                  <a:gd name="T8" fmla="*/ 302 w 330"/>
                  <a:gd name="T9" fmla="*/ 58 h 58"/>
                  <a:gd name="T10" fmla="*/ 330 w 330"/>
                  <a:gd name="T11" fmla="*/ 31 h 58"/>
                  <a:gd name="T12" fmla="*/ 330 w 330"/>
                  <a:gd name="T13" fmla="*/ 26 h 58"/>
                  <a:gd name="T14" fmla="*/ 302 w 330"/>
                  <a:gd name="T15" fmla="*/ 0 h 58"/>
                  <a:gd name="T16" fmla="*/ 175 w 330"/>
                  <a:gd name="T17" fmla="*/ 0 h 58"/>
                  <a:gd name="T18" fmla="*/ 28 w 330"/>
                  <a:gd name="T19" fmla="*/ 0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30" h="58">
                    <a:moveTo>
                      <a:pt x="28" y="0"/>
                    </a:moveTo>
                    <a:cubicBezTo>
                      <a:pt x="28" y="0"/>
                      <a:pt x="0" y="0"/>
                      <a:pt x="0" y="26"/>
                    </a:cubicBezTo>
                    <a:cubicBezTo>
                      <a:pt x="0" y="31"/>
                      <a:pt x="0" y="31"/>
                      <a:pt x="0" y="31"/>
                    </a:cubicBezTo>
                    <a:cubicBezTo>
                      <a:pt x="0" y="31"/>
                      <a:pt x="0" y="58"/>
                      <a:pt x="28" y="58"/>
                    </a:cubicBezTo>
                    <a:cubicBezTo>
                      <a:pt x="302" y="58"/>
                      <a:pt x="302" y="58"/>
                      <a:pt x="302" y="58"/>
                    </a:cubicBezTo>
                    <a:cubicBezTo>
                      <a:pt x="302" y="58"/>
                      <a:pt x="330" y="58"/>
                      <a:pt x="330" y="31"/>
                    </a:cubicBezTo>
                    <a:cubicBezTo>
                      <a:pt x="330" y="26"/>
                      <a:pt x="330" y="26"/>
                      <a:pt x="330" y="26"/>
                    </a:cubicBezTo>
                    <a:cubicBezTo>
                      <a:pt x="330" y="26"/>
                      <a:pt x="330" y="0"/>
                      <a:pt x="302" y="0"/>
                    </a:cubicBezTo>
                    <a:cubicBezTo>
                      <a:pt x="175" y="0"/>
                      <a:pt x="175" y="0"/>
                      <a:pt x="175" y="0"/>
                    </a:cubicBezTo>
                    <a:lnTo>
                      <a:pt x="28" y="0"/>
                    </a:lnTo>
                    <a:close/>
                  </a:path>
                </a:pathLst>
              </a:custGeom>
              <a:solidFill>
                <a:srgbClr val="FFFFFF">
                  <a:lumMod val="85000"/>
                </a:srgbClr>
              </a:solidFill>
              <a:ln>
                <a:noFill/>
              </a:ln>
            </p:spPr>
            <p:txBody>
              <a:bodyPr vert="horz" wrap="square" lIns="91427" tIns="45713" rIns="91427" bIns="45713" numCol="1" anchor="t" anchorCtr="0" compatLnSpc="1">
                <a:prstTxWarp prst="textNoShape">
                  <a:avLst/>
                </a:prstTxWarp>
              </a:bodyPr>
              <a:lstStyle/>
              <a:p>
                <a:pPr defTabSz="914225">
                  <a:defRPr/>
                </a:pPr>
                <a:endParaRPr lang="en-US" sz="1600" kern="0">
                  <a:solidFill>
                    <a:srgbClr val="000000"/>
                  </a:solidFill>
                </a:endParaRPr>
              </a:p>
            </p:txBody>
          </p:sp>
          <p:sp>
            <p:nvSpPr>
              <p:cNvPr id="34" name="Freeform 8"/>
              <p:cNvSpPr>
                <a:spLocks/>
              </p:cNvSpPr>
              <p:nvPr/>
            </p:nvSpPr>
            <p:spPr bwMode="auto">
              <a:xfrm>
                <a:off x="13214598" y="3446139"/>
                <a:ext cx="817070" cy="143638"/>
              </a:xfrm>
              <a:custGeom>
                <a:avLst/>
                <a:gdLst>
                  <a:gd name="T0" fmla="*/ 28 w 330"/>
                  <a:gd name="T1" fmla="*/ 0 h 58"/>
                  <a:gd name="T2" fmla="*/ 0 w 330"/>
                  <a:gd name="T3" fmla="*/ 27 h 58"/>
                  <a:gd name="T4" fmla="*/ 0 w 330"/>
                  <a:gd name="T5" fmla="*/ 32 h 58"/>
                  <a:gd name="T6" fmla="*/ 28 w 330"/>
                  <a:gd name="T7" fmla="*/ 58 h 58"/>
                  <a:gd name="T8" fmla="*/ 302 w 330"/>
                  <a:gd name="T9" fmla="*/ 58 h 58"/>
                  <a:gd name="T10" fmla="*/ 330 w 330"/>
                  <a:gd name="T11" fmla="*/ 32 h 58"/>
                  <a:gd name="T12" fmla="*/ 330 w 330"/>
                  <a:gd name="T13" fmla="*/ 27 h 58"/>
                  <a:gd name="T14" fmla="*/ 302 w 330"/>
                  <a:gd name="T15" fmla="*/ 0 h 58"/>
                  <a:gd name="T16" fmla="*/ 175 w 330"/>
                  <a:gd name="T17" fmla="*/ 0 h 58"/>
                  <a:gd name="T18" fmla="*/ 28 w 330"/>
                  <a:gd name="T19" fmla="*/ 0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30" h="58">
                    <a:moveTo>
                      <a:pt x="28" y="0"/>
                    </a:moveTo>
                    <a:cubicBezTo>
                      <a:pt x="28" y="0"/>
                      <a:pt x="0" y="0"/>
                      <a:pt x="0" y="27"/>
                    </a:cubicBezTo>
                    <a:cubicBezTo>
                      <a:pt x="0" y="32"/>
                      <a:pt x="0" y="32"/>
                      <a:pt x="0" y="32"/>
                    </a:cubicBezTo>
                    <a:cubicBezTo>
                      <a:pt x="0" y="32"/>
                      <a:pt x="0" y="58"/>
                      <a:pt x="28" y="58"/>
                    </a:cubicBezTo>
                    <a:cubicBezTo>
                      <a:pt x="302" y="58"/>
                      <a:pt x="302" y="58"/>
                      <a:pt x="302" y="58"/>
                    </a:cubicBezTo>
                    <a:cubicBezTo>
                      <a:pt x="302" y="58"/>
                      <a:pt x="330" y="58"/>
                      <a:pt x="330" y="32"/>
                    </a:cubicBezTo>
                    <a:cubicBezTo>
                      <a:pt x="330" y="27"/>
                      <a:pt x="330" y="27"/>
                      <a:pt x="330" y="27"/>
                    </a:cubicBezTo>
                    <a:cubicBezTo>
                      <a:pt x="330" y="27"/>
                      <a:pt x="330" y="0"/>
                      <a:pt x="302" y="0"/>
                    </a:cubicBezTo>
                    <a:cubicBezTo>
                      <a:pt x="175" y="0"/>
                      <a:pt x="175" y="0"/>
                      <a:pt x="175" y="0"/>
                    </a:cubicBezTo>
                    <a:lnTo>
                      <a:pt x="28" y="0"/>
                    </a:lnTo>
                    <a:close/>
                  </a:path>
                </a:pathLst>
              </a:custGeom>
              <a:solidFill>
                <a:srgbClr val="FFFFFF">
                  <a:lumMod val="85000"/>
                </a:srgbClr>
              </a:solidFill>
              <a:ln>
                <a:noFill/>
              </a:ln>
            </p:spPr>
            <p:txBody>
              <a:bodyPr vert="horz" wrap="square" lIns="91427" tIns="45713" rIns="91427" bIns="45713" numCol="1" anchor="t" anchorCtr="0" compatLnSpc="1">
                <a:prstTxWarp prst="textNoShape">
                  <a:avLst/>
                </a:prstTxWarp>
              </a:bodyPr>
              <a:lstStyle/>
              <a:p>
                <a:pPr defTabSz="914225">
                  <a:defRPr/>
                </a:pPr>
                <a:endParaRPr lang="en-US" sz="1600" kern="0">
                  <a:solidFill>
                    <a:srgbClr val="000000"/>
                  </a:solidFill>
                </a:endParaRPr>
              </a:p>
            </p:txBody>
          </p:sp>
          <p:sp>
            <p:nvSpPr>
              <p:cNvPr id="35" name="Freeform 9"/>
              <p:cNvSpPr>
                <a:spLocks/>
              </p:cNvSpPr>
              <p:nvPr/>
            </p:nvSpPr>
            <p:spPr bwMode="auto">
              <a:xfrm>
                <a:off x="13214598" y="3700107"/>
                <a:ext cx="817070" cy="143638"/>
              </a:xfrm>
              <a:custGeom>
                <a:avLst/>
                <a:gdLst>
                  <a:gd name="T0" fmla="*/ 28 w 330"/>
                  <a:gd name="T1" fmla="*/ 0 h 58"/>
                  <a:gd name="T2" fmla="*/ 0 w 330"/>
                  <a:gd name="T3" fmla="*/ 26 h 58"/>
                  <a:gd name="T4" fmla="*/ 0 w 330"/>
                  <a:gd name="T5" fmla="*/ 32 h 58"/>
                  <a:gd name="T6" fmla="*/ 28 w 330"/>
                  <a:gd name="T7" fmla="*/ 58 h 58"/>
                  <a:gd name="T8" fmla="*/ 302 w 330"/>
                  <a:gd name="T9" fmla="*/ 58 h 58"/>
                  <a:gd name="T10" fmla="*/ 330 w 330"/>
                  <a:gd name="T11" fmla="*/ 32 h 58"/>
                  <a:gd name="T12" fmla="*/ 330 w 330"/>
                  <a:gd name="T13" fmla="*/ 26 h 58"/>
                  <a:gd name="T14" fmla="*/ 302 w 330"/>
                  <a:gd name="T15" fmla="*/ 0 h 58"/>
                  <a:gd name="T16" fmla="*/ 175 w 330"/>
                  <a:gd name="T17" fmla="*/ 0 h 58"/>
                  <a:gd name="T18" fmla="*/ 28 w 330"/>
                  <a:gd name="T19" fmla="*/ 0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30" h="58">
                    <a:moveTo>
                      <a:pt x="28" y="0"/>
                    </a:moveTo>
                    <a:cubicBezTo>
                      <a:pt x="28" y="0"/>
                      <a:pt x="0" y="0"/>
                      <a:pt x="0" y="26"/>
                    </a:cubicBezTo>
                    <a:cubicBezTo>
                      <a:pt x="0" y="32"/>
                      <a:pt x="0" y="32"/>
                      <a:pt x="0" y="32"/>
                    </a:cubicBezTo>
                    <a:cubicBezTo>
                      <a:pt x="0" y="32"/>
                      <a:pt x="0" y="58"/>
                      <a:pt x="28" y="58"/>
                    </a:cubicBezTo>
                    <a:cubicBezTo>
                      <a:pt x="302" y="58"/>
                      <a:pt x="302" y="58"/>
                      <a:pt x="302" y="58"/>
                    </a:cubicBezTo>
                    <a:cubicBezTo>
                      <a:pt x="302" y="58"/>
                      <a:pt x="330" y="58"/>
                      <a:pt x="330" y="32"/>
                    </a:cubicBezTo>
                    <a:cubicBezTo>
                      <a:pt x="330" y="26"/>
                      <a:pt x="330" y="26"/>
                      <a:pt x="330" y="26"/>
                    </a:cubicBezTo>
                    <a:cubicBezTo>
                      <a:pt x="330" y="26"/>
                      <a:pt x="330" y="0"/>
                      <a:pt x="302" y="0"/>
                    </a:cubicBezTo>
                    <a:cubicBezTo>
                      <a:pt x="175" y="0"/>
                      <a:pt x="175" y="0"/>
                      <a:pt x="175" y="0"/>
                    </a:cubicBezTo>
                    <a:lnTo>
                      <a:pt x="28" y="0"/>
                    </a:lnTo>
                    <a:close/>
                  </a:path>
                </a:pathLst>
              </a:custGeom>
              <a:solidFill>
                <a:srgbClr val="FFFFFF">
                  <a:lumMod val="85000"/>
                </a:srgbClr>
              </a:solidFill>
              <a:ln>
                <a:noFill/>
              </a:ln>
            </p:spPr>
            <p:txBody>
              <a:bodyPr vert="horz" wrap="square" lIns="91427" tIns="45713" rIns="91427" bIns="45713" numCol="1" anchor="t" anchorCtr="0" compatLnSpc="1">
                <a:prstTxWarp prst="textNoShape">
                  <a:avLst/>
                </a:prstTxWarp>
              </a:bodyPr>
              <a:lstStyle/>
              <a:p>
                <a:pPr defTabSz="914225">
                  <a:defRPr/>
                </a:pPr>
                <a:endParaRPr lang="en-US" sz="1600" kern="0">
                  <a:solidFill>
                    <a:srgbClr val="000000"/>
                  </a:solidFill>
                </a:endParaRPr>
              </a:p>
            </p:txBody>
          </p:sp>
          <p:sp>
            <p:nvSpPr>
              <p:cNvPr id="36" name="Oval 14"/>
              <p:cNvSpPr>
                <a:spLocks noChangeArrowheads="1"/>
              </p:cNvSpPr>
              <p:nvPr/>
            </p:nvSpPr>
            <p:spPr bwMode="auto">
              <a:xfrm>
                <a:off x="13875539" y="2970470"/>
                <a:ext cx="79105" cy="79105"/>
              </a:xfrm>
              <a:prstGeom prst="ellipse">
                <a:avLst/>
              </a:prstGeom>
              <a:solidFill>
                <a:srgbClr val="008272"/>
              </a:solidFill>
              <a:ln>
                <a:noFill/>
              </a:ln>
            </p:spPr>
            <p:txBody>
              <a:bodyPr vert="horz" wrap="square" lIns="91427" tIns="45713" rIns="91427" bIns="45713" numCol="1" anchor="t" anchorCtr="0" compatLnSpc="1">
                <a:prstTxWarp prst="textNoShape">
                  <a:avLst/>
                </a:prstTxWarp>
              </a:bodyPr>
              <a:lstStyle/>
              <a:p>
                <a:pPr defTabSz="914225">
                  <a:defRPr/>
                </a:pPr>
                <a:endParaRPr lang="en-US" sz="1600" kern="0">
                  <a:solidFill>
                    <a:srgbClr val="000000"/>
                  </a:solidFill>
                </a:endParaRPr>
              </a:p>
            </p:txBody>
          </p:sp>
          <p:sp>
            <p:nvSpPr>
              <p:cNvPr id="37" name="Oval 15"/>
              <p:cNvSpPr>
                <a:spLocks noChangeArrowheads="1"/>
              </p:cNvSpPr>
              <p:nvPr/>
            </p:nvSpPr>
            <p:spPr bwMode="auto">
              <a:xfrm>
                <a:off x="13875539" y="3224438"/>
                <a:ext cx="79105" cy="79105"/>
              </a:xfrm>
              <a:prstGeom prst="ellipse">
                <a:avLst/>
              </a:prstGeom>
              <a:solidFill>
                <a:srgbClr val="008272"/>
              </a:solidFill>
              <a:ln>
                <a:noFill/>
              </a:ln>
            </p:spPr>
            <p:txBody>
              <a:bodyPr vert="horz" wrap="square" lIns="91427" tIns="45713" rIns="91427" bIns="45713" numCol="1" anchor="t" anchorCtr="0" compatLnSpc="1">
                <a:prstTxWarp prst="textNoShape">
                  <a:avLst/>
                </a:prstTxWarp>
              </a:bodyPr>
              <a:lstStyle/>
              <a:p>
                <a:pPr defTabSz="914225">
                  <a:defRPr/>
                </a:pPr>
                <a:endParaRPr lang="en-US" sz="1600" kern="0">
                  <a:solidFill>
                    <a:srgbClr val="000000"/>
                  </a:solidFill>
                </a:endParaRPr>
              </a:p>
            </p:txBody>
          </p:sp>
          <p:sp>
            <p:nvSpPr>
              <p:cNvPr id="38" name="Oval 16"/>
              <p:cNvSpPr>
                <a:spLocks noChangeArrowheads="1"/>
              </p:cNvSpPr>
              <p:nvPr/>
            </p:nvSpPr>
            <p:spPr bwMode="auto">
              <a:xfrm>
                <a:off x="13875539" y="3478406"/>
                <a:ext cx="79105" cy="79105"/>
              </a:xfrm>
              <a:prstGeom prst="ellipse">
                <a:avLst/>
              </a:prstGeom>
              <a:solidFill>
                <a:srgbClr val="008272"/>
              </a:solidFill>
              <a:ln>
                <a:noFill/>
              </a:ln>
            </p:spPr>
            <p:txBody>
              <a:bodyPr vert="horz" wrap="square" lIns="91427" tIns="45713" rIns="91427" bIns="45713" numCol="1" anchor="t" anchorCtr="0" compatLnSpc="1">
                <a:prstTxWarp prst="textNoShape">
                  <a:avLst/>
                </a:prstTxWarp>
              </a:bodyPr>
              <a:lstStyle/>
              <a:p>
                <a:pPr defTabSz="914225">
                  <a:defRPr/>
                </a:pPr>
                <a:endParaRPr lang="en-US" sz="1600" kern="0">
                  <a:solidFill>
                    <a:srgbClr val="000000"/>
                  </a:solidFill>
                </a:endParaRPr>
              </a:p>
            </p:txBody>
          </p:sp>
          <p:sp>
            <p:nvSpPr>
              <p:cNvPr id="39" name="Oval 17"/>
              <p:cNvSpPr>
                <a:spLocks noChangeArrowheads="1"/>
              </p:cNvSpPr>
              <p:nvPr/>
            </p:nvSpPr>
            <p:spPr bwMode="auto">
              <a:xfrm>
                <a:off x="13875539" y="3732374"/>
                <a:ext cx="79105" cy="79105"/>
              </a:xfrm>
              <a:prstGeom prst="ellipse">
                <a:avLst/>
              </a:prstGeom>
              <a:solidFill>
                <a:srgbClr val="008272"/>
              </a:solidFill>
              <a:ln>
                <a:noFill/>
              </a:ln>
            </p:spPr>
            <p:txBody>
              <a:bodyPr vert="horz" wrap="square" lIns="91427" tIns="45713" rIns="91427" bIns="45713" numCol="1" anchor="t" anchorCtr="0" compatLnSpc="1">
                <a:prstTxWarp prst="textNoShape">
                  <a:avLst/>
                </a:prstTxWarp>
              </a:bodyPr>
              <a:lstStyle/>
              <a:p>
                <a:pPr defTabSz="914225">
                  <a:defRPr/>
                </a:pPr>
                <a:endParaRPr lang="en-US" sz="1600" kern="0">
                  <a:solidFill>
                    <a:srgbClr val="000000"/>
                  </a:solidFill>
                </a:endParaRPr>
              </a:p>
            </p:txBody>
          </p:sp>
        </p:grpSp>
        <p:sp>
          <p:nvSpPr>
            <p:cNvPr id="28" name="TextBox 27"/>
            <p:cNvSpPr txBox="1"/>
            <p:nvPr/>
          </p:nvSpPr>
          <p:spPr>
            <a:xfrm>
              <a:off x="1121483" y="5046509"/>
              <a:ext cx="684527" cy="332446"/>
            </a:xfrm>
            <a:prstGeom prst="rect">
              <a:avLst/>
            </a:prstGeom>
            <a:noFill/>
          </p:spPr>
          <p:txBody>
            <a:bodyPr wrap="square" lIns="0" tIns="0" rIns="0" bIns="0" rtlCol="0">
              <a:spAutoFit/>
            </a:bodyPr>
            <a:lstStyle/>
            <a:p>
              <a:pPr algn="ctr" defTabSz="914225">
                <a:lnSpc>
                  <a:spcPct val="90000"/>
                </a:lnSpc>
                <a:defRPr/>
              </a:pPr>
              <a:r>
                <a:rPr lang="en-US" sz="1200" kern="0" dirty="0">
                  <a:solidFill>
                    <a:srgbClr val="FFFFFF"/>
                  </a:solidFill>
                </a:rPr>
                <a:t>Windows Server</a:t>
              </a:r>
            </a:p>
          </p:txBody>
        </p:sp>
        <p:sp>
          <p:nvSpPr>
            <p:cNvPr id="29" name="Rectangle 28"/>
            <p:cNvSpPr/>
            <p:nvPr/>
          </p:nvSpPr>
          <p:spPr bwMode="auto">
            <a:xfrm>
              <a:off x="1055947" y="3696507"/>
              <a:ext cx="815076" cy="430383"/>
            </a:xfrm>
            <a:prstGeom prst="rect">
              <a:avLst/>
            </a:prstGeom>
            <a:solidFill>
              <a:srgbClr val="00188F"/>
            </a:solidFill>
            <a:ln w="9525" cap="flat" cmpd="sng" algn="ctr">
              <a:noFill/>
              <a:prstDash val="solid"/>
              <a:headEnd type="none" w="med" len="med"/>
              <a:tailEnd type="none" w="med" len="med"/>
            </a:ln>
            <a:effectLst/>
          </p:spPr>
          <p:txBody>
            <a:bodyPr rot="0" spcFirstLastPara="0" vertOverflow="overflow" horzOverflow="overflow" vert="horz" wrap="square" lIns="182854" tIns="146284" rIns="182854" bIns="146284" numCol="1" spcCol="0" rtlCol="0" fromWordArt="0" anchor="t" anchorCtr="0" forceAA="0" compatLnSpc="1">
              <a:prstTxWarp prst="textNoShape">
                <a:avLst/>
              </a:prstTxWarp>
              <a:noAutofit/>
            </a:bodyPr>
            <a:lstStyle/>
            <a:p>
              <a:pPr algn="ctr" defTabSz="932293" fontAlgn="base">
                <a:lnSpc>
                  <a:spcPct val="90000"/>
                </a:lnSpc>
                <a:spcBef>
                  <a:spcPct val="0"/>
                </a:spcBef>
                <a:spcAft>
                  <a:spcPct val="0"/>
                </a:spcAft>
                <a:defRPr/>
              </a:pPr>
              <a:endParaRPr lang="en-US" sz="2000" kern="0" dirty="0" err="1">
                <a:gradFill>
                  <a:gsLst>
                    <a:gs pos="0">
                      <a:srgbClr val="FFFFFF"/>
                    </a:gs>
                    <a:gs pos="100000">
                      <a:srgbClr val="FFFFFF"/>
                    </a:gs>
                  </a:gsLst>
                  <a:lin ang="5400000" scaled="0"/>
                </a:gradFill>
                <a:ea typeface="Segoe UI" pitchFamily="34" charset="0"/>
                <a:cs typeface="Segoe UI" pitchFamily="34" charset="0"/>
              </a:endParaRPr>
            </a:p>
          </p:txBody>
        </p:sp>
        <p:pic>
          <p:nvPicPr>
            <p:cNvPr id="30" name="Picture 29"/>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47576" y="3735305"/>
              <a:ext cx="845974" cy="336815"/>
            </a:xfrm>
            <a:prstGeom prst="rect">
              <a:avLst/>
            </a:prstGeom>
          </p:spPr>
        </p:pic>
      </p:grpSp>
      <p:grpSp>
        <p:nvGrpSpPr>
          <p:cNvPr id="40" name="Group 39"/>
          <p:cNvGrpSpPr/>
          <p:nvPr/>
        </p:nvGrpSpPr>
        <p:grpSpPr>
          <a:xfrm>
            <a:off x="2864515" y="3510770"/>
            <a:ext cx="1454419" cy="1826739"/>
            <a:chOff x="2646239" y="3693687"/>
            <a:chExt cx="1454625" cy="1826998"/>
          </a:xfrm>
        </p:grpSpPr>
        <p:sp>
          <p:nvSpPr>
            <p:cNvPr id="41" name="TextBox 40"/>
            <p:cNvSpPr txBox="1"/>
            <p:nvPr/>
          </p:nvSpPr>
          <p:spPr>
            <a:xfrm>
              <a:off x="2646239" y="4920521"/>
              <a:ext cx="559422" cy="600164"/>
            </a:xfrm>
            <a:prstGeom prst="rect">
              <a:avLst/>
            </a:prstGeom>
            <a:noFill/>
          </p:spPr>
          <p:txBody>
            <a:bodyPr wrap="square" lIns="0" tIns="146284" rIns="0" bIns="146284" rtlCol="0">
              <a:spAutoFit/>
            </a:bodyPr>
            <a:lstStyle>
              <a:defPPr>
                <a:defRPr lang="en-US"/>
              </a:defPPr>
              <a:lvl1pPr algn="ctr">
                <a:lnSpc>
                  <a:spcPct val="90000"/>
                </a:lnSpc>
                <a:spcAft>
                  <a:spcPts val="600"/>
                </a:spcAft>
                <a:defRPr sz="1400" kern="0">
                  <a:gradFill>
                    <a:gsLst>
                      <a:gs pos="2917">
                        <a:srgbClr val="000000"/>
                      </a:gs>
                      <a:gs pos="30000">
                        <a:srgbClr val="000000"/>
                      </a:gs>
                    </a:gsLst>
                    <a:lin ang="5400000" scaled="0"/>
                  </a:gradFill>
                </a:defRPr>
              </a:lvl1pPr>
            </a:lstStyle>
            <a:p>
              <a:pPr algn="r" defTabSz="914225">
                <a:spcAft>
                  <a:spcPts val="588"/>
                </a:spcAft>
                <a:defRPr/>
              </a:pPr>
              <a:r>
                <a:rPr lang="en-US" sz="1050" dirty="0">
                  <a:solidFill>
                    <a:srgbClr val="00B0F0"/>
                  </a:solidFill>
                </a:rPr>
                <a:t>Recovery Site</a:t>
              </a:r>
            </a:p>
          </p:txBody>
        </p:sp>
        <p:grpSp>
          <p:nvGrpSpPr>
            <p:cNvPr id="42" name="Group 41"/>
            <p:cNvGrpSpPr/>
            <p:nvPr/>
          </p:nvGrpSpPr>
          <p:grpSpPr>
            <a:xfrm>
              <a:off x="3251903" y="4125870"/>
              <a:ext cx="815599" cy="1291203"/>
              <a:chOff x="13103226" y="2775830"/>
              <a:chExt cx="1039812" cy="1616572"/>
            </a:xfrm>
          </p:grpSpPr>
          <p:sp>
            <p:nvSpPr>
              <p:cNvPr id="47" name="Rectangle 5"/>
              <p:cNvSpPr>
                <a:spLocks noChangeArrowheads="1"/>
              </p:cNvSpPr>
              <p:nvPr/>
            </p:nvSpPr>
            <p:spPr bwMode="auto">
              <a:xfrm>
                <a:off x="13103226" y="2775830"/>
                <a:ext cx="1039812" cy="1616572"/>
              </a:xfrm>
              <a:prstGeom prst="rect">
                <a:avLst/>
              </a:prstGeom>
              <a:solidFill>
                <a:srgbClr val="005695"/>
              </a:solidFill>
              <a:ln>
                <a:noFill/>
              </a:ln>
            </p:spPr>
            <p:txBody>
              <a:bodyPr vert="horz" wrap="square" lIns="91427" tIns="45713" rIns="91427" bIns="45713" numCol="1" anchor="t" anchorCtr="0" compatLnSpc="1">
                <a:prstTxWarp prst="textNoShape">
                  <a:avLst/>
                </a:prstTxWarp>
              </a:bodyPr>
              <a:lstStyle/>
              <a:p>
                <a:pPr defTabSz="914225">
                  <a:defRPr/>
                </a:pPr>
                <a:endParaRPr lang="en-US" sz="1600" kern="0">
                  <a:solidFill>
                    <a:srgbClr val="000000"/>
                  </a:solidFill>
                </a:endParaRPr>
              </a:p>
            </p:txBody>
          </p:sp>
          <p:sp>
            <p:nvSpPr>
              <p:cNvPr id="48" name="Freeform 6"/>
              <p:cNvSpPr>
                <a:spLocks/>
              </p:cNvSpPr>
              <p:nvPr/>
            </p:nvSpPr>
            <p:spPr bwMode="auto">
              <a:xfrm>
                <a:off x="13214598" y="2940285"/>
                <a:ext cx="817070" cy="143638"/>
              </a:xfrm>
              <a:custGeom>
                <a:avLst/>
                <a:gdLst>
                  <a:gd name="T0" fmla="*/ 28 w 330"/>
                  <a:gd name="T1" fmla="*/ 0 h 58"/>
                  <a:gd name="T2" fmla="*/ 0 w 330"/>
                  <a:gd name="T3" fmla="*/ 26 h 58"/>
                  <a:gd name="T4" fmla="*/ 0 w 330"/>
                  <a:gd name="T5" fmla="*/ 32 h 58"/>
                  <a:gd name="T6" fmla="*/ 28 w 330"/>
                  <a:gd name="T7" fmla="*/ 58 h 58"/>
                  <a:gd name="T8" fmla="*/ 302 w 330"/>
                  <a:gd name="T9" fmla="*/ 58 h 58"/>
                  <a:gd name="T10" fmla="*/ 330 w 330"/>
                  <a:gd name="T11" fmla="*/ 32 h 58"/>
                  <a:gd name="T12" fmla="*/ 330 w 330"/>
                  <a:gd name="T13" fmla="*/ 26 h 58"/>
                  <a:gd name="T14" fmla="*/ 302 w 330"/>
                  <a:gd name="T15" fmla="*/ 0 h 58"/>
                  <a:gd name="T16" fmla="*/ 175 w 330"/>
                  <a:gd name="T17" fmla="*/ 0 h 58"/>
                  <a:gd name="T18" fmla="*/ 28 w 330"/>
                  <a:gd name="T19" fmla="*/ 0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30" h="58">
                    <a:moveTo>
                      <a:pt x="28" y="0"/>
                    </a:moveTo>
                    <a:cubicBezTo>
                      <a:pt x="28" y="0"/>
                      <a:pt x="0" y="0"/>
                      <a:pt x="0" y="26"/>
                    </a:cubicBezTo>
                    <a:cubicBezTo>
                      <a:pt x="0" y="32"/>
                      <a:pt x="0" y="32"/>
                      <a:pt x="0" y="32"/>
                    </a:cubicBezTo>
                    <a:cubicBezTo>
                      <a:pt x="0" y="32"/>
                      <a:pt x="0" y="58"/>
                      <a:pt x="28" y="58"/>
                    </a:cubicBezTo>
                    <a:cubicBezTo>
                      <a:pt x="302" y="58"/>
                      <a:pt x="302" y="58"/>
                      <a:pt x="302" y="58"/>
                    </a:cubicBezTo>
                    <a:cubicBezTo>
                      <a:pt x="302" y="58"/>
                      <a:pt x="330" y="58"/>
                      <a:pt x="330" y="32"/>
                    </a:cubicBezTo>
                    <a:cubicBezTo>
                      <a:pt x="330" y="26"/>
                      <a:pt x="330" y="26"/>
                      <a:pt x="330" y="26"/>
                    </a:cubicBezTo>
                    <a:cubicBezTo>
                      <a:pt x="330" y="26"/>
                      <a:pt x="330" y="0"/>
                      <a:pt x="302" y="0"/>
                    </a:cubicBezTo>
                    <a:cubicBezTo>
                      <a:pt x="175" y="0"/>
                      <a:pt x="175" y="0"/>
                      <a:pt x="175" y="0"/>
                    </a:cubicBezTo>
                    <a:lnTo>
                      <a:pt x="28" y="0"/>
                    </a:lnTo>
                    <a:close/>
                  </a:path>
                </a:pathLst>
              </a:custGeom>
              <a:solidFill>
                <a:srgbClr val="FFFFFF">
                  <a:lumMod val="85000"/>
                </a:srgbClr>
              </a:solidFill>
              <a:ln>
                <a:noFill/>
              </a:ln>
            </p:spPr>
            <p:txBody>
              <a:bodyPr vert="horz" wrap="square" lIns="91427" tIns="45713" rIns="91427" bIns="45713" numCol="1" anchor="t" anchorCtr="0" compatLnSpc="1">
                <a:prstTxWarp prst="textNoShape">
                  <a:avLst/>
                </a:prstTxWarp>
              </a:bodyPr>
              <a:lstStyle/>
              <a:p>
                <a:pPr defTabSz="914225">
                  <a:defRPr/>
                </a:pPr>
                <a:endParaRPr lang="en-US" sz="1600" kern="0">
                  <a:solidFill>
                    <a:srgbClr val="000000"/>
                  </a:solidFill>
                </a:endParaRPr>
              </a:p>
            </p:txBody>
          </p:sp>
          <p:sp>
            <p:nvSpPr>
              <p:cNvPr id="49" name="Freeform 7"/>
              <p:cNvSpPr>
                <a:spLocks/>
              </p:cNvSpPr>
              <p:nvPr/>
            </p:nvSpPr>
            <p:spPr bwMode="auto">
              <a:xfrm>
                <a:off x="13214598" y="3194253"/>
                <a:ext cx="817070" cy="143638"/>
              </a:xfrm>
              <a:custGeom>
                <a:avLst/>
                <a:gdLst>
                  <a:gd name="T0" fmla="*/ 28 w 330"/>
                  <a:gd name="T1" fmla="*/ 0 h 58"/>
                  <a:gd name="T2" fmla="*/ 0 w 330"/>
                  <a:gd name="T3" fmla="*/ 26 h 58"/>
                  <a:gd name="T4" fmla="*/ 0 w 330"/>
                  <a:gd name="T5" fmla="*/ 31 h 58"/>
                  <a:gd name="T6" fmla="*/ 28 w 330"/>
                  <a:gd name="T7" fmla="*/ 58 h 58"/>
                  <a:gd name="T8" fmla="*/ 302 w 330"/>
                  <a:gd name="T9" fmla="*/ 58 h 58"/>
                  <a:gd name="T10" fmla="*/ 330 w 330"/>
                  <a:gd name="T11" fmla="*/ 31 h 58"/>
                  <a:gd name="T12" fmla="*/ 330 w 330"/>
                  <a:gd name="T13" fmla="*/ 26 h 58"/>
                  <a:gd name="T14" fmla="*/ 302 w 330"/>
                  <a:gd name="T15" fmla="*/ 0 h 58"/>
                  <a:gd name="T16" fmla="*/ 175 w 330"/>
                  <a:gd name="T17" fmla="*/ 0 h 58"/>
                  <a:gd name="T18" fmla="*/ 28 w 330"/>
                  <a:gd name="T19" fmla="*/ 0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30" h="58">
                    <a:moveTo>
                      <a:pt x="28" y="0"/>
                    </a:moveTo>
                    <a:cubicBezTo>
                      <a:pt x="28" y="0"/>
                      <a:pt x="0" y="0"/>
                      <a:pt x="0" y="26"/>
                    </a:cubicBezTo>
                    <a:cubicBezTo>
                      <a:pt x="0" y="31"/>
                      <a:pt x="0" y="31"/>
                      <a:pt x="0" y="31"/>
                    </a:cubicBezTo>
                    <a:cubicBezTo>
                      <a:pt x="0" y="31"/>
                      <a:pt x="0" y="58"/>
                      <a:pt x="28" y="58"/>
                    </a:cubicBezTo>
                    <a:cubicBezTo>
                      <a:pt x="302" y="58"/>
                      <a:pt x="302" y="58"/>
                      <a:pt x="302" y="58"/>
                    </a:cubicBezTo>
                    <a:cubicBezTo>
                      <a:pt x="302" y="58"/>
                      <a:pt x="330" y="58"/>
                      <a:pt x="330" y="31"/>
                    </a:cubicBezTo>
                    <a:cubicBezTo>
                      <a:pt x="330" y="26"/>
                      <a:pt x="330" y="26"/>
                      <a:pt x="330" y="26"/>
                    </a:cubicBezTo>
                    <a:cubicBezTo>
                      <a:pt x="330" y="26"/>
                      <a:pt x="330" y="0"/>
                      <a:pt x="302" y="0"/>
                    </a:cubicBezTo>
                    <a:cubicBezTo>
                      <a:pt x="175" y="0"/>
                      <a:pt x="175" y="0"/>
                      <a:pt x="175" y="0"/>
                    </a:cubicBezTo>
                    <a:lnTo>
                      <a:pt x="28" y="0"/>
                    </a:lnTo>
                    <a:close/>
                  </a:path>
                </a:pathLst>
              </a:custGeom>
              <a:solidFill>
                <a:srgbClr val="FFFFFF">
                  <a:lumMod val="85000"/>
                </a:srgbClr>
              </a:solidFill>
              <a:ln>
                <a:noFill/>
              </a:ln>
            </p:spPr>
            <p:txBody>
              <a:bodyPr vert="horz" wrap="square" lIns="91427" tIns="45713" rIns="91427" bIns="45713" numCol="1" anchor="t" anchorCtr="0" compatLnSpc="1">
                <a:prstTxWarp prst="textNoShape">
                  <a:avLst/>
                </a:prstTxWarp>
              </a:bodyPr>
              <a:lstStyle/>
              <a:p>
                <a:pPr defTabSz="914225">
                  <a:defRPr/>
                </a:pPr>
                <a:endParaRPr lang="en-US" sz="1600" kern="0">
                  <a:solidFill>
                    <a:srgbClr val="000000"/>
                  </a:solidFill>
                </a:endParaRPr>
              </a:p>
            </p:txBody>
          </p:sp>
          <p:sp>
            <p:nvSpPr>
              <p:cNvPr id="50" name="Freeform 8"/>
              <p:cNvSpPr>
                <a:spLocks/>
              </p:cNvSpPr>
              <p:nvPr/>
            </p:nvSpPr>
            <p:spPr bwMode="auto">
              <a:xfrm>
                <a:off x="13214598" y="3446139"/>
                <a:ext cx="817070" cy="143638"/>
              </a:xfrm>
              <a:custGeom>
                <a:avLst/>
                <a:gdLst>
                  <a:gd name="T0" fmla="*/ 28 w 330"/>
                  <a:gd name="T1" fmla="*/ 0 h 58"/>
                  <a:gd name="T2" fmla="*/ 0 w 330"/>
                  <a:gd name="T3" fmla="*/ 27 h 58"/>
                  <a:gd name="T4" fmla="*/ 0 w 330"/>
                  <a:gd name="T5" fmla="*/ 32 h 58"/>
                  <a:gd name="T6" fmla="*/ 28 w 330"/>
                  <a:gd name="T7" fmla="*/ 58 h 58"/>
                  <a:gd name="T8" fmla="*/ 302 w 330"/>
                  <a:gd name="T9" fmla="*/ 58 h 58"/>
                  <a:gd name="T10" fmla="*/ 330 w 330"/>
                  <a:gd name="T11" fmla="*/ 32 h 58"/>
                  <a:gd name="T12" fmla="*/ 330 w 330"/>
                  <a:gd name="T13" fmla="*/ 27 h 58"/>
                  <a:gd name="T14" fmla="*/ 302 w 330"/>
                  <a:gd name="T15" fmla="*/ 0 h 58"/>
                  <a:gd name="T16" fmla="*/ 175 w 330"/>
                  <a:gd name="T17" fmla="*/ 0 h 58"/>
                  <a:gd name="T18" fmla="*/ 28 w 330"/>
                  <a:gd name="T19" fmla="*/ 0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30" h="58">
                    <a:moveTo>
                      <a:pt x="28" y="0"/>
                    </a:moveTo>
                    <a:cubicBezTo>
                      <a:pt x="28" y="0"/>
                      <a:pt x="0" y="0"/>
                      <a:pt x="0" y="27"/>
                    </a:cubicBezTo>
                    <a:cubicBezTo>
                      <a:pt x="0" y="32"/>
                      <a:pt x="0" y="32"/>
                      <a:pt x="0" y="32"/>
                    </a:cubicBezTo>
                    <a:cubicBezTo>
                      <a:pt x="0" y="32"/>
                      <a:pt x="0" y="58"/>
                      <a:pt x="28" y="58"/>
                    </a:cubicBezTo>
                    <a:cubicBezTo>
                      <a:pt x="302" y="58"/>
                      <a:pt x="302" y="58"/>
                      <a:pt x="302" y="58"/>
                    </a:cubicBezTo>
                    <a:cubicBezTo>
                      <a:pt x="302" y="58"/>
                      <a:pt x="330" y="58"/>
                      <a:pt x="330" y="32"/>
                    </a:cubicBezTo>
                    <a:cubicBezTo>
                      <a:pt x="330" y="27"/>
                      <a:pt x="330" y="27"/>
                      <a:pt x="330" y="27"/>
                    </a:cubicBezTo>
                    <a:cubicBezTo>
                      <a:pt x="330" y="27"/>
                      <a:pt x="330" y="0"/>
                      <a:pt x="302" y="0"/>
                    </a:cubicBezTo>
                    <a:cubicBezTo>
                      <a:pt x="175" y="0"/>
                      <a:pt x="175" y="0"/>
                      <a:pt x="175" y="0"/>
                    </a:cubicBezTo>
                    <a:lnTo>
                      <a:pt x="28" y="0"/>
                    </a:lnTo>
                    <a:close/>
                  </a:path>
                </a:pathLst>
              </a:custGeom>
              <a:solidFill>
                <a:srgbClr val="FFFFFF">
                  <a:lumMod val="85000"/>
                </a:srgbClr>
              </a:solidFill>
              <a:ln>
                <a:noFill/>
              </a:ln>
            </p:spPr>
            <p:txBody>
              <a:bodyPr vert="horz" wrap="square" lIns="91427" tIns="45713" rIns="91427" bIns="45713" numCol="1" anchor="t" anchorCtr="0" compatLnSpc="1">
                <a:prstTxWarp prst="textNoShape">
                  <a:avLst/>
                </a:prstTxWarp>
              </a:bodyPr>
              <a:lstStyle/>
              <a:p>
                <a:pPr defTabSz="914225">
                  <a:defRPr/>
                </a:pPr>
                <a:endParaRPr lang="en-US" sz="1600" kern="0">
                  <a:solidFill>
                    <a:srgbClr val="000000"/>
                  </a:solidFill>
                </a:endParaRPr>
              </a:p>
            </p:txBody>
          </p:sp>
          <p:sp>
            <p:nvSpPr>
              <p:cNvPr id="51" name="Freeform 9"/>
              <p:cNvSpPr>
                <a:spLocks/>
              </p:cNvSpPr>
              <p:nvPr/>
            </p:nvSpPr>
            <p:spPr bwMode="auto">
              <a:xfrm>
                <a:off x="13214598" y="3700107"/>
                <a:ext cx="817070" cy="143638"/>
              </a:xfrm>
              <a:custGeom>
                <a:avLst/>
                <a:gdLst>
                  <a:gd name="T0" fmla="*/ 28 w 330"/>
                  <a:gd name="T1" fmla="*/ 0 h 58"/>
                  <a:gd name="T2" fmla="*/ 0 w 330"/>
                  <a:gd name="T3" fmla="*/ 26 h 58"/>
                  <a:gd name="T4" fmla="*/ 0 w 330"/>
                  <a:gd name="T5" fmla="*/ 32 h 58"/>
                  <a:gd name="T6" fmla="*/ 28 w 330"/>
                  <a:gd name="T7" fmla="*/ 58 h 58"/>
                  <a:gd name="T8" fmla="*/ 302 w 330"/>
                  <a:gd name="T9" fmla="*/ 58 h 58"/>
                  <a:gd name="T10" fmla="*/ 330 w 330"/>
                  <a:gd name="T11" fmla="*/ 32 h 58"/>
                  <a:gd name="T12" fmla="*/ 330 w 330"/>
                  <a:gd name="T13" fmla="*/ 26 h 58"/>
                  <a:gd name="T14" fmla="*/ 302 w 330"/>
                  <a:gd name="T15" fmla="*/ 0 h 58"/>
                  <a:gd name="T16" fmla="*/ 175 w 330"/>
                  <a:gd name="T17" fmla="*/ 0 h 58"/>
                  <a:gd name="T18" fmla="*/ 28 w 330"/>
                  <a:gd name="T19" fmla="*/ 0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30" h="58">
                    <a:moveTo>
                      <a:pt x="28" y="0"/>
                    </a:moveTo>
                    <a:cubicBezTo>
                      <a:pt x="28" y="0"/>
                      <a:pt x="0" y="0"/>
                      <a:pt x="0" y="26"/>
                    </a:cubicBezTo>
                    <a:cubicBezTo>
                      <a:pt x="0" y="32"/>
                      <a:pt x="0" y="32"/>
                      <a:pt x="0" y="32"/>
                    </a:cubicBezTo>
                    <a:cubicBezTo>
                      <a:pt x="0" y="32"/>
                      <a:pt x="0" y="58"/>
                      <a:pt x="28" y="58"/>
                    </a:cubicBezTo>
                    <a:cubicBezTo>
                      <a:pt x="302" y="58"/>
                      <a:pt x="302" y="58"/>
                      <a:pt x="302" y="58"/>
                    </a:cubicBezTo>
                    <a:cubicBezTo>
                      <a:pt x="302" y="58"/>
                      <a:pt x="330" y="58"/>
                      <a:pt x="330" y="32"/>
                    </a:cubicBezTo>
                    <a:cubicBezTo>
                      <a:pt x="330" y="26"/>
                      <a:pt x="330" y="26"/>
                      <a:pt x="330" y="26"/>
                    </a:cubicBezTo>
                    <a:cubicBezTo>
                      <a:pt x="330" y="26"/>
                      <a:pt x="330" y="0"/>
                      <a:pt x="302" y="0"/>
                    </a:cubicBezTo>
                    <a:cubicBezTo>
                      <a:pt x="175" y="0"/>
                      <a:pt x="175" y="0"/>
                      <a:pt x="175" y="0"/>
                    </a:cubicBezTo>
                    <a:lnTo>
                      <a:pt x="28" y="0"/>
                    </a:lnTo>
                    <a:close/>
                  </a:path>
                </a:pathLst>
              </a:custGeom>
              <a:solidFill>
                <a:srgbClr val="FFFFFF">
                  <a:lumMod val="85000"/>
                </a:srgbClr>
              </a:solidFill>
              <a:ln>
                <a:noFill/>
              </a:ln>
            </p:spPr>
            <p:txBody>
              <a:bodyPr vert="horz" wrap="square" lIns="91427" tIns="45713" rIns="91427" bIns="45713" numCol="1" anchor="t" anchorCtr="0" compatLnSpc="1">
                <a:prstTxWarp prst="textNoShape">
                  <a:avLst/>
                </a:prstTxWarp>
              </a:bodyPr>
              <a:lstStyle/>
              <a:p>
                <a:pPr defTabSz="914225">
                  <a:defRPr/>
                </a:pPr>
                <a:endParaRPr lang="en-US" sz="1600" kern="0">
                  <a:solidFill>
                    <a:srgbClr val="000000"/>
                  </a:solidFill>
                </a:endParaRPr>
              </a:p>
            </p:txBody>
          </p:sp>
          <p:sp>
            <p:nvSpPr>
              <p:cNvPr id="52" name="Oval 14"/>
              <p:cNvSpPr>
                <a:spLocks noChangeArrowheads="1"/>
              </p:cNvSpPr>
              <p:nvPr/>
            </p:nvSpPr>
            <p:spPr bwMode="auto">
              <a:xfrm>
                <a:off x="13875539" y="2970470"/>
                <a:ext cx="79105" cy="79105"/>
              </a:xfrm>
              <a:prstGeom prst="ellipse">
                <a:avLst/>
              </a:prstGeom>
              <a:solidFill>
                <a:srgbClr val="008272"/>
              </a:solidFill>
              <a:ln>
                <a:noFill/>
              </a:ln>
            </p:spPr>
            <p:txBody>
              <a:bodyPr vert="horz" wrap="square" lIns="91427" tIns="45713" rIns="91427" bIns="45713" numCol="1" anchor="t" anchorCtr="0" compatLnSpc="1">
                <a:prstTxWarp prst="textNoShape">
                  <a:avLst/>
                </a:prstTxWarp>
              </a:bodyPr>
              <a:lstStyle/>
              <a:p>
                <a:pPr defTabSz="914225">
                  <a:defRPr/>
                </a:pPr>
                <a:endParaRPr lang="en-US" sz="1600" kern="0">
                  <a:solidFill>
                    <a:srgbClr val="000000"/>
                  </a:solidFill>
                </a:endParaRPr>
              </a:p>
            </p:txBody>
          </p:sp>
          <p:sp>
            <p:nvSpPr>
              <p:cNvPr id="53" name="Oval 15"/>
              <p:cNvSpPr>
                <a:spLocks noChangeArrowheads="1"/>
              </p:cNvSpPr>
              <p:nvPr/>
            </p:nvSpPr>
            <p:spPr bwMode="auto">
              <a:xfrm>
                <a:off x="13875539" y="3224438"/>
                <a:ext cx="79105" cy="79105"/>
              </a:xfrm>
              <a:prstGeom prst="ellipse">
                <a:avLst/>
              </a:prstGeom>
              <a:solidFill>
                <a:srgbClr val="008272"/>
              </a:solidFill>
              <a:ln>
                <a:noFill/>
              </a:ln>
            </p:spPr>
            <p:txBody>
              <a:bodyPr vert="horz" wrap="square" lIns="91427" tIns="45713" rIns="91427" bIns="45713" numCol="1" anchor="t" anchorCtr="0" compatLnSpc="1">
                <a:prstTxWarp prst="textNoShape">
                  <a:avLst/>
                </a:prstTxWarp>
              </a:bodyPr>
              <a:lstStyle/>
              <a:p>
                <a:pPr defTabSz="914225">
                  <a:defRPr/>
                </a:pPr>
                <a:endParaRPr lang="en-US" sz="1600" kern="0">
                  <a:solidFill>
                    <a:srgbClr val="000000"/>
                  </a:solidFill>
                </a:endParaRPr>
              </a:p>
            </p:txBody>
          </p:sp>
          <p:sp>
            <p:nvSpPr>
              <p:cNvPr id="54" name="Oval 16"/>
              <p:cNvSpPr>
                <a:spLocks noChangeArrowheads="1"/>
              </p:cNvSpPr>
              <p:nvPr/>
            </p:nvSpPr>
            <p:spPr bwMode="auto">
              <a:xfrm>
                <a:off x="13875539" y="3478406"/>
                <a:ext cx="79105" cy="79105"/>
              </a:xfrm>
              <a:prstGeom prst="ellipse">
                <a:avLst/>
              </a:prstGeom>
              <a:solidFill>
                <a:srgbClr val="008272"/>
              </a:solidFill>
              <a:ln>
                <a:noFill/>
              </a:ln>
            </p:spPr>
            <p:txBody>
              <a:bodyPr vert="horz" wrap="square" lIns="91427" tIns="45713" rIns="91427" bIns="45713" numCol="1" anchor="t" anchorCtr="0" compatLnSpc="1">
                <a:prstTxWarp prst="textNoShape">
                  <a:avLst/>
                </a:prstTxWarp>
              </a:bodyPr>
              <a:lstStyle/>
              <a:p>
                <a:pPr defTabSz="914225">
                  <a:defRPr/>
                </a:pPr>
                <a:endParaRPr lang="en-US" sz="1600" kern="0">
                  <a:solidFill>
                    <a:srgbClr val="000000"/>
                  </a:solidFill>
                </a:endParaRPr>
              </a:p>
            </p:txBody>
          </p:sp>
          <p:sp>
            <p:nvSpPr>
              <p:cNvPr id="55" name="Oval 17"/>
              <p:cNvSpPr>
                <a:spLocks noChangeArrowheads="1"/>
              </p:cNvSpPr>
              <p:nvPr/>
            </p:nvSpPr>
            <p:spPr bwMode="auto">
              <a:xfrm>
                <a:off x="13875539" y="3732374"/>
                <a:ext cx="79105" cy="79105"/>
              </a:xfrm>
              <a:prstGeom prst="ellipse">
                <a:avLst/>
              </a:prstGeom>
              <a:solidFill>
                <a:srgbClr val="008272"/>
              </a:solidFill>
              <a:ln>
                <a:noFill/>
              </a:ln>
            </p:spPr>
            <p:txBody>
              <a:bodyPr vert="horz" wrap="square" lIns="91427" tIns="45713" rIns="91427" bIns="45713" numCol="1" anchor="t" anchorCtr="0" compatLnSpc="1">
                <a:prstTxWarp prst="textNoShape">
                  <a:avLst/>
                </a:prstTxWarp>
              </a:bodyPr>
              <a:lstStyle/>
              <a:p>
                <a:pPr defTabSz="914225">
                  <a:defRPr/>
                </a:pPr>
                <a:endParaRPr lang="en-US" sz="1600" kern="0">
                  <a:solidFill>
                    <a:srgbClr val="000000"/>
                  </a:solidFill>
                </a:endParaRPr>
              </a:p>
            </p:txBody>
          </p:sp>
        </p:grpSp>
        <p:sp>
          <p:nvSpPr>
            <p:cNvPr id="43" name="TextBox 42"/>
            <p:cNvSpPr txBox="1"/>
            <p:nvPr/>
          </p:nvSpPr>
          <p:spPr>
            <a:xfrm>
              <a:off x="3317439" y="5046202"/>
              <a:ext cx="684527" cy="332446"/>
            </a:xfrm>
            <a:prstGeom prst="rect">
              <a:avLst/>
            </a:prstGeom>
            <a:noFill/>
          </p:spPr>
          <p:txBody>
            <a:bodyPr wrap="square" lIns="0" tIns="0" rIns="0" bIns="0" rtlCol="0">
              <a:spAutoFit/>
            </a:bodyPr>
            <a:lstStyle/>
            <a:p>
              <a:pPr algn="ctr" defTabSz="914225">
                <a:lnSpc>
                  <a:spcPct val="90000"/>
                </a:lnSpc>
                <a:defRPr/>
              </a:pPr>
              <a:r>
                <a:rPr lang="en-US" sz="1200" kern="0" dirty="0">
                  <a:solidFill>
                    <a:srgbClr val="FFFFFF"/>
                  </a:solidFill>
                </a:rPr>
                <a:t>Windows Server</a:t>
              </a:r>
            </a:p>
          </p:txBody>
        </p:sp>
        <p:grpSp>
          <p:nvGrpSpPr>
            <p:cNvPr id="44" name="Group 43"/>
            <p:cNvGrpSpPr/>
            <p:nvPr/>
          </p:nvGrpSpPr>
          <p:grpSpPr>
            <a:xfrm>
              <a:off x="3250818" y="3693687"/>
              <a:ext cx="850046" cy="430383"/>
              <a:chOff x="3510283" y="4155823"/>
              <a:chExt cx="984977" cy="498699"/>
            </a:xfrm>
          </p:grpSpPr>
          <p:sp>
            <p:nvSpPr>
              <p:cNvPr id="45" name="Rectangle 44"/>
              <p:cNvSpPr/>
              <p:nvPr/>
            </p:nvSpPr>
            <p:spPr bwMode="auto">
              <a:xfrm>
                <a:off x="3510283" y="4155823"/>
                <a:ext cx="946319" cy="498699"/>
              </a:xfrm>
              <a:prstGeom prst="rect">
                <a:avLst/>
              </a:prstGeom>
              <a:solidFill>
                <a:srgbClr val="00188F"/>
              </a:solidFill>
              <a:ln w="9525" cap="flat" cmpd="sng" algn="ctr">
                <a:noFill/>
                <a:prstDash val="solid"/>
                <a:headEnd type="none" w="med" len="med"/>
                <a:tailEnd type="none" w="med" len="med"/>
              </a:ln>
              <a:effectLst/>
            </p:spPr>
            <p:txBody>
              <a:bodyPr rot="0" spcFirstLastPara="0" vertOverflow="overflow" horzOverflow="overflow" vert="horz" wrap="square" lIns="182854" tIns="146284" rIns="182854" bIns="146284" numCol="1" spcCol="0" rtlCol="0" fromWordArt="0" anchor="t" anchorCtr="0" forceAA="0" compatLnSpc="1">
                <a:prstTxWarp prst="textNoShape">
                  <a:avLst/>
                </a:prstTxWarp>
                <a:noAutofit/>
              </a:bodyPr>
              <a:lstStyle/>
              <a:p>
                <a:pPr algn="ctr" defTabSz="932293" fontAlgn="base">
                  <a:lnSpc>
                    <a:spcPct val="90000"/>
                  </a:lnSpc>
                  <a:spcBef>
                    <a:spcPct val="0"/>
                  </a:spcBef>
                  <a:spcAft>
                    <a:spcPct val="0"/>
                  </a:spcAft>
                  <a:defRPr/>
                </a:pPr>
                <a:endParaRPr lang="en-US" sz="2000" kern="0" dirty="0" err="1">
                  <a:gradFill>
                    <a:gsLst>
                      <a:gs pos="0">
                        <a:srgbClr val="FFFFFF"/>
                      </a:gs>
                      <a:gs pos="100000">
                        <a:srgbClr val="FFFFFF"/>
                      </a:gs>
                    </a:gsLst>
                    <a:lin ang="5400000" scaled="0"/>
                  </a:gradFill>
                  <a:ea typeface="Segoe UI" pitchFamily="34" charset="0"/>
                  <a:cs typeface="Segoe UI" pitchFamily="34" charset="0"/>
                </a:endParaRPr>
              </a:p>
            </p:txBody>
          </p:sp>
          <p:pic>
            <p:nvPicPr>
              <p:cNvPr id="46" name="Picture 4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515001" y="4230904"/>
                <a:ext cx="980259" cy="390279"/>
              </a:xfrm>
              <a:prstGeom prst="rect">
                <a:avLst/>
              </a:prstGeom>
            </p:spPr>
          </p:pic>
        </p:grpSp>
      </p:grpSp>
      <p:grpSp>
        <p:nvGrpSpPr>
          <p:cNvPr id="56" name="Group 55"/>
          <p:cNvGrpSpPr/>
          <p:nvPr/>
        </p:nvGrpSpPr>
        <p:grpSpPr>
          <a:xfrm>
            <a:off x="7246420" y="1552396"/>
            <a:ext cx="3878484" cy="1520096"/>
            <a:chOff x="616226" y="1630760"/>
            <a:chExt cx="4596553" cy="1801531"/>
          </a:xfrm>
        </p:grpSpPr>
        <p:sp>
          <p:nvSpPr>
            <p:cNvPr id="57" name="Freeform 95"/>
            <p:cNvSpPr>
              <a:spLocks/>
            </p:cNvSpPr>
            <p:nvPr/>
          </p:nvSpPr>
          <p:spPr bwMode="auto">
            <a:xfrm flipH="1">
              <a:off x="616226" y="2000989"/>
              <a:ext cx="2137749" cy="1388301"/>
            </a:xfrm>
            <a:custGeom>
              <a:avLst/>
              <a:gdLst>
                <a:gd name="T0" fmla="*/ 618 w 736"/>
                <a:gd name="T1" fmla="*/ 213 h 484"/>
                <a:gd name="T2" fmla="*/ 618 w 736"/>
                <a:gd name="T3" fmla="*/ 203 h 484"/>
                <a:gd name="T4" fmla="*/ 415 w 736"/>
                <a:gd name="T5" fmla="*/ 0 h 484"/>
                <a:gd name="T6" fmla="*/ 246 w 736"/>
                <a:gd name="T7" fmla="*/ 91 h 484"/>
                <a:gd name="T8" fmla="*/ 191 w 736"/>
                <a:gd name="T9" fmla="*/ 76 h 484"/>
                <a:gd name="T10" fmla="*/ 125 w 736"/>
                <a:gd name="T11" fmla="*/ 96 h 484"/>
                <a:gd name="T12" fmla="*/ 73 w 736"/>
                <a:gd name="T13" fmla="*/ 191 h 484"/>
                <a:gd name="T14" fmla="*/ 0 w 736"/>
                <a:gd name="T15" fmla="*/ 325 h 484"/>
                <a:gd name="T16" fmla="*/ 142 w 736"/>
                <a:gd name="T17" fmla="*/ 484 h 484"/>
                <a:gd name="T18" fmla="*/ 160 w 736"/>
                <a:gd name="T19" fmla="*/ 484 h 484"/>
                <a:gd name="T20" fmla="*/ 176 w 736"/>
                <a:gd name="T21" fmla="*/ 484 h 484"/>
                <a:gd name="T22" fmla="*/ 507 w 736"/>
                <a:gd name="T23" fmla="*/ 484 h 484"/>
                <a:gd name="T24" fmla="*/ 514 w 736"/>
                <a:gd name="T25" fmla="*/ 484 h 484"/>
                <a:gd name="T26" fmla="*/ 522 w 736"/>
                <a:gd name="T27" fmla="*/ 484 h 484"/>
                <a:gd name="T28" fmla="*/ 546 w 736"/>
                <a:gd name="T29" fmla="*/ 484 h 484"/>
                <a:gd name="T30" fmla="*/ 599 w 736"/>
                <a:gd name="T31" fmla="*/ 484 h 484"/>
                <a:gd name="T32" fmla="*/ 736 w 736"/>
                <a:gd name="T33" fmla="*/ 348 h 484"/>
                <a:gd name="T34" fmla="*/ 618 w 736"/>
                <a:gd name="T35" fmla="*/ 213 h 4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736" h="484">
                  <a:moveTo>
                    <a:pt x="618" y="213"/>
                  </a:moveTo>
                  <a:cubicBezTo>
                    <a:pt x="618" y="210"/>
                    <a:pt x="618" y="206"/>
                    <a:pt x="618" y="203"/>
                  </a:cubicBezTo>
                  <a:cubicBezTo>
                    <a:pt x="618" y="91"/>
                    <a:pt x="527" y="0"/>
                    <a:pt x="415" y="0"/>
                  </a:cubicBezTo>
                  <a:cubicBezTo>
                    <a:pt x="345" y="0"/>
                    <a:pt x="283" y="37"/>
                    <a:pt x="246" y="91"/>
                  </a:cubicBezTo>
                  <a:cubicBezTo>
                    <a:pt x="230" y="82"/>
                    <a:pt x="211" y="76"/>
                    <a:pt x="191" y="76"/>
                  </a:cubicBezTo>
                  <a:cubicBezTo>
                    <a:pt x="167" y="76"/>
                    <a:pt x="144" y="83"/>
                    <a:pt x="125" y="96"/>
                  </a:cubicBezTo>
                  <a:cubicBezTo>
                    <a:pt x="94" y="116"/>
                    <a:pt x="74" y="151"/>
                    <a:pt x="73" y="191"/>
                  </a:cubicBezTo>
                  <a:cubicBezTo>
                    <a:pt x="30" y="219"/>
                    <a:pt x="0" y="269"/>
                    <a:pt x="0" y="325"/>
                  </a:cubicBezTo>
                  <a:cubicBezTo>
                    <a:pt x="0" y="407"/>
                    <a:pt x="62" y="475"/>
                    <a:pt x="142" y="484"/>
                  </a:cubicBezTo>
                  <a:cubicBezTo>
                    <a:pt x="148" y="484"/>
                    <a:pt x="154" y="484"/>
                    <a:pt x="160" y="484"/>
                  </a:cubicBezTo>
                  <a:cubicBezTo>
                    <a:pt x="165" y="484"/>
                    <a:pt x="171" y="484"/>
                    <a:pt x="176" y="484"/>
                  </a:cubicBezTo>
                  <a:cubicBezTo>
                    <a:pt x="250" y="484"/>
                    <a:pt x="425" y="484"/>
                    <a:pt x="507" y="484"/>
                  </a:cubicBezTo>
                  <a:cubicBezTo>
                    <a:pt x="510" y="484"/>
                    <a:pt x="512" y="484"/>
                    <a:pt x="514" y="484"/>
                  </a:cubicBezTo>
                  <a:cubicBezTo>
                    <a:pt x="522" y="484"/>
                    <a:pt x="522" y="484"/>
                    <a:pt x="522" y="484"/>
                  </a:cubicBezTo>
                  <a:cubicBezTo>
                    <a:pt x="526" y="484"/>
                    <a:pt x="538" y="484"/>
                    <a:pt x="546" y="484"/>
                  </a:cubicBezTo>
                  <a:cubicBezTo>
                    <a:pt x="599" y="484"/>
                    <a:pt x="599" y="484"/>
                    <a:pt x="599" y="484"/>
                  </a:cubicBezTo>
                  <a:cubicBezTo>
                    <a:pt x="675" y="483"/>
                    <a:pt x="736" y="422"/>
                    <a:pt x="736" y="348"/>
                  </a:cubicBezTo>
                  <a:cubicBezTo>
                    <a:pt x="736" y="279"/>
                    <a:pt x="684" y="222"/>
                    <a:pt x="618" y="213"/>
                  </a:cubicBezTo>
                  <a:close/>
                </a:path>
              </a:pathLst>
            </a:custGeom>
            <a:solidFill>
              <a:srgbClr val="FFFFFF">
                <a:lumMod val="85000"/>
              </a:srgbClr>
            </a:solidFill>
            <a:ln>
              <a:noFill/>
            </a:ln>
            <a:extLst/>
          </p:spPr>
          <p:txBody>
            <a:bodyPr vert="horz" wrap="square" lIns="91427" tIns="45713" rIns="91427" bIns="45713" numCol="1" anchor="t" anchorCtr="0" compatLnSpc="1">
              <a:prstTxWarp prst="textNoShape">
                <a:avLst/>
              </a:prstTxWarp>
            </a:bodyPr>
            <a:lstStyle/>
            <a:p>
              <a:pPr defTabSz="914225">
                <a:defRPr/>
              </a:pPr>
              <a:endParaRPr lang="en-US" kern="0">
                <a:solidFill>
                  <a:srgbClr val="000000"/>
                </a:solidFill>
              </a:endParaRPr>
            </a:p>
          </p:txBody>
        </p:sp>
        <p:sp>
          <p:nvSpPr>
            <p:cNvPr id="58" name="Freeform 95"/>
            <p:cNvSpPr>
              <a:spLocks/>
            </p:cNvSpPr>
            <p:nvPr/>
          </p:nvSpPr>
          <p:spPr bwMode="auto">
            <a:xfrm flipH="1">
              <a:off x="3075030" y="1792342"/>
              <a:ext cx="2137749" cy="1388301"/>
            </a:xfrm>
            <a:custGeom>
              <a:avLst/>
              <a:gdLst>
                <a:gd name="T0" fmla="*/ 618 w 736"/>
                <a:gd name="T1" fmla="*/ 213 h 484"/>
                <a:gd name="T2" fmla="*/ 618 w 736"/>
                <a:gd name="T3" fmla="*/ 203 h 484"/>
                <a:gd name="T4" fmla="*/ 415 w 736"/>
                <a:gd name="T5" fmla="*/ 0 h 484"/>
                <a:gd name="T6" fmla="*/ 246 w 736"/>
                <a:gd name="T7" fmla="*/ 91 h 484"/>
                <a:gd name="T8" fmla="*/ 191 w 736"/>
                <a:gd name="T9" fmla="*/ 76 h 484"/>
                <a:gd name="T10" fmla="*/ 125 w 736"/>
                <a:gd name="T11" fmla="*/ 96 h 484"/>
                <a:gd name="T12" fmla="*/ 73 w 736"/>
                <a:gd name="T13" fmla="*/ 191 h 484"/>
                <a:gd name="T14" fmla="*/ 0 w 736"/>
                <a:gd name="T15" fmla="*/ 325 h 484"/>
                <a:gd name="T16" fmla="*/ 142 w 736"/>
                <a:gd name="T17" fmla="*/ 484 h 484"/>
                <a:gd name="T18" fmla="*/ 160 w 736"/>
                <a:gd name="T19" fmla="*/ 484 h 484"/>
                <a:gd name="T20" fmla="*/ 176 w 736"/>
                <a:gd name="T21" fmla="*/ 484 h 484"/>
                <a:gd name="T22" fmla="*/ 507 w 736"/>
                <a:gd name="T23" fmla="*/ 484 h 484"/>
                <a:gd name="T24" fmla="*/ 514 w 736"/>
                <a:gd name="T25" fmla="*/ 484 h 484"/>
                <a:gd name="T26" fmla="*/ 522 w 736"/>
                <a:gd name="T27" fmla="*/ 484 h 484"/>
                <a:gd name="T28" fmla="*/ 546 w 736"/>
                <a:gd name="T29" fmla="*/ 484 h 484"/>
                <a:gd name="T30" fmla="*/ 599 w 736"/>
                <a:gd name="T31" fmla="*/ 484 h 484"/>
                <a:gd name="T32" fmla="*/ 736 w 736"/>
                <a:gd name="T33" fmla="*/ 348 h 484"/>
                <a:gd name="T34" fmla="*/ 618 w 736"/>
                <a:gd name="T35" fmla="*/ 213 h 4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736" h="484">
                  <a:moveTo>
                    <a:pt x="618" y="213"/>
                  </a:moveTo>
                  <a:cubicBezTo>
                    <a:pt x="618" y="210"/>
                    <a:pt x="618" y="206"/>
                    <a:pt x="618" y="203"/>
                  </a:cubicBezTo>
                  <a:cubicBezTo>
                    <a:pt x="618" y="91"/>
                    <a:pt x="527" y="0"/>
                    <a:pt x="415" y="0"/>
                  </a:cubicBezTo>
                  <a:cubicBezTo>
                    <a:pt x="345" y="0"/>
                    <a:pt x="283" y="37"/>
                    <a:pt x="246" y="91"/>
                  </a:cubicBezTo>
                  <a:cubicBezTo>
                    <a:pt x="230" y="82"/>
                    <a:pt x="211" y="76"/>
                    <a:pt x="191" y="76"/>
                  </a:cubicBezTo>
                  <a:cubicBezTo>
                    <a:pt x="167" y="76"/>
                    <a:pt x="144" y="83"/>
                    <a:pt x="125" y="96"/>
                  </a:cubicBezTo>
                  <a:cubicBezTo>
                    <a:pt x="94" y="116"/>
                    <a:pt x="74" y="151"/>
                    <a:pt x="73" y="191"/>
                  </a:cubicBezTo>
                  <a:cubicBezTo>
                    <a:pt x="30" y="219"/>
                    <a:pt x="0" y="269"/>
                    <a:pt x="0" y="325"/>
                  </a:cubicBezTo>
                  <a:cubicBezTo>
                    <a:pt x="0" y="407"/>
                    <a:pt x="62" y="475"/>
                    <a:pt x="142" y="484"/>
                  </a:cubicBezTo>
                  <a:cubicBezTo>
                    <a:pt x="148" y="484"/>
                    <a:pt x="154" y="484"/>
                    <a:pt x="160" y="484"/>
                  </a:cubicBezTo>
                  <a:cubicBezTo>
                    <a:pt x="165" y="484"/>
                    <a:pt x="171" y="484"/>
                    <a:pt x="176" y="484"/>
                  </a:cubicBezTo>
                  <a:cubicBezTo>
                    <a:pt x="250" y="484"/>
                    <a:pt x="425" y="484"/>
                    <a:pt x="507" y="484"/>
                  </a:cubicBezTo>
                  <a:cubicBezTo>
                    <a:pt x="510" y="484"/>
                    <a:pt x="512" y="484"/>
                    <a:pt x="514" y="484"/>
                  </a:cubicBezTo>
                  <a:cubicBezTo>
                    <a:pt x="522" y="484"/>
                    <a:pt x="522" y="484"/>
                    <a:pt x="522" y="484"/>
                  </a:cubicBezTo>
                  <a:cubicBezTo>
                    <a:pt x="526" y="484"/>
                    <a:pt x="538" y="484"/>
                    <a:pt x="546" y="484"/>
                  </a:cubicBezTo>
                  <a:cubicBezTo>
                    <a:pt x="599" y="484"/>
                    <a:pt x="599" y="484"/>
                    <a:pt x="599" y="484"/>
                  </a:cubicBezTo>
                  <a:cubicBezTo>
                    <a:pt x="675" y="483"/>
                    <a:pt x="736" y="422"/>
                    <a:pt x="736" y="348"/>
                  </a:cubicBezTo>
                  <a:cubicBezTo>
                    <a:pt x="736" y="279"/>
                    <a:pt x="684" y="222"/>
                    <a:pt x="618" y="213"/>
                  </a:cubicBezTo>
                  <a:close/>
                </a:path>
              </a:pathLst>
            </a:custGeom>
            <a:solidFill>
              <a:srgbClr val="68217A"/>
            </a:solidFill>
            <a:ln>
              <a:noFill/>
            </a:ln>
            <a:extLst/>
          </p:spPr>
          <p:txBody>
            <a:bodyPr vert="horz" wrap="square" lIns="91427" tIns="45713" rIns="91427" bIns="45713" numCol="1" anchor="t" anchorCtr="0" compatLnSpc="1">
              <a:prstTxWarp prst="textNoShape">
                <a:avLst/>
              </a:prstTxWarp>
            </a:bodyPr>
            <a:lstStyle/>
            <a:p>
              <a:pPr defTabSz="914225">
                <a:defRPr/>
              </a:pPr>
              <a:endParaRPr lang="en-US" kern="0">
                <a:solidFill>
                  <a:srgbClr val="000000"/>
                </a:solidFill>
              </a:endParaRPr>
            </a:p>
          </p:txBody>
        </p:sp>
        <p:sp>
          <p:nvSpPr>
            <p:cNvPr id="59" name="Freeform 95"/>
            <p:cNvSpPr>
              <a:spLocks/>
            </p:cNvSpPr>
            <p:nvPr/>
          </p:nvSpPr>
          <p:spPr bwMode="auto">
            <a:xfrm flipH="1">
              <a:off x="1281693" y="1630760"/>
              <a:ext cx="2774055" cy="1801531"/>
            </a:xfrm>
            <a:custGeom>
              <a:avLst/>
              <a:gdLst>
                <a:gd name="T0" fmla="*/ 618 w 736"/>
                <a:gd name="T1" fmla="*/ 213 h 484"/>
                <a:gd name="T2" fmla="*/ 618 w 736"/>
                <a:gd name="T3" fmla="*/ 203 h 484"/>
                <a:gd name="T4" fmla="*/ 415 w 736"/>
                <a:gd name="T5" fmla="*/ 0 h 484"/>
                <a:gd name="T6" fmla="*/ 246 w 736"/>
                <a:gd name="T7" fmla="*/ 91 h 484"/>
                <a:gd name="T8" fmla="*/ 191 w 736"/>
                <a:gd name="T9" fmla="*/ 76 h 484"/>
                <a:gd name="T10" fmla="*/ 125 w 736"/>
                <a:gd name="T11" fmla="*/ 96 h 484"/>
                <a:gd name="T12" fmla="*/ 73 w 736"/>
                <a:gd name="T13" fmla="*/ 191 h 484"/>
                <a:gd name="T14" fmla="*/ 0 w 736"/>
                <a:gd name="T15" fmla="*/ 325 h 484"/>
                <a:gd name="T16" fmla="*/ 142 w 736"/>
                <a:gd name="T17" fmla="*/ 484 h 484"/>
                <a:gd name="T18" fmla="*/ 160 w 736"/>
                <a:gd name="T19" fmla="*/ 484 h 484"/>
                <a:gd name="T20" fmla="*/ 176 w 736"/>
                <a:gd name="T21" fmla="*/ 484 h 484"/>
                <a:gd name="T22" fmla="*/ 507 w 736"/>
                <a:gd name="T23" fmla="*/ 484 h 484"/>
                <a:gd name="T24" fmla="*/ 514 w 736"/>
                <a:gd name="T25" fmla="*/ 484 h 484"/>
                <a:gd name="T26" fmla="*/ 522 w 736"/>
                <a:gd name="T27" fmla="*/ 484 h 484"/>
                <a:gd name="T28" fmla="*/ 546 w 736"/>
                <a:gd name="T29" fmla="*/ 484 h 484"/>
                <a:gd name="T30" fmla="*/ 599 w 736"/>
                <a:gd name="T31" fmla="*/ 484 h 484"/>
                <a:gd name="T32" fmla="*/ 736 w 736"/>
                <a:gd name="T33" fmla="*/ 348 h 484"/>
                <a:gd name="T34" fmla="*/ 618 w 736"/>
                <a:gd name="T35" fmla="*/ 213 h 4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736" h="484">
                  <a:moveTo>
                    <a:pt x="618" y="213"/>
                  </a:moveTo>
                  <a:cubicBezTo>
                    <a:pt x="618" y="210"/>
                    <a:pt x="618" y="206"/>
                    <a:pt x="618" y="203"/>
                  </a:cubicBezTo>
                  <a:cubicBezTo>
                    <a:pt x="618" y="91"/>
                    <a:pt x="527" y="0"/>
                    <a:pt x="415" y="0"/>
                  </a:cubicBezTo>
                  <a:cubicBezTo>
                    <a:pt x="345" y="0"/>
                    <a:pt x="283" y="37"/>
                    <a:pt x="246" y="91"/>
                  </a:cubicBezTo>
                  <a:cubicBezTo>
                    <a:pt x="230" y="82"/>
                    <a:pt x="211" y="76"/>
                    <a:pt x="191" y="76"/>
                  </a:cubicBezTo>
                  <a:cubicBezTo>
                    <a:pt x="167" y="76"/>
                    <a:pt x="144" y="83"/>
                    <a:pt x="125" y="96"/>
                  </a:cubicBezTo>
                  <a:cubicBezTo>
                    <a:pt x="94" y="116"/>
                    <a:pt x="74" y="151"/>
                    <a:pt x="73" y="191"/>
                  </a:cubicBezTo>
                  <a:cubicBezTo>
                    <a:pt x="30" y="219"/>
                    <a:pt x="0" y="269"/>
                    <a:pt x="0" y="325"/>
                  </a:cubicBezTo>
                  <a:cubicBezTo>
                    <a:pt x="0" y="407"/>
                    <a:pt x="62" y="475"/>
                    <a:pt x="142" y="484"/>
                  </a:cubicBezTo>
                  <a:cubicBezTo>
                    <a:pt x="148" y="484"/>
                    <a:pt x="154" y="484"/>
                    <a:pt x="160" y="484"/>
                  </a:cubicBezTo>
                  <a:cubicBezTo>
                    <a:pt x="165" y="484"/>
                    <a:pt x="171" y="484"/>
                    <a:pt x="176" y="484"/>
                  </a:cubicBezTo>
                  <a:cubicBezTo>
                    <a:pt x="250" y="484"/>
                    <a:pt x="425" y="484"/>
                    <a:pt x="507" y="484"/>
                  </a:cubicBezTo>
                  <a:cubicBezTo>
                    <a:pt x="510" y="484"/>
                    <a:pt x="512" y="484"/>
                    <a:pt x="514" y="484"/>
                  </a:cubicBezTo>
                  <a:cubicBezTo>
                    <a:pt x="522" y="484"/>
                    <a:pt x="522" y="484"/>
                    <a:pt x="522" y="484"/>
                  </a:cubicBezTo>
                  <a:cubicBezTo>
                    <a:pt x="526" y="484"/>
                    <a:pt x="538" y="484"/>
                    <a:pt x="546" y="484"/>
                  </a:cubicBezTo>
                  <a:cubicBezTo>
                    <a:pt x="599" y="484"/>
                    <a:pt x="599" y="484"/>
                    <a:pt x="599" y="484"/>
                  </a:cubicBezTo>
                  <a:cubicBezTo>
                    <a:pt x="675" y="483"/>
                    <a:pt x="736" y="422"/>
                    <a:pt x="736" y="348"/>
                  </a:cubicBezTo>
                  <a:cubicBezTo>
                    <a:pt x="736" y="279"/>
                    <a:pt x="684" y="222"/>
                    <a:pt x="618" y="213"/>
                  </a:cubicBezTo>
                  <a:close/>
                </a:path>
              </a:pathLst>
            </a:custGeom>
            <a:solidFill>
              <a:srgbClr val="0072C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27" tIns="45713" rIns="91427" bIns="45713" numCol="1" anchor="t" anchorCtr="0" compatLnSpc="1">
              <a:prstTxWarp prst="textNoShape">
                <a:avLst/>
              </a:prstTxWarp>
            </a:bodyPr>
            <a:lstStyle/>
            <a:p>
              <a:pPr defTabSz="914225">
                <a:defRPr/>
              </a:pPr>
              <a:endParaRPr lang="en-US" kern="0">
                <a:solidFill>
                  <a:srgbClr val="505050"/>
                </a:solidFill>
              </a:endParaRPr>
            </a:p>
          </p:txBody>
        </p:sp>
        <p:sp>
          <p:nvSpPr>
            <p:cNvPr id="60" name="TextBox 59"/>
            <p:cNvSpPr txBox="1"/>
            <p:nvPr/>
          </p:nvSpPr>
          <p:spPr>
            <a:xfrm>
              <a:off x="1623484" y="2418609"/>
              <a:ext cx="2164778" cy="858115"/>
            </a:xfrm>
            <a:prstGeom prst="rect">
              <a:avLst/>
            </a:prstGeom>
            <a:noFill/>
            <a:ln>
              <a:noFill/>
            </a:ln>
          </p:spPr>
          <p:txBody>
            <a:bodyPr wrap="none" lIns="179234" tIns="143387" rIns="179234" bIns="143387" rtlCol="0">
              <a:spAutoFit/>
            </a:bodyPr>
            <a:lstStyle/>
            <a:p>
              <a:pPr algn="ctr" defTabSz="913362">
                <a:lnSpc>
                  <a:spcPct val="90000"/>
                </a:lnSpc>
                <a:spcAft>
                  <a:spcPts val="588"/>
                </a:spcAft>
                <a:defRPr/>
              </a:pPr>
              <a:r>
                <a:rPr lang="en-US" sz="1568" kern="0" dirty="0">
                  <a:solidFill>
                    <a:srgbClr val="FFFFFF"/>
                  </a:solidFill>
                </a:rPr>
                <a:t>Microsoft Azure </a:t>
              </a:r>
              <a:br>
                <a:rPr lang="en-US" sz="1568" kern="0" dirty="0">
                  <a:solidFill>
                    <a:srgbClr val="FFFFFF"/>
                  </a:solidFill>
                </a:rPr>
              </a:br>
              <a:r>
                <a:rPr lang="en-US" sz="1568" kern="0" dirty="0">
                  <a:solidFill>
                    <a:srgbClr val="FFFFFF"/>
                  </a:solidFill>
                </a:rPr>
                <a:t>Site Recovery</a:t>
              </a:r>
            </a:p>
          </p:txBody>
        </p:sp>
      </p:grpSp>
      <p:grpSp>
        <p:nvGrpSpPr>
          <p:cNvPr id="61" name="Group 60"/>
          <p:cNvGrpSpPr/>
          <p:nvPr/>
        </p:nvGrpSpPr>
        <p:grpSpPr>
          <a:xfrm>
            <a:off x="7937656" y="3511507"/>
            <a:ext cx="1479796" cy="1838648"/>
            <a:chOff x="413544" y="3682859"/>
            <a:chExt cx="1480006" cy="1838909"/>
          </a:xfrm>
        </p:grpSpPr>
        <p:sp>
          <p:nvSpPr>
            <p:cNvPr id="62" name="TextBox 61"/>
            <p:cNvSpPr txBox="1"/>
            <p:nvPr/>
          </p:nvSpPr>
          <p:spPr>
            <a:xfrm>
              <a:off x="413544" y="4929683"/>
              <a:ext cx="579926" cy="592085"/>
            </a:xfrm>
            <a:prstGeom prst="rect">
              <a:avLst/>
            </a:prstGeom>
            <a:noFill/>
          </p:spPr>
          <p:txBody>
            <a:bodyPr wrap="square" lIns="0" tIns="146284" rIns="0" bIns="146284" rtlCol="0">
              <a:spAutoFit/>
            </a:bodyPr>
            <a:lstStyle/>
            <a:p>
              <a:pPr algn="r" defTabSz="914225">
                <a:lnSpc>
                  <a:spcPct val="90000"/>
                </a:lnSpc>
                <a:spcAft>
                  <a:spcPts val="600"/>
                </a:spcAft>
                <a:defRPr/>
              </a:pPr>
              <a:r>
                <a:rPr lang="en-US" sz="1050" kern="0" dirty="0">
                  <a:solidFill>
                    <a:srgbClr val="505050"/>
                  </a:solidFill>
                </a:rPr>
                <a:t>Primary Site</a:t>
              </a:r>
            </a:p>
          </p:txBody>
        </p:sp>
        <p:grpSp>
          <p:nvGrpSpPr>
            <p:cNvPr id="63" name="Group 62"/>
            <p:cNvGrpSpPr/>
            <p:nvPr/>
          </p:nvGrpSpPr>
          <p:grpSpPr>
            <a:xfrm>
              <a:off x="1055947" y="4111804"/>
              <a:ext cx="815599" cy="1297016"/>
              <a:chOff x="13103226" y="2763958"/>
              <a:chExt cx="1039812" cy="1616572"/>
            </a:xfrm>
          </p:grpSpPr>
          <p:sp>
            <p:nvSpPr>
              <p:cNvPr id="67" name="Rectangle 5"/>
              <p:cNvSpPr>
                <a:spLocks noChangeArrowheads="1"/>
              </p:cNvSpPr>
              <p:nvPr/>
            </p:nvSpPr>
            <p:spPr bwMode="auto">
              <a:xfrm>
                <a:off x="13103226" y="2763958"/>
                <a:ext cx="1039812" cy="1616572"/>
              </a:xfrm>
              <a:prstGeom prst="rect">
                <a:avLst/>
              </a:prstGeom>
              <a:solidFill>
                <a:srgbClr val="0072C6"/>
              </a:solidFill>
              <a:ln>
                <a:noFill/>
              </a:ln>
            </p:spPr>
            <p:txBody>
              <a:bodyPr vert="horz" wrap="square" lIns="91427" tIns="45713" rIns="91427" bIns="45713" numCol="1" anchor="t" anchorCtr="0" compatLnSpc="1">
                <a:prstTxWarp prst="textNoShape">
                  <a:avLst/>
                </a:prstTxWarp>
              </a:bodyPr>
              <a:lstStyle/>
              <a:p>
                <a:pPr defTabSz="914225">
                  <a:defRPr/>
                </a:pPr>
                <a:endParaRPr lang="en-US" sz="1600" kern="0">
                  <a:solidFill>
                    <a:srgbClr val="000000"/>
                  </a:solidFill>
                </a:endParaRPr>
              </a:p>
            </p:txBody>
          </p:sp>
          <p:sp>
            <p:nvSpPr>
              <p:cNvPr id="68" name="Freeform 6"/>
              <p:cNvSpPr>
                <a:spLocks/>
              </p:cNvSpPr>
              <p:nvPr/>
            </p:nvSpPr>
            <p:spPr bwMode="auto">
              <a:xfrm>
                <a:off x="13214598" y="2940285"/>
                <a:ext cx="817070" cy="143638"/>
              </a:xfrm>
              <a:custGeom>
                <a:avLst/>
                <a:gdLst>
                  <a:gd name="T0" fmla="*/ 28 w 330"/>
                  <a:gd name="T1" fmla="*/ 0 h 58"/>
                  <a:gd name="T2" fmla="*/ 0 w 330"/>
                  <a:gd name="T3" fmla="*/ 26 h 58"/>
                  <a:gd name="T4" fmla="*/ 0 w 330"/>
                  <a:gd name="T5" fmla="*/ 32 h 58"/>
                  <a:gd name="T6" fmla="*/ 28 w 330"/>
                  <a:gd name="T7" fmla="*/ 58 h 58"/>
                  <a:gd name="T8" fmla="*/ 302 w 330"/>
                  <a:gd name="T9" fmla="*/ 58 h 58"/>
                  <a:gd name="T10" fmla="*/ 330 w 330"/>
                  <a:gd name="T11" fmla="*/ 32 h 58"/>
                  <a:gd name="T12" fmla="*/ 330 w 330"/>
                  <a:gd name="T13" fmla="*/ 26 h 58"/>
                  <a:gd name="T14" fmla="*/ 302 w 330"/>
                  <a:gd name="T15" fmla="*/ 0 h 58"/>
                  <a:gd name="T16" fmla="*/ 175 w 330"/>
                  <a:gd name="T17" fmla="*/ 0 h 58"/>
                  <a:gd name="T18" fmla="*/ 28 w 330"/>
                  <a:gd name="T19" fmla="*/ 0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30" h="58">
                    <a:moveTo>
                      <a:pt x="28" y="0"/>
                    </a:moveTo>
                    <a:cubicBezTo>
                      <a:pt x="28" y="0"/>
                      <a:pt x="0" y="0"/>
                      <a:pt x="0" y="26"/>
                    </a:cubicBezTo>
                    <a:cubicBezTo>
                      <a:pt x="0" y="32"/>
                      <a:pt x="0" y="32"/>
                      <a:pt x="0" y="32"/>
                    </a:cubicBezTo>
                    <a:cubicBezTo>
                      <a:pt x="0" y="32"/>
                      <a:pt x="0" y="58"/>
                      <a:pt x="28" y="58"/>
                    </a:cubicBezTo>
                    <a:cubicBezTo>
                      <a:pt x="302" y="58"/>
                      <a:pt x="302" y="58"/>
                      <a:pt x="302" y="58"/>
                    </a:cubicBezTo>
                    <a:cubicBezTo>
                      <a:pt x="302" y="58"/>
                      <a:pt x="330" y="58"/>
                      <a:pt x="330" y="32"/>
                    </a:cubicBezTo>
                    <a:cubicBezTo>
                      <a:pt x="330" y="26"/>
                      <a:pt x="330" y="26"/>
                      <a:pt x="330" y="26"/>
                    </a:cubicBezTo>
                    <a:cubicBezTo>
                      <a:pt x="330" y="26"/>
                      <a:pt x="330" y="0"/>
                      <a:pt x="302" y="0"/>
                    </a:cubicBezTo>
                    <a:cubicBezTo>
                      <a:pt x="175" y="0"/>
                      <a:pt x="175" y="0"/>
                      <a:pt x="175" y="0"/>
                    </a:cubicBezTo>
                    <a:lnTo>
                      <a:pt x="28" y="0"/>
                    </a:lnTo>
                    <a:close/>
                  </a:path>
                </a:pathLst>
              </a:custGeom>
              <a:solidFill>
                <a:srgbClr val="FFFFFF">
                  <a:lumMod val="85000"/>
                </a:srgbClr>
              </a:solidFill>
              <a:ln>
                <a:noFill/>
              </a:ln>
            </p:spPr>
            <p:txBody>
              <a:bodyPr vert="horz" wrap="square" lIns="91427" tIns="45713" rIns="91427" bIns="45713" numCol="1" anchor="t" anchorCtr="0" compatLnSpc="1">
                <a:prstTxWarp prst="textNoShape">
                  <a:avLst/>
                </a:prstTxWarp>
              </a:bodyPr>
              <a:lstStyle/>
              <a:p>
                <a:pPr defTabSz="914225">
                  <a:defRPr/>
                </a:pPr>
                <a:endParaRPr lang="en-US" sz="1600" kern="0">
                  <a:solidFill>
                    <a:srgbClr val="000000"/>
                  </a:solidFill>
                </a:endParaRPr>
              </a:p>
            </p:txBody>
          </p:sp>
          <p:sp>
            <p:nvSpPr>
              <p:cNvPr id="69" name="Freeform 7"/>
              <p:cNvSpPr>
                <a:spLocks/>
              </p:cNvSpPr>
              <p:nvPr/>
            </p:nvSpPr>
            <p:spPr bwMode="auto">
              <a:xfrm>
                <a:off x="13214598" y="3194253"/>
                <a:ext cx="817070" cy="143638"/>
              </a:xfrm>
              <a:custGeom>
                <a:avLst/>
                <a:gdLst>
                  <a:gd name="T0" fmla="*/ 28 w 330"/>
                  <a:gd name="T1" fmla="*/ 0 h 58"/>
                  <a:gd name="T2" fmla="*/ 0 w 330"/>
                  <a:gd name="T3" fmla="*/ 26 h 58"/>
                  <a:gd name="T4" fmla="*/ 0 w 330"/>
                  <a:gd name="T5" fmla="*/ 31 h 58"/>
                  <a:gd name="T6" fmla="*/ 28 w 330"/>
                  <a:gd name="T7" fmla="*/ 58 h 58"/>
                  <a:gd name="T8" fmla="*/ 302 w 330"/>
                  <a:gd name="T9" fmla="*/ 58 h 58"/>
                  <a:gd name="T10" fmla="*/ 330 w 330"/>
                  <a:gd name="T11" fmla="*/ 31 h 58"/>
                  <a:gd name="T12" fmla="*/ 330 w 330"/>
                  <a:gd name="T13" fmla="*/ 26 h 58"/>
                  <a:gd name="T14" fmla="*/ 302 w 330"/>
                  <a:gd name="T15" fmla="*/ 0 h 58"/>
                  <a:gd name="T16" fmla="*/ 175 w 330"/>
                  <a:gd name="T17" fmla="*/ 0 h 58"/>
                  <a:gd name="T18" fmla="*/ 28 w 330"/>
                  <a:gd name="T19" fmla="*/ 0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30" h="58">
                    <a:moveTo>
                      <a:pt x="28" y="0"/>
                    </a:moveTo>
                    <a:cubicBezTo>
                      <a:pt x="28" y="0"/>
                      <a:pt x="0" y="0"/>
                      <a:pt x="0" y="26"/>
                    </a:cubicBezTo>
                    <a:cubicBezTo>
                      <a:pt x="0" y="31"/>
                      <a:pt x="0" y="31"/>
                      <a:pt x="0" y="31"/>
                    </a:cubicBezTo>
                    <a:cubicBezTo>
                      <a:pt x="0" y="31"/>
                      <a:pt x="0" y="58"/>
                      <a:pt x="28" y="58"/>
                    </a:cubicBezTo>
                    <a:cubicBezTo>
                      <a:pt x="302" y="58"/>
                      <a:pt x="302" y="58"/>
                      <a:pt x="302" y="58"/>
                    </a:cubicBezTo>
                    <a:cubicBezTo>
                      <a:pt x="302" y="58"/>
                      <a:pt x="330" y="58"/>
                      <a:pt x="330" y="31"/>
                    </a:cubicBezTo>
                    <a:cubicBezTo>
                      <a:pt x="330" y="26"/>
                      <a:pt x="330" y="26"/>
                      <a:pt x="330" y="26"/>
                    </a:cubicBezTo>
                    <a:cubicBezTo>
                      <a:pt x="330" y="26"/>
                      <a:pt x="330" y="0"/>
                      <a:pt x="302" y="0"/>
                    </a:cubicBezTo>
                    <a:cubicBezTo>
                      <a:pt x="175" y="0"/>
                      <a:pt x="175" y="0"/>
                      <a:pt x="175" y="0"/>
                    </a:cubicBezTo>
                    <a:lnTo>
                      <a:pt x="28" y="0"/>
                    </a:lnTo>
                    <a:close/>
                  </a:path>
                </a:pathLst>
              </a:custGeom>
              <a:solidFill>
                <a:srgbClr val="FFFFFF">
                  <a:lumMod val="85000"/>
                </a:srgbClr>
              </a:solidFill>
              <a:ln>
                <a:noFill/>
              </a:ln>
            </p:spPr>
            <p:txBody>
              <a:bodyPr vert="horz" wrap="square" lIns="91427" tIns="45713" rIns="91427" bIns="45713" numCol="1" anchor="t" anchorCtr="0" compatLnSpc="1">
                <a:prstTxWarp prst="textNoShape">
                  <a:avLst/>
                </a:prstTxWarp>
              </a:bodyPr>
              <a:lstStyle/>
              <a:p>
                <a:pPr defTabSz="914225">
                  <a:defRPr/>
                </a:pPr>
                <a:endParaRPr lang="en-US" sz="1600" kern="0">
                  <a:solidFill>
                    <a:srgbClr val="000000"/>
                  </a:solidFill>
                </a:endParaRPr>
              </a:p>
            </p:txBody>
          </p:sp>
          <p:sp>
            <p:nvSpPr>
              <p:cNvPr id="70" name="Freeform 8"/>
              <p:cNvSpPr>
                <a:spLocks/>
              </p:cNvSpPr>
              <p:nvPr/>
            </p:nvSpPr>
            <p:spPr bwMode="auto">
              <a:xfrm>
                <a:off x="13214598" y="3446139"/>
                <a:ext cx="817070" cy="143638"/>
              </a:xfrm>
              <a:custGeom>
                <a:avLst/>
                <a:gdLst>
                  <a:gd name="T0" fmla="*/ 28 w 330"/>
                  <a:gd name="T1" fmla="*/ 0 h 58"/>
                  <a:gd name="T2" fmla="*/ 0 w 330"/>
                  <a:gd name="T3" fmla="*/ 27 h 58"/>
                  <a:gd name="T4" fmla="*/ 0 w 330"/>
                  <a:gd name="T5" fmla="*/ 32 h 58"/>
                  <a:gd name="T6" fmla="*/ 28 w 330"/>
                  <a:gd name="T7" fmla="*/ 58 h 58"/>
                  <a:gd name="T8" fmla="*/ 302 w 330"/>
                  <a:gd name="T9" fmla="*/ 58 h 58"/>
                  <a:gd name="T10" fmla="*/ 330 w 330"/>
                  <a:gd name="T11" fmla="*/ 32 h 58"/>
                  <a:gd name="T12" fmla="*/ 330 w 330"/>
                  <a:gd name="T13" fmla="*/ 27 h 58"/>
                  <a:gd name="T14" fmla="*/ 302 w 330"/>
                  <a:gd name="T15" fmla="*/ 0 h 58"/>
                  <a:gd name="T16" fmla="*/ 175 w 330"/>
                  <a:gd name="T17" fmla="*/ 0 h 58"/>
                  <a:gd name="T18" fmla="*/ 28 w 330"/>
                  <a:gd name="T19" fmla="*/ 0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30" h="58">
                    <a:moveTo>
                      <a:pt x="28" y="0"/>
                    </a:moveTo>
                    <a:cubicBezTo>
                      <a:pt x="28" y="0"/>
                      <a:pt x="0" y="0"/>
                      <a:pt x="0" y="27"/>
                    </a:cubicBezTo>
                    <a:cubicBezTo>
                      <a:pt x="0" y="32"/>
                      <a:pt x="0" y="32"/>
                      <a:pt x="0" y="32"/>
                    </a:cubicBezTo>
                    <a:cubicBezTo>
                      <a:pt x="0" y="32"/>
                      <a:pt x="0" y="58"/>
                      <a:pt x="28" y="58"/>
                    </a:cubicBezTo>
                    <a:cubicBezTo>
                      <a:pt x="302" y="58"/>
                      <a:pt x="302" y="58"/>
                      <a:pt x="302" y="58"/>
                    </a:cubicBezTo>
                    <a:cubicBezTo>
                      <a:pt x="302" y="58"/>
                      <a:pt x="330" y="58"/>
                      <a:pt x="330" y="32"/>
                    </a:cubicBezTo>
                    <a:cubicBezTo>
                      <a:pt x="330" y="27"/>
                      <a:pt x="330" y="27"/>
                      <a:pt x="330" y="27"/>
                    </a:cubicBezTo>
                    <a:cubicBezTo>
                      <a:pt x="330" y="27"/>
                      <a:pt x="330" y="0"/>
                      <a:pt x="302" y="0"/>
                    </a:cubicBezTo>
                    <a:cubicBezTo>
                      <a:pt x="175" y="0"/>
                      <a:pt x="175" y="0"/>
                      <a:pt x="175" y="0"/>
                    </a:cubicBezTo>
                    <a:lnTo>
                      <a:pt x="28" y="0"/>
                    </a:lnTo>
                    <a:close/>
                  </a:path>
                </a:pathLst>
              </a:custGeom>
              <a:solidFill>
                <a:srgbClr val="FFFFFF">
                  <a:lumMod val="85000"/>
                </a:srgbClr>
              </a:solidFill>
              <a:ln>
                <a:noFill/>
              </a:ln>
            </p:spPr>
            <p:txBody>
              <a:bodyPr vert="horz" wrap="square" lIns="91427" tIns="45713" rIns="91427" bIns="45713" numCol="1" anchor="t" anchorCtr="0" compatLnSpc="1">
                <a:prstTxWarp prst="textNoShape">
                  <a:avLst/>
                </a:prstTxWarp>
              </a:bodyPr>
              <a:lstStyle/>
              <a:p>
                <a:pPr defTabSz="914225">
                  <a:defRPr/>
                </a:pPr>
                <a:endParaRPr lang="en-US" sz="1600" kern="0">
                  <a:solidFill>
                    <a:srgbClr val="000000"/>
                  </a:solidFill>
                </a:endParaRPr>
              </a:p>
            </p:txBody>
          </p:sp>
          <p:sp>
            <p:nvSpPr>
              <p:cNvPr id="71" name="Freeform 9"/>
              <p:cNvSpPr>
                <a:spLocks/>
              </p:cNvSpPr>
              <p:nvPr/>
            </p:nvSpPr>
            <p:spPr bwMode="auto">
              <a:xfrm>
                <a:off x="13214598" y="3700107"/>
                <a:ext cx="817070" cy="143638"/>
              </a:xfrm>
              <a:custGeom>
                <a:avLst/>
                <a:gdLst>
                  <a:gd name="T0" fmla="*/ 28 w 330"/>
                  <a:gd name="T1" fmla="*/ 0 h 58"/>
                  <a:gd name="T2" fmla="*/ 0 w 330"/>
                  <a:gd name="T3" fmla="*/ 26 h 58"/>
                  <a:gd name="T4" fmla="*/ 0 w 330"/>
                  <a:gd name="T5" fmla="*/ 32 h 58"/>
                  <a:gd name="T6" fmla="*/ 28 w 330"/>
                  <a:gd name="T7" fmla="*/ 58 h 58"/>
                  <a:gd name="T8" fmla="*/ 302 w 330"/>
                  <a:gd name="T9" fmla="*/ 58 h 58"/>
                  <a:gd name="T10" fmla="*/ 330 w 330"/>
                  <a:gd name="T11" fmla="*/ 32 h 58"/>
                  <a:gd name="T12" fmla="*/ 330 w 330"/>
                  <a:gd name="T13" fmla="*/ 26 h 58"/>
                  <a:gd name="T14" fmla="*/ 302 w 330"/>
                  <a:gd name="T15" fmla="*/ 0 h 58"/>
                  <a:gd name="T16" fmla="*/ 175 w 330"/>
                  <a:gd name="T17" fmla="*/ 0 h 58"/>
                  <a:gd name="T18" fmla="*/ 28 w 330"/>
                  <a:gd name="T19" fmla="*/ 0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30" h="58">
                    <a:moveTo>
                      <a:pt x="28" y="0"/>
                    </a:moveTo>
                    <a:cubicBezTo>
                      <a:pt x="28" y="0"/>
                      <a:pt x="0" y="0"/>
                      <a:pt x="0" y="26"/>
                    </a:cubicBezTo>
                    <a:cubicBezTo>
                      <a:pt x="0" y="32"/>
                      <a:pt x="0" y="32"/>
                      <a:pt x="0" y="32"/>
                    </a:cubicBezTo>
                    <a:cubicBezTo>
                      <a:pt x="0" y="32"/>
                      <a:pt x="0" y="58"/>
                      <a:pt x="28" y="58"/>
                    </a:cubicBezTo>
                    <a:cubicBezTo>
                      <a:pt x="302" y="58"/>
                      <a:pt x="302" y="58"/>
                      <a:pt x="302" y="58"/>
                    </a:cubicBezTo>
                    <a:cubicBezTo>
                      <a:pt x="302" y="58"/>
                      <a:pt x="330" y="58"/>
                      <a:pt x="330" y="32"/>
                    </a:cubicBezTo>
                    <a:cubicBezTo>
                      <a:pt x="330" y="26"/>
                      <a:pt x="330" y="26"/>
                      <a:pt x="330" y="26"/>
                    </a:cubicBezTo>
                    <a:cubicBezTo>
                      <a:pt x="330" y="26"/>
                      <a:pt x="330" y="0"/>
                      <a:pt x="302" y="0"/>
                    </a:cubicBezTo>
                    <a:cubicBezTo>
                      <a:pt x="175" y="0"/>
                      <a:pt x="175" y="0"/>
                      <a:pt x="175" y="0"/>
                    </a:cubicBezTo>
                    <a:lnTo>
                      <a:pt x="28" y="0"/>
                    </a:lnTo>
                    <a:close/>
                  </a:path>
                </a:pathLst>
              </a:custGeom>
              <a:solidFill>
                <a:srgbClr val="FFFFFF">
                  <a:lumMod val="85000"/>
                </a:srgbClr>
              </a:solidFill>
              <a:ln>
                <a:noFill/>
              </a:ln>
            </p:spPr>
            <p:txBody>
              <a:bodyPr vert="horz" wrap="square" lIns="91427" tIns="45713" rIns="91427" bIns="45713" numCol="1" anchor="t" anchorCtr="0" compatLnSpc="1">
                <a:prstTxWarp prst="textNoShape">
                  <a:avLst/>
                </a:prstTxWarp>
              </a:bodyPr>
              <a:lstStyle/>
              <a:p>
                <a:pPr defTabSz="914225">
                  <a:defRPr/>
                </a:pPr>
                <a:endParaRPr lang="en-US" sz="1600" kern="0">
                  <a:solidFill>
                    <a:srgbClr val="000000"/>
                  </a:solidFill>
                </a:endParaRPr>
              </a:p>
            </p:txBody>
          </p:sp>
          <p:sp>
            <p:nvSpPr>
              <p:cNvPr id="72" name="Oval 14"/>
              <p:cNvSpPr>
                <a:spLocks noChangeArrowheads="1"/>
              </p:cNvSpPr>
              <p:nvPr/>
            </p:nvSpPr>
            <p:spPr bwMode="auto">
              <a:xfrm>
                <a:off x="13875539" y="2970470"/>
                <a:ext cx="79105" cy="79105"/>
              </a:xfrm>
              <a:prstGeom prst="ellipse">
                <a:avLst/>
              </a:prstGeom>
              <a:solidFill>
                <a:srgbClr val="008272"/>
              </a:solidFill>
              <a:ln>
                <a:noFill/>
              </a:ln>
            </p:spPr>
            <p:txBody>
              <a:bodyPr vert="horz" wrap="square" lIns="91427" tIns="45713" rIns="91427" bIns="45713" numCol="1" anchor="t" anchorCtr="0" compatLnSpc="1">
                <a:prstTxWarp prst="textNoShape">
                  <a:avLst/>
                </a:prstTxWarp>
              </a:bodyPr>
              <a:lstStyle/>
              <a:p>
                <a:pPr defTabSz="914225">
                  <a:defRPr/>
                </a:pPr>
                <a:endParaRPr lang="en-US" sz="1600" kern="0">
                  <a:solidFill>
                    <a:srgbClr val="000000"/>
                  </a:solidFill>
                </a:endParaRPr>
              </a:p>
            </p:txBody>
          </p:sp>
          <p:sp>
            <p:nvSpPr>
              <p:cNvPr id="73" name="Oval 15"/>
              <p:cNvSpPr>
                <a:spLocks noChangeArrowheads="1"/>
              </p:cNvSpPr>
              <p:nvPr/>
            </p:nvSpPr>
            <p:spPr bwMode="auto">
              <a:xfrm>
                <a:off x="13875539" y="3224438"/>
                <a:ext cx="79105" cy="79105"/>
              </a:xfrm>
              <a:prstGeom prst="ellipse">
                <a:avLst/>
              </a:prstGeom>
              <a:solidFill>
                <a:srgbClr val="008272"/>
              </a:solidFill>
              <a:ln>
                <a:noFill/>
              </a:ln>
            </p:spPr>
            <p:txBody>
              <a:bodyPr vert="horz" wrap="square" lIns="91427" tIns="45713" rIns="91427" bIns="45713" numCol="1" anchor="t" anchorCtr="0" compatLnSpc="1">
                <a:prstTxWarp prst="textNoShape">
                  <a:avLst/>
                </a:prstTxWarp>
              </a:bodyPr>
              <a:lstStyle/>
              <a:p>
                <a:pPr defTabSz="914225">
                  <a:defRPr/>
                </a:pPr>
                <a:endParaRPr lang="en-US" sz="1600" kern="0">
                  <a:solidFill>
                    <a:srgbClr val="000000"/>
                  </a:solidFill>
                </a:endParaRPr>
              </a:p>
            </p:txBody>
          </p:sp>
          <p:sp>
            <p:nvSpPr>
              <p:cNvPr id="74" name="Oval 16"/>
              <p:cNvSpPr>
                <a:spLocks noChangeArrowheads="1"/>
              </p:cNvSpPr>
              <p:nvPr/>
            </p:nvSpPr>
            <p:spPr bwMode="auto">
              <a:xfrm>
                <a:off x="13875539" y="3478406"/>
                <a:ext cx="79105" cy="79105"/>
              </a:xfrm>
              <a:prstGeom prst="ellipse">
                <a:avLst/>
              </a:prstGeom>
              <a:solidFill>
                <a:srgbClr val="008272"/>
              </a:solidFill>
              <a:ln>
                <a:noFill/>
              </a:ln>
            </p:spPr>
            <p:txBody>
              <a:bodyPr vert="horz" wrap="square" lIns="91427" tIns="45713" rIns="91427" bIns="45713" numCol="1" anchor="t" anchorCtr="0" compatLnSpc="1">
                <a:prstTxWarp prst="textNoShape">
                  <a:avLst/>
                </a:prstTxWarp>
              </a:bodyPr>
              <a:lstStyle/>
              <a:p>
                <a:pPr defTabSz="914225">
                  <a:defRPr/>
                </a:pPr>
                <a:endParaRPr lang="en-US" sz="1600" kern="0">
                  <a:solidFill>
                    <a:srgbClr val="000000"/>
                  </a:solidFill>
                </a:endParaRPr>
              </a:p>
            </p:txBody>
          </p:sp>
          <p:sp>
            <p:nvSpPr>
              <p:cNvPr id="75" name="Oval 17"/>
              <p:cNvSpPr>
                <a:spLocks noChangeArrowheads="1"/>
              </p:cNvSpPr>
              <p:nvPr/>
            </p:nvSpPr>
            <p:spPr bwMode="auto">
              <a:xfrm>
                <a:off x="13875539" y="3732374"/>
                <a:ext cx="79105" cy="79105"/>
              </a:xfrm>
              <a:prstGeom prst="ellipse">
                <a:avLst/>
              </a:prstGeom>
              <a:solidFill>
                <a:srgbClr val="008272"/>
              </a:solidFill>
              <a:ln>
                <a:noFill/>
              </a:ln>
            </p:spPr>
            <p:txBody>
              <a:bodyPr vert="horz" wrap="square" lIns="91427" tIns="45713" rIns="91427" bIns="45713" numCol="1" anchor="t" anchorCtr="0" compatLnSpc="1">
                <a:prstTxWarp prst="textNoShape">
                  <a:avLst/>
                </a:prstTxWarp>
              </a:bodyPr>
              <a:lstStyle/>
              <a:p>
                <a:pPr defTabSz="914225">
                  <a:defRPr/>
                </a:pPr>
                <a:endParaRPr lang="en-US" sz="1600" kern="0">
                  <a:solidFill>
                    <a:srgbClr val="000000"/>
                  </a:solidFill>
                </a:endParaRPr>
              </a:p>
            </p:txBody>
          </p:sp>
        </p:grpSp>
        <p:sp>
          <p:nvSpPr>
            <p:cNvPr id="64" name="TextBox 63"/>
            <p:cNvSpPr txBox="1"/>
            <p:nvPr/>
          </p:nvSpPr>
          <p:spPr>
            <a:xfrm>
              <a:off x="1121483" y="5046509"/>
              <a:ext cx="684527" cy="332446"/>
            </a:xfrm>
            <a:prstGeom prst="rect">
              <a:avLst/>
            </a:prstGeom>
            <a:noFill/>
          </p:spPr>
          <p:txBody>
            <a:bodyPr wrap="square" lIns="0" tIns="0" rIns="0" bIns="0" rtlCol="0">
              <a:spAutoFit/>
            </a:bodyPr>
            <a:lstStyle/>
            <a:p>
              <a:pPr algn="ctr" defTabSz="914225">
                <a:lnSpc>
                  <a:spcPct val="90000"/>
                </a:lnSpc>
                <a:defRPr/>
              </a:pPr>
              <a:r>
                <a:rPr lang="en-US" sz="1200" kern="0" dirty="0">
                  <a:solidFill>
                    <a:srgbClr val="FFFFFF"/>
                  </a:solidFill>
                </a:rPr>
                <a:t>Windows Server</a:t>
              </a:r>
            </a:p>
          </p:txBody>
        </p:sp>
        <p:sp>
          <p:nvSpPr>
            <p:cNvPr id="65" name="Rectangle 64"/>
            <p:cNvSpPr/>
            <p:nvPr/>
          </p:nvSpPr>
          <p:spPr bwMode="auto">
            <a:xfrm>
              <a:off x="1055947" y="3682859"/>
              <a:ext cx="815076" cy="430383"/>
            </a:xfrm>
            <a:prstGeom prst="rect">
              <a:avLst/>
            </a:prstGeom>
            <a:solidFill>
              <a:srgbClr val="00188F"/>
            </a:solidFill>
            <a:ln w="9525" cap="flat" cmpd="sng" algn="ctr">
              <a:noFill/>
              <a:prstDash val="solid"/>
              <a:headEnd type="none" w="med" len="med"/>
              <a:tailEnd type="none" w="med" len="med"/>
            </a:ln>
            <a:effectLst/>
          </p:spPr>
          <p:txBody>
            <a:bodyPr rot="0" spcFirstLastPara="0" vertOverflow="overflow" horzOverflow="overflow" vert="horz" wrap="square" lIns="182854" tIns="146284" rIns="182854" bIns="146284" numCol="1" spcCol="0" rtlCol="0" fromWordArt="0" anchor="t" anchorCtr="0" forceAA="0" compatLnSpc="1">
              <a:prstTxWarp prst="textNoShape">
                <a:avLst/>
              </a:prstTxWarp>
              <a:noAutofit/>
            </a:bodyPr>
            <a:lstStyle/>
            <a:p>
              <a:pPr algn="ctr" defTabSz="932293" fontAlgn="base">
                <a:lnSpc>
                  <a:spcPct val="90000"/>
                </a:lnSpc>
                <a:spcBef>
                  <a:spcPct val="0"/>
                </a:spcBef>
                <a:spcAft>
                  <a:spcPct val="0"/>
                </a:spcAft>
                <a:defRPr/>
              </a:pPr>
              <a:endParaRPr lang="en-US" sz="2000" kern="0" dirty="0" err="1">
                <a:gradFill>
                  <a:gsLst>
                    <a:gs pos="0">
                      <a:srgbClr val="FFFFFF"/>
                    </a:gs>
                    <a:gs pos="100000">
                      <a:srgbClr val="FFFFFF"/>
                    </a:gs>
                  </a:gsLst>
                  <a:lin ang="5400000" scaled="0"/>
                </a:gradFill>
                <a:ea typeface="Segoe UI" pitchFamily="34" charset="0"/>
                <a:cs typeface="Segoe UI" pitchFamily="34" charset="0"/>
              </a:endParaRPr>
            </a:p>
          </p:txBody>
        </p:sp>
        <p:pic>
          <p:nvPicPr>
            <p:cNvPr id="66" name="Picture 6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47576" y="3735305"/>
              <a:ext cx="845974" cy="336815"/>
            </a:xfrm>
            <a:prstGeom prst="rect">
              <a:avLst/>
            </a:prstGeom>
          </p:spPr>
        </p:pic>
      </p:grpSp>
      <p:grpSp>
        <p:nvGrpSpPr>
          <p:cNvPr id="76" name="Group 75"/>
          <p:cNvGrpSpPr/>
          <p:nvPr/>
        </p:nvGrpSpPr>
        <p:grpSpPr>
          <a:xfrm>
            <a:off x="10188860" y="4866111"/>
            <a:ext cx="192888" cy="370317"/>
            <a:chOff x="7791149" y="4987730"/>
            <a:chExt cx="192916" cy="370370"/>
          </a:xfrm>
        </p:grpSpPr>
        <p:sp>
          <p:nvSpPr>
            <p:cNvPr id="77" name="Rectangle 38"/>
            <p:cNvSpPr>
              <a:spLocks noChangeArrowheads="1"/>
            </p:cNvSpPr>
            <p:nvPr/>
          </p:nvSpPr>
          <p:spPr bwMode="auto">
            <a:xfrm>
              <a:off x="7869935" y="5213781"/>
              <a:ext cx="37553" cy="144319"/>
            </a:xfrm>
            <a:prstGeom prst="rect">
              <a:avLst/>
            </a:prstGeom>
            <a:solidFill>
              <a:srgbClr val="969696"/>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27" tIns="45713" rIns="91427" bIns="45713" numCol="1" anchor="t" anchorCtr="0" compatLnSpc="1">
              <a:prstTxWarp prst="textNoShape">
                <a:avLst/>
              </a:prstTxWarp>
            </a:bodyPr>
            <a:lstStyle/>
            <a:p>
              <a:pPr defTabSz="914225">
                <a:defRPr/>
              </a:pPr>
              <a:endParaRPr lang="en-US" kern="0">
                <a:solidFill>
                  <a:srgbClr val="505050"/>
                </a:solidFill>
              </a:endParaRPr>
            </a:p>
          </p:txBody>
        </p:sp>
        <p:sp>
          <p:nvSpPr>
            <p:cNvPr id="78" name="Oval 39"/>
            <p:cNvSpPr>
              <a:spLocks noChangeArrowheads="1"/>
            </p:cNvSpPr>
            <p:nvPr/>
          </p:nvSpPr>
          <p:spPr bwMode="auto">
            <a:xfrm>
              <a:off x="7791149" y="5086397"/>
              <a:ext cx="192916" cy="191444"/>
            </a:xfrm>
            <a:prstGeom prst="ellipse">
              <a:avLst/>
            </a:prstGeom>
            <a:solidFill>
              <a:srgbClr val="7FBA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27" tIns="45713" rIns="91427" bIns="45713" numCol="1" anchor="t" anchorCtr="0" compatLnSpc="1">
              <a:prstTxWarp prst="textNoShape">
                <a:avLst/>
              </a:prstTxWarp>
            </a:bodyPr>
            <a:lstStyle/>
            <a:p>
              <a:pPr defTabSz="914225">
                <a:defRPr/>
              </a:pPr>
              <a:endParaRPr lang="en-US" kern="0">
                <a:solidFill>
                  <a:srgbClr val="505050"/>
                </a:solidFill>
              </a:endParaRPr>
            </a:p>
          </p:txBody>
        </p:sp>
        <p:sp>
          <p:nvSpPr>
            <p:cNvPr id="79" name="Oval 40"/>
            <p:cNvSpPr>
              <a:spLocks noChangeArrowheads="1"/>
            </p:cNvSpPr>
            <p:nvPr/>
          </p:nvSpPr>
          <p:spPr bwMode="auto">
            <a:xfrm>
              <a:off x="7817656" y="4987730"/>
              <a:ext cx="140637" cy="140637"/>
            </a:xfrm>
            <a:prstGeom prst="ellipse">
              <a:avLst/>
            </a:prstGeom>
            <a:solidFill>
              <a:srgbClr val="7FBA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27" tIns="45713" rIns="91427" bIns="45713" numCol="1" anchor="t" anchorCtr="0" compatLnSpc="1">
              <a:prstTxWarp prst="textNoShape">
                <a:avLst/>
              </a:prstTxWarp>
            </a:bodyPr>
            <a:lstStyle/>
            <a:p>
              <a:pPr defTabSz="914225">
                <a:defRPr/>
              </a:pPr>
              <a:endParaRPr lang="en-US" kern="0">
                <a:solidFill>
                  <a:srgbClr val="505050"/>
                </a:solidFill>
              </a:endParaRPr>
            </a:p>
          </p:txBody>
        </p:sp>
      </p:grpSp>
      <p:grpSp>
        <p:nvGrpSpPr>
          <p:cNvPr id="80" name="Group 79"/>
          <p:cNvGrpSpPr/>
          <p:nvPr/>
        </p:nvGrpSpPr>
        <p:grpSpPr>
          <a:xfrm>
            <a:off x="462002" y="4856587"/>
            <a:ext cx="192888" cy="370317"/>
            <a:chOff x="7791149" y="4987730"/>
            <a:chExt cx="192916" cy="370370"/>
          </a:xfrm>
        </p:grpSpPr>
        <p:sp>
          <p:nvSpPr>
            <p:cNvPr id="81" name="Rectangle 38"/>
            <p:cNvSpPr>
              <a:spLocks noChangeArrowheads="1"/>
            </p:cNvSpPr>
            <p:nvPr/>
          </p:nvSpPr>
          <p:spPr bwMode="auto">
            <a:xfrm>
              <a:off x="7869935" y="5213781"/>
              <a:ext cx="37553" cy="144319"/>
            </a:xfrm>
            <a:prstGeom prst="rect">
              <a:avLst/>
            </a:prstGeom>
            <a:solidFill>
              <a:srgbClr val="969696"/>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27" tIns="45713" rIns="91427" bIns="45713" numCol="1" anchor="t" anchorCtr="0" compatLnSpc="1">
              <a:prstTxWarp prst="textNoShape">
                <a:avLst/>
              </a:prstTxWarp>
            </a:bodyPr>
            <a:lstStyle/>
            <a:p>
              <a:pPr defTabSz="914225">
                <a:defRPr/>
              </a:pPr>
              <a:endParaRPr lang="en-US" kern="0">
                <a:solidFill>
                  <a:srgbClr val="505050"/>
                </a:solidFill>
              </a:endParaRPr>
            </a:p>
          </p:txBody>
        </p:sp>
        <p:sp>
          <p:nvSpPr>
            <p:cNvPr id="82" name="Oval 39"/>
            <p:cNvSpPr>
              <a:spLocks noChangeArrowheads="1"/>
            </p:cNvSpPr>
            <p:nvPr/>
          </p:nvSpPr>
          <p:spPr bwMode="auto">
            <a:xfrm>
              <a:off x="7791149" y="5086397"/>
              <a:ext cx="192916" cy="191444"/>
            </a:xfrm>
            <a:prstGeom prst="ellipse">
              <a:avLst/>
            </a:prstGeom>
            <a:solidFill>
              <a:srgbClr val="7FBA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27" tIns="45713" rIns="91427" bIns="45713" numCol="1" anchor="t" anchorCtr="0" compatLnSpc="1">
              <a:prstTxWarp prst="textNoShape">
                <a:avLst/>
              </a:prstTxWarp>
            </a:bodyPr>
            <a:lstStyle/>
            <a:p>
              <a:pPr defTabSz="914225">
                <a:defRPr/>
              </a:pPr>
              <a:endParaRPr lang="en-US" kern="0">
                <a:solidFill>
                  <a:srgbClr val="505050"/>
                </a:solidFill>
              </a:endParaRPr>
            </a:p>
          </p:txBody>
        </p:sp>
        <p:sp>
          <p:nvSpPr>
            <p:cNvPr id="83" name="Oval 40"/>
            <p:cNvSpPr>
              <a:spLocks noChangeArrowheads="1"/>
            </p:cNvSpPr>
            <p:nvPr/>
          </p:nvSpPr>
          <p:spPr bwMode="auto">
            <a:xfrm>
              <a:off x="7817656" y="4987730"/>
              <a:ext cx="140637" cy="140637"/>
            </a:xfrm>
            <a:prstGeom prst="ellipse">
              <a:avLst/>
            </a:prstGeom>
            <a:solidFill>
              <a:srgbClr val="7FBA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27" tIns="45713" rIns="91427" bIns="45713" numCol="1" anchor="t" anchorCtr="0" compatLnSpc="1">
              <a:prstTxWarp prst="textNoShape">
                <a:avLst/>
              </a:prstTxWarp>
            </a:bodyPr>
            <a:lstStyle/>
            <a:p>
              <a:pPr defTabSz="914225">
                <a:defRPr/>
              </a:pPr>
              <a:endParaRPr lang="en-US" kern="0">
                <a:solidFill>
                  <a:srgbClr val="505050"/>
                </a:solidFill>
              </a:endParaRPr>
            </a:p>
          </p:txBody>
        </p:sp>
      </p:grpSp>
      <p:grpSp>
        <p:nvGrpSpPr>
          <p:cNvPr id="84" name="Group 83"/>
          <p:cNvGrpSpPr/>
          <p:nvPr/>
        </p:nvGrpSpPr>
        <p:grpSpPr>
          <a:xfrm>
            <a:off x="252427" y="4858193"/>
            <a:ext cx="192888" cy="370317"/>
            <a:chOff x="7791149" y="4987730"/>
            <a:chExt cx="192916" cy="370370"/>
          </a:xfrm>
        </p:grpSpPr>
        <p:sp>
          <p:nvSpPr>
            <p:cNvPr id="85" name="Rectangle 38"/>
            <p:cNvSpPr>
              <a:spLocks noChangeArrowheads="1"/>
            </p:cNvSpPr>
            <p:nvPr/>
          </p:nvSpPr>
          <p:spPr bwMode="auto">
            <a:xfrm>
              <a:off x="7869935" y="5213781"/>
              <a:ext cx="37553" cy="144319"/>
            </a:xfrm>
            <a:prstGeom prst="rect">
              <a:avLst/>
            </a:prstGeom>
            <a:solidFill>
              <a:srgbClr val="969696"/>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27" tIns="45713" rIns="91427" bIns="45713" numCol="1" anchor="t" anchorCtr="0" compatLnSpc="1">
              <a:prstTxWarp prst="textNoShape">
                <a:avLst/>
              </a:prstTxWarp>
            </a:bodyPr>
            <a:lstStyle/>
            <a:p>
              <a:pPr defTabSz="914225">
                <a:defRPr/>
              </a:pPr>
              <a:endParaRPr lang="en-US" kern="0">
                <a:solidFill>
                  <a:srgbClr val="505050"/>
                </a:solidFill>
              </a:endParaRPr>
            </a:p>
          </p:txBody>
        </p:sp>
        <p:sp>
          <p:nvSpPr>
            <p:cNvPr id="86" name="Oval 39"/>
            <p:cNvSpPr>
              <a:spLocks noChangeArrowheads="1"/>
            </p:cNvSpPr>
            <p:nvPr/>
          </p:nvSpPr>
          <p:spPr bwMode="auto">
            <a:xfrm>
              <a:off x="7791149" y="5086397"/>
              <a:ext cx="192916" cy="191444"/>
            </a:xfrm>
            <a:prstGeom prst="ellipse">
              <a:avLst/>
            </a:prstGeom>
            <a:solidFill>
              <a:srgbClr val="7FBA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27" tIns="45713" rIns="91427" bIns="45713" numCol="1" anchor="t" anchorCtr="0" compatLnSpc="1">
              <a:prstTxWarp prst="textNoShape">
                <a:avLst/>
              </a:prstTxWarp>
            </a:bodyPr>
            <a:lstStyle/>
            <a:p>
              <a:pPr defTabSz="914225">
                <a:defRPr/>
              </a:pPr>
              <a:endParaRPr lang="en-US" kern="0">
                <a:solidFill>
                  <a:srgbClr val="505050"/>
                </a:solidFill>
              </a:endParaRPr>
            </a:p>
          </p:txBody>
        </p:sp>
        <p:sp>
          <p:nvSpPr>
            <p:cNvPr id="87" name="Oval 40"/>
            <p:cNvSpPr>
              <a:spLocks noChangeArrowheads="1"/>
            </p:cNvSpPr>
            <p:nvPr/>
          </p:nvSpPr>
          <p:spPr bwMode="auto">
            <a:xfrm>
              <a:off x="7817656" y="4987730"/>
              <a:ext cx="140637" cy="140637"/>
            </a:xfrm>
            <a:prstGeom prst="ellipse">
              <a:avLst/>
            </a:prstGeom>
            <a:solidFill>
              <a:srgbClr val="7FBA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27" tIns="45713" rIns="91427" bIns="45713" numCol="1" anchor="t" anchorCtr="0" compatLnSpc="1">
              <a:prstTxWarp prst="textNoShape">
                <a:avLst/>
              </a:prstTxWarp>
            </a:bodyPr>
            <a:lstStyle/>
            <a:p>
              <a:pPr defTabSz="914225">
                <a:defRPr/>
              </a:pPr>
              <a:endParaRPr lang="en-US" kern="0">
                <a:solidFill>
                  <a:srgbClr val="505050"/>
                </a:solidFill>
              </a:endParaRPr>
            </a:p>
          </p:txBody>
        </p:sp>
      </p:grpSp>
      <p:grpSp>
        <p:nvGrpSpPr>
          <p:cNvPr id="88" name="Group 87"/>
          <p:cNvGrpSpPr/>
          <p:nvPr/>
        </p:nvGrpSpPr>
        <p:grpSpPr>
          <a:xfrm>
            <a:off x="4759088" y="4848669"/>
            <a:ext cx="192888" cy="370317"/>
            <a:chOff x="7791149" y="4987730"/>
            <a:chExt cx="192916" cy="370370"/>
          </a:xfrm>
        </p:grpSpPr>
        <p:sp>
          <p:nvSpPr>
            <p:cNvPr id="89" name="Rectangle 38"/>
            <p:cNvSpPr>
              <a:spLocks noChangeArrowheads="1"/>
            </p:cNvSpPr>
            <p:nvPr/>
          </p:nvSpPr>
          <p:spPr bwMode="auto">
            <a:xfrm>
              <a:off x="7869935" y="5213781"/>
              <a:ext cx="37553" cy="144319"/>
            </a:xfrm>
            <a:prstGeom prst="rect">
              <a:avLst/>
            </a:prstGeom>
            <a:solidFill>
              <a:srgbClr val="969696"/>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27" tIns="45713" rIns="91427" bIns="45713" numCol="1" anchor="t" anchorCtr="0" compatLnSpc="1">
              <a:prstTxWarp prst="textNoShape">
                <a:avLst/>
              </a:prstTxWarp>
            </a:bodyPr>
            <a:lstStyle/>
            <a:p>
              <a:pPr defTabSz="914225">
                <a:defRPr/>
              </a:pPr>
              <a:endParaRPr lang="en-US" kern="0">
                <a:solidFill>
                  <a:srgbClr val="505050"/>
                </a:solidFill>
              </a:endParaRPr>
            </a:p>
          </p:txBody>
        </p:sp>
        <p:sp>
          <p:nvSpPr>
            <p:cNvPr id="90" name="Oval 39"/>
            <p:cNvSpPr>
              <a:spLocks noChangeArrowheads="1"/>
            </p:cNvSpPr>
            <p:nvPr/>
          </p:nvSpPr>
          <p:spPr bwMode="auto">
            <a:xfrm>
              <a:off x="7791149" y="5086397"/>
              <a:ext cx="192916" cy="191444"/>
            </a:xfrm>
            <a:prstGeom prst="ellipse">
              <a:avLst/>
            </a:prstGeom>
            <a:solidFill>
              <a:srgbClr val="7FBA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27" tIns="45713" rIns="91427" bIns="45713" numCol="1" anchor="t" anchorCtr="0" compatLnSpc="1">
              <a:prstTxWarp prst="textNoShape">
                <a:avLst/>
              </a:prstTxWarp>
            </a:bodyPr>
            <a:lstStyle/>
            <a:p>
              <a:pPr defTabSz="914225">
                <a:defRPr/>
              </a:pPr>
              <a:endParaRPr lang="en-US" kern="0">
                <a:solidFill>
                  <a:srgbClr val="505050"/>
                </a:solidFill>
              </a:endParaRPr>
            </a:p>
          </p:txBody>
        </p:sp>
        <p:sp>
          <p:nvSpPr>
            <p:cNvPr id="91" name="Oval 40"/>
            <p:cNvSpPr>
              <a:spLocks noChangeArrowheads="1"/>
            </p:cNvSpPr>
            <p:nvPr/>
          </p:nvSpPr>
          <p:spPr bwMode="auto">
            <a:xfrm>
              <a:off x="7817656" y="4987730"/>
              <a:ext cx="140637" cy="140637"/>
            </a:xfrm>
            <a:prstGeom prst="ellipse">
              <a:avLst/>
            </a:prstGeom>
            <a:solidFill>
              <a:srgbClr val="7FBA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27" tIns="45713" rIns="91427" bIns="45713" numCol="1" anchor="t" anchorCtr="0" compatLnSpc="1">
              <a:prstTxWarp prst="textNoShape">
                <a:avLst/>
              </a:prstTxWarp>
            </a:bodyPr>
            <a:lstStyle/>
            <a:p>
              <a:pPr defTabSz="914225">
                <a:defRPr/>
              </a:pPr>
              <a:endParaRPr lang="en-US" kern="0">
                <a:solidFill>
                  <a:srgbClr val="505050"/>
                </a:solidFill>
              </a:endParaRPr>
            </a:p>
          </p:txBody>
        </p:sp>
      </p:grpSp>
      <p:grpSp>
        <p:nvGrpSpPr>
          <p:cNvPr id="92" name="Group 91"/>
          <p:cNvGrpSpPr/>
          <p:nvPr/>
        </p:nvGrpSpPr>
        <p:grpSpPr>
          <a:xfrm>
            <a:off x="7587914" y="4856587"/>
            <a:ext cx="192888" cy="370317"/>
            <a:chOff x="7791149" y="4987730"/>
            <a:chExt cx="192916" cy="370370"/>
          </a:xfrm>
        </p:grpSpPr>
        <p:sp>
          <p:nvSpPr>
            <p:cNvPr id="93" name="Rectangle 38"/>
            <p:cNvSpPr>
              <a:spLocks noChangeArrowheads="1"/>
            </p:cNvSpPr>
            <p:nvPr/>
          </p:nvSpPr>
          <p:spPr bwMode="auto">
            <a:xfrm>
              <a:off x="7869935" y="5213781"/>
              <a:ext cx="37553" cy="144319"/>
            </a:xfrm>
            <a:prstGeom prst="rect">
              <a:avLst/>
            </a:prstGeom>
            <a:solidFill>
              <a:srgbClr val="969696"/>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27" tIns="45713" rIns="91427" bIns="45713" numCol="1" anchor="t" anchorCtr="0" compatLnSpc="1">
              <a:prstTxWarp prst="textNoShape">
                <a:avLst/>
              </a:prstTxWarp>
            </a:bodyPr>
            <a:lstStyle/>
            <a:p>
              <a:pPr defTabSz="914225">
                <a:defRPr/>
              </a:pPr>
              <a:endParaRPr lang="en-US" kern="0">
                <a:solidFill>
                  <a:srgbClr val="505050"/>
                </a:solidFill>
              </a:endParaRPr>
            </a:p>
          </p:txBody>
        </p:sp>
        <p:sp>
          <p:nvSpPr>
            <p:cNvPr id="94" name="Oval 39"/>
            <p:cNvSpPr>
              <a:spLocks noChangeArrowheads="1"/>
            </p:cNvSpPr>
            <p:nvPr/>
          </p:nvSpPr>
          <p:spPr bwMode="auto">
            <a:xfrm>
              <a:off x="7791149" y="5086397"/>
              <a:ext cx="192916" cy="191444"/>
            </a:xfrm>
            <a:prstGeom prst="ellipse">
              <a:avLst/>
            </a:prstGeom>
            <a:solidFill>
              <a:srgbClr val="7FBA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27" tIns="45713" rIns="91427" bIns="45713" numCol="1" anchor="t" anchorCtr="0" compatLnSpc="1">
              <a:prstTxWarp prst="textNoShape">
                <a:avLst/>
              </a:prstTxWarp>
            </a:bodyPr>
            <a:lstStyle/>
            <a:p>
              <a:pPr defTabSz="914225">
                <a:defRPr/>
              </a:pPr>
              <a:endParaRPr lang="en-US" kern="0">
                <a:solidFill>
                  <a:srgbClr val="505050"/>
                </a:solidFill>
              </a:endParaRPr>
            </a:p>
          </p:txBody>
        </p:sp>
        <p:sp>
          <p:nvSpPr>
            <p:cNvPr id="95" name="Oval 40"/>
            <p:cNvSpPr>
              <a:spLocks noChangeArrowheads="1"/>
            </p:cNvSpPr>
            <p:nvPr/>
          </p:nvSpPr>
          <p:spPr bwMode="auto">
            <a:xfrm>
              <a:off x="7817656" y="4987730"/>
              <a:ext cx="140637" cy="140637"/>
            </a:xfrm>
            <a:prstGeom prst="ellipse">
              <a:avLst/>
            </a:prstGeom>
            <a:solidFill>
              <a:srgbClr val="7FBA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27" tIns="45713" rIns="91427" bIns="45713" numCol="1" anchor="t" anchorCtr="0" compatLnSpc="1">
              <a:prstTxWarp prst="textNoShape">
                <a:avLst/>
              </a:prstTxWarp>
            </a:bodyPr>
            <a:lstStyle/>
            <a:p>
              <a:pPr defTabSz="914225">
                <a:defRPr/>
              </a:pPr>
              <a:endParaRPr lang="en-US" kern="0">
                <a:solidFill>
                  <a:srgbClr val="505050"/>
                </a:solidFill>
              </a:endParaRPr>
            </a:p>
          </p:txBody>
        </p:sp>
      </p:grpSp>
      <p:sp>
        <p:nvSpPr>
          <p:cNvPr id="96" name="Rectangle 95"/>
          <p:cNvSpPr/>
          <p:nvPr/>
        </p:nvSpPr>
        <p:spPr bwMode="auto">
          <a:xfrm>
            <a:off x="3156582" y="5232169"/>
            <a:ext cx="5534848" cy="1136687"/>
          </a:xfrm>
          <a:prstGeom prst="rect">
            <a:avLst/>
          </a:prstGeom>
          <a:solidFill>
            <a:schemeClr val="accent5"/>
          </a:solidFill>
          <a:ln w="9525" cap="flat" cmpd="sng" algn="ctr">
            <a:noFill/>
            <a:prstDash val="solid"/>
            <a:headEnd type="none" w="med" len="med"/>
            <a:tailEnd type="none" w="med" len="med"/>
          </a:ln>
          <a:effectLst/>
        </p:spPr>
        <p:txBody>
          <a:bodyPr rot="0" spcFirstLastPara="0" vertOverflow="overflow" horzOverflow="overflow" vert="horz" wrap="square" lIns="182854" tIns="146284" rIns="182854" bIns="146284" numCol="1" spcCol="0" rtlCol="0" fromWordArt="0" anchor="t" anchorCtr="0" forceAA="0" compatLnSpc="1">
            <a:prstTxWarp prst="textNoShape">
              <a:avLst/>
            </a:prstTxWarp>
            <a:noAutofit/>
          </a:bodyPr>
          <a:lstStyle/>
          <a:p>
            <a:pPr algn="ctr" defTabSz="932293" fontAlgn="base">
              <a:lnSpc>
                <a:spcPct val="90000"/>
              </a:lnSpc>
              <a:spcBef>
                <a:spcPct val="0"/>
              </a:spcBef>
              <a:spcAft>
                <a:spcPct val="0"/>
              </a:spcAft>
              <a:defRPr/>
            </a:pPr>
            <a:endParaRPr lang="en-US" sz="2400" kern="0" dirty="0" err="1">
              <a:gradFill>
                <a:gsLst>
                  <a:gs pos="0">
                    <a:srgbClr val="FFFFFF"/>
                  </a:gs>
                  <a:gs pos="100000">
                    <a:srgbClr val="FFFFFF"/>
                  </a:gs>
                </a:gsLst>
                <a:lin ang="5400000" scaled="0"/>
              </a:gradFill>
              <a:ea typeface="Segoe UI" pitchFamily="34" charset="0"/>
              <a:cs typeface="Segoe UI" pitchFamily="34" charset="0"/>
            </a:endParaRPr>
          </a:p>
        </p:txBody>
      </p:sp>
      <p:sp>
        <p:nvSpPr>
          <p:cNvPr id="97" name="Rectangle 96"/>
          <p:cNvSpPr/>
          <p:nvPr/>
        </p:nvSpPr>
        <p:spPr>
          <a:xfrm>
            <a:off x="3179025" y="5168504"/>
            <a:ext cx="4103036" cy="1590949"/>
          </a:xfrm>
          <a:prstGeom prst="rect">
            <a:avLst/>
          </a:prstGeom>
          <a:noFill/>
          <a:ln w="10795" cap="flat" cmpd="sng" algn="ctr">
            <a:noFill/>
            <a:prstDash val="solid"/>
            <a:headEnd type="none" w="med" len="med"/>
            <a:tailEnd type="none" w="med" len="med"/>
          </a:ln>
          <a:effectLst/>
        </p:spPr>
        <p:txBody>
          <a:bodyPr vert="horz" wrap="square" lIns="182625" tIns="146098" rIns="0" bIns="182625" numCol="1" rtlCol="0" anchor="t" anchorCtr="0" compatLnSpc="1">
            <a:prstTxWarp prst="textNoShape">
              <a:avLst/>
            </a:prstTxWarp>
          </a:bodyPr>
          <a:lstStyle/>
          <a:p>
            <a:pPr defTabSz="931051" fontAlgn="base">
              <a:lnSpc>
                <a:spcPct val="90000"/>
              </a:lnSpc>
              <a:spcAft>
                <a:spcPts val="600"/>
              </a:spcAft>
              <a:defRPr/>
            </a:pPr>
            <a:r>
              <a:rPr lang="en-US" kern="0" dirty="0">
                <a:solidFill>
                  <a:srgbClr val="FFFFFF"/>
                </a:solidFill>
                <a:latin typeface="Segoe UI Light"/>
              </a:rPr>
              <a:t>Key features include:</a:t>
            </a:r>
          </a:p>
          <a:p>
            <a:pPr defTabSz="931051" fontAlgn="base">
              <a:lnSpc>
                <a:spcPct val="90000"/>
              </a:lnSpc>
              <a:spcAft>
                <a:spcPts val="600"/>
              </a:spcAft>
              <a:defRPr/>
            </a:pPr>
            <a:r>
              <a:rPr lang="en-US" sz="1100" kern="0" dirty="0">
                <a:solidFill>
                  <a:srgbClr val="FFFFFF"/>
                </a:solidFill>
                <a:cs typeface="Segoe UI" panose="020B0502040204020203" pitchFamily="34" charset="0"/>
              </a:rPr>
              <a:t>Automated VM protection and replication</a:t>
            </a:r>
          </a:p>
          <a:p>
            <a:pPr defTabSz="931051" fontAlgn="base">
              <a:lnSpc>
                <a:spcPct val="90000"/>
              </a:lnSpc>
              <a:spcAft>
                <a:spcPts val="600"/>
              </a:spcAft>
              <a:defRPr/>
            </a:pPr>
            <a:r>
              <a:rPr lang="en-US" sz="1100" kern="0" dirty="0">
                <a:solidFill>
                  <a:srgbClr val="FFFFFF"/>
                </a:solidFill>
                <a:cs typeface="Segoe UI" panose="020B0502040204020203" pitchFamily="34" charset="0"/>
              </a:rPr>
              <a:t>Remote health monitoring</a:t>
            </a:r>
          </a:p>
          <a:p>
            <a:pPr defTabSz="931051" fontAlgn="base">
              <a:lnSpc>
                <a:spcPct val="90000"/>
              </a:lnSpc>
              <a:spcAft>
                <a:spcPts val="600"/>
              </a:spcAft>
              <a:defRPr/>
            </a:pPr>
            <a:r>
              <a:rPr lang="en-US" sz="1100" kern="0" dirty="0">
                <a:solidFill>
                  <a:srgbClr val="FFFFFF"/>
                </a:solidFill>
                <a:cs typeface="Segoe UI" panose="020B0502040204020203" pitchFamily="34" charset="0"/>
              </a:rPr>
              <a:t>Customizable recovery plans</a:t>
            </a:r>
          </a:p>
        </p:txBody>
      </p:sp>
      <p:sp>
        <p:nvSpPr>
          <p:cNvPr id="98" name="Rectangle 97"/>
          <p:cNvSpPr/>
          <p:nvPr/>
        </p:nvSpPr>
        <p:spPr>
          <a:xfrm>
            <a:off x="6124532" y="5589416"/>
            <a:ext cx="2471199" cy="480063"/>
          </a:xfrm>
          <a:prstGeom prst="rect">
            <a:avLst/>
          </a:prstGeom>
        </p:spPr>
        <p:txBody>
          <a:bodyPr wrap="square">
            <a:spAutoFit/>
          </a:bodyPr>
          <a:lstStyle/>
          <a:p>
            <a:pPr defTabSz="931051" fontAlgn="base">
              <a:lnSpc>
                <a:spcPct val="90000"/>
              </a:lnSpc>
              <a:spcAft>
                <a:spcPts val="600"/>
              </a:spcAft>
            </a:pPr>
            <a:r>
              <a:rPr lang="en-US" sz="1100" dirty="0">
                <a:solidFill>
                  <a:srgbClr val="FFFFFF"/>
                </a:solidFill>
                <a:cs typeface="Segoe UI" panose="020B0502040204020203" pitchFamily="34" charset="0"/>
              </a:rPr>
              <a:t>No-impact recovery plan testing</a:t>
            </a:r>
          </a:p>
          <a:p>
            <a:pPr defTabSz="931051" fontAlgn="base">
              <a:lnSpc>
                <a:spcPct val="90000"/>
              </a:lnSpc>
              <a:spcAft>
                <a:spcPts val="600"/>
              </a:spcAft>
            </a:pPr>
            <a:r>
              <a:rPr lang="en-US" sz="1100" dirty="0">
                <a:solidFill>
                  <a:srgbClr val="FFFFFF"/>
                </a:solidFill>
                <a:cs typeface="Segoe UI" panose="020B0502040204020203" pitchFamily="34" charset="0"/>
              </a:rPr>
              <a:t>Orchestrated recovery when needed</a:t>
            </a:r>
          </a:p>
        </p:txBody>
      </p:sp>
    </p:spTree>
    <p:extLst>
      <p:ext uri="{BB962C8B-B14F-4D97-AF65-F5344CB8AC3E}">
        <p14:creationId xmlns:p14="http://schemas.microsoft.com/office/powerpoint/2010/main" val="104644063"/>
      </p:ext>
    </p:extLst>
  </p:cSld>
  <p:clrMapOvr>
    <a:masterClrMapping/>
  </p:clrMapOvr>
  <p:transition>
    <p:fade/>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 name="Freeform 12"/>
          <p:cNvSpPr>
            <a:spLocks/>
          </p:cNvSpPr>
          <p:nvPr/>
        </p:nvSpPr>
        <p:spPr bwMode="auto">
          <a:xfrm>
            <a:off x="5560275" y="1042437"/>
            <a:ext cx="3907110" cy="2497724"/>
          </a:xfrm>
          <a:custGeom>
            <a:avLst/>
            <a:gdLst>
              <a:gd name="T0" fmla="*/ 22 w 136"/>
              <a:gd name="T1" fmla="*/ 39 h 90"/>
              <a:gd name="T2" fmla="*/ 22 w 136"/>
              <a:gd name="T3" fmla="*/ 38 h 90"/>
              <a:gd name="T4" fmla="*/ 59 w 136"/>
              <a:gd name="T5" fmla="*/ 0 h 90"/>
              <a:gd name="T6" fmla="*/ 91 w 136"/>
              <a:gd name="T7" fmla="*/ 17 h 90"/>
              <a:gd name="T8" fmla="*/ 101 w 136"/>
              <a:gd name="T9" fmla="*/ 14 h 90"/>
              <a:gd name="T10" fmla="*/ 113 w 136"/>
              <a:gd name="T11" fmla="*/ 18 h 90"/>
              <a:gd name="T12" fmla="*/ 123 w 136"/>
              <a:gd name="T13" fmla="*/ 35 h 90"/>
              <a:gd name="T14" fmla="*/ 136 w 136"/>
              <a:gd name="T15" fmla="*/ 60 h 90"/>
              <a:gd name="T16" fmla="*/ 110 w 136"/>
              <a:gd name="T17" fmla="*/ 90 h 90"/>
              <a:gd name="T18" fmla="*/ 107 w 136"/>
              <a:gd name="T19" fmla="*/ 90 h 90"/>
              <a:gd name="T20" fmla="*/ 104 w 136"/>
              <a:gd name="T21" fmla="*/ 90 h 90"/>
              <a:gd name="T22" fmla="*/ 42 w 136"/>
              <a:gd name="T23" fmla="*/ 90 h 90"/>
              <a:gd name="T24" fmla="*/ 41 w 136"/>
              <a:gd name="T25" fmla="*/ 90 h 90"/>
              <a:gd name="T26" fmla="*/ 39 w 136"/>
              <a:gd name="T27" fmla="*/ 90 h 90"/>
              <a:gd name="T28" fmla="*/ 35 w 136"/>
              <a:gd name="T29" fmla="*/ 90 h 90"/>
              <a:gd name="T30" fmla="*/ 25 w 136"/>
              <a:gd name="T31" fmla="*/ 90 h 90"/>
              <a:gd name="T32" fmla="*/ 0 w 136"/>
              <a:gd name="T33" fmla="*/ 64 h 90"/>
              <a:gd name="T34" fmla="*/ 22 w 136"/>
              <a:gd name="T35" fmla="*/ 39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36" h="90">
                <a:moveTo>
                  <a:pt x="22" y="39"/>
                </a:moveTo>
                <a:cubicBezTo>
                  <a:pt x="22" y="39"/>
                  <a:pt x="22" y="38"/>
                  <a:pt x="22" y="38"/>
                </a:cubicBezTo>
                <a:cubicBezTo>
                  <a:pt x="22" y="17"/>
                  <a:pt x="38" y="0"/>
                  <a:pt x="59" y="0"/>
                </a:cubicBezTo>
                <a:cubicBezTo>
                  <a:pt x="72" y="0"/>
                  <a:pt x="84" y="7"/>
                  <a:pt x="91" y="17"/>
                </a:cubicBezTo>
                <a:cubicBezTo>
                  <a:pt x="94" y="15"/>
                  <a:pt x="97" y="14"/>
                  <a:pt x="101" y="14"/>
                </a:cubicBezTo>
                <a:cubicBezTo>
                  <a:pt x="106" y="14"/>
                  <a:pt x="110" y="16"/>
                  <a:pt x="113" y="18"/>
                </a:cubicBezTo>
                <a:cubicBezTo>
                  <a:pt x="119" y="22"/>
                  <a:pt x="123" y="28"/>
                  <a:pt x="123" y="35"/>
                </a:cubicBezTo>
                <a:cubicBezTo>
                  <a:pt x="131" y="41"/>
                  <a:pt x="136" y="50"/>
                  <a:pt x="136" y="60"/>
                </a:cubicBezTo>
                <a:cubicBezTo>
                  <a:pt x="136" y="75"/>
                  <a:pt x="125" y="88"/>
                  <a:pt x="110" y="90"/>
                </a:cubicBezTo>
                <a:cubicBezTo>
                  <a:pt x="109" y="90"/>
                  <a:pt x="108" y="90"/>
                  <a:pt x="107" y="90"/>
                </a:cubicBezTo>
                <a:cubicBezTo>
                  <a:pt x="106" y="90"/>
                  <a:pt x="105" y="90"/>
                  <a:pt x="104" y="90"/>
                </a:cubicBezTo>
                <a:cubicBezTo>
                  <a:pt x="90" y="90"/>
                  <a:pt x="58" y="90"/>
                  <a:pt x="42" y="90"/>
                </a:cubicBezTo>
                <a:cubicBezTo>
                  <a:pt x="42" y="90"/>
                  <a:pt x="41" y="90"/>
                  <a:pt x="41" y="90"/>
                </a:cubicBezTo>
                <a:cubicBezTo>
                  <a:pt x="39" y="90"/>
                  <a:pt x="39" y="90"/>
                  <a:pt x="39" y="90"/>
                </a:cubicBezTo>
                <a:cubicBezTo>
                  <a:pt x="39" y="90"/>
                  <a:pt x="36" y="90"/>
                  <a:pt x="35" y="90"/>
                </a:cubicBezTo>
                <a:cubicBezTo>
                  <a:pt x="25" y="90"/>
                  <a:pt x="25" y="90"/>
                  <a:pt x="25" y="90"/>
                </a:cubicBezTo>
                <a:cubicBezTo>
                  <a:pt x="11" y="89"/>
                  <a:pt x="0" y="78"/>
                  <a:pt x="0" y="64"/>
                </a:cubicBezTo>
                <a:cubicBezTo>
                  <a:pt x="0" y="52"/>
                  <a:pt x="9" y="41"/>
                  <a:pt x="22" y="39"/>
                </a:cubicBezTo>
                <a:close/>
              </a:path>
            </a:pathLst>
          </a:custGeom>
          <a:solidFill>
            <a:schemeClr val="accent2"/>
          </a:solidFill>
          <a:ln>
            <a:noFill/>
          </a:ln>
          <a:extLst/>
        </p:spPr>
        <p:txBody>
          <a:bodyPr vert="horz" wrap="square" lIns="91440" tIns="45720" rIns="91440" bIns="45720" numCol="1" anchor="t" anchorCtr="0" compatLnSpc="1">
            <a:prstTxWarp prst="textNoShape">
              <a:avLst/>
            </a:prstTxWarp>
          </a:bodyPr>
          <a:lstStyle/>
          <a:p>
            <a:endParaRPr lang="en-US" dirty="0"/>
          </a:p>
        </p:txBody>
      </p:sp>
      <p:sp>
        <p:nvSpPr>
          <p:cNvPr id="297" name="Freeform 12"/>
          <p:cNvSpPr>
            <a:spLocks/>
          </p:cNvSpPr>
          <p:nvPr/>
        </p:nvSpPr>
        <p:spPr bwMode="auto">
          <a:xfrm>
            <a:off x="7895971" y="2193451"/>
            <a:ext cx="2098230" cy="1341349"/>
          </a:xfrm>
          <a:custGeom>
            <a:avLst/>
            <a:gdLst>
              <a:gd name="T0" fmla="*/ 22 w 136"/>
              <a:gd name="T1" fmla="*/ 39 h 90"/>
              <a:gd name="T2" fmla="*/ 22 w 136"/>
              <a:gd name="T3" fmla="*/ 38 h 90"/>
              <a:gd name="T4" fmla="*/ 59 w 136"/>
              <a:gd name="T5" fmla="*/ 0 h 90"/>
              <a:gd name="T6" fmla="*/ 91 w 136"/>
              <a:gd name="T7" fmla="*/ 17 h 90"/>
              <a:gd name="T8" fmla="*/ 101 w 136"/>
              <a:gd name="T9" fmla="*/ 14 h 90"/>
              <a:gd name="T10" fmla="*/ 113 w 136"/>
              <a:gd name="T11" fmla="*/ 18 h 90"/>
              <a:gd name="T12" fmla="*/ 123 w 136"/>
              <a:gd name="T13" fmla="*/ 35 h 90"/>
              <a:gd name="T14" fmla="*/ 136 w 136"/>
              <a:gd name="T15" fmla="*/ 60 h 90"/>
              <a:gd name="T16" fmla="*/ 110 w 136"/>
              <a:gd name="T17" fmla="*/ 90 h 90"/>
              <a:gd name="T18" fmla="*/ 107 w 136"/>
              <a:gd name="T19" fmla="*/ 90 h 90"/>
              <a:gd name="T20" fmla="*/ 104 w 136"/>
              <a:gd name="T21" fmla="*/ 90 h 90"/>
              <a:gd name="T22" fmla="*/ 42 w 136"/>
              <a:gd name="T23" fmla="*/ 90 h 90"/>
              <a:gd name="T24" fmla="*/ 41 w 136"/>
              <a:gd name="T25" fmla="*/ 90 h 90"/>
              <a:gd name="T26" fmla="*/ 39 w 136"/>
              <a:gd name="T27" fmla="*/ 90 h 90"/>
              <a:gd name="T28" fmla="*/ 35 w 136"/>
              <a:gd name="T29" fmla="*/ 90 h 90"/>
              <a:gd name="T30" fmla="*/ 25 w 136"/>
              <a:gd name="T31" fmla="*/ 90 h 90"/>
              <a:gd name="T32" fmla="*/ 0 w 136"/>
              <a:gd name="T33" fmla="*/ 64 h 90"/>
              <a:gd name="T34" fmla="*/ 22 w 136"/>
              <a:gd name="T35" fmla="*/ 39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36" h="90">
                <a:moveTo>
                  <a:pt x="22" y="39"/>
                </a:moveTo>
                <a:cubicBezTo>
                  <a:pt x="22" y="39"/>
                  <a:pt x="22" y="38"/>
                  <a:pt x="22" y="38"/>
                </a:cubicBezTo>
                <a:cubicBezTo>
                  <a:pt x="22" y="17"/>
                  <a:pt x="38" y="0"/>
                  <a:pt x="59" y="0"/>
                </a:cubicBezTo>
                <a:cubicBezTo>
                  <a:pt x="72" y="0"/>
                  <a:pt x="84" y="7"/>
                  <a:pt x="91" y="17"/>
                </a:cubicBezTo>
                <a:cubicBezTo>
                  <a:pt x="94" y="15"/>
                  <a:pt x="97" y="14"/>
                  <a:pt x="101" y="14"/>
                </a:cubicBezTo>
                <a:cubicBezTo>
                  <a:pt x="106" y="14"/>
                  <a:pt x="110" y="16"/>
                  <a:pt x="113" y="18"/>
                </a:cubicBezTo>
                <a:cubicBezTo>
                  <a:pt x="119" y="22"/>
                  <a:pt x="123" y="28"/>
                  <a:pt x="123" y="35"/>
                </a:cubicBezTo>
                <a:cubicBezTo>
                  <a:pt x="131" y="41"/>
                  <a:pt x="136" y="50"/>
                  <a:pt x="136" y="60"/>
                </a:cubicBezTo>
                <a:cubicBezTo>
                  <a:pt x="136" y="75"/>
                  <a:pt x="125" y="88"/>
                  <a:pt x="110" y="90"/>
                </a:cubicBezTo>
                <a:cubicBezTo>
                  <a:pt x="109" y="90"/>
                  <a:pt x="108" y="90"/>
                  <a:pt x="107" y="90"/>
                </a:cubicBezTo>
                <a:cubicBezTo>
                  <a:pt x="106" y="90"/>
                  <a:pt x="105" y="90"/>
                  <a:pt x="104" y="90"/>
                </a:cubicBezTo>
                <a:cubicBezTo>
                  <a:pt x="90" y="90"/>
                  <a:pt x="58" y="90"/>
                  <a:pt x="42" y="90"/>
                </a:cubicBezTo>
                <a:cubicBezTo>
                  <a:pt x="42" y="90"/>
                  <a:pt x="41" y="90"/>
                  <a:pt x="41" y="90"/>
                </a:cubicBezTo>
                <a:cubicBezTo>
                  <a:pt x="39" y="90"/>
                  <a:pt x="39" y="90"/>
                  <a:pt x="39" y="90"/>
                </a:cubicBezTo>
                <a:cubicBezTo>
                  <a:pt x="39" y="90"/>
                  <a:pt x="36" y="90"/>
                  <a:pt x="35" y="90"/>
                </a:cubicBezTo>
                <a:cubicBezTo>
                  <a:pt x="25" y="90"/>
                  <a:pt x="25" y="90"/>
                  <a:pt x="25" y="90"/>
                </a:cubicBezTo>
                <a:cubicBezTo>
                  <a:pt x="11" y="89"/>
                  <a:pt x="0" y="78"/>
                  <a:pt x="0" y="64"/>
                </a:cubicBezTo>
                <a:cubicBezTo>
                  <a:pt x="0" y="52"/>
                  <a:pt x="9" y="41"/>
                  <a:pt x="22" y="39"/>
                </a:cubicBezTo>
                <a:close/>
              </a:path>
            </a:pathLst>
          </a:custGeom>
          <a:solidFill>
            <a:srgbClr val="68217A"/>
          </a:solidFill>
          <a:ln>
            <a:noFill/>
          </a:ln>
          <a:extLst/>
        </p:spPr>
        <p:txBody>
          <a:bodyPr vert="horz" wrap="square" lIns="91440" tIns="45720" rIns="91440" bIns="45720" numCol="1" anchor="t" anchorCtr="0" compatLnSpc="1">
            <a:prstTxWarp prst="textNoShape">
              <a:avLst/>
            </a:prstTxWarp>
          </a:bodyPr>
          <a:lstStyle/>
          <a:p>
            <a:endParaRPr lang="en-US" dirty="0"/>
          </a:p>
        </p:txBody>
      </p:sp>
      <p:sp>
        <p:nvSpPr>
          <p:cNvPr id="298" name="TextBox 297"/>
          <p:cNvSpPr txBox="1"/>
          <p:nvPr/>
        </p:nvSpPr>
        <p:spPr>
          <a:xfrm>
            <a:off x="6223047" y="1633802"/>
            <a:ext cx="2195363" cy="544765"/>
          </a:xfrm>
          <a:prstGeom prst="rect">
            <a:avLst/>
          </a:prstGeom>
          <a:noFill/>
        </p:spPr>
        <p:txBody>
          <a:bodyPr wrap="square" lIns="182880" tIns="146304" rIns="182880" bIns="146304" rtlCol="0">
            <a:spAutoFit/>
          </a:bodyPr>
          <a:lstStyle/>
          <a:p>
            <a:pPr algn="ctr">
              <a:lnSpc>
                <a:spcPct val="90000"/>
              </a:lnSpc>
            </a:pPr>
            <a:r>
              <a:rPr lang="en-US" spc="-70" dirty="0">
                <a:solidFill>
                  <a:schemeClr val="bg1"/>
                </a:solidFill>
              </a:rPr>
              <a:t>Microsoft Azure</a:t>
            </a:r>
          </a:p>
        </p:txBody>
      </p:sp>
      <p:sp>
        <p:nvSpPr>
          <p:cNvPr id="299" name="Flowchart: Process 298"/>
          <p:cNvSpPr/>
          <p:nvPr/>
        </p:nvSpPr>
        <p:spPr bwMode="auto">
          <a:xfrm>
            <a:off x="5590557" y="2683831"/>
            <a:ext cx="1170935" cy="353247"/>
          </a:xfrm>
          <a:prstGeom prst="flowChartProcess">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lnSpc>
                <a:spcPct val="90000"/>
              </a:lnSpc>
              <a:spcBef>
                <a:spcPct val="0"/>
              </a:spcBef>
              <a:spcAft>
                <a:spcPct val="0"/>
              </a:spcAft>
            </a:pPr>
            <a:r>
              <a:rPr lang="en-US" sz="1600" dirty="0" err="1">
                <a:solidFill>
                  <a:schemeClr val="bg1"/>
                </a:solidFill>
                <a:latin typeface="Segoe UI Semibold" panose="020B0702040204020203" pitchFamily="34" charset="0"/>
                <a:ea typeface="Segoe UI" pitchFamily="34" charset="0"/>
                <a:cs typeface="Segoe UI Semibold" panose="020B0702040204020203" pitchFamily="34" charset="0"/>
              </a:rPr>
              <a:t>IaaS</a:t>
            </a:r>
            <a:endParaRPr lang="en-US" sz="1600" dirty="0">
              <a:solidFill>
                <a:schemeClr val="bg1"/>
              </a:solidFill>
              <a:latin typeface="Segoe UI Semibold" panose="020B0702040204020203" pitchFamily="34" charset="0"/>
              <a:ea typeface="Segoe UI" pitchFamily="34" charset="0"/>
              <a:cs typeface="Segoe UI Semibold" panose="020B0702040204020203" pitchFamily="34" charset="0"/>
            </a:endParaRPr>
          </a:p>
        </p:txBody>
      </p:sp>
      <p:sp>
        <p:nvSpPr>
          <p:cNvPr id="300" name="Flowchart: Process 299"/>
          <p:cNvSpPr/>
          <p:nvPr/>
        </p:nvSpPr>
        <p:spPr bwMode="auto">
          <a:xfrm>
            <a:off x="8376646" y="2683831"/>
            <a:ext cx="1170935" cy="353247"/>
          </a:xfrm>
          <a:prstGeom prst="flowChartProcess">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lnSpc>
                <a:spcPct val="90000"/>
              </a:lnSpc>
              <a:spcBef>
                <a:spcPct val="0"/>
              </a:spcBef>
              <a:spcAft>
                <a:spcPct val="0"/>
              </a:spcAft>
            </a:pPr>
            <a:r>
              <a:rPr lang="en-US" sz="1600" dirty="0">
                <a:solidFill>
                  <a:schemeClr val="bg1"/>
                </a:solidFill>
                <a:latin typeface="Segoe UI Semibold" panose="020B0702040204020203" pitchFamily="34" charset="0"/>
                <a:ea typeface="Segoe UI" pitchFamily="34" charset="0"/>
                <a:cs typeface="Segoe UI Semibold" panose="020B0702040204020203" pitchFamily="34" charset="0"/>
              </a:rPr>
              <a:t>SaaS</a:t>
            </a:r>
          </a:p>
        </p:txBody>
      </p:sp>
      <p:sp>
        <p:nvSpPr>
          <p:cNvPr id="301" name="Flowchart: Process 300"/>
          <p:cNvSpPr/>
          <p:nvPr/>
        </p:nvSpPr>
        <p:spPr bwMode="auto">
          <a:xfrm>
            <a:off x="6864172" y="2683831"/>
            <a:ext cx="1170935" cy="353247"/>
          </a:xfrm>
          <a:prstGeom prst="flowChartProcess">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lnSpc>
                <a:spcPct val="90000"/>
              </a:lnSpc>
              <a:spcBef>
                <a:spcPct val="0"/>
              </a:spcBef>
              <a:spcAft>
                <a:spcPct val="0"/>
              </a:spcAft>
            </a:pPr>
            <a:r>
              <a:rPr lang="en-US" sz="1600" dirty="0" err="1">
                <a:solidFill>
                  <a:schemeClr val="bg1"/>
                </a:solidFill>
                <a:latin typeface="Segoe UI Semibold" panose="020B0702040204020203" pitchFamily="34" charset="0"/>
                <a:ea typeface="Segoe UI" pitchFamily="34" charset="0"/>
                <a:cs typeface="Segoe UI Semibold" panose="020B0702040204020203" pitchFamily="34" charset="0"/>
              </a:rPr>
              <a:t>PaaS</a:t>
            </a:r>
            <a:endParaRPr lang="en-US" sz="1600" dirty="0">
              <a:solidFill>
                <a:schemeClr val="bg1"/>
              </a:solidFill>
              <a:latin typeface="Segoe UI Semibold" panose="020B0702040204020203" pitchFamily="34" charset="0"/>
              <a:ea typeface="Segoe UI" pitchFamily="34" charset="0"/>
              <a:cs typeface="Segoe UI Semibold" panose="020B0702040204020203" pitchFamily="34" charset="0"/>
            </a:endParaRPr>
          </a:p>
        </p:txBody>
      </p:sp>
      <p:cxnSp>
        <p:nvCxnSpPr>
          <p:cNvPr id="302" name="Straight Connector 301"/>
          <p:cNvCxnSpPr/>
          <p:nvPr/>
        </p:nvCxnSpPr>
        <p:spPr>
          <a:xfrm flipH="1">
            <a:off x="6811910" y="2354690"/>
            <a:ext cx="1844" cy="1026237"/>
          </a:xfrm>
          <a:prstGeom prst="line">
            <a:avLst/>
          </a:prstGeom>
          <a:ln w="38100">
            <a:solidFill>
              <a:srgbClr val="FFFFFF">
                <a:alpha val="25098"/>
              </a:srgbClr>
            </a:solidFill>
            <a:headEnd type="none"/>
            <a:tailEnd type="none"/>
          </a:ln>
        </p:spPr>
        <p:style>
          <a:lnRef idx="1">
            <a:schemeClr val="accent1"/>
          </a:lnRef>
          <a:fillRef idx="0">
            <a:schemeClr val="accent1"/>
          </a:fillRef>
          <a:effectRef idx="0">
            <a:schemeClr val="accent1"/>
          </a:effectRef>
          <a:fontRef idx="minor">
            <a:schemeClr val="tx1"/>
          </a:fontRef>
        </p:style>
      </p:cxnSp>
      <p:grpSp>
        <p:nvGrpSpPr>
          <p:cNvPr id="303" name="Group 302"/>
          <p:cNvGrpSpPr/>
          <p:nvPr/>
        </p:nvGrpSpPr>
        <p:grpSpPr>
          <a:xfrm>
            <a:off x="6097160" y="3310613"/>
            <a:ext cx="338604" cy="650132"/>
            <a:chOff x="9071737" y="5772887"/>
            <a:chExt cx="377892" cy="725566"/>
          </a:xfrm>
        </p:grpSpPr>
        <p:sp>
          <p:nvSpPr>
            <p:cNvPr id="304" name="Oval 303"/>
            <p:cNvSpPr/>
            <p:nvPr/>
          </p:nvSpPr>
          <p:spPr bwMode="auto">
            <a:xfrm>
              <a:off x="9071737" y="5772887"/>
              <a:ext cx="377892" cy="377892"/>
            </a:xfrm>
            <a:prstGeom prst="ellipse">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sp>
          <p:nvSpPr>
            <p:cNvPr id="305" name="Oval 304"/>
            <p:cNvSpPr/>
            <p:nvPr/>
          </p:nvSpPr>
          <p:spPr bwMode="auto">
            <a:xfrm>
              <a:off x="9187636" y="5886568"/>
              <a:ext cx="150692" cy="150692"/>
            </a:xfrm>
            <a:prstGeom prst="ellipse">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sp>
          <p:nvSpPr>
            <p:cNvPr id="306" name="Rectangle 305"/>
            <p:cNvSpPr/>
            <p:nvPr/>
          </p:nvSpPr>
          <p:spPr bwMode="auto">
            <a:xfrm>
              <a:off x="9199420" y="6095996"/>
              <a:ext cx="138908" cy="402457"/>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sp>
          <p:nvSpPr>
            <p:cNvPr id="307" name="Rectangle 306"/>
            <p:cNvSpPr/>
            <p:nvPr/>
          </p:nvSpPr>
          <p:spPr bwMode="auto">
            <a:xfrm>
              <a:off x="9101276" y="6312592"/>
              <a:ext cx="161213" cy="117983"/>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grpSp>
      <p:grpSp>
        <p:nvGrpSpPr>
          <p:cNvPr id="308" name="Group 307"/>
          <p:cNvGrpSpPr/>
          <p:nvPr/>
        </p:nvGrpSpPr>
        <p:grpSpPr>
          <a:xfrm>
            <a:off x="7274768" y="3287941"/>
            <a:ext cx="338604" cy="650132"/>
            <a:chOff x="9071737" y="5772887"/>
            <a:chExt cx="377892" cy="725566"/>
          </a:xfrm>
        </p:grpSpPr>
        <p:sp>
          <p:nvSpPr>
            <p:cNvPr id="309" name="Oval 308"/>
            <p:cNvSpPr/>
            <p:nvPr/>
          </p:nvSpPr>
          <p:spPr bwMode="auto">
            <a:xfrm>
              <a:off x="9071737" y="5772887"/>
              <a:ext cx="377892" cy="377892"/>
            </a:xfrm>
            <a:prstGeom prst="ellipse">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sp>
          <p:nvSpPr>
            <p:cNvPr id="310" name="Oval 309"/>
            <p:cNvSpPr/>
            <p:nvPr/>
          </p:nvSpPr>
          <p:spPr bwMode="auto">
            <a:xfrm>
              <a:off x="9187636" y="5886568"/>
              <a:ext cx="150692" cy="150692"/>
            </a:xfrm>
            <a:prstGeom prst="ellipse">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sp>
          <p:nvSpPr>
            <p:cNvPr id="311" name="Rectangle 310"/>
            <p:cNvSpPr/>
            <p:nvPr/>
          </p:nvSpPr>
          <p:spPr bwMode="auto">
            <a:xfrm>
              <a:off x="9199420" y="6095996"/>
              <a:ext cx="138908" cy="402457"/>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sp>
          <p:nvSpPr>
            <p:cNvPr id="312" name="Rectangle 311"/>
            <p:cNvSpPr/>
            <p:nvPr/>
          </p:nvSpPr>
          <p:spPr bwMode="auto">
            <a:xfrm>
              <a:off x="9101276" y="6312592"/>
              <a:ext cx="161213" cy="117983"/>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grpSp>
      <p:grpSp>
        <p:nvGrpSpPr>
          <p:cNvPr id="313" name="Group 312"/>
          <p:cNvGrpSpPr/>
          <p:nvPr/>
        </p:nvGrpSpPr>
        <p:grpSpPr>
          <a:xfrm>
            <a:off x="8767751" y="3304370"/>
            <a:ext cx="338604" cy="650132"/>
            <a:chOff x="9071737" y="5772887"/>
            <a:chExt cx="377892" cy="725566"/>
          </a:xfrm>
        </p:grpSpPr>
        <p:sp>
          <p:nvSpPr>
            <p:cNvPr id="314" name="Oval 313"/>
            <p:cNvSpPr/>
            <p:nvPr/>
          </p:nvSpPr>
          <p:spPr bwMode="auto">
            <a:xfrm>
              <a:off x="9071737" y="5772887"/>
              <a:ext cx="377892" cy="377892"/>
            </a:xfrm>
            <a:prstGeom prst="ellipse">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sp>
          <p:nvSpPr>
            <p:cNvPr id="315" name="Oval 314"/>
            <p:cNvSpPr/>
            <p:nvPr/>
          </p:nvSpPr>
          <p:spPr bwMode="auto">
            <a:xfrm>
              <a:off x="9187636" y="5886568"/>
              <a:ext cx="150692" cy="150692"/>
            </a:xfrm>
            <a:prstGeom prst="ellipse">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sp>
          <p:nvSpPr>
            <p:cNvPr id="316" name="Rectangle 315"/>
            <p:cNvSpPr/>
            <p:nvPr/>
          </p:nvSpPr>
          <p:spPr bwMode="auto">
            <a:xfrm>
              <a:off x="9199420" y="6095996"/>
              <a:ext cx="138908" cy="402457"/>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sp>
          <p:nvSpPr>
            <p:cNvPr id="317" name="Rectangle 316"/>
            <p:cNvSpPr/>
            <p:nvPr/>
          </p:nvSpPr>
          <p:spPr bwMode="auto">
            <a:xfrm>
              <a:off x="9101276" y="6312592"/>
              <a:ext cx="161213" cy="117983"/>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grpSp>
      <p:grpSp>
        <p:nvGrpSpPr>
          <p:cNvPr id="377" name="Group 376"/>
          <p:cNvGrpSpPr/>
          <p:nvPr/>
        </p:nvGrpSpPr>
        <p:grpSpPr>
          <a:xfrm>
            <a:off x="2292657" y="4632630"/>
            <a:ext cx="6549920" cy="1758532"/>
            <a:chOff x="2292657" y="4785030"/>
            <a:chExt cx="6549920" cy="1758532"/>
          </a:xfrm>
        </p:grpSpPr>
        <p:sp>
          <p:nvSpPr>
            <p:cNvPr id="378" name="Rectangle 377"/>
            <p:cNvSpPr>
              <a:spLocks noChangeArrowheads="1"/>
            </p:cNvSpPr>
            <p:nvPr/>
          </p:nvSpPr>
          <p:spPr bwMode="auto">
            <a:xfrm>
              <a:off x="5668668" y="5394212"/>
              <a:ext cx="687388" cy="1006475"/>
            </a:xfrm>
            <a:prstGeom prst="rect">
              <a:avLst/>
            </a:prstGeom>
            <a:solidFill>
              <a:srgbClr val="D2D2D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79" name="Freeform 17"/>
            <p:cNvSpPr>
              <a:spLocks/>
            </p:cNvSpPr>
            <p:nvPr/>
          </p:nvSpPr>
          <p:spPr bwMode="auto">
            <a:xfrm>
              <a:off x="5311826" y="5812528"/>
              <a:ext cx="3530751" cy="729142"/>
            </a:xfrm>
            <a:custGeom>
              <a:avLst/>
              <a:gdLst>
                <a:gd name="T0" fmla="*/ 1443 w 1846"/>
                <a:gd name="T1" fmla="*/ 123 h 398"/>
                <a:gd name="T2" fmla="*/ 1141 w 1846"/>
                <a:gd name="T3" fmla="*/ 33 h 398"/>
                <a:gd name="T4" fmla="*/ 985 w 1846"/>
                <a:gd name="T5" fmla="*/ 17 h 398"/>
                <a:gd name="T6" fmla="*/ 0 w 1846"/>
                <a:gd name="T7" fmla="*/ 398 h 398"/>
                <a:gd name="T8" fmla="*/ 654 w 1846"/>
                <a:gd name="T9" fmla="*/ 398 h 398"/>
                <a:gd name="T10" fmla="*/ 1846 w 1846"/>
                <a:gd name="T11" fmla="*/ 398 h 398"/>
                <a:gd name="T12" fmla="*/ 1443 w 1846"/>
                <a:gd name="T13" fmla="*/ 123 h 398"/>
              </a:gdLst>
              <a:ahLst/>
              <a:cxnLst>
                <a:cxn ang="0">
                  <a:pos x="T0" y="T1"/>
                </a:cxn>
                <a:cxn ang="0">
                  <a:pos x="T2" y="T3"/>
                </a:cxn>
                <a:cxn ang="0">
                  <a:pos x="T4" y="T5"/>
                </a:cxn>
                <a:cxn ang="0">
                  <a:pos x="T6" y="T7"/>
                </a:cxn>
                <a:cxn ang="0">
                  <a:pos x="T8" y="T9"/>
                </a:cxn>
                <a:cxn ang="0">
                  <a:pos x="T10" y="T11"/>
                </a:cxn>
                <a:cxn ang="0">
                  <a:pos x="T12" y="T13"/>
                </a:cxn>
              </a:cxnLst>
              <a:rect l="0" t="0" r="r" b="b"/>
              <a:pathLst>
                <a:path w="1846" h="398">
                  <a:moveTo>
                    <a:pt x="1443" y="123"/>
                  </a:moveTo>
                  <a:cubicBezTo>
                    <a:pt x="1346" y="81"/>
                    <a:pt x="1244" y="51"/>
                    <a:pt x="1141" y="33"/>
                  </a:cubicBezTo>
                  <a:cubicBezTo>
                    <a:pt x="1089" y="25"/>
                    <a:pt x="1037" y="19"/>
                    <a:pt x="985" y="17"/>
                  </a:cubicBezTo>
                  <a:cubicBezTo>
                    <a:pt x="631" y="0"/>
                    <a:pt x="271" y="127"/>
                    <a:pt x="0" y="398"/>
                  </a:cubicBezTo>
                  <a:cubicBezTo>
                    <a:pt x="654" y="398"/>
                    <a:pt x="654" y="398"/>
                    <a:pt x="654" y="398"/>
                  </a:cubicBezTo>
                  <a:cubicBezTo>
                    <a:pt x="1846" y="398"/>
                    <a:pt x="1846" y="398"/>
                    <a:pt x="1846" y="398"/>
                  </a:cubicBezTo>
                  <a:cubicBezTo>
                    <a:pt x="1726" y="278"/>
                    <a:pt x="1589" y="187"/>
                    <a:pt x="1443" y="123"/>
                  </a:cubicBezTo>
                  <a:close/>
                </a:path>
              </a:pathLst>
            </a:custGeom>
            <a:solidFill>
              <a:srgbClr val="BAD80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505050"/>
                </a:solidFill>
              </a:endParaRPr>
            </a:p>
          </p:txBody>
        </p:sp>
        <p:sp>
          <p:nvSpPr>
            <p:cNvPr id="380" name="Rectangle 9"/>
            <p:cNvSpPr>
              <a:spLocks noChangeArrowheads="1"/>
            </p:cNvSpPr>
            <p:nvPr/>
          </p:nvSpPr>
          <p:spPr bwMode="auto">
            <a:xfrm>
              <a:off x="4569903" y="5031137"/>
              <a:ext cx="649288" cy="1474787"/>
            </a:xfrm>
            <a:prstGeom prst="rect">
              <a:avLst/>
            </a:prstGeom>
            <a:solidFill>
              <a:srgbClr val="D2D2D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81" name="Rectangle 11"/>
            <p:cNvSpPr>
              <a:spLocks noChangeArrowheads="1"/>
            </p:cNvSpPr>
            <p:nvPr/>
          </p:nvSpPr>
          <p:spPr bwMode="auto">
            <a:xfrm>
              <a:off x="4374641" y="5461349"/>
              <a:ext cx="258763" cy="1044575"/>
            </a:xfrm>
            <a:prstGeom prst="rect">
              <a:avLst/>
            </a:prstGeom>
            <a:solidFill>
              <a:srgbClr val="D2D2D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nvGrpSpPr>
            <p:cNvPr id="382" name="Group 381"/>
            <p:cNvGrpSpPr/>
            <p:nvPr/>
          </p:nvGrpSpPr>
          <p:grpSpPr>
            <a:xfrm>
              <a:off x="4801678" y="4785030"/>
              <a:ext cx="1082461" cy="1758532"/>
              <a:chOff x="10761663" y="4627563"/>
              <a:chExt cx="1382713" cy="2246312"/>
            </a:xfrm>
          </p:grpSpPr>
          <p:sp>
            <p:nvSpPr>
              <p:cNvPr id="391" name="Rectangle 23"/>
              <p:cNvSpPr>
                <a:spLocks noChangeArrowheads="1"/>
              </p:cNvSpPr>
              <p:nvPr/>
            </p:nvSpPr>
            <p:spPr bwMode="auto">
              <a:xfrm>
                <a:off x="10826751" y="4652963"/>
                <a:ext cx="1254125" cy="2220912"/>
              </a:xfrm>
              <a:prstGeom prst="rect">
                <a:avLst/>
              </a:prstGeom>
              <a:solidFill>
                <a:srgbClr val="0072C6"/>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92" name="Rectangle 24"/>
              <p:cNvSpPr>
                <a:spLocks noChangeArrowheads="1"/>
              </p:cNvSpPr>
              <p:nvPr/>
            </p:nvSpPr>
            <p:spPr bwMode="auto">
              <a:xfrm>
                <a:off x="11517313" y="6556375"/>
                <a:ext cx="161925" cy="317500"/>
              </a:xfrm>
              <a:prstGeom prst="rect">
                <a:avLst/>
              </a:prstGeom>
              <a:solidFill>
                <a:srgbClr val="00205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93" name="Rectangle 27"/>
              <p:cNvSpPr>
                <a:spLocks noChangeArrowheads="1"/>
              </p:cNvSpPr>
              <p:nvPr/>
            </p:nvSpPr>
            <p:spPr bwMode="auto">
              <a:xfrm>
                <a:off x="11231563" y="6556375"/>
                <a:ext cx="165100" cy="317500"/>
              </a:xfrm>
              <a:prstGeom prst="rect">
                <a:avLst/>
              </a:prstGeom>
              <a:solidFill>
                <a:srgbClr val="00205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94" name="Rectangle 28"/>
              <p:cNvSpPr>
                <a:spLocks noChangeArrowheads="1"/>
              </p:cNvSpPr>
              <p:nvPr/>
            </p:nvSpPr>
            <p:spPr bwMode="auto">
              <a:xfrm>
                <a:off x="10950576" y="5445125"/>
                <a:ext cx="1014413" cy="161925"/>
              </a:xfrm>
              <a:prstGeom prst="rect">
                <a:avLst/>
              </a:prstGeom>
              <a:solidFill>
                <a:srgbClr val="00205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95" name="Rectangle 29"/>
              <p:cNvSpPr>
                <a:spLocks noChangeArrowheads="1"/>
              </p:cNvSpPr>
              <p:nvPr/>
            </p:nvSpPr>
            <p:spPr bwMode="auto">
              <a:xfrm>
                <a:off x="10950576" y="5727700"/>
                <a:ext cx="1014413" cy="161925"/>
              </a:xfrm>
              <a:prstGeom prst="rect">
                <a:avLst/>
              </a:prstGeom>
              <a:solidFill>
                <a:srgbClr val="00205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96" name="Rectangle 30"/>
              <p:cNvSpPr>
                <a:spLocks noChangeArrowheads="1"/>
              </p:cNvSpPr>
              <p:nvPr/>
            </p:nvSpPr>
            <p:spPr bwMode="auto">
              <a:xfrm>
                <a:off x="10950576" y="6010275"/>
                <a:ext cx="1014413" cy="161925"/>
              </a:xfrm>
              <a:prstGeom prst="rect">
                <a:avLst/>
              </a:prstGeom>
              <a:solidFill>
                <a:srgbClr val="00205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97" name="Rectangle 31"/>
              <p:cNvSpPr>
                <a:spLocks noChangeArrowheads="1"/>
              </p:cNvSpPr>
              <p:nvPr/>
            </p:nvSpPr>
            <p:spPr bwMode="auto">
              <a:xfrm>
                <a:off x="10950576" y="6292850"/>
                <a:ext cx="1014413" cy="161925"/>
              </a:xfrm>
              <a:prstGeom prst="rect">
                <a:avLst/>
              </a:prstGeom>
              <a:solidFill>
                <a:srgbClr val="00205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98" name="Rectangle 32"/>
              <p:cNvSpPr>
                <a:spLocks noChangeArrowheads="1"/>
              </p:cNvSpPr>
              <p:nvPr/>
            </p:nvSpPr>
            <p:spPr bwMode="auto">
              <a:xfrm>
                <a:off x="10950576" y="4879975"/>
                <a:ext cx="1014413" cy="161925"/>
              </a:xfrm>
              <a:prstGeom prst="rect">
                <a:avLst/>
              </a:prstGeom>
              <a:solidFill>
                <a:srgbClr val="00205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99" name="Rectangle 33"/>
              <p:cNvSpPr>
                <a:spLocks noChangeArrowheads="1"/>
              </p:cNvSpPr>
              <p:nvPr/>
            </p:nvSpPr>
            <p:spPr bwMode="auto">
              <a:xfrm>
                <a:off x="10950576" y="5162550"/>
                <a:ext cx="1014413" cy="161925"/>
              </a:xfrm>
              <a:prstGeom prst="rect">
                <a:avLst/>
              </a:prstGeom>
              <a:solidFill>
                <a:srgbClr val="00205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00" name="Rectangle 52"/>
              <p:cNvSpPr>
                <a:spLocks noChangeArrowheads="1"/>
              </p:cNvSpPr>
              <p:nvPr/>
            </p:nvSpPr>
            <p:spPr bwMode="auto">
              <a:xfrm>
                <a:off x="10761663" y="4627563"/>
                <a:ext cx="1382713" cy="47625"/>
              </a:xfrm>
              <a:prstGeom prst="rect">
                <a:avLst/>
              </a:prstGeom>
              <a:solidFill>
                <a:srgbClr val="00205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383" name="Rectangle 35"/>
            <p:cNvSpPr>
              <a:spLocks noChangeArrowheads="1"/>
            </p:cNvSpPr>
            <p:nvPr/>
          </p:nvSpPr>
          <p:spPr bwMode="auto">
            <a:xfrm>
              <a:off x="4429042" y="6268519"/>
              <a:ext cx="54320" cy="204744"/>
            </a:xfrm>
            <a:prstGeom prst="rect">
              <a:avLst/>
            </a:prstGeom>
            <a:solidFill>
              <a:srgbClr val="969696"/>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84" name="Rectangle 34"/>
            <p:cNvSpPr>
              <a:spLocks noChangeArrowheads="1"/>
            </p:cNvSpPr>
            <p:nvPr/>
          </p:nvSpPr>
          <p:spPr bwMode="auto">
            <a:xfrm>
              <a:off x="2292657" y="6472557"/>
              <a:ext cx="2850214" cy="67516"/>
            </a:xfrm>
            <a:prstGeom prst="rect">
              <a:avLst/>
            </a:prstGeom>
            <a:solidFill>
              <a:srgbClr val="7FBA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85" name="Oval 36"/>
            <p:cNvSpPr>
              <a:spLocks noChangeArrowheads="1"/>
            </p:cNvSpPr>
            <p:nvPr/>
          </p:nvSpPr>
          <p:spPr bwMode="auto">
            <a:xfrm>
              <a:off x="4318313" y="6087800"/>
              <a:ext cx="271599" cy="271599"/>
            </a:xfrm>
            <a:prstGeom prst="ellipse">
              <a:avLst/>
            </a:prstGeom>
            <a:solidFill>
              <a:srgbClr val="7FBA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86" name="Oval 37"/>
            <p:cNvSpPr>
              <a:spLocks noChangeArrowheads="1"/>
            </p:cNvSpPr>
            <p:nvPr/>
          </p:nvSpPr>
          <p:spPr bwMode="auto">
            <a:xfrm>
              <a:off x="4354874" y="5947823"/>
              <a:ext cx="200564" cy="199520"/>
            </a:xfrm>
            <a:prstGeom prst="ellipse">
              <a:avLst/>
            </a:prstGeom>
            <a:solidFill>
              <a:srgbClr val="7FBA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87" name="Rectangle 38"/>
            <p:cNvSpPr>
              <a:spLocks noChangeArrowheads="1"/>
            </p:cNvSpPr>
            <p:nvPr/>
          </p:nvSpPr>
          <p:spPr bwMode="auto">
            <a:xfrm>
              <a:off x="4785254" y="6268519"/>
              <a:ext cx="53275" cy="204744"/>
            </a:xfrm>
            <a:prstGeom prst="rect">
              <a:avLst/>
            </a:prstGeom>
            <a:solidFill>
              <a:srgbClr val="969696"/>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88" name="Oval 39"/>
            <p:cNvSpPr>
              <a:spLocks noChangeArrowheads="1"/>
            </p:cNvSpPr>
            <p:nvPr/>
          </p:nvSpPr>
          <p:spPr bwMode="auto">
            <a:xfrm>
              <a:off x="4673480" y="6087800"/>
              <a:ext cx="273688" cy="271599"/>
            </a:xfrm>
            <a:prstGeom prst="ellipse">
              <a:avLst/>
            </a:prstGeom>
            <a:solidFill>
              <a:srgbClr val="7FBA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89" name="Oval 40"/>
            <p:cNvSpPr>
              <a:spLocks noChangeArrowheads="1"/>
            </p:cNvSpPr>
            <p:nvPr/>
          </p:nvSpPr>
          <p:spPr bwMode="auto">
            <a:xfrm>
              <a:off x="4711086" y="5947823"/>
              <a:ext cx="199521" cy="199520"/>
            </a:xfrm>
            <a:prstGeom prst="ellipse">
              <a:avLst/>
            </a:prstGeom>
            <a:solidFill>
              <a:srgbClr val="7FBA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90" name="Rectangle 93"/>
            <p:cNvSpPr>
              <a:spLocks noChangeArrowheads="1"/>
            </p:cNvSpPr>
            <p:nvPr/>
          </p:nvSpPr>
          <p:spPr bwMode="auto">
            <a:xfrm>
              <a:off x="5768832" y="6473261"/>
              <a:ext cx="498723" cy="66811"/>
            </a:xfrm>
            <a:prstGeom prst="rect">
              <a:avLst/>
            </a:prstGeom>
            <a:solidFill>
              <a:srgbClr val="7FBA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162" name="Freeform 9"/>
          <p:cNvSpPr>
            <a:spLocks/>
          </p:cNvSpPr>
          <p:nvPr/>
        </p:nvSpPr>
        <p:spPr bwMode="auto">
          <a:xfrm>
            <a:off x="7297977" y="5469345"/>
            <a:ext cx="4907737" cy="919922"/>
          </a:xfrm>
          <a:custGeom>
            <a:avLst/>
            <a:gdLst>
              <a:gd name="T0" fmla="*/ 2420 w 3366"/>
              <a:gd name="T1" fmla="*/ 106 h 769"/>
              <a:gd name="T2" fmla="*/ 1231 w 3366"/>
              <a:gd name="T3" fmla="*/ 89 h 769"/>
              <a:gd name="T4" fmla="*/ 0 w 3366"/>
              <a:gd name="T5" fmla="*/ 769 h 769"/>
              <a:gd name="T6" fmla="*/ 3366 w 3366"/>
              <a:gd name="T7" fmla="*/ 769 h 769"/>
              <a:gd name="T8" fmla="*/ 3366 w 3366"/>
              <a:gd name="T9" fmla="*/ 577 h 769"/>
              <a:gd name="T10" fmla="*/ 2420 w 3366"/>
              <a:gd name="T11" fmla="*/ 106 h 769"/>
            </a:gdLst>
            <a:ahLst/>
            <a:cxnLst>
              <a:cxn ang="0">
                <a:pos x="T0" y="T1"/>
              </a:cxn>
              <a:cxn ang="0">
                <a:pos x="T2" y="T3"/>
              </a:cxn>
              <a:cxn ang="0">
                <a:pos x="T4" y="T5"/>
              </a:cxn>
              <a:cxn ang="0">
                <a:pos x="T6" y="T7"/>
              </a:cxn>
              <a:cxn ang="0">
                <a:pos x="T8" y="T9"/>
              </a:cxn>
              <a:cxn ang="0">
                <a:pos x="T10" y="T11"/>
              </a:cxn>
            </a:cxnLst>
            <a:rect l="0" t="0" r="r" b="b"/>
            <a:pathLst>
              <a:path w="3366" h="769">
                <a:moveTo>
                  <a:pt x="2420" y="106"/>
                </a:moveTo>
                <a:cubicBezTo>
                  <a:pt x="2031" y="6"/>
                  <a:pt x="1623" y="0"/>
                  <a:pt x="1231" y="89"/>
                </a:cubicBezTo>
                <a:cubicBezTo>
                  <a:pt x="780" y="191"/>
                  <a:pt x="351" y="417"/>
                  <a:pt x="0" y="769"/>
                </a:cubicBezTo>
                <a:cubicBezTo>
                  <a:pt x="3366" y="769"/>
                  <a:pt x="3366" y="769"/>
                  <a:pt x="3366" y="769"/>
                </a:cubicBezTo>
                <a:cubicBezTo>
                  <a:pt x="3366" y="577"/>
                  <a:pt x="3366" y="577"/>
                  <a:pt x="3366" y="577"/>
                </a:cubicBezTo>
                <a:cubicBezTo>
                  <a:pt x="3080" y="349"/>
                  <a:pt x="2757" y="192"/>
                  <a:pt x="2420" y="106"/>
                </a:cubicBezTo>
                <a:close/>
              </a:path>
            </a:pathLst>
          </a:custGeom>
          <a:solidFill>
            <a:srgbClr val="7FBA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505050"/>
              </a:solidFill>
            </a:endParaRPr>
          </a:p>
        </p:txBody>
      </p:sp>
      <p:sp>
        <p:nvSpPr>
          <p:cNvPr id="2" name="Title 1"/>
          <p:cNvSpPr>
            <a:spLocks noGrp="1"/>
          </p:cNvSpPr>
          <p:nvPr>
            <p:ph type="title" idx="4294967295"/>
          </p:nvPr>
        </p:nvSpPr>
        <p:spPr>
          <a:xfrm>
            <a:off x="536575" y="288925"/>
            <a:ext cx="11655425" cy="900113"/>
          </a:xfrm>
          <a:prstGeom prst="rect">
            <a:avLst/>
          </a:prstGeom>
        </p:spPr>
        <p:txBody>
          <a:bodyPr/>
          <a:lstStyle/>
          <a:p>
            <a:r>
              <a:rPr lang="da-DK" sz="4800" dirty="0"/>
              <a:t>Microsoft Azure Key Vault</a:t>
            </a:r>
          </a:p>
        </p:txBody>
      </p:sp>
      <p:grpSp>
        <p:nvGrpSpPr>
          <p:cNvPr id="219" name="Group 218"/>
          <p:cNvGrpSpPr/>
          <p:nvPr/>
        </p:nvGrpSpPr>
        <p:grpSpPr>
          <a:xfrm>
            <a:off x="11263454" y="5311599"/>
            <a:ext cx="283540" cy="498956"/>
            <a:chOff x="3431945" y="4082032"/>
            <a:chExt cx="291687" cy="559995"/>
          </a:xfrm>
        </p:grpSpPr>
        <p:sp>
          <p:nvSpPr>
            <p:cNvPr id="220" name="Rectangle 7"/>
            <p:cNvSpPr>
              <a:spLocks noChangeArrowheads="1"/>
            </p:cNvSpPr>
            <p:nvPr/>
          </p:nvSpPr>
          <p:spPr bwMode="auto">
            <a:xfrm>
              <a:off x="3551069" y="4423818"/>
              <a:ext cx="57892" cy="218209"/>
            </a:xfrm>
            <a:prstGeom prst="rect">
              <a:avLst/>
            </a:prstGeom>
            <a:solidFill>
              <a:srgbClr val="969696"/>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9642" tIns="44821" rIns="89642" bIns="44821" numCol="1" anchor="t" anchorCtr="0" compatLnSpc="1">
              <a:prstTxWarp prst="textNoShape">
                <a:avLst/>
              </a:prstTxWarp>
            </a:bodyPr>
            <a:lstStyle/>
            <a:p>
              <a:pPr defTabSz="914314">
                <a:defRPr/>
              </a:pPr>
              <a:endParaRPr lang="en-US" kern="0">
                <a:solidFill>
                  <a:srgbClr val="505050"/>
                </a:solidFill>
                <a:latin typeface="Segoe UI Light"/>
              </a:endParaRPr>
            </a:p>
          </p:txBody>
        </p:sp>
        <p:sp>
          <p:nvSpPr>
            <p:cNvPr id="221" name="Oval 8"/>
            <p:cNvSpPr>
              <a:spLocks noChangeArrowheads="1"/>
            </p:cNvSpPr>
            <p:nvPr/>
          </p:nvSpPr>
          <p:spPr bwMode="auto">
            <a:xfrm>
              <a:off x="3431945" y="4231215"/>
              <a:ext cx="291687" cy="289460"/>
            </a:xfrm>
            <a:prstGeom prst="ellipse">
              <a:avLst/>
            </a:prstGeom>
            <a:solidFill>
              <a:srgbClr val="7FBA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642" tIns="44821" rIns="89642" bIns="44821" numCol="1" anchor="t" anchorCtr="0" compatLnSpc="1">
              <a:prstTxWarp prst="textNoShape">
                <a:avLst/>
              </a:prstTxWarp>
            </a:bodyPr>
            <a:lstStyle/>
            <a:p>
              <a:pPr defTabSz="914314">
                <a:defRPr/>
              </a:pPr>
              <a:endParaRPr lang="en-US" kern="0">
                <a:solidFill>
                  <a:srgbClr val="505050"/>
                </a:solidFill>
                <a:latin typeface="Segoe UI Light"/>
              </a:endParaRPr>
            </a:p>
          </p:txBody>
        </p:sp>
        <p:sp>
          <p:nvSpPr>
            <p:cNvPr id="222" name="Oval 9"/>
            <p:cNvSpPr>
              <a:spLocks noChangeArrowheads="1"/>
            </p:cNvSpPr>
            <p:nvPr/>
          </p:nvSpPr>
          <p:spPr bwMode="auto">
            <a:xfrm>
              <a:off x="3472024" y="4082032"/>
              <a:ext cx="212642" cy="212642"/>
            </a:xfrm>
            <a:prstGeom prst="ellipse">
              <a:avLst/>
            </a:prstGeom>
            <a:solidFill>
              <a:srgbClr val="7FBA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642" tIns="44821" rIns="89642" bIns="44821" numCol="1" anchor="t" anchorCtr="0" compatLnSpc="1">
              <a:prstTxWarp prst="textNoShape">
                <a:avLst/>
              </a:prstTxWarp>
            </a:bodyPr>
            <a:lstStyle/>
            <a:p>
              <a:pPr defTabSz="914314">
                <a:defRPr/>
              </a:pPr>
              <a:endParaRPr lang="en-US" kern="0">
                <a:solidFill>
                  <a:srgbClr val="505050"/>
                </a:solidFill>
                <a:latin typeface="Segoe UI Light"/>
              </a:endParaRPr>
            </a:p>
          </p:txBody>
        </p:sp>
      </p:grpSp>
      <p:grpSp>
        <p:nvGrpSpPr>
          <p:cNvPr id="97" name="Group 96"/>
          <p:cNvGrpSpPr/>
          <p:nvPr/>
        </p:nvGrpSpPr>
        <p:grpSpPr>
          <a:xfrm>
            <a:off x="10801980" y="5156853"/>
            <a:ext cx="283540" cy="498956"/>
            <a:chOff x="3431945" y="4082032"/>
            <a:chExt cx="291687" cy="559995"/>
          </a:xfrm>
        </p:grpSpPr>
        <p:sp>
          <p:nvSpPr>
            <p:cNvPr id="98" name="Rectangle 7"/>
            <p:cNvSpPr>
              <a:spLocks noChangeArrowheads="1"/>
            </p:cNvSpPr>
            <p:nvPr/>
          </p:nvSpPr>
          <p:spPr bwMode="auto">
            <a:xfrm>
              <a:off x="3551069" y="4423818"/>
              <a:ext cx="57892" cy="218209"/>
            </a:xfrm>
            <a:prstGeom prst="rect">
              <a:avLst/>
            </a:prstGeom>
            <a:solidFill>
              <a:srgbClr val="969696"/>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9642" tIns="44821" rIns="89642" bIns="44821" numCol="1" anchor="t" anchorCtr="0" compatLnSpc="1">
              <a:prstTxWarp prst="textNoShape">
                <a:avLst/>
              </a:prstTxWarp>
            </a:bodyPr>
            <a:lstStyle/>
            <a:p>
              <a:pPr defTabSz="914314">
                <a:defRPr/>
              </a:pPr>
              <a:endParaRPr lang="en-US" kern="0">
                <a:solidFill>
                  <a:srgbClr val="505050"/>
                </a:solidFill>
                <a:latin typeface="Segoe UI Light"/>
              </a:endParaRPr>
            </a:p>
          </p:txBody>
        </p:sp>
        <p:sp>
          <p:nvSpPr>
            <p:cNvPr id="99" name="Oval 8"/>
            <p:cNvSpPr>
              <a:spLocks noChangeArrowheads="1"/>
            </p:cNvSpPr>
            <p:nvPr/>
          </p:nvSpPr>
          <p:spPr bwMode="auto">
            <a:xfrm>
              <a:off x="3431945" y="4231215"/>
              <a:ext cx="291687" cy="289460"/>
            </a:xfrm>
            <a:prstGeom prst="ellipse">
              <a:avLst/>
            </a:prstGeom>
            <a:solidFill>
              <a:srgbClr val="7FBA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642" tIns="44821" rIns="89642" bIns="44821" numCol="1" anchor="t" anchorCtr="0" compatLnSpc="1">
              <a:prstTxWarp prst="textNoShape">
                <a:avLst/>
              </a:prstTxWarp>
            </a:bodyPr>
            <a:lstStyle/>
            <a:p>
              <a:pPr defTabSz="914314">
                <a:defRPr/>
              </a:pPr>
              <a:endParaRPr lang="en-US" kern="0">
                <a:solidFill>
                  <a:srgbClr val="505050"/>
                </a:solidFill>
                <a:latin typeface="Segoe UI Light"/>
              </a:endParaRPr>
            </a:p>
          </p:txBody>
        </p:sp>
        <p:sp>
          <p:nvSpPr>
            <p:cNvPr id="100" name="Oval 9"/>
            <p:cNvSpPr>
              <a:spLocks noChangeArrowheads="1"/>
            </p:cNvSpPr>
            <p:nvPr/>
          </p:nvSpPr>
          <p:spPr bwMode="auto">
            <a:xfrm>
              <a:off x="3472024" y="4082032"/>
              <a:ext cx="212642" cy="212642"/>
            </a:xfrm>
            <a:prstGeom prst="ellipse">
              <a:avLst/>
            </a:prstGeom>
            <a:solidFill>
              <a:srgbClr val="7FBA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642" tIns="44821" rIns="89642" bIns="44821" numCol="1" anchor="t" anchorCtr="0" compatLnSpc="1">
              <a:prstTxWarp prst="textNoShape">
                <a:avLst/>
              </a:prstTxWarp>
            </a:bodyPr>
            <a:lstStyle/>
            <a:p>
              <a:pPr defTabSz="914314">
                <a:defRPr/>
              </a:pPr>
              <a:endParaRPr lang="en-US" kern="0">
                <a:solidFill>
                  <a:srgbClr val="505050"/>
                </a:solidFill>
                <a:latin typeface="Segoe UI Light"/>
              </a:endParaRPr>
            </a:p>
          </p:txBody>
        </p:sp>
      </p:grpSp>
      <p:sp>
        <p:nvSpPr>
          <p:cNvPr id="195" name="Rectangle 194"/>
          <p:cNvSpPr/>
          <p:nvPr>
            <p:custDataLst>
              <p:tags r:id="rId1"/>
            </p:custDataLst>
          </p:nvPr>
        </p:nvSpPr>
        <p:spPr bwMode="auto">
          <a:xfrm>
            <a:off x="269240" y="1389240"/>
            <a:ext cx="5381300" cy="2215991"/>
          </a:xfrm>
          <a:prstGeom prst="rect">
            <a:avLst/>
          </a:prstGeom>
          <a:ln>
            <a:noFill/>
          </a:ln>
        </p:spPr>
        <p:txBody>
          <a:bodyPr vert="horz" wrap="square" lIns="146304" tIns="0" rIns="0" bIns="0" rtlCol="0">
            <a:spAutoFit/>
          </a:bodyPr>
          <a:lstStyle/>
          <a:p>
            <a:r>
              <a:rPr lang="en-US" sz="2000" dirty="0">
                <a:solidFill>
                  <a:schemeClr val="bg1"/>
                </a:solidFill>
                <a:latin typeface="+mj-lt"/>
              </a:rPr>
              <a:t>Key Vault offers an easy, cost-effective way to safeguard keys and other secrets used by cloud apps and services using HSMs.</a:t>
            </a:r>
          </a:p>
          <a:p>
            <a:endParaRPr lang="en-US" sz="2000" dirty="0">
              <a:solidFill>
                <a:schemeClr val="bg1"/>
              </a:solidFill>
              <a:latin typeface="+mj-lt"/>
            </a:endParaRPr>
          </a:p>
          <a:p>
            <a:r>
              <a:rPr lang="en-US" sz="1600" dirty="0">
                <a:solidFill>
                  <a:schemeClr val="bg1"/>
                </a:solidFill>
              </a:rPr>
              <a:t>You manage your keys and secrets</a:t>
            </a:r>
          </a:p>
          <a:p>
            <a:endParaRPr lang="en-US" sz="1600" dirty="0">
              <a:solidFill>
                <a:schemeClr val="bg1"/>
              </a:solidFill>
            </a:endParaRPr>
          </a:p>
          <a:p>
            <a:r>
              <a:rPr lang="en-US" sz="1600" dirty="0">
                <a:solidFill>
                  <a:schemeClr val="bg1"/>
                </a:solidFill>
              </a:rPr>
              <a:t>Applications get high performance access to your keys and secrets… on your terms</a:t>
            </a:r>
          </a:p>
        </p:txBody>
      </p:sp>
      <p:sp>
        <p:nvSpPr>
          <p:cNvPr id="132" name="Rectangle 131"/>
          <p:cNvSpPr/>
          <p:nvPr>
            <p:custDataLst>
              <p:tags r:id="rId2"/>
            </p:custDataLst>
          </p:nvPr>
        </p:nvSpPr>
        <p:spPr bwMode="auto">
          <a:xfrm>
            <a:off x="5952382" y="4660218"/>
            <a:ext cx="674907" cy="338554"/>
          </a:xfrm>
          <a:prstGeom prst="rect">
            <a:avLst/>
          </a:prstGeom>
          <a:ln>
            <a:noFill/>
          </a:ln>
        </p:spPr>
        <p:txBody>
          <a:bodyPr vert="horz" wrap="square" lIns="0" tIns="0" rIns="0" bIns="0" rtlCol="0">
            <a:spAutoFit/>
          </a:bodyPr>
          <a:lstStyle/>
          <a:p>
            <a:r>
              <a:rPr lang="en-US" sz="1100" dirty="0">
                <a:solidFill>
                  <a:schemeClr val="bg1"/>
                </a:solidFill>
              </a:rPr>
              <a:t>Import </a:t>
            </a:r>
            <a:br>
              <a:rPr lang="en-US" sz="1100" dirty="0">
                <a:solidFill>
                  <a:schemeClr val="bg1"/>
                </a:solidFill>
              </a:rPr>
            </a:br>
            <a:r>
              <a:rPr lang="en-US" sz="1100" dirty="0">
                <a:solidFill>
                  <a:schemeClr val="bg1"/>
                </a:solidFill>
              </a:rPr>
              <a:t>keys</a:t>
            </a:r>
          </a:p>
        </p:txBody>
      </p:sp>
      <p:grpSp>
        <p:nvGrpSpPr>
          <p:cNvPr id="401" name="Group 400"/>
          <p:cNvGrpSpPr/>
          <p:nvPr/>
        </p:nvGrpSpPr>
        <p:grpSpPr>
          <a:xfrm>
            <a:off x="5678392" y="5052279"/>
            <a:ext cx="1051821" cy="1318575"/>
            <a:chOff x="5765674" y="5228743"/>
            <a:chExt cx="1051821" cy="1318575"/>
          </a:xfrm>
        </p:grpSpPr>
        <p:sp>
          <p:nvSpPr>
            <p:cNvPr id="402" name="Rectangle 5"/>
            <p:cNvSpPr>
              <a:spLocks noChangeArrowheads="1"/>
            </p:cNvSpPr>
            <p:nvPr/>
          </p:nvSpPr>
          <p:spPr bwMode="auto">
            <a:xfrm>
              <a:off x="5815269" y="5228743"/>
              <a:ext cx="952501" cy="1318575"/>
            </a:xfrm>
            <a:prstGeom prst="rect">
              <a:avLst/>
            </a:prstGeom>
            <a:solidFill>
              <a:schemeClr val="tx1"/>
            </a:solidFill>
            <a:ln>
              <a:noFill/>
            </a:ln>
            <a:effectLst>
              <a:outerShdw blurRad="25400" dir="18900000" sy="23000" kx="-1200000" algn="bl" rotWithShape="0">
                <a:prstClr val="black">
                  <a:alpha val="20000"/>
                </a:prstClr>
              </a:outerShdw>
            </a:effectLst>
          </p:spPr>
          <p:txBody>
            <a:bodyPr vert="horz" wrap="square" lIns="91440" tIns="45720" rIns="91440" bIns="45720" numCol="1" anchor="t" anchorCtr="0" compatLnSpc="1">
              <a:prstTxWarp prst="textNoShape">
                <a:avLst/>
              </a:prstTxWarp>
            </a:bodyPr>
            <a:lstStyle/>
            <a:p>
              <a:endParaRPr lang="en-US"/>
            </a:p>
          </p:txBody>
        </p:sp>
        <p:grpSp>
          <p:nvGrpSpPr>
            <p:cNvPr id="403" name="Group 402"/>
            <p:cNvGrpSpPr/>
            <p:nvPr/>
          </p:nvGrpSpPr>
          <p:grpSpPr>
            <a:xfrm>
              <a:off x="6135493" y="5699578"/>
              <a:ext cx="313494" cy="508199"/>
              <a:chOff x="11390247" y="3747595"/>
              <a:chExt cx="313494" cy="508199"/>
            </a:xfrm>
          </p:grpSpPr>
          <p:sp>
            <p:nvSpPr>
              <p:cNvPr id="405" name="Freeform 7"/>
              <p:cNvSpPr>
                <a:spLocks/>
              </p:cNvSpPr>
              <p:nvPr/>
            </p:nvSpPr>
            <p:spPr bwMode="auto">
              <a:xfrm>
                <a:off x="11451215" y="3747595"/>
                <a:ext cx="191951" cy="221059"/>
              </a:xfrm>
              <a:custGeom>
                <a:avLst/>
                <a:gdLst>
                  <a:gd name="T0" fmla="*/ 206 w 206"/>
                  <a:gd name="T1" fmla="*/ 237 h 237"/>
                  <a:gd name="T2" fmla="*/ 161 w 206"/>
                  <a:gd name="T3" fmla="*/ 237 h 237"/>
                  <a:gd name="T4" fmla="*/ 161 w 206"/>
                  <a:gd name="T5" fmla="*/ 103 h 237"/>
                  <a:gd name="T6" fmla="*/ 103 w 206"/>
                  <a:gd name="T7" fmla="*/ 46 h 237"/>
                  <a:gd name="T8" fmla="*/ 45 w 206"/>
                  <a:gd name="T9" fmla="*/ 103 h 237"/>
                  <a:gd name="T10" fmla="*/ 45 w 206"/>
                  <a:gd name="T11" fmla="*/ 237 h 237"/>
                  <a:gd name="T12" fmla="*/ 0 w 206"/>
                  <a:gd name="T13" fmla="*/ 237 h 237"/>
                  <a:gd name="T14" fmla="*/ 0 w 206"/>
                  <a:gd name="T15" fmla="*/ 103 h 237"/>
                  <a:gd name="T16" fmla="*/ 103 w 206"/>
                  <a:gd name="T17" fmla="*/ 0 h 237"/>
                  <a:gd name="T18" fmla="*/ 206 w 206"/>
                  <a:gd name="T19" fmla="*/ 103 h 237"/>
                  <a:gd name="T20" fmla="*/ 206 w 206"/>
                  <a:gd name="T21" fmla="*/ 237 h 2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06" h="237">
                    <a:moveTo>
                      <a:pt x="206" y="237"/>
                    </a:moveTo>
                    <a:cubicBezTo>
                      <a:pt x="161" y="237"/>
                      <a:pt x="161" y="237"/>
                      <a:pt x="161" y="237"/>
                    </a:cubicBezTo>
                    <a:cubicBezTo>
                      <a:pt x="161" y="103"/>
                      <a:pt x="161" y="103"/>
                      <a:pt x="161" y="103"/>
                    </a:cubicBezTo>
                    <a:cubicBezTo>
                      <a:pt x="161" y="72"/>
                      <a:pt x="135" y="46"/>
                      <a:pt x="103" y="46"/>
                    </a:cubicBezTo>
                    <a:cubicBezTo>
                      <a:pt x="71" y="46"/>
                      <a:pt x="45" y="72"/>
                      <a:pt x="45" y="103"/>
                    </a:cubicBezTo>
                    <a:cubicBezTo>
                      <a:pt x="45" y="237"/>
                      <a:pt x="45" y="237"/>
                      <a:pt x="45" y="237"/>
                    </a:cubicBezTo>
                    <a:cubicBezTo>
                      <a:pt x="0" y="237"/>
                      <a:pt x="0" y="237"/>
                      <a:pt x="0" y="237"/>
                    </a:cubicBezTo>
                    <a:cubicBezTo>
                      <a:pt x="0" y="103"/>
                      <a:pt x="0" y="103"/>
                      <a:pt x="0" y="103"/>
                    </a:cubicBezTo>
                    <a:cubicBezTo>
                      <a:pt x="0" y="47"/>
                      <a:pt x="46" y="0"/>
                      <a:pt x="103" y="0"/>
                    </a:cubicBezTo>
                    <a:cubicBezTo>
                      <a:pt x="160" y="0"/>
                      <a:pt x="206" y="47"/>
                      <a:pt x="206" y="103"/>
                    </a:cubicBezTo>
                    <a:lnTo>
                      <a:pt x="206" y="237"/>
                    </a:lnTo>
                    <a:close/>
                  </a:path>
                </a:pathLst>
              </a:custGeom>
              <a:solidFill>
                <a:schemeClr val="bg1">
                  <a:lumMod val="85000"/>
                </a:schemeClr>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89642" tIns="44821" rIns="89642" bIns="44821" numCol="1" anchor="t" anchorCtr="0" compatLnSpc="1">
                <a:prstTxWarp prst="textNoShape">
                  <a:avLst/>
                </a:prstTxWarp>
              </a:bodyPr>
              <a:lstStyle/>
              <a:p>
                <a:pPr defTabSz="914300"/>
                <a:endParaRPr lang="en-US" sz="1765">
                  <a:solidFill>
                    <a:srgbClr val="505050"/>
                  </a:solidFill>
                </a:endParaRPr>
              </a:p>
            </p:txBody>
          </p:sp>
          <p:sp>
            <p:nvSpPr>
              <p:cNvPr id="406" name="Rectangle 8"/>
              <p:cNvSpPr>
                <a:spLocks noChangeArrowheads="1"/>
              </p:cNvSpPr>
              <p:nvPr/>
            </p:nvSpPr>
            <p:spPr bwMode="auto">
              <a:xfrm>
                <a:off x="11390247" y="3961180"/>
                <a:ext cx="313494" cy="294614"/>
              </a:xfrm>
              <a:prstGeom prst="rect">
                <a:avLst/>
              </a:prstGeom>
              <a:solidFill>
                <a:srgbClr val="FDB813"/>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vert="horz" wrap="square" lIns="89642" tIns="44821" rIns="89642" bIns="44821" numCol="1" anchor="t" anchorCtr="0" compatLnSpc="1">
                <a:prstTxWarp prst="textNoShape">
                  <a:avLst/>
                </a:prstTxWarp>
              </a:bodyPr>
              <a:lstStyle/>
              <a:p>
                <a:pPr defTabSz="914300"/>
                <a:endParaRPr lang="en-US" sz="1765">
                  <a:solidFill>
                    <a:srgbClr val="505050"/>
                  </a:solidFill>
                </a:endParaRPr>
              </a:p>
            </p:txBody>
          </p:sp>
          <p:sp>
            <p:nvSpPr>
              <p:cNvPr id="407" name="Rectangle 9"/>
              <p:cNvSpPr>
                <a:spLocks noChangeArrowheads="1"/>
              </p:cNvSpPr>
              <p:nvPr/>
            </p:nvSpPr>
            <p:spPr bwMode="auto">
              <a:xfrm>
                <a:off x="11390247" y="3961180"/>
                <a:ext cx="81422" cy="294614"/>
              </a:xfrm>
              <a:prstGeom prst="rect">
                <a:avLst/>
              </a:prstGeom>
              <a:solidFill>
                <a:srgbClr val="F78C1F"/>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vert="horz" wrap="square" lIns="89642" tIns="44821" rIns="89642" bIns="44821" numCol="1" anchor="t" anchorCtr="0" compatLnSpc="1">
                <a:prstTxWarp prst="textNoShape">
                  <a:avLst/>
                </a:prstTxWarp>
              </a:bodyPr>
              <a:lstStyle/>
              <a:p>
                <a:pPr defTabSz="914300"/>
                <a:endParaRPr lang="en-US" sz="1765">
                  <a:solidFill>
                    <a:srgbClr val="505050"/>
                  </a:solidFill>
                </a:endParaRPr>
              </a:p>
            </p:txBody>
          </p:sp>
          <p:sp>
            <p:nvSpPr>
              <p:cNvPr id="408" name="Freeform 10"/>
              <p:cNvSpPr>
                <a:spLocks/>
              </p:cNvSpPr>
              <p:nvPr/>
            </p:nvSpPr>
            <p:spPr bwMode="auto">
              <a:xfrm>
                <a:off x="11515330" y="4056369"/>
                <a:ext cx="63328" cy="111709"/>
              </a:xfrm>
              <a:custGeom>
                <a:avLst/>
                <a:gdLst>
                  <a:gd name="T0" fmla="*/ 68 w 68"/>
                  <a:gd name="T1" fmla="*/ 34 h 120"/>
                  <a:gd name="T2" fmla="*/ 34 w 68"/>
                  <a:gd name="T3" fmla="*/ 0 h 120"/>
                  <a:gd name="T4" fmla="*/ 0 w 68"/>
                  <a:gd name="T5" fmla="*/ 34 h 120"/>
                  <a:gd name="T6" fmla="*/ 22 w 68"/>
                  <a:gd name="T7" fmla="*/ 66 h 120"/>
                  <a:gd name="T8" fmla="*/ 22 w 68"/>
                  <a:gd name="T9" fmla="*/ 120 h 120"/>
                  <a:gd name="T10" fmla="*/ 45 w 68"/>
                  <a:gd name="T11" fmla="*/ 120 h 120"/>
                  <a:gd name="T12" fmla="*/ 45 w 68"/>
                  <a:gd name="T13" fmla="*/ 66 h 120"/>
                  <a:gd name="T14" fmla="*/ 68 w 68"/>
                  <a:gd name="T15" fmla="*/ 34 h 12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8" h="120">
                    <a:moveTo>
                      <a:pt x="68" y="34"/>
                    </a:moveTo>
                    <a:cubicBezTo>
                      <a:pt x="68" y="15"/>
                      <a:pt x="53" y="0"/>
                      <a:pt x="34" y="0"/>
                    </a:cubicBezTo>
                    <a:cubicBezTo>
                      <a:pt x="15" y="0"/>
                      <a:pt x="0" y="15"/>
                      <a:pt x="0" y="34"/>
                    </a:cubicBezTo>
                    <a:cubicBezTo>
                      <a:pt x="0" y="49"/>
                      <a:pt x="9" y="61"/>
                      <a:pt x="22" y="66"/>
                    </a:cubicBezTo>
                    <a:cubicBezTo>
                      <a:pt x="22" y="120"/>
                      <a:pt x="22" y="120"/>
                      <a:pt x="22" y="120"/>
                    </a:cubicBezTo>
                    <a:cubicBezTo>
                      <a:pt x="45" y="120"/>
                      <a:pt x="45" y="120"/>
                      <a:pt x="45" y="120"/>
                    </a:cubicBezTo>
                    <a:cubicBezTo>
                      <a:pt x="45" y="66"/>
                      <a:pt x="45" y="66"/>
                      <a:pt x="45" y="66"/>
                    </a:cubicBezTo>
                    <a:cubicBezTo>
                      <a:pt x="59" y="61"/>
                      <a:pt x="68" y="49"/>
                      <a:pt x="68" y="34"/>
                    </a:cubicBezTo>
                    <a:close/>
                  </a:path>
                </a:pathLst>
              </a:custGeom>
              <a:solidFill>
                <a:srgbClr val="333333"/>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89642" tIns="44821" rIns="89642" bIns="44821" numCol="1" anchor="t" anchorCtr="0" compatLnSpc="1">
                <a:prstTxWarp prst="textNoShape">
                  <a:avLst/>
                </a:prstTxWarp>
              </a:bodyPr>
              <a:lstStyle/>
              <a:p>
                <a:pPr defTabSz="914300"/>
                <a:endParaRPr lang="en-US" sz="1765">
                  <a:solidFill>
                    <a:srgbClr val="505050"/>
                  </a:solidFill>
                </a:endParaRPr>
              </a:p>
            </p:txBody>
          </p:sp>
        </p:grpSp>
        <p:sp>
          <p:nvSpPr>
            <p:cNvPr id="404" name="TextBox 403"/>
            <p:cNvSpPr txBox="1"/>
            <p:nvPr/>
          </p:nvSpPr>
          <p:spPr>
            <a:xfrm>
              <a:off x="5765674" y="5230424"/>
              <a:ext cx="1051821" cy="544765"/>
            </a:xfrm>
            <a:prstGeom prst="rect">
              <a:avLst/>
            </a:prstGeom>
            <a:noFill/>
          </p:spPr>
          <p:txBody>
            <a:bodyPr wrap="square" lIns="182880" tIns="146304" rIns="182880" bIns="146304" rtlCol="0">
              <a:spAutoFit/>
            </a:bodyPr>
            <a:lstStyle/>
            <a:p>
              <a:pPr algn="ctr">
                <a:lnSpc>
                  <a:spcPct val="90000"/>
                </a:lnSpc>
              </a:pPr>
              <a:r>
                <a:rPr lang="en-US" b="1" dirty="0">
                  <a:solidFill>
                    <a:schemeClr val="bg1"/>
                  </a:solidFill>
                </a:rPr>
                <a:t>HSM</a:t>
              </a:r>
            </a:p>
          </p:txBody>
        </p:sp>
      </p:grpSp>
      <p:cxnSp>
        <p:nvCxnSpPr>
          <p:cNvPr id="11" name="Straight Connector 10"/>
          <p:cNvCxnSpPr/>
          <p:nvPr/>
        </p:nvCxnSpPr>
        <p:spPr>
          <a:xfrm>
            <a:off x="6477303" y="3434662"/>
            <a:ext cx="0" cy="1613695"/>
          </a:xfrm>
          <a:prstGeom prst="line">
            <a:avLst/>
          </a:prstGeom>
          <a:ln w="76200">
            <a:solidFill>
              <a:schemeClr val="bg1">
                <a:lumMod val="75000"/>
              </a:schemeClr>
            </a:solidFill>
            <a:prstDash val="sysDot"/>
            <a:headEnd type="triangle" w="med" len="med"/>
            <a:tailEnd type="none" w="med" len="med"/>
          </a:ln>
        </p:spPr>
        <p:style>
          <a:lnRef idx="1">
            <a:schemeClr val="accent1"/>
          </a:lnRef>
          <a:fillRef idx="0">
            <a:schemeClr val="accent1"/>
          </a:fillRef>
          <a:effectRef idx="0">
            <a:schemeClr val="accent1"/>
          </a:effectRef>
          <a:fontRef idx="minor">
            <a:schemeClr val="tx1"/>
          </a:fontRef>
        </p:style>
      </p:cxnSp>
      <p:grpSp>
        <p:nvGrpSpPr>
          <p:cNvPr id="14" name="Group 13"/>
          <p:cNvGrpSpPr/>
          <p:nvPr/>
        </p:nvGrpSpPr>
        <p:grpSpPr>
          <a:xfrm>
            <a:off x="5566413" y="3097598"/>
            <a:ext cx="4427788" cy="496291"/>
            <a:chOff x="5566413" y="3097598"/>
            <a:chExt cx="4427788" cy="496291"/>
          </a:xfrm>
        </p:grpSpPr>
        <p:grpSp>
          <p:nvGrpSpPr>
            <p:cNvPr id="13" name="Group 12"/>
            <p:cNvGrpSpPr/>
            <p:nvPr/>
          </p:nvGrpSpPr>
          <p:grpSpPr>
            <a:xfrm>
              <a:off x="5566413" y="3133095"/>
              <a:ext cx="4427788" cy="433820"/>
              <a:chOff x="6086326" y="3107267"/>
              <a:chExt cx="4427788" cy="433820"/>
            </a:xfrm>
          </p:grpSpPr>
          <p:pic>
            <p:nvPicPr>
              <p:cNvPr id="9" name="Picture 8"/>
              <p:cNvPicPr>
                <a:picLocks noChangeAspect="1"/>
              </p:cNvPicPr>
              <p:nvPr/>
            </p:nvPicPr>
            <p:blipFill rotWithShape="1">
              <a:blip r:embed="rId5">
                <a:duotone>
                  <a:prstClr val="black"/>
                  <a:srgbClr val="D5EDFF">
                    <a:tint val="45000"/>
                    <a:satMod val="400000"/>
                  </a:srgbClr>
                </a:duotone>
                <a:extLst>
                  <a:ext uri="{28A0092B-C50C-407E-A947-70E740481C1C}">
                    <a14:useLocalDpi xmlns:a14="http://schemas.microsoft.com/office/drawing/2010/main" val="0"/>
                  </a:ext>
                </a:extLst>
              </a:blip>
              <a:srcRect t="82683"/>
              <a:stretch/>
            </p:blipFill>
            <p:spPr>
              <a:xfrm>
                <a:off x="6086326" y="3107267"/>
                <a:ext cx="3907875" cy="432855"/>
              </a:xfrm>
              <a:prstGeom prst="rect">
                <a:avLst/>
              </a:prstGeom>
            </p:spPr>
          </p:pic>
          <p:pic>
            <p:nvPicPr>
              <p:cNvPr id="12" name="Picture 11"/>
              <p:cNvPicPr>
                <a:picLocks noChangeAspect="1"/>
              </p:cNvPicPr>
              <p:nvPr/>
            </p:nvPicPr>
            <p:blipFill rotWithShape="1">
              <a:blip r:embed="rId5" cstate="print">
                <a:duotone>
                  <a:prstClr val="black"/>
                  <a:srgbClr val="D5EDFF">
                    <a:tint val="45000"/>
                    <a:satMod val="400000"/>
                  </a:srgbClr>
                </a:duotone>
                <a:extLst>
                  <a:ext uri="{28A0092B-C50C-407E-A947-70E740481C1C}">
                    <a14:useLocalDpi xmlns:a14="http://schemas.microsoft.com/office/drawing/2010/main" val="0"/>
                  </a:ext>
                </a:extLst>
              </a:blip>
              <a:srcRect t="67829"/>
              <a:stretch/>
            </p:blipFill>
            <p:spPr>
              <a:xfrm>
                <a:off x="8407196" y="3107517"/>
                <a:ext cx="2106918" cy="433570"/>
              </a:xfrm>
              <a:prstGeom prst="rect">
                <a:avLst/>
              </a:prstGeom>
            </p:spPr>
          </p:pic>
        </p:grpSp>
        <p:pic>
          <p:nvPicPr>
            <p:cNvPr id="19" name="Picture 18"/>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rot="5400000">
              <a:off x="7170743" y="3168700"/>
              <a:ext cx="341816" cy="298505"/>
            </a:xfrm>
            <a:prstGeom prst="rect">
              <a:avLst/>
            </a:prstGeom>
          </p:spPr>
        </p:pic>
        <p:sp>
          <p:nvSpPr>
            <p:cNvPr id="161" name="TextBox 160"/>
            <p:cNvSpPr txBox="1"/>
            <p:nvPr/>
          </p:nvSpPr>
          <p:spPr>
            <a:xfrm>
              <a:off x="7408666" y="3097598"/>
              <a:ext cx="1697689" cy="496291"/>
            </a:xfrm>
            <a:prstGeom prst="rect">
              <a:avLst/>
            </a:prstGeom>
            <a:noFill/>
          </p:spPr>
          <p:txBody>
            <a:bodyPr wrap="square" lIns="182880" tIns="146304" rIns="182880" bIns="146304" rtlCol="0">
              <a:spAutoFit/>
            </a:bodyPr>
            <a:lstStyle/>
            <a:p>
              <a:pPr>
                <a:lnSpc>
                  <a:spcPct val="90000"/>
                </a:lnSpc>
              </a:pPr>
              <a:r>
                <a:rPr lang="en-US" sz="1450" spc="-100" dirty="0">
                  <a:solidFill>
                    <a:schemeClr val="bg1"/>
                  </a:solidFill>
                  <a:latin typeface="Segoe UI Semibold" panose="020B0702040204020203" pitchFamily="34" charset="0"/>
                  <a:cs typeface="Segoe UI Semibold" panose="020B0702040204020203" pitchFamily="34" charset="0"/>
                </a:rPr>
                <a:t>Key Vault</a:t>
              </a:r>
            </a:p>
          </p:txBody>
        </p:sp>
      </p:grpSp>
      <p:grpSp>
        <p:nvGrpSpPr>
          <p:cNvPr id="139" name="Group 138"/>
          <p:cNvGrpSpPr/>
          <p:nvPr/>
        </p:nvGrpSpPr>
        <p:grpSpPr>
          <a:xfrm>
            <a:off x="2587" y="4148447"/>
            <a:ext cx="3618074" cy="2238551"/>
            <a:chOff x="2587" y="4300847"/>
            <a:chExt cx="3618074" cy="2238551"/>
          </a:xfrm>
        </p:grpSpPr>
        <p:sp>
          <p:nvSpPr>
            <p:cNvPr id="140" name="Rectangle 139"/>
            <p:cNvSpPr>
              <a:spLocks noChangeArrowheads="1"/>
            </p:cNvSpPr>
            <p:nvPr/>
          </p:nvSpPr>
          <p:spPr bwMode="auto">
            <a:xfrm>
              <a:off x="5455" y="5375461"/>
              <a:ext cx="406118" cy="1159096"/>
            </a:xfrm>
            <a:prstGeom prst="rect">
              <a:avLst/>
            </a:prstGeom>
            <a:solidFill>
              <a:srgbClr val="D2D2D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9642" tIns="44821" rIns="89642" bIns="44821" numCol="1" anchor="t" anchorCtr="0" compatLnSpc="1">
              <a:prstTxWarp prst="textNoShape">
                <a:avLst/>
              </a:prstTxWarp>
            </a:bodyPr>
            <a:lstStyle/>
            <a:p>
              <a:pPr defTabSz="914314"/>
              <a:endParaRPr lang="en-US">
                <a:solidFill>
                  <a:srgbClr val="505050"/>
                </a:solidFill>
                <a:latin typeface="Segoe UI Light"/>
              </a:endParaRPr>
            </a:p>
          </p:txBody>
        </p:sp>
        <p:sp>
          <p:nvSpPr>
            <p:cNvPr id="141" name="Rectangle 140"/>
            <p:cNvSpPr>
              <a:spLocks noChangeArrowheads="1"/>
            </p:cNvSpPr>
            <p:nvPr/>
          </p:nvSpPr>
          <p:spPr bwMode="auto">
            <a:xfrm>
              <a:off x="1160182" y="4972460"/>
              <a:ext cx="555218" cy="1562096"/>
            </a:xfrm>
            <a:prstGeom prst="rect">
              <a:avLst/>
            </a:prstGeom>
            <a:solidFill>
              <a:srgbClr val="D2D2D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9642" tIns="44821" rIns="89642" bIns="44821" numCol="1" anchor="t" anchorCtr="0" compatLnSpc="1">
              <a:prstTxWarp prst="textNoShape">
                <a:avLst/>
              </a:prstTxWarp>
            </a:bodyPr>
            <a:lstStyle/>
            <a:p>
              <a:pPr defTabSz="914314"/>
              <a:endParaRPr lang="en-US">
                <a:solidFill>
                  <a:srgbClr val="505050"/>
                </a:solidFill>
                <a:latin typeface="Segoe UI Light"/>
              </a:endParaRPr>
            </a:p>
          </p:txBody>
        </p:sp>
        <p:grpSp>
          <p:nvGrpSpPr>
            <p:cNvPr id="145" name="Group 144"/>
            <p:cNvGrpSpPr/>
            <p:nvPr/>
          </p:nvGrpSpPr>
          <p:grpSpPr>
            <a:xfrm>
              <a:off x="206364" y="4300847"/>
              <a:ext cx="2867443" cy="2238551"/>
              <a:chOff x="206364" y="4161314"/>
              <a:chExt cx="3046177" cy="2378085"/>
            </a:xfrm>
          </p:grpSpPr>
          <p:grpSp>
            <p:nvGrpSpPr>
              <p:cNvPr id="288" name="Group 287"/>
              <p:cNvGrpSpPr/>
              <p:nvPr/>
            </p:nvGrpSpPr>
            <p:grpSpPr>
              <a:xfrm>
                <a:off x="206364" y="4161314"/>
                <a:ext cx="2487512" cy="2378085"/>
                <a:chOff x="206364" y="3858608"/>
                <a:chExt cx="2487512" cy="1616694"/>
              </a:xfrm>
            </p:grpSpPr>
            <p:sp>
              <p:nvSpPr>
                <p:cNvPr id="290" name="Rectangle 289"/>
                <p:cNvSpPr/>
                <p:nvPr/>
              </p:nvSpPr>
              <p:spPr bwMode="auto">
                <a:xfrm>
                  <a:off x="206364" y="4578877"/>
                  <a:ext cx="896425" cy="896425"/>
                </a:xfrm>
                <a:prstGeom prst="rect">
                  <a:avLst/>
                </a:prstGeom>
                <a:solidFill>
                  <a:schemeClr val="bg1">
                    <a:lumMod val="95000"/>
                  </a:schemeClr>
                </a:solidFill>
                <a:ln>
                  <a:no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vert="horz" wrap="square" lIns="0" tIns="45720" rIns="0" bIns="45720" numCol="1" rtlCol="0" anchor="ctr" anchorCtr="0" compatLnSpc="1">
                  <a:prstTxWarp prst="textNoShape">
                    <a:avLst/>
                  </a:prstTxWarp>
                </a:bodyPr>
                <a:lstStyle/>
                <a:p>
                  <a:pPr algn="ctr" defTabSz="914102" fontAlgn="base">
                    <a:spcBef>
                      <a:spcPct val="0"/>
                    </a:spcBef>
                    <a:spcAft>
                      <a:spcPct val="0"/>
                    </a:spcAft>
                  </a:pPr>
                  <a:endParaRPr lang="en-US" sz="1961" dirty="0">
                    <a:gradFill>
                      <a:gsLst>
                        <a:gs pos="0">
                          <a:srgbClr val="FFFFFF"/>
                        </a:gs>
                        <a:gs pos="100000">
                          <a:srgbClr val="FFFFFF"/>
                        </a:gs>
                      </a:gsLst>
                      <a:lin ang="5400000" scaled="0"/>
                    </a:gradFill>
                    <a:latin typeface="Segoe UI Light"/>
                  </a:endParaRPr>
                </a:p>
              </p:txBody>
            </p:sp>
            <p:sp>
              <p:nvSpPr>
                <p:cNvPr id="291" name="Rectangle 290"/>
                <p:cNvSpPr/>
                <p:nvPr/>
              </p:nvSpPr>
              <p:spPr bwMode="auto">
                <a:xfrm>
                  <a:off x="542579" y="3858608"/>
                  <a:ext cx="896425" cy="1616694"/>
                </a:xfrm>
                <a:prstGeom prst="rect">
                  <a:avLst/>
                </a:prstGeom>
                <a:solidFill>
                  <a:schemeClr val="bg1">
                    <a:lumMod val="95000"/>
                  </a:schemeClr>
                </a:solidFill>
                <a:ln>
                  <a:no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vert="horz" wrap="square" lIns="0" tIns="45720" rIns="0" bIns="45720" numCol="1" rtlCol="0" anchor="ctr" anchorCtr="0" compatLnSpc="1">
                  <a:prstTxWarp prst="textNoShape">
                    <a:avLst/>
                  </a:prstTxWarp>
                </a:bodyPr>
                <a:lstStyle/>
                <a:p>
                  <a:pPr algn="ctr" defTabSz="914102" fontAlgn="base">
                    <a:spcBef>
                      <a:spcPct val="0"/>
                    </a:spcBef>
                    <a:spcAft>
                      <a:spcPct val="0"/>
                    </a:spcAft>
                  </a:pPr>
                  <a:endParaRPr lang="en-US" sz="1961" dirty="0">
                    <a:gradFill>
                      <a:gsLst>
                        <a:gs pos="0">
                          <a:srgbClr val="FFFFFF"/>
                        </a:gs>
                        <a:gs pos="100000">
                          <a:srgbClr val="FFFFFF"/>
                        </a:gs>
                      </a:gsLst>
                      <a:lin ang="5400000" scaled="0"/>
                    </a:gradFill>
                    <a:latin typeface="Segoe UI Light"/>
                  </a:endParaRPr>
                </a:p>
              </p:txBody>
            </p:sp>
            <p:sp>
              <p:nvSpPr>
                <p:cNvPr id="292" name="Rectangle 291"/>
                <p:cNvSpPr/>
                <p:nvPr/>
              </p:nvSpPr>
              <p:spPr bwMode="auto">
                <a:xfrm>
                  <a:off x="1797451" y="4008012"/>
                  <a:ext cx="896425" cy="1467289"/>
                </a:xfrm>
                <a:prstGeom prst="rect">
                  <a:avLst/>
                </a:prstGeom>
                <a:solidFill>
                  <a:schemeClr val="bg1">
                    <a:lumMod val="95000"/>
                  </a:schemeClr>
                </a:solidFill>
                <a:ln>
                  <a:no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vert="horz" wrap="square" lIns="0" tIns="45720" rIns="0" bIns="45720" numCol="1" rtlCol="0" anchor="ctr" anchorCtr="0" compatLnSpc="1">
                  <a:prstTxWarp prst="textNoShape">
                    <a:avLst/>
                  </a:prstTxWarp>
                </a:bodyPr>
                <a:lstStyle/>
                <a:p>
                  <a:pPr algn="ctr" defTabSz="914102" fontAlgn="base">
                    <a:spcBef>
                      <a:spcPct val="0"/>
                    </a:spcBef>
                    <a:spcAft>
                      <a:spcPct val="0"/>
                    </a:spcAft>
                  </a:pPr>
                  <a:endParaRPr lang="en-US" sz="1961" dirty="0">
                    <a:gradFill>
                      <a:gsLst>
                        <a:gs pos="0">
                          <a:srgbClr val="FFFFFF"/>
                        </a:gs>
                        <a:gs pos="100000">
                          <a:srgbClr val="FFFFFF"/>
                        </a:gs>
                      </a:gsLst>
                      <a:lin ang="5400000" scaled="0"/>
                    </a:gradFill>
                    <a:latin typeface="Segoe UI Light"/>
                  </a:endParaRPr>
                </a:p>
              </p:txBody>
            </p:sp>
          </p:grpSp>
          <p:sp>
            <p:nvSpPr>
              <p:cNvPr id="289" name="Rectangle 288"/>
              <p:cNvSpPr/>
              <p:nvPr/>
            </p:nvSpPr>
            <p:spPr bwMode="auto">
              <a:xfrm>
                <a:off x="2185096" y="4679282"/>
                <a:ext cx="1067445" cy="1860115"/>
              </a:xfrm>
              <a:prstGeom prst="rect">
                <a:avLst/>
              </a:prstGeom>
              <a:solidFill>
                <a:schemeClr val="bg1">
                  <a:lumMod val="95000"/>
                </a:schemeClr>
              </a:solidFill>
              <a:ln>
                <a:no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vert="horz" wrap="square" lIns="0" tIns="45720" rIns="0" bIns="45720" numCol="1" rtlCol="0" anchor="ctr" anchorCtr="0" compatLnSpc="1">
                <a:prstTxWarp prst="textNoShape">
                  <a:avLst/>
                </a:prstTxWarp>
              </a:bodyPr>
              <a:lstStyle/>
              <a:p>
                <a:pPr algn="ctr" defTabSz="914102" fontAlgn="base">
                  <a:spcBef>
                    <a:spcPct val="0"/>
                  </a:spcBef>
                  <a:spcAft>
                    <a:spcPct val="0"/>
                  </a:spcAft>
                </a:pPr>
                <a:endParaRPr lang="en-US" sz="1961" dirty="0">
                  <a:gradFill>
                    <a:gsLst>
                      <a:gs pos="0">
                        <a:srgbClr val="FFFFFF"/>
                      </a:gs>
                      <a:gs pos="100000">
                        <a:srgbClr val="FFFFFF"/>
                      </a:gs>
                    </a:gsLst>
                    <a:lin ang="5400000" scaled="0"/>
                  </a:gradFill>
                  <a:latin typeface="Segoe UI Light"/>
                </a:endParaRPr>
              </a:p>
            </p:txBody>
          </p:sp>
        </p:grpSp>
        <p:sp>
          <p:nvSpPr>
            <p:cNvPr id="146" name="Rectangle 145"/>
            <p:cNvSpPr>
              <a:spLocks noChangeArrowheads="1"/>
            </p:cNvSpPr>
            <p:nvPr/>
          </p:nvSpPr>
          <p:spPr bwMode="auto">
            <a:xfrm>
              <a:off x="2352954" y="5693086"/>
              <a:ext cx="398196" cy="842794"/>
            </a:xfrm>
            <a:prstGeom prst="rect">
              <a:avLst/>
            </a:prstGeom>
            <a:solidFill>
              <a:srgbClr val="D2D2D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9642" tIns="44821" rIns="89642" bIns="44821" numCol="1" anchor="t" anchorCtr="0" compatLnSpc="1">
              <a:prstTxWarp prst="textNoShape">
                <a:avLst/>
              </a:prstTxWarp>
            </a:bodyPr>
            <a:lstStyle/>
            <a:p>
              <a:pPr defTabSz="914314"/>
              <a:endParaRPr lang="en-US">
                <a:solidFill>
                  <a:srgbClr val="505050"/>
                </a:solidFill>
                <a:latin typeface="Segoe UI Light"/>
              </a:endParaRPr>
            </a:p>
          </p:txBody>
        </p:sp>
        <p:grpSp>
          <p:nvGrpSpPr>
            <p:cNvPr id="147" name="Group 146"/>
            <p:cNvGrpSpPr/>
            <p:nvPr/>
          </p:nvGrpSpPr>
          <p:grpSpPr>
            <a:xfrm flipH="1">
              <a:off x="2587" y="4343440"/>
              <a:ext cx="3618074" cy="2191118"/>
              <a:chOff x="-608558" y="4115303"/>
              <a:chExt cx="4533210" cy="2745327"/>
            </a:xfrm>
          </p:grpSpPr>
          <p:sp>
            <p:nvSpPr>
              <p:cNvPr id="148" name="Freeform 147"/>
              <p:cNvSpPr>
                <a:spLocks/>
              </p:cNvSpPr>
              <p:nvPr/>
            </p:nvSpPr>
            <p:spPr bwMode="auto">
              <a:xfrm>
                <a:off x="-608558" y="4115303"/>
                <a:ext cx="692962" cy="456276"/>
              </a:xfrm>
              <a:custGeom>
                <a:avLst/>
                <a:gdLst>
                  <a:gd name="T0" fmla="*/ 188 w 223"/>
                  <a:gd name="T1" fmla="*/ 64 h 147"/>
                  <a:gd name="T2" fmla="*/ 188 w 223"/>
                  <a:gd name="T3" fmla="*/ 62 h 147"/>
                  <a:gd name="T4" fmla="*/ 126 w 223"/>
                  <a:gd name="T5" fmla="*/ 0 h 147"/>
                  <a:gd name="T6" fmla="*/ 75 w 223"/>
                  <a:gd name="T7" fmla="*/ 28 h 147"/>
                  <a:gd name="T8" fmla="*/ 58 w 223"/>
                  <a:gd name="T9" fmla="*/ 23 h 147"/>
                  <a:gd name="T10" fmla="*/ 38 w 223"/>
                  <a:gd name="T11" fmla="*/ 29 h 147"/>
                  <a:gd name="T12" fmla="*/ 22 w 223"/>
                  <a:gd name="T13" fmla="*/ 58 h 147"/>
                  <a:gd name="T14" fmla="*/ 0 w 223"/>
                  <a:gd name="T15" fmla="*/ 99 h 147"/>
                  <a:gd name="T16" fmla="*/ 43 w 223"/>
                  <a:gd name="T17" fmla="*/ 147 h 147"/>
                  <a:gd name="T18" fmla="*/ 49 w 223"/>
                  <a:gd name="T19" fmla="*/ 147 h 147"/>
                  <a:gd name="T20" fmla="*/ 53 w 223"/>
                  <a:gd name="T21" fmla="*/ 147 h 147"/>
                  <a:gd name="T22" fmla="*/ 154 w 223"/>
                  <a:gd name="T23" fmla="*/ 147 h 147"/>
                  <a:gd name="T24" fmla="*/ 156 w 223"/>
                  <a:gd name="T25" fmla="*/ 147 h 147"/>
                  <a:gd name="T26" fmla="*/ 158 w 223"/>
                  <a:gd name="T27" fmla="*/ 147 h 147"/>
                  <a:gd name="T28" fmla="*/ 166 w 223"/>
                  <a:gd name="T29" fmla="*/ 147 h 147"/>
                  <a:gd name="T30" fmla="*/ 182 w 223"/>
                  <a:gd name="T31" fmla="*/ 147 h 147"/>
                  <a:gd name="T32" fmla="*/ 223 w 223"/>
                  <a:gd name="T33" fmla="*/ 105 h 147"/>
                  <a:gd name="T34" fmla="*/ 188 w 223"/>
                  <a:gd name="T35" fmla="*/ 64 h 1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23" h="147">
                    <a:moveTo>
                      <a:pt x="188" y="64"/>
                    </a:moveTo>
                    <a:cubicBezTo>
                      <a:pt x="188" y="64"/>
                      <a:pt x="188" y="62"/>
                      <a:pt x="188" y="62"/>
                    </a:cubicBezTo>
                    <a:cubicBezTo>
                      <a:pt x="188" y="28"/>
                      <a:pt x="160" y="0"/>
                      <a:pt x="126" y="0"/>
                    </a:cubicBezTo>
                    <a:cubicBezTo>
                      <a:pt x="105" y="0"/>
                      <a:pt x="86" y="11"/>
                      <a:pt x="75" y="28"/>
                    </a:cubicBezTo>
                    <a:cubicBezTo>
                      <a:pt x="70" y="25"/>
                      <a:pt x="64" y="23"/>
                      <a:pt x="58" y="23"/>
                    </a:cubicBezTo>
                    <a:cubicBezTo>
                      <a:pt x="51" y="23"/>
                      <a:pt x="44" y="25"/>
                      <a:pt x="38" y="29"/>
                    </a:cubicBezTo>
                    <a:cubicBezTo>
                      <a:pt x="29" y="35"/>
                      <a:pt x="23" y="46"/>
                      <a:pt x="22" y="58"/>
                    </a:cubicBezTo>
                    <a:cubicBezTo>
                      <a:pt x="9" y="67"/>
                      <a:pt x="0" y="82"/>
                      <a:pt x="0" y="99"/>
                    </a:cubicBezTo>
                    <a:cubicBezTo>
                      <a:pt x="0" y="123"/>
                      <a:pt x="19" y="144"/>
                      <a:pt x="43" y="147"/>
                    </a:cubicBezTo>
                    <a:cubicBezTo>
                      <a:pt x="45" y="147"/>
                      <a:pt x="47" y="147"/>
                      <a:pt x="49" y="147"/>
                    </a:cubicBezTo>
                    <a:cubicBezTo>
                      <a:pt x="50" y="147"/>
                      <a:pt x="52" y="147"/>
                      <a:pt x="53" y="147"/>
                    </a:cubicBezTo>
                    <a:cubicBezTo>
                      <a:pt x="76" y="147"/>
                      <a:pt x="129" y="147"/>
                      <a:pt x="154" y="147"/>
                    </a:cubicBezTo>
                    <a:cubicBezTo>
                      <a:pt x="155" y="147"/>
                      <a:pt x="155" y="147"/>
                      <a:pt x="156" y="147"/>
                    </a:cubicBezTo>
                    <a:cubicBezTo>
                      <a:pt x="158" y="147"/>
                      <a:pt x="158" y="147"/>
                      <a:pt x="158" y="147"/>
                    </a:cubicBezTo>
                    <a:cubicBezTo>
                      <a:pt x="160" y="147"/>
                      <a:pt x="163" y="147"/>
                      <a:pt x="166" y="147"/>
                    </a:cubicBezTo>
                    <a:cubicBezTo>
                      <a:pt x="182" y="147"/>
                      <a:pt x="182" y="147"/>
                      <a:pt x="182" y="147"/>
                    </a:cubicBezTo>
                    <a:cubicBezTo>
                      <a:pt x="205" y="146"/>
                      <a:pt x="223" y="128"/>
                      <a:pt x="223" y="105"/>
                    </a:cubicBezTo>
                    <a:cubicBezTo>
                      <a:pt x="223" y="85"/>
                      <a:pt x="208" y="67"/>
                      <a:pt x="188" y="64"/>
                    </a:cubicBezTo>
                    <a:close/>
                  </a:path>
                </a:pathLst>
              </a:custGeom>
              <a:solidFill>
                <a:schemeClr val="bg1">
                  <a:lumMod val="9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49" name="Freeform 148"/>
              <p:cNvSpPr>
                <a:spLocks/>
              </p:cNvSpPr>
              <p:nvPr/>
            </p:nvSpPr>
            <p:spPr bwMode="auto">
              <a:xfrm>
                <a:off x="770166" y="5752155"/>
                <a:ext cx="1307027" cy="1105845"/>
              </a:xfrm>
              <a:custGeom>
                <a:avLst/>
                <a:gdLst>
                  <a:gd name="T0" fmla="*/ 446 w 994"/>
                  <a:gd name="T1" fmla="*/ 141 h 841"/>
                  <a:gd name="T2" fmla="*/ 446 w 994"/>
                  <a:gd name="T3" fmla="*/ 0 h 841"/>
                  <a:gd name="T4" fmla="*/ 337 w 994"/>
                  <a:gd name="T5" fmla="*/ 0 h 841"/>
                  <a:gd name="T6" fmla="*/ 337 w 994"/>
                  <a:gd name="T7" fmla="*/ 141 h 841"/>
                  <a:gd name="T8" fmla="*/ 302 w 994"/>
                  <a:gd name="T9" fmla="*/ 141 h 841"/>
                  <a:gd name="T10" fmla="*/ 302 w 994"/>
                  <a:gd name="T11" fmla="*/ 0 h 841"/>
                  <a:gd name="T12" fmla="*/ 193 w 994"/>
                  <a:gd name="T13" fmla="*/ 0 h 841"/>
                  <a:gd name="T14" fmla="*/ 193 w 994"/>
                  <a:gd name="T15" fmla="*/ 141 h 841"/>
                  <a:gd name="T16" fmla="*/ 0 w 994"/>
                  <a:gd name="T17" fmla="*/ 141 h 841"/>
                  <a:gd name="T18" fmla="*/ 0 w 994"/>
                  <a:gd name="T19" fmla="*/ 177 h 841"/>
                  <a:gd name="T20" fmla="*/ 44 w 994"/>
                  <a:gd name="T21" fmla="*/ 177 h 841"/>
                  <a:gd name="T22" fmla="*/ 44 w 994"/>
                  <a:gd name="T23" fmla="*/ 841 h 841"/>
                  <a:gd name="T24" fmla="*/ 949 w 994"/>
                  <a:gd name="T25" fmla="*/ 841 h 841"/>
                  <a:gd name="T26" fmla="*/ 949 w 994"/>
                  <a:gd name="T27" fmla="*/ 177 h 841"/>
                  <a:gd name="T28" fmla="*/ 994 w 994"/>
                  <a:gd name="T29" fmla="*/ 177 h 841"/>
                  <a:gd name="T30" fmla="*/ 994 w 994"/>
                  <a:gd name="T31" fmla="*/ 141 h 841"/>
                  <a:gd name="T32" fmla="*/ 446 w 994"/>
                  <a:gd name="T33" fmla="*/ 141 h 8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994" h="841">
                    <a:moveTo>
                      <a:pt x="446" y="141"/>
                    </a:moveTo>
                    <a:lnTo>
                      <a:pt x="446" y="0"/>
                    </a:lnTo>
                    <a:lnTo>
                      <a:pt x="337" y="0"/>
                    </a:lnTo>
                    <a:lnTo>
                      <a:pt x="337" y="141"/>
                    </a:lnTo>
                    <a:lnTo>
                      <a:pt x="302" y="141"/>
                    </a:lnTo>
                    <a:lnTo>
                      <a:pt x="302" y="0"/>
                    </a:lnTo>
                    <a:lnTo>
                      <a:pt x="193" y="0"/>
                    </a:lnTo>
                    <a:lnTo>
                      <a:pt x="193" y="141"/>
                    </a:lnTo>
                    <a:lnTo>
                      <a:pt x="0" y="141"/>
                    </a:lnTo>
                    <a:lnTo>
                      <a:pt x="0" y="177"/>
                    </a:lnTo>
                    <a:lnTo>
                      <a:pt x="44" y="177"/>
                    </a:lnTo>
                    <a:lnTo>
                      <a:pt x="44" y="841"/>
                    </a:lnTo>
                    <a:lnTo>
                      <a:pt x="949" y="841"/>
                    </a:lnTo>
                    <a:lnTo>
                      <a:pt x="949" y="177"/>
                    </a:lnTo>
                    <a:lnTo>
                      <a:pt x="994" y="177"/>
                    </a:lnTo>
                    <a:lnTo>
                      <a:pt x="994" y="141"/>
                    </a:lnTo>
                    <a:lnTo>
                      <a:pt x="446" y="141"/>
                    </a:lnTo>
                    <a:close/>
                  </a:path>
                </a:pathLst>
              </a:custGeom>
              <a:solidFill>
                <a:srgbClr val="96969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5" name="Freeform 154"/>
              <p:cNvSpPr>
                <a:spLocks/>
              </p:cNvSpPr>
              <p:nvPr/>
            </p:nvSpPr>
            <p:spPr bwMode="auto">
              <a:xfrm>
                <a:off x="1459182" y="5752155"/>
                <a:ext cx="1307027" cy="1105845"/>
              </a:xfrm>
              <a:custGeom>
                <a:avLst/>
                <a:gdLst>
                  <a:gd name="T0" fmla="*/ 449 w 994"/>
                  <a:gd name="T1" fmla="*/ 141 h 841"/>
                  <a:gd name="T2" fmla="*/ 449 w 994"/>
                  <a:gd name="T3" fmla="*/ 0 h 841"/>
                  <a:gd name="T4" fmla="*/ 340 w 994"/>
                  <a:gd name="T5" fmla="*/ 0 h 841"/>
                  <a:gd name="T6" fmla="*/ 340 w 994"/>
                  <a:gd name="T7" fmla="*/ 141 h 841"/>
                  <a:gd name="T8" fmla="*/ 302 w 994"/>
                  <a:gd name="T9" fmla="*/ 141 h 841"/>
                  <a:gd name="T10" fmla="*/ 302 w 994"/>
                  <a:gd name="T11" fmla="*/ 0 h 841"/>
                  <a:gd name="T12" fmla="*/ 194 w 994"/>
                  <a:gd name="T13" fmla="*/ 0 h 841"/>
                  <a:gd name="T14" fmla="*/ 194 w 994"/>
                  <a:gd name="T15" fmla="*/ 141 h 841"/>
                  <a:gd name="T16" fmla="*/ 0 w 994"/>
                  <a:gd name="T17" fmla="*/ 141 h 841"/>
                  <a:gd name="T18" fmla="*/ 0 w 994"/>
                  <a:gd name="T19" fmla="*/ 177 h 841"/>
                  <a:gd name="T20" fmla="*/ 45 w 994"/>
                  <a:gd name="T21" fmla="*/ 177 h 841"/>
                  <a:gd name="T22" fmla="*/ 45 w 994"/>
                  <a:gd name="T23" fmla="*/ 841 h 841"/>
                  <a:gd name="T24" fmla="*/ 952 w 994"/>
                  <a:gd name="T25" fmla="*/ 841 h 841"/>
                  <a:gd name="T26" fmla="*/ 952 w 994"/>
                  <a:gd name="T27" fmla="*/ 177 h 841"/>
                  <a:gd name="T28" fmla="*/ 994 w 994"/>
                  <a:gd name="T29" fmla="*/ 177 h 841"/>
                  <a:gd name="T30" fmla="*/ 994 w 994"/>
                  <a:gd name="T31" fmla="*/ 141 h 841"/>
                  <a:gd name="T32" fmla="*/ 449 w 994"/>
                  <a:gd name="T33" fmla="*/ 141 h 8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994" h="841">
                    <a:moveTo>
                      <a:pt x="449" y="141"/>
                    </a:moveTo>
                    <a:lnTo>
                      <a:pt x="449" y="0"/>
                    </a:lnTo>
                    <a:lnTo>
                      <a:pt x="340" y="0"/>
                    </a:lnTo>
                    <a:lnTo>
                      <a:pt x="340" y="141"/>
                    </a:lnTo>
                    <a:lnTo>
                      <a:pt x="302" y="141"/>
                    </a:lnTo>
                    <a:lnTo>
                      <a:pt x="302" y="0"/>
                    </a:lnTo>
                    <a:lnTo>
                      <a:pt x="194" y="0"/>
                    </a:lnTo>
                    <a:lnTo>
                      <a:pt x="194" y="141"/>
                    </a:lnTo>
                    <a:lnTo>
                      <a:pt x="0" y="141"/>
                    </a:lnTo>
                    <a:lnTo>
                      <a:pt x="0" y="177"/>
                    </a:lnTo>
                    <a:lnTo>
                      <a:pt x="45" y="177"/>
                    </a:lnTo>
                    <a:lnTo>
                      <a:pt x="45" y="841"/>
                    </a:lnTo>
                    <a:lnTo>
                      <a:pt x="952" y="841"/>
                    </a:lnTo>
                    <a:lnTo>
                      <a:pt x="952" y="177"/>
                    </a:lnTo>
                    <a:lnTo>
                      <a:pt x="994" y="177"/>
                    </a:lnTo>
                    <a:lnTo>
                      <a:pt x="994" y="141"/>
                    </a:lnTo>
                    <a:lnTo>
                      <a:pt x="449" y="141"/>
                    </a:lnTo>
                    <a:close/>
                  </a:path>
                </a:pathLst>
              </a:custGeom>
              <a:solidFill>
                <a:srgbClr val="96969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1" name="Rectangle 42"/>
              <p:cNvSpPr>
                <a:spLocks noChangeArrowheads="1"/>
              </p:cNvSpPr>
              <p:nvPr/>
            </p:nvSpPr>
            <p:spPr bwMode="auto">
              <a:xfrm>
                <a:off x="2841160" y="5909945"/>
                <a:ext cx="1083492" cy="950685"/>
              </a:xfrm>
              <a:prstGeom prst="rect">
                <a:avLst/>
              </a:prstGeom>
              <a:solidFill>
                <a:schemeClr val="bg1">
                  <a:lumMod val="5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81" name="Rectangle 43"/>
              <p:cNvSpPr>
                <a:spLocks noChangeArrowheads="1"/>
              </p:cNvSpPr>
              <p:nvPr/>
            </p:nvSpPr>
            <p:spPr bwMode="auto">
              <a:xfrm>
                <a:off x="2781989" y="5863923"/>
                <a:ext cx="1142663" cy="46022"/>
              </a:xfrm>
              <a:prstGeom prst="rect">
                <a:avLst/>
              </a:prstGeom>
              <a:solidFill>
                <a:schemeClr val="tx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85" name="Rectangle 44"/>
              <p:cNvSpPr>
                <a:spLocks noChangeArrowheads="1"/>
              </p:cNvSpPr>
              <p:nvPr/>
            </p:nvSpPr>
            <p:spPr bwMode="auto">
              <a:xfrm>
                <a:off x="3223801" y="6556885"/>
                <a:ext cx="155160" cy="303745"/>
              </a:xfrm>
              <a:prstGeom prst="rect">
                <a:avLst/>
              </a:prstGeom>
              <a:solidFill>
                <a:schemeClr val="tx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86" name="Rectangle 45"/>
              <p:cNvSpPr>
                <a:spLocks noChangeArrowheads="1"/>
              </p:cNvSpPr>
              <p:nvPr/>
            </p:nvSpPr>
            <p:spPr bwMode="auto">
              <a:xfrm>
                <a:off x="3490729" y="6556885"/>
                <a:ext cx="155160" cy="303745"/>
              </a:xfrm>
              <a:prstGeom prst="rect">
                <a:avLst/>
              </a:prstGeom>
              <a:solidFill>
                <a:schemeClr val="tx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87" name="Rectangle 46"/>
              <p:cNvSpPr>
                <a:spLocks noChangeArrowheads="1"/>
              </p:cNvSpPr>
              <p:nvPr/>
            </p:nvSpPr>
            <p:spPr bwMode="auto">
              <a:xfrm>
                <a:off x="2952928" y="6037492"/>
                <a:ext cx="155160" cy="155160"/>
              </a:xfrm>
              <a:prstGeom prst="rect">
                <a:avLst/>
              </a:prstGeom>
              <a:solidFill>
                <a:srgbClr val="969696"/>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88" name="Rectangle 47"/>
              <p:cNvSpPr>
                <a:spLocks noChangeArrowheads="1"/>
              </p:cNvSpPr>
              <p:nvPr/>
            </p:nvSpPr>
            <p:spPr bwMode="auto">
              <a:xfrm>
                <a:off x="3223801" y="6037492"/>
                <a:ext cx="155160" cy="155160"/>
              </a:xfrm>
              <a:prstGeom prst="rect">
                <a:avLst/>
              </a:prstGeom>
              <a:solidFill>
                <a:srgbClr val="D2D2D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96" name="Rectangle 48"/>
              <p:cNvSpPr>
                <a:spLocks noChangeArrowheads="1"/>
              </p:cNvSpPr>
              <p:nvPr/>
            </p:nvSpPr>
            <p:spPr bwMode="auto">
              <a:xfrm>
                <a:off x="3490729" y="6037492"/>
                <a:ext cx="155160" cy="155160"/>
              </a:xfrm>
              <a:prstGeom prst="rect">
                <a:avLst/>
              </a:prstGeom>
              <a:solidFill>
                <a:schemeClr val="tx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97" name="Rectangle 49"/>
              <p:cNvSpPr>
                <a:spLocks noChangeArrowheads="1"/>
              </p:cNvSpPr>
              <p:nvPr/>
            </p:nvSpPr>
            <p:spPr bwMode="auto">
              <a:xfrm>
                <a:off x="3760287" y="6037492"/>
                <a:ext cx="155160" cy="155160"/>
              </a:xfrm>
              <a:prstGeom prst="rect">
                <a:avLst/>
              </a:prstGeom>
              <a:solidFill>
                <a:srgbClr val="969696"/>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98" name="Rectangle 50"/>
              <p:cNvSpPr>
                <a:spLocks noChangeArrowheads="1"/>
              </p:cNvSpPr>
              <p:nvPr/>
            </p:nvSpPr>
            <p:spPr bwMode="auto">
              <a:xfrm>
                <a:off x="2952928" y="6304420"/>
                <a:ext cx="155160" cy="155160"/>
              </a:xfrm>
              <a:prstGeom prst="rect">
                <a:avLst/>
              </a:prstGeom>
              <a:solidFill>
                <a:schemeClr val="tx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01" name="Rectangle 51"/>
              <p:cNvSpPr>
                <a:spLocks noChangeArrowheads="1"/>
              </p:cNvSpPr>
              <p:nvPr/>
            </p:nvSpPr>
            <p:spPr bwMode="auto">
              <a:xfrm>
                <a:off x="3223801" y="6304420"/>
                <a:ext cx="155160" cy="155160"/>
              </a:xfrm>
              <a:prstGeom prst="rect">
                <a:avLst/>
              </a:prstGeom>
              <a:solidFill>
                <a:srgbClr val="D2D2D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02" name="Rectangle 52"/>
              <p:cNvSpPr>
                <a:spLocks noChangeArrowheads="1"/>
              </p:cNvSpPr>
              <p:nvPr/>
            </p:nvSpPr>
            <p:spPr bwMode="auto">
              <a:xfrm>
                <a:off x="3490729" y="6304420"/>
                <a:ext cx="155160" cy="155160"/>
              </a:xfrm>
              <a:prstGeom prst="rect">
                <a:avLst/>
              </a:prstGeom>
              <a:solidFill>
                <a:srgbClr val="D2D2D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03" name="Rectangle 53"/>
              <p:cNvSpPr>
                <a:spLocks noChangeArrowheads="1"/>
              </p:cNvSpPr>
              <p:nvPr/>
            </p:nvSpPr>
            <p:spPr bwMode="auto">
              <a:xfrm>
                <a:off x="3760287" y="6304420"/>
                <a:ext cx="155160" cy="155160"/>
              </a:xfrm>
              <a:prstGeom prst="rect">
                <a:avLst/>
              </a:prstGeom>
              <a:solidFill>
                <a:schemeClr val="tx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04" name="Rectangle 54"/>
              <p:cNvSpPr>
                <a:spLocks noChangeArrowheads="1"/>
              </p:cNvSpPr>
              <p:nvPr/>
            </p:nvSpPr>
            <p:spPr bwMode="auto">
              <a:xfrm>
                <a:off x="2952928" y="6037492"/>
                <a:ext cx="155160" cy="77580"/>
              </a:xfrm>
              <a:prstGeom prst="rect">
                <a:avLst/>
              </a:prstGeom>
              <a:solidFill>
                <a:schemeClr val="tx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05" name="Rectangle 55"/>
              <p:cNvSpPr>
                <a:spLocks noChangeArrowheads="1"/>
              </p:cNvSpPr>
              <p:nvPr/>
            </p:nvSpPr>
            <p:spPr bwMode="auto">
              <a:xfrm>
                <a:off x="3760287" y="6037492"/>
                <a:ext cx="155160" cy="77580"/>
              </a:xfrm>
              <a:prstGeom prst="rect">
                <a:avLst/>
              </a:prstGeom>
              <a:solidFill>
                <a:schemeClr val="tx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06" name="Rectangle 56"/>
              <p:cNvSpPr>
                <a:spLocks noChangeArrowheads="1"/>
              </p:cNvSpPr>
              <p:nvPr/>
            </p:nvSpPr>
            <p:spPr bwMode="auto">
              <a:xfrm>
                <a:off x="3378961" y="5677205"/>
                <a:ext cx="458906" cy="186718"/>
              </a:xfrm>
              <a:prstGeom prst="rect">
                <a:avLst/>
              </a:prstGeom>
              <a:solidFill>
                <a:srgbClr val="969696"/>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07" name="Rectangle 57"/>
              <p:cNvSpPr>
                <a:spLocks noChangeArrowheads="1"/>
              </p:cNvSpPr>
              <p:nvPr/>
            </p:nvSpPr>
            <p:spPr bwMode="auto">
              <a:xfrm>
                <a:off x="1388177" y="4829083"/>
                <a:ext cx="1188685" cy="2031547"/>
              </a:xfrm>
              <a:prstGeom prst="rect">
                <a:avLst/>
              </a:prstGeom>
              <a:solidFill>
                <a:schemeClr val="bg1">
                  <a:lumMod val="5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08" name="Rectangle 58"/>
              <p:cNvSpPr>
                <a:spLocks noChangeArrowheads="1"/>
              </p:cNvSpPr>
              <p:nvPr/>
            </p:nvSpPr>
            <p:spPr bwMode="auto">
              <a:xfrm>
                <a:off x="1329005" y="4783061"/>
                <a:ext cx="1307027" cy="46022"/>
              </a:xfrm>
              <a:prstGeom prst="rect">
                <a:avLst/>
              </a:prstGeom>
              <a:solidFill>
                <a:schemeClr val="tx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09" name="Rectangle 59"/>
              <p:cNvSpPr>
                <a:spLocks noChangeArrowheads="1"/>
              </p:cNvSpPr>
              <p:nvPr/>
            </p:nvSpPr>
            <p:spPr bwMode="auto">
              <a:xfrm>
                <a:off x="1499944" y="5499691"/>
                <a:ext cx="155160" cy="155160"/>
              </a:xfrm>
              <a:prstGeom prst="rect">
                <a:avLst/>
              </a:prstGeom>
              <a:solidFill>
                <a:srgbClr val="969696"/>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10" name="Rectangle 60"/>
              <p:cNvSpPr>
                <a:spLocks noChangeArrowheads="1"/>
              </p:cNvSpPr>
              <p:nvPr/>
            </p:nvSpPr>
            <p:spPr bwMode="auto">
              <a:xfrm>
                <a:off x="1499944" y="5499691"/>
                <a:ext cx="155160" cy="77580"/>
              </a:xfrm>
              <a:prstGeom prst="rect">
                <a:avLst/>
              </a:prstGeom>
              <a:solidFill>
                <a:schemeClr val="tx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11" name="Rectangle 61"/>
              <p:cNvSpPr>
                <a:spLocks noChangeArrowheads="1"/>
              </p:cNvSpPr>
              <p:nvPr/>
            </p:nvSpPr>
            <p:spPr bwMode="auto">
              <a:xfrm>
                <a:off x="1766873" y="5499691"/>
                <a:ext cx="155160" cy="155160"/>
              </a:xfrm>
              <a:prstGeom prst="rect">
                <a:avLst/>
              </a:prstGeom>
              <a:solidFill>
                <a:schemeClr val="tx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12" name="Rectangle 62"/>
              <p:cNvSpPr>
                <a:spLocks noChangeArrowheads="1"/>
              </p:cNvSpPr>
              <p:nvPr/>
            </p:nvSpPr>
            <p:spPr bwMode="auto">
              <a:xfrm>
                <a:off x="2036430" y="5499691"/>
                <a:ext cx="155160" cy="155160"/>
              </a:xfrm>
              <a:prstGeom prst="rect">
                <a:avLst/>
              </a:prstGeom>
              <a:solidFill>
                <a:srgbClr val="D2D2D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13" name="Rectangle 63"/>
              <p:cNvSpPr>
                <a:spLocks noChangeArrowheads="1"/>
              </p:cNvSpPr>
              <p:nvPr/>
            </p:nvSpPr>
            <p:spPr bwMode="auto">
              <a:xfrm>
                <a:off x="1766873" y="6556885"/>
                <a:ext cx="155160" cy="303745"/>
              </a:xfrm>
              <a:prstGeom prst="rect">
                <a:avLst/>
              </a:prstGeom>
              <a:solidFill>
                <a:schemeClr val="tx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14" name="Rectangle 64"/>
              <p:cNvSpPr>
                <a:spLocks noChangeArrowheads="1"/>
              </p:cNvSpPr>
              <p:nvPr/>
            </p:nvSpPr>
            <p:spPr bwMode="auto">
              <a:xfrm>
                <a:off x="2036430" y="6556885"/>
                <a:ext cx="155160" cy="303745"/>
              </a:xfrm>
              <a:prstGeom prst="rect">
                <a:avLst/>
              </a:prstGeom>
              <a:solidFill>
                <a:schemeClr val="tx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15" name="Rectangle 65"/>
              <p:cNvSpPr>
                <a:spLocks noChangeArrowheads="1"/>
              </p:cNvSpPr>
              <p:nvPr/>
            </p:nvSpPr>
            <p:spPr bwMode="auto">
              <a:xfrm>
                <a:off x="2303359" y="5499691"/>
                <a:ext cx="156476" cy="155160"/>
              </a:xfrm>
              <a:prstGeom prst="rect">
                <a:avLst/>
              </a:prstGeom>
              <a:solidFill>
                <a:schemeClr val="tx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16" name="Rectangle 66"/>
              <p:cNvSpPr>
                <a:spLocks noChangeArrowheads="1"/>
              </p:cNvSpPr>
              <p:nvPr/>
            </p:nvSpPr>
            <p:spPr bwMode="auto">
              <a:xfrm>
                <a:off x="1499944" y="5766619"/>
                <a:ext cx="155160" cy="156475"/>
              </a:xfrm>
              <a:prstGeom prst="rect">
                <a:avLst/>
              </a:prstGeom>
              <a:solidFill>
                <a:srgbClr val="D2D2D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17" name="Rectangle 67"/>
              <p:cNvSpPr>
                <a:spLocks noChangeArrowheads="1"/>
              </p:cNvSpPr>
              <p:nvPr/>
            </p:nvSpPr>
            <p:spPr bwMode="auto">
              <a:xfrm>
                <a:off x="1766873" y="5766619"/>
                <a:ext cx="155160" cy="156475"/>
              </a:xfrm>
              <a:prstGeom prst="rect">
                <a:avLst/>
              </a:prstGeom>
              <a:solidFill>
                <a:schemeClr val="tx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18" name="Rectangle 68"/>
              <p:cNvSpPr>
                <a:spLocks noChangeArrowheads="1"/>
              </p:cNvSpPr>
              <p:nvPr/>
            </p:nvSpPr>
            <p:spPr bwMode="auto">
              <a:xfrm>
                <a:off x="2036430" y="5766619"/>
                <a:ext cx="155160" cy="156475"/>
              </a:xfrm>
              <a:prstGeom prst="rect">
                <a:avLst/>
              </a:prstGeom>
              <a:solidFill>
                <a:schemeClr val="tx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23" name="Rectangle 69"/>
              <p:cNvSpPr>
                <a:spLocks noChangeArrowheads="1"/>
              </p:cNvSpPr>
              <p:nvPr/>
            </p:nvSpPr>
            <p:spPr bwMode="auto">
              <a:xfrm>
                <a:off x="2303359" y="5766619"/>
                <a:ext cx="156476" cy="156475"/>
              </a:xfrm>
              <a:prstGeom prst="rect">
                <a:avLst/>
              </a:prstGeom>
              <a:solidFill>
                <a:srgbClr val="969696"/>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24" name="Rectangle 70"/>
              <p:cNvSpPr>
                <a:spLocks noChangeArrowheads="1"/>
              </p:cNvSpPr>
              <p:nvPr/>
            </p:nvSpPr>
            <p:spPr bwMode="auto">
              <a:xfrm>
                <a:off x="1499944" y="6037492"/>
                <a:ext cx="155160" cy="155160"/>
              </a:xfrm>
              <a:prstGeom prst="rect">
                <a:avLst/>
              </a:prstGeom>
              <a:solidFill>
                <a:srgbClr val="969696"/>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25" name="Rectangle 71"/>
              <p:cNvSpPr>
                <a:spLocks noChangeArrowheads="1"/>
              </p:cNvSpPr>
              <p:nvPr/>
            </p:nvSpPr>
            <p:spPr bwMode="auto">
              <a:xfrm>
                <a:off x="1766873" y="6037492"/>
                <a:ext cx="155160" cy="155160"/>
              </a:xfrm>
              <a:prstGeom prst="rect">
                <a:avLst/>
              </a:prstGeom>
              <a:solidFill>
                <a:srgbClr val="D2D2D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30" name="Rectangle 72"/>
              <p:cNvSpPr>
                <a:spLocks noChangeArrowheads="1"/>
              </p:cNvSpPr>
              <p:nvPr/>
            </p:nvSpPr>
            <p:spPr bwMode="auto">
              <a:xfrm>
                <a:off x="2036430" y="6037492"/>
                <a:ext cx="155160" cy="155160"/>
              </a:xfrm>
              <a:prstGeom prst="rect">
                <a:avLst/>
              </a:prstGeom>
              <a:solidFill>
                <a:schemeClr val="tx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31" name="Rectangle 73"/>
              <p:cNvSpPr>
                <a:spLocks noChangeArrowheads="1"/>
              </p:cNvSpPr>
              <p:nvPr/>
            </p:nvSpPr>
            <p:spPr bwMode="auto">
              <a:xfrm>
                <a:off x="2303359" y="6037492"/>
                <a:ext cx="156476" cy="155160"/>
              </a:xfrm>
              <a:prstGeom prst="rect">
                <a:avLst/>
              </a:prstGeom>
              <a:solidFill>
                <a:srgbClr val="969696"/>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32" name="Rectangle 74"/>
              <p:cNvSpPr>
                <a:spLocks noChangeArrowheads="1"/>
              </p:cNvSpPr>
              <p:nvPr/>
            </p:nvSpPr>
            <p:spPr bwMode="auto">
              <a:xfrm>
                <a:off x="1499944" y="6304420"/>
                <a:ext cx="155160" cy="155160"/>
              </a:xfrm>
              <a:prstGeom prst="rect">
                <a:avLst/>
              </a:prstGeom>
              <a:solidFill>
                <a:schemeClr val="tx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33" name="Rectangle 75"/>
              <p:cNvSpPr>
                <a:spLocks noChangeArrowheads="1"/>
              </p:cNvSpPr>
              <p:nvPr/>
            </p:nvSpPr>
            <p:spPr bwMode="auto">
              <a:xfrm>
                <a:off x="1766873" y="6304420"/>
                <a:ext cx="155160" cy="155160"/>
              </a:xfrm>
              <a:prstGeom prst="rect">
                <a:avLst/>
              </a:prstGeom>
              <a:solidFill>
                <a:schemeClr val="tx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34" name="Rectangle 76"/>
              <p:cNvSpPr>
                <a:spLocks noChangeArrowheads="1"/>
              </p:cNvSpPr>
              <p:nvPr/>
            </p:nvSpPr>
            <p:spPr bwMode="auto">
              <a:xfrm>
                <a:off x="2036430" y="6304420"/>
                <a:ext cx="155160" cy="155160"/>
              </a:xfrm>
              <a:prstGeom prst="rect">
                <a:avLst/>
              </a:prstGeom>
              <a:solidFill>
                <a:srgbClr val="D2D2D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35" name="Rectangle 77"/>
              <p:cNvSpPr>
                <a:spLocks noChangeArrowheads="1"/>
              </p:cNvSpPr>
              <p:nvPr/>
            </p:nvSpPr>
            <p:spPr bwMode="auto">
              <a:xfrm>
                <a:off x="2303359" y="6304420"/>
                <a:ext cx="156476" cy="155160"/>
              </a:xfrm>
              <a:prstGeom prst="rect">
                <a:avLst/>
              </a:prstGeom>
              <a:solidFill>
                <a:schemeClr val="tx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36" name="Rectangle 78"/>
              <p:cNvSpPr>
                <a:spLocks noChangeArrowheads="1"/>
              </p:cNvSpPr>
              <p:nvPr/>
            </p:nvSpPr>
            <p:spPr bwMode="auto">
              <a:xfrm>
                <a:off x="1499944" y="6037492"/>
                <a:ext cx="155160" cy="77580"/>
              </a:xfrm>
              <a:prstGeom prst="rect">
                <a:avLst/>
              </a:prstGeom>
              <a:solidFill>
                <a:schemeClr val="tx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37" name="Rectangle 79"/>
              <p:cNvSpPr>
                <a:spLocks noChangeArrowheads="1"/>
              </p:cNvSpPr>
              <p:nvPr/>
            </p:nvSpPr>
            <p:spPr bwMode="auto">
              <a:xfrm>
                <a:off x="2303359" y="6037492"/>
                <a:ext cx="156476" cy="77580"/>
              </a:xfrm>
              <a:prstGeom prst="rect">
                <a:avLst/>
              </a:prstGeom>
              <a:solidFill>
                <a:schemeClr val="tx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38" name="Rectangle 80"/>
              <p:cNvSpPr>
                <a:spLocks noChangeArrowheads="1"/>
              </p:cNvSpPr>
              <p:nvPr/>
            </p:nvSpPr>
            <p:spPr bwMode="auto">
              <a:xfrm>
                <a:off x="2303359" y="5766619"/>
                <a:ext cx="156476" cy="78895"/>
              </a:xfrm>
              <a:prstGeom prst="rect">
                <a:avLst/>
              </a:prstGeom>
              <a:solidFill>
                <a:schemeClr val="tx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39" name="Rectangle 81"/>
              <p:cNvSpPr>
                <a:spLocks noChangeArrowheads="1"/>
              </p:cNvSpPr>
              <p:nvPr/>
            </p:nvSpPr>
            <p:spPr bwMode="auto">
              <a:xfrm>
                <a:off x="1499944" y="4959260"/>
                <a:ext cx="155160" cy="155160"/>
              </a:xfrm>
              <a:prstGeom prst="rect">
                <a:avLst/>
              </a:prstGeom>
              <a:solidFill>
                <a:srgbClr val="969696"/>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40" name="Rectangle 82"/>
              <p:cNvSpPr>
                <a:spLocks noChangeArrowheads="1"/>
              </p:cNvSpPr>
              <p:nvPr/>
            </p:nvSpPr>
            <p:spPr bwMode="auto">
              <a:xfrm>
                <a:off x="1499944" y="4959260"/>
                <a:ext cx="155160" cy="77580"/>
              </a:xfrm>
              <a:prstGeom prst="rect">
                <a:avLst/>
              </a:prstGeom>
              <a:solidFill>
                <a:schemeClr val="tx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41" name="Rectangle 83"/>
              <p:cNvSpPr>
                <a:spLocks noChangeArrowheads="1"/>
              </p:cNvSpPr>
              <p:nvPr/>
            </p:nvSpPr>
            <p:spPr bwMode="auto">
              <a:xfrm>
                <a:off x="1766873" y="4959260"/>
                <a:ext cx="155160" cy="155160"/>
              </a:xfrm>
              <a:prstGeom prst="rect">
                <a:avLst/>
              </a:prstGeom>
              <a:solidFill>
                <a:schemeClr val="tx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42" name="Rectangle 84"/>
              <p:cNvSpPr>
                <a:spLocks noChangeArrowheads="1"/>
              </p:cNvSpPr>
              <p:nvPr/>
            </p:nvSpPr>
            <p:spPr bwMode="auto">
              <a:xfrm>
                <a:off x="2036430" y="4959260"/>
                <a:ext cx="155160" cy="155160"/>
              </a:xfrm>
              <a:prstGeom prst="rect">
                <a:avLst/>
              </a:prstGeom>
              <a:solidFill>
                <a:srgbClr val="D2D2D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43" name="Rectangle 85"/>
              <p:cNvSpPr>
                <a:spLocks noChangeArrowheads="1"/>
              </p:cNvSpPr>
              <p:nvPr/>
            </p:nvSpPr>
            <p:spPr bwMode="auto">
              <a:xfrm>
                <a:off x="2303359" y="4959260"/>
                <a:ext cx="156476" cy="155160"/>
              </a:xfrm>
              <a:prstGeom prst="rect">
                <a:avLst/>
              </a:prstGeom>
              <a:solidFill>
                <a:schemeClr val="tx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44" name="Rectangle 86"/>
              <p:cNvSpPr>
                <a:spLocks noChangeArrowheads="1"/>
              </p:cNvSpPr>
              <p:nvPr/>
            </p:nvSpPr>
            <p:spPr bwMode="auto">
              <a:xfrm>
                <a:off x="1499944" y="5230133"/>
                <a:ext cx="155160" cy="155160"/>
              </a:xfrm>
              <a:prstGeom prst="rect">
                <a:avLst/>
              </a:prstGeom>
              <a:solidFill>
                <a:srgbClr val="D2D2D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45" name="Rectangle 87"/>
              <p:cNvSpPr>
                <a:spLocks noChangeArrowheads="1"/>
              </p:cNvSpPr>
              <p:nvPr/>
            </p:nvSpPr>
            <p:spPr bwMode="auto">
              <a:xfrm>
                <a:off x="1766873" y="5230133"/>
                <a:ext cx="155160" cy="155160"/>
              </a:xfrm>
              <a:prstGeom prst="rect">
                <a:avLst/>
              </a:prstGeom>
              <a:solidFill>
                <a:schemeClr val="tx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46" name="Rectangle 88"/>
              <p:cNvSpPr>
                <a:spLocks noChangeArrowheads="1"/>
              </p:cNvSpPr>
              <p:nvPr/>
            </p:nvSpPr>
            <p:spPr bwMode="auto">
              <a:xfrm>
                <a:off x="2036430" y="5230133"/>
                <a:ext cx="155160" cy="155160"/>
              </a:xfrm>
              <a:prstGeom prst="rect">
                <a:avLst/>
              </a:prstGeom>
              <a:solidFill>
                <a:schemeClr val="tx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47" name="Rectangle 89"/>
              <p:cNvSpPr>
                <a:spLocks noChangeArrowheads="1"/>
              </p:cNvSpPr>
              <p:nvPr/>
            </p:nvSpPr>
            <p:spPr bwMode="auto">
              <a:xfrm>
                <a:off x="2303359" y="5230133"/>
                <a:ext cx="156476" cy="155160"/>
              </a:xfrm>
              <a:prstGeom prst="rect">
                <a:avLst/>
              </a:prstGeom>
              <a:solidFill>
                <a:srgbClr val="969696"/>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48" name="Rectangle 90"/>
              <p:cNvSpPr>
                <a:spLocks noChangeArrowheads="1"/>
              </p:cNvSpPr>
              <p:nvPr/>
            </p:nvSpPr>
            <p:spPr bwMode="auto">
              <a:xfrm>
                <a:off x="2303359" y="5230133"/>
                <a:ext cx="156476" cy="77580"/>
              </a:xfrm>
              <a:prstGeom prst="rect">
                <a:avLst/>
              </a:prstGeom>
              <a:solidFill>
                <a:schemeClr val="tx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84" name="Rectangle 91"/>
              <p:cNvSpPr>
                <a:spLocks noChangeArrowheads="1"/>
              </p:cNvSpPr>
              <p:nvPr/>
            </p:nvSpPr>
            <p:spPr bwMode="auto">
              <a:xfrm>
                <a:off x="1582784" y="4596343"/>
                <a:ext cx="143326" cy="186718"/>
              </a:xfrm>
              <a:prstGeom prst="rect">
                <a:avLst/>
              </a:prstGeom>
              <a:solidFill>
                <a:srgbClr val="969696"/>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85" name="Rectangle 92"/>
              <p:cNvSpPr>
                <a:spLocks noChangeArrowheads="1"/>
              </p:cNvSpPr>
              <p:nvPr/>
            </p:nvSpPr>
            <p:spPr bwMode="auto">
              <a:xfrm>
                <a:off x="1773447" y="4596343"/>
                <a:ext cx="142011" cy="186718"/>
              </a:xfrm>
              <a:prstGeom prst="rect">
                <a:avLst/>
              </a:prstGeom>
              <a:solidFill>
                <a:srgbClr val="969696"/>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86" name="Rectangle 93"/>
              <p:cNvSpPr>
                <a:spLocks noChangeArrowheads="1"/>
              </p:cNvSpPr>
              <p:nvPr/>
            </p:nvSpPr>
            <p:spPr bwMode="auto">
              <a:xfrm>
                <a:off x="1030519" y="6783050"/>
                <a:ext cx="447072" cy="77580"/>
              </a:xfrm>
              <a:prstGeom prst="rect">
                <a:avLst/>
              </a:prstGeom>
              <a:solidFill>
                <a:srgbClr val="7FBA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87" name="Rectangle 94"/>
              <p:cNvSpPr>
                <a:spLocks noChangeArrowheads="1"/>
              </p:cNvSpPr>
              <p:nvPr/>
            </p:nvSpPr>
            <p:spPr bwMode="auto">
              <a:xfrm>
                <a:off x="2303359" y="6783050"/>
                <a:ext cx="649569" cy="77580"/>
              </a:xfrm>
              <a:prstGeom prst="rect">
                <a:avLst/>
              </a:prstGeom>
              <a:solidFill>
                <a:srgbClr val="7FBA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grpSp>
    </p:spTree>
    <p:extLst>
      <p:ext uri="{BB962C8B-B14F-4D97-AF65-F5344CB8AC3E}">
        <p14:creationId xmlns:p14="http://schemas.microsoft.com/office/powerpoint/2010/main" val="1170146692"/>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xit" presetSubtype="0" fill="hold" nodeType="withEffect">
                                  <p:stCondLst>
                                    <p:cond delay="0"/>
                                  </p:stCondLst>
                                  <p:childTnLst>
                                    <p:animEffect transition="out" filter="fade">
                                      <p:cBhvr>
                                        <p:cTn id="6" dur="500"/>
                                        <p:tgtEl>
                                          <p:spTgt spid="313"/>
                                        </p:tgtEl>
                                      </p:cBhvr>
                                    </p:animEffect>
                                    <p:set>
                                      <p:cBhvr>
                                        <p:cTn id="7" dur="1" fill="hold">
                                          <p:stCondLst>
                                            <p:cond delay="499"/>
                                          </p:stCondLst>
                                        </p:cTn>
                                        <p:tgtEl>
                                          <p:spTgt spid="313"/>
                                        </p:tgtEl>
                                        <p:attrNameLst>
                                          <p:attrName>style.visibility</p:attrName>
                                        </p:attrNameLst>
                                      </p:cBhvr>
                                      <p:to>
                                        <p:strVal val="hidden"/>
                                      </p:to>
                                    </p:set>
                                  </p:childTnLst>
                                </p:cTn>
                              </p:par>
                              <p:par>
                                <p:cTn id="8" presetID="10" presetClass="exit" presetSubtype="0" fill="hold" nodeType="withEffect">
                                  <p:stCondLst>
                                    <p:cond delay="0"/>
                                  </p:stCondLst>
                                  <p:childTnLst>
                                    <p:animEffect transition="out" filter="fade">
                                      <p:cBhvr>
                                        <p:cTn id="9" dur="500"/>
                                        <p:tgtEl>
                                          <p:spTgt spid="308"/>
                                        </p:tgtEl>
                                      </p:cBhvr>
                                    </p:animEffect>
                                    <p:set>
                                      <p:cBhvr>
                                        <p:cTn id="10" dur="1" fill="hold">
                                          <p:stCondLst>
                                            <p:cond delay="499"/>
                                          </p:stCondLst>
                                        </p:cTn>
                                        <p:tgtEl>
                                          <p:spTgt spid="308"/>
                                        </p:tgtEl>
                                        <p:attrNameLst>
                                          <p:attrName>style.visibility</p:attrName>
                                        </p:attrNameLst>
                                      </p:cBhvr>
                                      <p:to>
                                        <p:strVal val="hidden"/>
                                      </p:to>
                                    </p:set>
                                  </p:childTnLst>
                                </p:cTn>
                              </p:par>
                              <p:par>
                                <p:cTn id="11" presetID="10" presetClass="exit" presetSubtype="0" fill="hold" nodeType="withEffect">
                                  <p:stCondLst>
                                    <p:cond delay="0"/>
                                  </p:stCondLst>
                                  <p:childTnLst>
                                    <p:animEffect transition="out" filter="fade">
                                      <p:cBhvr>
                                        <p:cTn id="12" dur="500"/>
                                        <p:tgtEl>
                                          <p:spTgt spid="303"/>
                                        </p:tgtEl>
                                      </p:cBhvr>
                                    </p:animEffect>
                                    <p:set>
                                      <p:cBhvr>
                                        <p:cTn id="13" dur="1" fill="hold">
                                          <p:stCondLst>
                                            <p:cond delay="499"/>
                                          </p:stCondLst>
                                        </p:cTn>
                                        <p:tgtEl>
                                          <p:spTgt spid="303"/>
                                        </p:tgtEl>
                                        <p:attrNameLst>
                                          <p:attrName>style.visibility</p:attrName>
                                        </p:attrNameLst>
                                      </p:cBhvr>
                                      <p:to>
                                        <p:strVal val="hidden"/>
                                      </p:to>
                                    </p:set>
                                  </p:childTnLst>
                                </p:cTn>
                              </p:par>
                            </p:childTnLst>
                          </p:cTn>
                        </p:par>
                        <p:par>
                          <p:cTn id="14" fill="hold">
                            <p:stCondLst>
                              <p:cond delay="500"/>
                            </p:stCondLst>
                            <p:childTnLst>
                              <p:par>
                                <p:cTn id="15" presetID="10" presetClass="entr" presetSubtype="0" fill="hold" nodeType="after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fade">
                                      <p:cBhvr>
                                        <p:cTn id="17" dur="500"/>
                                        <p:tgtEl>
                                          <p:spTgt spid="14"/>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195"/>
                                        </p:tgtEl>
                                        <p:attrNameLst>
                                          <p:attrName>style.visibility</p:attrName>
                                        </p:attrNameLst>
                                      </p:cBhvr>
                                      <p:to>
                                        <p:strVal val="visible"/>
                                      </p:to>
                                    </p:set>
                                    <p:animEffect transition="in" filter="fade">
                                      <p:cBhvr>
                                        <p:cTn id="20" dur="500"/>
                                        <p:tgtEl>
                                          <p:spTgt spid="195"/>
                                        </p:tgtEl>
                                      </p:cBhvr>
                                    </p:animEffect>
                                  </p:childTnLst>
                                </p:cTn>
                              </p:par>
                            </p:childTnLst>
                          </p:cTn>
                        </p:par>
                        <p:par>
                          <p:cTn id="21" fill="hold">
                            <p:stCondLst>
                              <p:cond delay="1000"/>
                            </p:stCondLst>
                            <p:childTnLst>
                              <p:par>
                                <p:cTn id="22" presetID="10" presetClass="entr" presetSubtype="0" fill="hold" grpId="0" nodeType="afterEffect">
                                  <p:stCondLst>
                                    <p:cond delay="0"/>
                                  </p:stCondLst>
                                  <p:childTnLst>
                                    <p:set>
                                      <p:cBhvr>
                                        <p:cTn id="23" dur="1" fill="hold">
                                          <p:stCondLst>
                                            <p:cond delay="0"/>
                                          </p:stCondLst>
                                        </p:cTn>
                                        <p:tgtEl>
                                          <p:spTgt spid="132"/>
                                        </p:tgtEl>
                                        <p:attrNameLst>
                                          <p:attrName>style.visibility</p:attrName>
                                        </p:attrNameLst>
                                      </p:cBhvr>
                                      <p:to>
                                        <p:strVal val="visible"/>
                                      </p:to>
                                    </p:set>
                                    <p:animEffect transition="in" filter="fade">
                                      <p:cBhvr>
                                        <p:cTn id="24" dur="500"/>
                                        <p:tgtEl>
                                          <p:spTgt spid="132"/>
                                        </p:tgtEl>
                                      </p:cBhvr>
                                    </p:animEffect>
                                  </p:childTnLst>
                                </p:cTn>
                              </p:par>
                              <p:par>
                                <p:cTn id="25" presetID="10" presetClass="entr" presetSubtype="0" fill="hold"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5" grpId="0"/>
      <p:bldP spid="132" grpId="0"/>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 name="Rectangle 125"/>
          <p:cNvSpPr/>
          <p:nvPr/>
        </p:nvSpPr>
        <p:spPr bwMode="auto">
          <a:xfrm>
            <a:off x="6018822" y="2643252"/>
            <a:ext cx="2813225" cy="1667705"/>
          </a:xfrm>
          <a:prstGeom prst="rect">
            <a:avLst/>
          </a:prstGeom>
          <a:pattFill prst="ltUpDiag">
            <a:fgClr>
              <a:schemeClr val="bg1">
                <a:lumMod val="85000"/>
              </a:schemeClr>
            </a:fgClr>
            <a:bgClr>
              <a:schemeClr val="bg1"/>
            </a:bgClr>
          </a:patt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sp>
        <p:nvSpPr>
          <p:cNvPr id="125" name="Rectangle 124"/>
          <p:cNvSpPr/>
          <p:nvPr/>
        </p:nvSpPr>
        <p:spPr bwMode="auto">
          <a:xfrm>
            <a:off x="412596" y="2636540"/>
            <a:ext cx="2813225" cy="1674418"/>
          </a:xfrm>
          <a:prstGeom prst="rect">
            <a:avLst/>
          </a:prstGeom>
          <a:pattFill prst="ltUpDiag">
            <a:fgClr>
              <a:schemeClr val="bg1">
                <a:lumMod val="85000"/>
              </a:schemeClr>
            </a:fgClr>
            <a:bgClr>
              <a:schemeClr val="bg1"/>
            </a:bgClr>
          </a:patt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grpSp>
        <p:nvGrpSpPr>
          <p:cNvPr id="6" name="Group 5"/>
          <p:cNvGrpSpPr/>
          <p:nvPr/>
        </p:nvGrpSpPr>
        <p:grpSpPr>
          <a:xfrm>
            <a:off x="412595" y="1942390"/>
            <a:ext cx="11206976" cy="2465061"/>
            <a:chOff x="412595" y="1942390"/>
            <a:chExt cx="11206976" cy="2465061"/>
          </a:xfrm>
        </p:grpSpPr>
        <p:grpSp>
          <p:nvGrpSpPr>
            <p:cNvPr id="161" name="Group 160"/>
            <p:cNvGrpSpPr/>
            <p:nvPr/>
          </p:nvGrpSpPr>
          <p:grpSpPr>
            <a:xfrm>
              <a:off x="412595" y="4283366"/>
              <a:ext cx="11206974" cy="124085"/>
              <a:chOff x="142173" y="6674386"/>
              <a:chExt cx="12192000" cy="352244"/>
            </a:xfrm>
          </p:grpSpPr>
          <p:sp>
            <p:nvSpPr>
              <p:cNvPr id="162" name="Rectangle 161"/>
              <p:cNvSpPr/>
              <p:nvPr/>
            </p:nvSpPr>
            <p:spPr bwMode="auto">
              <a:xfrm>
                <a:off x="142173" y="6674386"/>
                <a:ext cx="3070718" cy="352244"/>
              </a:xfrm>
              <a:prstGeom prst="rect">
                <a:avLst/>
              </a:prstGeom>
              <a:solidFill>
                <a:schemeClr val="accent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defTabSz="932472" fontAlgn="base">
                  <a:lnSpc>
                    <a:spcPct val="90000"/>
                  </a:lnSpc>
                  <a:spcBef>
                    <a:spcPct val="0"/>
                  </a:spcBef>
                  <a:spcAft>
                    <a:spcPct val="0"/>
                  </a:spcAft>
                </a:pPr>
                <a:endParaRPr lang="en-US" sz="2000" dirty="0">
                  <a:gradFill>
                    <a:gsLst>
                      <a:gs pos="0">
                        <a:srgbClr val="FFFFFF"/>
                      </a:gs>
                      <a:gs pos="100000">
                        <a:srgbClr val="FFFFFF"/>
                      </a:gs>
                    </a:gsLst>
                    <a:lin ang="5400000" scaled="0"/>
                  </a:gradFill>
                  <a:ea typeface="Segoe UI" pitchFamily="34" charset="0"/>
                  <a:cs typeface="Segoe UI" pitchFamily="34" charset="0"/>
                </a:endParaRPr>
              </a:p>
            </p:txBody>
          </p:sp>
          <p:sp>
            <p:nvSpPr>
              <p:cNvPr id="166" name="Rectangle 165"/>
              <p:cNvSpPr/>
              <p:nvPr/>
            </p:nvSpPr>
            <p:spPr bwMode="auto">
              <a:xfrm>
                <a:off x="3212891" y="6674386"/>
                <a:ext cx="3035506" cy="352244"/>
              </a:xfrm>
              <a:prstGeom prst="rect">
                <a:avLst/>
              </a:prstGeom>
              <a:solidFill>
                <a:schemeClr val="accent5">
                  <a:lumMod val="5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defTabSz="932472" fontAlgn="base">
                  <a:lnSpc>
                    <a:spcPct val="90000"/>
                  </a:lnSpc>
                  <a:spcBef>
                    <a:spcPct val="0"/>
                  </a:spcBef>
                  <a:spcAft>
                    <a:spcPct val="0"/>
                  </a:spcAft>
                </a:pPr>
                <a:endParaRPr lang="en-US" sz="2000" dirty="0">
                  <a:gradFill>
                    <a:gsLst>
                      <a:gs pos="0">
                        <a:srgbClr val="FFFFFF"/>
                      </a:gs>
                      <a:gs pos="100000">
                        <a:srgbClr val="FFFFFF"/>
                      </a:gs>
                    </a:gsLst>
                    <a:lin ang="5400000" scaled="0"/>
                  </a:gradFill>
                  <a:ea typeface="Segoe UI" pitchFamily="34" charset="0"/>
                  <a:cs typeface="Segoe UI" pitchFamily="34" charset="0"/>
                </a:endParaRPr>
              </a:p>
            </p:txBody>
          </p:sp>
          <p:sp>
            <p:nvSpPr>
              <p:cNvPr id="167" name="Rectangle 166"/>
              <p:cNvSpPr/>
              <p:nvPr/>
            </p:nvSpPr>
            <p:spPr bwMode="auto">
              <a:xfrm>
                <a:off x="6248398" y="6674386"/>
                <a:ext cx="3037774" cy="352244"/>
              </a:xfrm>
              <a:prstGeom prst="rect">
                <a:avLst/>
              </a:prstGeom>
              <a:solidFill>
                <a:schemeClr val="accent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defTabSz="932472" fontAlgn="base">
                  <a:lnSpc>
                    <a:spcPct val="90000"/>
                  </a:lnSpc>
                  <a:spcBef>
                    <a:spcPct val="0"/>
                  </a:spcBef>
                  <a:spcAft>
                    <a:spcPct val="0"/>
                  </a:spcAft>
                </a:pPr>
                <a:endParaRPr lang="en-US" sz="2000" dirty="0">
                  <a:gradFill>
                    <a:gsLst>
                      <a:gs pos="0">
                        <a:srgbClr val="FFFFFF"/>
                      </a:gs>
                      <a:gs pos="100000">
                        <a:srgbClr val="FFFFFF"/>
                      </a:gs>
                    </a:gsLst>
                    <a:lin ang="5400000" scaled="0"/>
                  </a:gradFill>
                  <a:ea typeface="Segoe UI" pitchFamily="34" charset="0"/>
                  <a:cs typeface="Segoe UI" pitchFamily="34" charset="0"/>
                </a:endParaRPr>
              </a:p>
            </p:txBody>
          </p:sp>
          <p:sp>
            <p:nvSpPr>
              <p:cNvPr id="168" name="Rectangle 167"/>
              <p:cNvSpPr/>
              <p:nvPr/>
            </p:nvSpPr>
            <p:spPr bwMode="auto">
              <a:xfrm>
                <a:off x="9286173" y="6674386"/>
                <a:ext cx="3048000" cy="352244"/>
              </a:xfrm>
              <a:prstGeom prst="rect">
                <a:avLst/>
              </a:prstGeom>
              <a:solidFill>
                <a:schemeClr val="accent3">
                  <a:lumMod val="5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defTabSz="932472" fontAlgn="base">
                  <a:lnSpc>
                    <a:spcPct val="90000"/>
                  </a:lnSpc>
                  <a:spcBef>
                    <a:spcPct val="0"/>
                  </a:spcBef>
                  <a:spcAft>
                    <a:spcPct val="0"/>
                  </a:spcAft>
                </a:pPr>
                <a:endParaRPr lang="en-US" sz="2000" dirty="0">
                  <a:gradFill>
                    <a:gsLst>
                      <a:gs pos="0">
                        <a:srgbClr val="FFFFFF"/>
                      </a:gs>
                      <a:gs pos="100000">
                        <a:srgbClr val="FFFFFF"/>
                      </a:gs>
                    </a:gsLst>
                    <a:lin ang="5400000" scaled="0"/>
                  </a:gradFill>
                  <a:ea typeface="Segoe UI" pitchFamily="34" charset="0"/>
                  <a:cs typeface="Segoe UI" pitchFamily="34" charset="0"/>
                </a:endParaRPr>
              </a:p>
            </p:txBody>
          </p:sp>
        </p:grpSp>
        <p:grpSp>
          <p:nvGrpSpPr>
            <p:cNvPr id="16" name="Group 15"/>
            <p:cNvGrpSpPr/>
            <p:nvPr/>
          </p:nvGrpSpPr>
          <p:grpSpPr>
            <a:xfrm>
              <a:off x="412595" y="1942390"/>
              <a:ext cx="11206976" cy="2068844"/>
              <a:chOff x="-1" y="1920017"/>
              <a:chExt cx="9753601" cy="2141309"/>
            </a:xfrm>
          </p:grpSpPr>
          <p:sp>
            <p:nvSpPr>
              <p:cNvPr id="3" name="Rectangle 2"/>
              <p:cNvSpPr/>
              <p:nvPr/>
            </p:nvSpPr>
            <p:spPr bwMode="auto">
              <a:xfrm>
                <a:off x="-1" y="1920018"/>
                <a:ext cx="2438400" cy="720546"/>
              </a:xfrm>
              <a:prstGeom prst="rect">
                <a:avLst/>
              </a:prstGeom>
              <a:solidFill>
                <a:schemeClr val="accent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defTabSz="932472" fontAlgn="base">
                  <a:lnSpc>
                    <a:spcPct val="90000"/>
                  </a:lnSpc>
                  <a:spcBef>
                    <a:spcPct val="0"/>
                  </a:spcBef>
                  <a:spcAft>
                    <a:spcPct val="0"/>
                  </a:spcAft>
                </a:pPr>
                <a:r>
                  <a:rPr lang="en-US" sz="2000" dirty="0">
                    <a:gradFill>
                      <a:gsLst>
                        <a:gs pos="0">
                          <a:srgbClr val="FFFFFF"/>
                        </a:gs>
                        <a:gs pos="100000">
                          <a:srgbClr val="FFFFFF"/>
                        </a:gs>
                      </a:gsLst>
                      <a:lin ang="5400000" scaled="0"/>
                    </a:gradFill>
                    <a:ea typeface="Segoe UI" pitchFamily="34" charset="0"/>
                    <a:cs typeface="Segoe UI" pitchFamily="34" charset="0"/>
                  </a:rPr>
                  <a:t>Increased security</a:t>
                </a:r>
              </a:p>
            </p:txBody>
          </p:sp>
          <p:sp>
            <p:nvSpPr>
              <p:cNvPr id="4" name="Rectangle 3"/>
              <p:cNvSpPr/>
              <p:nvPr/>
            </p:nvSpPr>
            <p:spPr bwMode="auto">
              <a:xfrm>
                <a:off x="2438399" y="1920018"/>
                <a:ext cx="2438400" cy="720546"/>
              </a:xfrm>
              <a:prstGeom prst="rect">
                <a:avLst/>
              </a:prstGeom>
              <a:solidFill>
                <a:schemeClr val="accent5">
                  <a:lumMod val="5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defTabSz="932472" fontAlgn="base">
                  <a:lnSpc>
                    <a:spcPct val="90000"/>
                  </a:lnSpc>
                  <a:spcBef>
                    <a:spcPct val="0"/>
                  </a:spcBef>
                  <a:spcAft>
                    <a:spcPct val="0"/>
                  </a:spcAft>
                </a:pPr>
                <a:r>
                  <a:rPr lang="en-US" sz="2000" dirty="0">
                    <a:gradFill>
                      <a:gsLst>
                        <a:gs pos="0">
                          <a:srgbClr val="FFFFFF"/>
                        </a:gs>
                        <a:gs pos="100000">
                          <a:srgbClr val="FFFFFF"/>
                        </a:gs>
                      </a:gsLst>
                      <a:lin ang="5400000" scaled="0"/>
                    </a:gradFill>
                    <a:ea typeface="Segoe UI" pitchFamily="34" charset="0"/>
                    <a:cs typeface="Segoe UI" pitchFamily="34" charset="0"/>
                  </a:rPr>
                  <a:t>HSM protected keys</a:t>
                </a:r>
              </a:p>
            </p:txBody>
          </p:sp>
          <p:sp>
            <p:nvSpPr>
              <p:cNvPr id="5" name="Rectangle 4"/>
              <p:cNvSpPr/>
              <p:nvPr/>
            </p:nvSpPr>
            <p:spPr bwMode="auto">
              <a:xfrm>
                <a:off x="4876799" y="1920018"/>
                <a:ext cx="2438400" cy="720546"/>
              </a:xfrm>
              <a:prstGeom prst="rect">
                <a:avLst/>
              </a:prstGeom>
              <a:solidFill>
                <a:schemeClr val="accent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defTabSz="932472" fontAlgn="base">
                  <a:lnSpc>
                    <a:spcPct val="90000"/>
                  </a:lnSpc>
                  <a:spcBef>
                    <a:spcPct val="0"/>
                  </a:spcBef>
                  <a:spcAft>
                    <a:spcPct val="0"/>
                  </a:spcAft>
                </a:pPr>
                <a:r>
                  <a:rPr lang="en-US" sz="2000" dirty="0">
                    <a:gradFill>
                      <a:gsLst>
                        <a:gs pos="0">
                          <a:srgbClr val="FFFFFF"/>
                        </a:gs>
                        <a:gs pos="100000">
                          <a:srgbClr val="FFFFFF"/>
                        </a:gs>
                      </a:gsLst>
                      <a:lin ang="5400000" scaled="0"/>
                    </a:gradFill>
                    <a:ea typeface="Segoe UI" pitchFamily="34" charset="0"/>
                    <a:cs typeface="Segoe UI" pitchFamily="34" charset="0"/>
                  </a:rPr>
                  <a:t>Compliance</a:t>
                </a:r>
              </a:p>
            </p:txBody>
          </p:sp>
          <p:sp>
            <p:nvSpPr>
              <p:cNvPr id="7" name="Rectangle 6"/>
              <p:cNvSpPr/>
              <p:nvPr/>
            </p:nvSpPr>
            <p:spPr bwMode="auto">
              <a:xfrm>
                <a:off x="7315200" y="1920017"/>
                <a:ext cx="2438400" cy="720546"/>
              </a:xfrm>
              <a:prstGeom prst="rect">
                <a:avLst/>
              </a:prstGeom>
              <a:solidFill>
                <a:schemeClr val="accent3">
                  <a:lumMod val="5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defTabSz="932472" fontAlgn="base">
                  <a:lnSpc>
                    <a:spcPct val="90000"/>
                  </a:lnSpc>
                  <a:spcBef>
                    <a:spcPct val="0"/>
                  </a:spcBef>
                  <a:spcAft>
                    <a:spcPct val="0"/>
                  </a:spcAft>
                </a:pPr>
                <a:r>
                  <a:rPr lang="en-US" sz="2000" dirty="0">
                    <a:solidFill>
                      <a:srgbClr val="FFFFFF"/>
                    </a:solidFill>
                  </a:rPr>
                  <a:t>Monitoring</a:t>
                </a:r>
                <a:endParaRPr lang="en-US" sz="2000" dirty="0">
                  <a:gradFill>
                    <a:gsLst>
                      <a:gs pos="0">
                        <a:srgbClr val="FFFFFF"/>
                      </a:gs>
                      <a:gs pos="100000">
                        <a:srgbClr val="FFFFFF"/>
                      </a:gs>
                    </a:gsLst>
                    <a:lin ang="5400000" scaled="0"/>
                  </a:gradFill>
                  <a:ea typeface="Segoe UI" pitchFamily="34" charset="0"/>
                  <a:cs typeface="Segoe UI" pitchFamily="34" charset="0"/>
                </a:endParaRPr>
              </a:p>
            </p:txBody>
          </p:sp>
          <p:sp>
            <p:nvSpPr>
              <p:cNvPr id="9" name="TextBox 8"/>
              <p:cNvSpPr txBox="1"/>
              <p:nvPr/>
            </p:nvSpPr>
            <p:spPr>
              <a:xfrm>
                <a:off x="-1" y="2640562"/>
                <a:ext cx="2438400" cy="1420764"/>
              </a:xfrm>
              <a:prstGeom prst="rect">
                <a:avLst/>
              </a:prstGeom>
              <a:noFill/>
            </p:spPr>
            <p:txBody>
              <a:bodyPr wrap="square" lIns="182880" tIns="146304" rIns="182880" bIns="146304" rtlCol="0">
                <a:spAutoFit/>
              </a:bodyPr>
              <a:lstStyle/>
              <a:p>
                <a:r>
                  <a:rPr lang="en-US" sz="1400" dirty="0">
                    <a:solidFill>
                      <a:srgbClr val="505050"/>
                    </a:solidFill>
                  </a:rPr>
                  <a:t>Encrypt keys and small secrets like passwords using keys protected by tightly controlled and monitored Hardware Security Modules (HSMs)</a:t>
                </a:r>
                <a:endParaRPr lang="en-US" sz="1400" dirty="0">
                  <a:gradFill>
                    <a:gsLst>
                      <a:gs pos="2917">
                        <a:srgbClr val="505050"/>
                      </a:gs>
                      <a:gs pos="30000">
                        <a:srgbClr val="505050"/>
                      </a:gs>
                    </a:gsLst>
                    <a:lin ang="5400000" scaled="0"/>
                  </a:gradFill>
                </a:endParaRPr>
              </a:p>
            </p:txBody>
          </p:sp>
          <p:sp>
            <p:nvSpPr>
              <p:cNvPr id="10" name="TextBox 9"/>
              <p:cNvSpPr txBox="1"/>
              <p:nvPr/>
            </p:nvSpPr>
            <p:spPr>
              <a:xfrm>
                <a:off x="2438398" y="2640562"/>
                <a:ext cx="2438400" cy="1197774"/>
              </a:xfrm>
              <a:prstGeom prst="rect">
                <a:avLst/>
              </a:prstGeom>
              <a:noFill/>
            </p:spPr>
            <p:txBody>
              <a:bodyPr wrap="square" lIns="182880" tIns="146304" rIns="182880" bIns="146304" rtlCol="0">
                <a:spAutoFit/>
              </a:bodyPr>
              <a:lstStyle/>
              <a:p>
                <a:r>
                  <a:rPr lang="en-US" sz="1400" dirty="0">
                    <a:solidFill>
                      <a:schemeClr val="bg1"/>
                    </a:solidFill>
                  </a:rPr>
                  <a:t>Import or generate your keys in HSMs for added assurance – so that keys stay within the HSM boundary</a:t>
                </a:r>
              </a:p>
            </p:txBody>
          </p:sp>
          <p:sp>
            <p:nvSpPr>
              <p:cNvPr id="11" name="TextBox 10"/>
              <p:cNvSpPr txBox="1"/>
              <p:nvPr/>
            </p:nvSpPr>
            <p:spPr>
              <a:xfrm>
                <a:off x="4876799" y="2640562"/>
                <a:ext cx="2438399" cy="1420764"/>
              </a:xfrm>
              <a:prstGeom prst="rect">
                <a:avLst/>
              </a:prstGeom>
              <a:noFill/>
            </p:spPr>
            <p:txBody>
              <a:bodyPr wrap="square" lIns="182880" tIns="146304" rIns="182880" bIns="146304" rtlCol="0">
                <a:spAutoFit/>
              </a:bodyPr>
              <a:lstStyle>
                <a:defPPr>
                  <a:defRPr lang="en-US"/>
                </a:defPPr>
                <a:lvl1pPr>
                  <a:lnSpc>
                    <a:spcPct val="90000"/>
                  </a:lnSpc>
                  <a:defRPr sz="1400"/>
                </a:lvl1pPr>
              </a:lstStyle>
              <a:p>
                <a:pPr>
                  <a:lnSpc>
                    <a:spcPct val="100000"/>
                  </a:lnSpc>
                </a:pPr>
                <a:r>
                  <a:rPr lang="en-US" dirty="0">
                    <a:solidFill>
                      <a:srgbClr val="505050"/>
                    </a:solidFill>
                  </a:rPr>
                  <a:t>Comply with regulatory standards for secure key management, including the US Government FIPS 140-2 Level 2 and Common Criteria EAL 4+</a:t>
                </a:r>
              </a:p>
            </p:txBody>
          </p:sp>
          <p:sp>
            <p:nvSpPr>
              <p:cNvPr id="13" name="TextBox 12"/>
              <p:cNvSpPr txBox="1"/>
              <p:nvPr/>
            </p:nvSpPr>
            <p:spPr>
              <a:xfrm>
                <a:off x="7315198" y="2640562"/>
                <a:ext cx="2438400" cy="1309270"/>
              </a:xfrm>
              <a:prstGeom prst="rect">
                <a:avLst/>
              </a:prstGeom>
              <a:noFill/>
            </p:spPr>
            <p:txBody>
              <a:bodyPr wrap="square" lIns="182880" tIns="146304" rIns="182880" bIns="146304" rtlCol="0">
                <a:spAutoFit/>
              </a:bodyPr>
              <a:lstStyle>
                <a:defPPr>
                  <a:defRPr lang="en-US"/>
                </a:defPPr>
                <a:lvl1pPr>
                  <a:lnSpc>
                    <a:spcPct val="90000"/>
                  </a:lnSpc>
                  <a:defRPr sz="1400"/>
                </a:lvl1pPr>
              </a:lstStyle>
              <a:p>
                <a:r>
                  <a:rPr lang="en-US" dirty="0">
                    <a:solidFill>
                      <a:schemeClr val="bg1"/>
                    </a:solidFill>
                  </a:rPr>
                  <a:t>Monitor and audit key use through Azure logging – pipe logs into HDInsight or your SIEM for additional analysis (coming soon)</a:t>
                </a:r>
              </a:p>
            </p:txBody>
          </p:sp>
        </p:grpSp>
      </p:grpSp>
      <p:grpSp>
        <p:nvGrpSpPr>
          <p:cNvPr id="15" name="Group 14"/>
          <p:cNvGrpSpPr/>
          <p:nvPr/>
        </p:nvGrpSpPr>
        <p:grpSpPr>
          <a:xfrm>
            <a:off x="5446143" y="4210147"/>
            <a:ext cx="4562419" cy="2811678"/>
            <a:chOff x="6500851" y="3483227"/>
            <a:chExt cx="5854620" cy="3608021"/>
          </a:xfrm>
        </p:grpSpPr>
        <p:sp>
          <p:nvSpPr>
            <p:cNvPr id="163" name="Freeform 25"/>
            <p:cNvSpPr>
              <a:spLocks/>
            </p:cNvSpPr>
            <p:nvPr/>
          </p:nvSpPr>
          <p:spPr bwMode="auto">
            <a:xfrm>
              <a:off x="6500851" y="3483227"/>
              <a:ext cx="5854620" cy="3608021"/>
            </a:xfrm>
            <a:custGeom>
              <a:avLst/>
              <a:gdLst>
                <a:gd name="T0" fmla="*/ 73 w 457"/>
                <a:gd name="T1" fmla="*/ 131 h 299"/>
                <a:gd name="T2" fmla="*/ 73 w 457"/>
                <a:gd name="T3" fmla="*/ 126 h 299"/>
                <a:gd name="T4" fmla="*/ 199 w 457"/>
                <a:gd name="T5" fmla="*/ 0 h 299"/>
                <a:gd name="T6" fmla="*/ 304 w 457"/>
                <a:gd name="T7" fmla="*/ 56 h 299"/>
                <a:gd name="T8" fmla="*/ 339 w 457"/>
                <a:gd name="T9" fmla="*/ 47 h 299"/>
                <a:gd name="T10" fmla="*/ 379 w 457"/>
                <a:gd name="T11" fmla="*/ 59 h 299"/>
                <a:gd name="T12" fmla="*/ 412 w 457"/>
                <a:gd name="T13" fmla="*/ 118 h 299"/>
                <a:gd name="T14" fmla="*/ 457 w 457"/>
                <a:gd name="T15" fmla="*/ 201 h 299"/>
                <a:gd name="T16" fmla="*/ 369 w 457"/>
                <a:gd name="T17" fmla="*/ 299 h 299"/>
                <a:gd name="T18" fmla="*/ 358 w 457"/>
                <a:gd name="T19" fmla="*/ 299 h 299"/>
                <a:gd name="T20" fmla="*/ 348 w 457"/>
                <a:gd name="T21" fmla="*/ 299 h 299"/>
                <a:gd name="T22" fmla="*/ 142 w 457"/>
                <a:gd name="T23" fmla="*/ 299 h 299"/>
                <a:gd name="T24" fmla="*/ 138 w 457"/>
                <a:gd name="T25" fmla="*/ 299 h 299"/>
                <a:gd name="T26" fmla="*/ 133 w 457"/>
                <a:gd name="T27" fmla="*/ 299 h 299"/>
                <a:gd name="T28" fmla="*/ 117 w 457"/>
                <a:gd name="T29" fmla="*/ 299 h 299"/>
                <a:gd name="T30" fmla="*/ 85 w 457"/>
                <a:gd name="T31" fmla="*/ 299 h 299"/>
                <a:gd name="T32" fmla="*/ 0 w 457"/>
                <a:gd name="T33" fmla="*/ 215 h 299"/>
                <a:gd name="T34" fmla="*/ 73 w 457"/>
                <a:gd name="T35" fmla="*/ 131 h 2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457" h="299">
                  <a:moveTo>
                    <a:pt x="73" y="131"/>
                  </a:moveTo>
                  <a:cubicBezTo>
                    <a:pt x="73" y="130"/>
                    <a:pt x="73" y="127"/>
                    <a:pt x="73" y="126"/>
                  </a:cubicBezTo>
                  <a:cubicBezTo>
                    <a:pt x="73" y="56"/>
                    <a:pt x="129" y="0"/>
                    <a:pt x="199" y="0"/>
                  </a:cubicBezTo>
                  <a:cubicBezTo>
                    <a:pt x="243" y="0"/>
                    <a:pt x="281" y="23"/>
                    <a:pt x="304" y="56"/>
                  </a:cubicBezTo>
                  <a:cubicBezTo>
                    <a:pt x="314" y="50"/>
                    <a:pt x="326" y="47"/>
                    <a:pt x="339" y="47"/>
                  </a:cubicBezTo>
                  <a:cubicBezTo>
                    <a:pt x="354" y="47"/>
                    <a:pt x="368" y="51"/>
                    <a:pt x="379" y="59"/>
                  </a:cubicBezTo>
                  <a:cubicBezTo>
                    <a:pt x="399" y="72"/>
                    <a:pt x="411" y="93"/>
                    <a:pt x="412" y="118"/>
                  </a:cubicBezTo>
                  <a:cubicBezTo>
                    <a:pt x="439" y="136"/>
                    <a:pt x="457" y="166"/>
                    <a:pt x="457" y="201"/>
                  </a:cubicBezTo>
                  <a:cubicBezTo>
                    <a:pt x="457" y="252"/>
                    <a:pt x="419" y="294"/>
                    <a:pt x="369" y="299"/>
                  </a:cubicBezTo>
                  <a:cubicBezTo>
                    <a:pt x="366" y="299"/>
                    <a:pt x="361" y="299"/>
                    <a:pt x="358" y="299"/>
                  </a:cubicBezTo>
                  <a:cubicBezTo>
                    <a:pt x="355" y="299"/>
                    <a:pt x="351" y="299"/>
                    <a:pt x="348" y="299"/>
                  </a:cubicBezTo>
                  <a:cubicBezTo>
                    <a:pt x="302" y="299"/>
                    <a:pt x="193" y="299"/>
                    <a:pt x="142" y="299"/>
                  </a:cubicBezTo>
                  <a:cubicBezTo>
                    <a:pt x="140" y="299"/>
                    <a:pt x="139" y="299"/>
                    <a:pt x="138" y="299"/>
                  </a:cubicBezTo>
                  <a:cubicBezTo>
                    <a:pt x="133" y="299"/>
                    <a:pt x="133" y="299"/>
                    <a:pt x="133" y="299"/>
                  </a:cubicBezTo>
                  <a:cubicBezTo>
                    <a:pt x="130" y="299"/>
                    <a:pt x="123" y="299"/>
                    <a:pt x="117" y="299"/>
                  </a:cubicBezTo>
                  <a:cubicBezTo>
                    <a:pt x="85" y="299"/>
                    <a:pt x="85" y="299"/>
                    <a:pt x="85" y="299"/>
                  </a:cubicBezTo>
                  <a:cubicBezTo>
                    <a:pt x="38" y="299"/>
                    <a:pt x="0" y="261"/>
                    <a:pt x="0" y="215"/>
                  </a:cubicBezTo>
                  <a:cubicBezTo>
                    <a:pt x="0" y="172"/>
                    <a:pt x="32" y="137"/>
                    <a:pt x="73" y="131"/>
                  </a:cubicBezTo>
                  <a:close/>
                </a:path>
              </a:pathLst>
            </a:custGeom>
            <a:solidFill>
              <a:schemeClr val="tx2">
                <a:lumMod val="10000"/>
                <a:lumOff val="90000"/>
              </a:schemeClr>
            </a:solidFill>
            <a:ln>
              <a:noFill/>
            </a:ln>
            <a:extLst/>
          </p:spPr>
          <p:txBody>
            <a:bodyPr vert="horz" wrap="square" lIns="91440" tIns="45720" rIns="91440" bIns="45720" numCol="1" anchor="t" anchorCtr="0" compatLnSpc="1">
              <a:prstTxWarp prst="textNoShape">
                <a:avLst/>
              </a:prstTxWarp>
            </a:bodyPr>
            <a:lstStyle/>
            <a:p>
              <a:endParaRPr lang="en-US" dirty="0">
                <a:solidFill>
                  <a:srgbClr val="00B0F0"/>
                </a:solidFill>
              </a:endParaRPr>
            </a:p>
          </p:txBody>
        </p:sp>
        <p:grpSp>
          <p:nvGrpSpPr>
            <p:cNvPr id="14" name="Group 13"/>
            <p:cNvGrpSpPr/>
            <p:nvPr/>
          </p:nvGrpSpPr>
          <p:grpSpPr>
            <a:xfrm>
              <a:off x="7670204" y="4209878"/>
              <a:ext cx="3045152" cy="1992958"/>
              <a:chOff x="7670204" y="4209878"/>
              <a:chExt cx="3045152" cy="1992958"/>
            </a:xfrm>
          </p:grpSpPr>
          <p:grpSp>
            <p:nvGrpSpPr>
              <p:cNvPr id="131" name="Group 130"/>
              <p:cNvGrpSpPr/>
              <p:nvPr/>
            </p:nvGrpSpPr>
            <p:grpSpPr>
              <a:xfrm>
                <a:off x="9255230" y="4209878"/>
                <a:ext cx="714147" cy="487840"/>
                <a:chOff x="10236200" y="3170238"/>
                <a:chExt cx="1062038" cy="725487"/>
              </a:xfrm>
              <a:solidFill>
                <a:schemeClr val="bg1">
                  <a:lumMod val="65000"/>
                </a:schemeClr>
              </a:solidFill>
            </p:grpSpPr>
            <p:sp>
              <p:nvSpPr>
                <p:cNvPr id="132" name="Freeform 131"/>
                <p:cNvSpPr>
                  <a:spLocks/>
                </p:cNvSpPr>
                <p:nvPr/>
              </p:nvSpPr>
              <p:spPr bwMode="auto">
                <a:xfrm>
                  <a:off x="10779125" y="3727450"/>
                  <a:ext cx="58738" cy="165100"/>
                </a:xfrm>
                <a:custGeom>
                  <a:avLst/>
                  <a:gdLst>
                    <a:gd name="T0" fmla="*/ 21 w 21"/>
                    <a:gd name="T1" fmla="*/ 0 h 58"/>
                    <a:gd name="T2" fmla="*/ 21 w 21"/>
                    <a:gd name="T3" fmla="*/ 58 h 58"/>
                    <a:gd name="T4" fmla="*/ 12 w 21"/>
                    <a:gd name="T5" fmla="*/ 58 h 58"/>
                    <a:gd name="T6" fmla="*/ 12 w 21"/>
                    <a:gd name="T7" fmla="*/ 11 h 58"/>
                    <a:gd name="T8" fmla="*/ 7 w 21"/>
                    <a:gd name="T9" fmla="*/ 14 h 58"/>
                    <a:gd name="T10" fmla="*/ 0 w 21"/>
                    <a:gd name="T11" fmla="*/ 16 h 58"/>
                    <a:gd name="T12" fmla="*/ 0 w 21"/>
                    <a:gd name="T13" fmla="*/ 9 h 58"/>
                    <a:gd name="T14" fmla="*/ 5 w 21"/>
                    <a:gd name="T15" fmla="*/ 7 h 58"/>
                    <a:gd name="T16" fmla="*/ 9 w 21"/>
                    <a:gd name="T17" fmla="*/ 5 h 58"/>
                    <a:gd name="T18" fmla="*/ 13 w 21"/>
                    <a:gd name="T19" fmla="*/ 3 h 58"/>
                    <a:gd name="T20" fmla="*/ 17 w 21"/>
                    <a:gd name="T21" fmla="*/ 0 h 58"/>
                    <a:gd name="T22" fmla="*/ 21 w 21"/>
                    <a:gd name="T23" fmla="*/ 0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1" h="58">
                      <a:moveTo>
                        <a:pt x="21" y="0"/>
                      </a:moveTo>
                      <a:cubicBezTo>
                        <a:pt x="21" y="58"/>
                        <a:pt x="21" y="58"/>
                        <a:pt x="21" y="58"/>
                      </a:cubicBezTo>
                      <a:cubicBezTo>
                        <a:pt x="12" y="58"/>
                        <a:pt x="12" y="58"/>
                        <a:pt x="12" y="58"/>
                      </a:cubicBezTo>
                      <a:cubicBezTo>
                        <a:pt x="12" y="11"/>
                        <a:pt x="12" y="11"/>
                        <a:pt x="12" y="11"/>
                      </a:cubicBezTo>
                      <a:cubicBezTo>
                        <a:pt x="10" y="12"/>
                        <a:pt x="8" y="13"/>
                        <a:pt x="7" y="14"/>
                      </a:cubicBezTo>
                      <a:cubicBezTo>
                        <a:pt x="5" y="15"/>
                        <a:pt x="3" y="16"/>
                        <a:pt x="0" y="16"/>
                      </a:cubicBezTo>
                      <a:cubicBezTo>
                        <a:pt x="0" y="9"/>
                        <a:pt x="0" y="9"/>
                        <a:pt x="0" y="9"/>
                      </a:cubicBezTo>
                      <a:cubicBezTo>
                        <a:pt x="2" y="8"/>
                        <a:pt x="3" y="8"/>
                        <a:pt x="5" y="7"/>
                      </a:cubicBezTo>
                      <a:cubicBezTo>
                        <a:pt x="6" y="7"/>
                        <a:pt x="7" y="6"/>
                        <a:pt x="9" y="5"/>
                      </a:cubicBezTo>
                      <a:cubicBezTo>
                        <a:pt x="10" y="5"/>
                        <a:pt x="11" y="4"/>
                        <a:pt x="13" y="3"/>
                      </a:cubicBezTo>
                      <a:cubicBezTo>
                        <a:pt x="14" y="2"/>
                        <a:pt x="16" y="1"/>
                        <a:pt x="17" y="0"/>
                      </a:cubicBezTo>
                      <a:lnTo>
                        <a:pt x="21" y="0"/>
                      </a:ln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rgbClr val="505050"/>
                    </a:solidFill>
                  </a:endParaRPr>
                </a:p>
              </p:txBody>
            </p:sp>
            <p:sp>
              <p:nvSpPr>
                <p:cNvPr id="133" name="Freeform 132"/>
                <p:cNvSpPr>
                  <a:spLocks/>
                </p:cNvSpPr>
                <p:nvPr/>
              </p:nvSpPr>
              <p:spPr bwMode="auto">
                <a:xfrm>
                  <a:off x="10987088" y="3727450"/>
                  <a:ext cx="60325" cy="165100"/>
                </a:xfrm>
                <a:custGeom>
                  <a:avLst/>
                  <a:gdLst>
                    <a:gd name="T0" fmla="*/ 21 w 21"/>
                    <a:gd name="T1" fmla="*/ 0 h 58"/>
                    <a:gd name="T2" fmla="*/ 21 w 21"/>
                    <a:gd name="T3" fmla="*/ 58 h 58"/>
                    <a:gd name="T4" fmla="*/ 12 w 21"/>
                    <a:gd name="T5" fmla="*/ 58 h 58"/>
                    <a:gd name="T6" fmla="*/ 12 w 21"/>
                    <a:gd name="T7" fmla="*/ 11 h 58"/>
                    <a:gd name="T8" fmla="*/ 7 w 21"/>
                    <a:gd name="T9" fmla="*/ 14 h 58"/>
                    <a:gd name="T10" fmla="*/ 0 w 21"/>
                    <a:gd name="T11" fmla="*/ 16 h 58"/>
                    <a:gd name="T12" fmla="*/ 0 w 21"/>
                    <a:gd name="T13" fmla="*/ 9 h 58"/>
                    <a:gd name="T14" fmla="*/ 4 w 21"/>
                    <a:gd name="T15" fmla="*/ 7 h 58"/>
                    <a:gd name="T16" fmla="*/ 9 w 21"/>
                    <a:gd name="T17" fmla="*/ 5 h 58"/>
                    <a:gd name="T18" fmla="*/ 13 w 21"/>
                    <a:gd name="T19" fmla="*/ 3 h 58"/>
                    <a:gd name="T20" fmla="*/ 17 w 21"/>
                    <a:gd name="T21" fmla="*/ 0 h 58"/>
                    <a:gd name="T22" fmla="*/ 21 w 21"/>
                    <a:gd name="T23" fmla="*/ 0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1" h="58">
                      <a:moveTo>
                        <a:pt x="21" y="0"/>
                      </a:moveTo>
                      <a:cubicBezTo>
                        <a:pt x="21" y="58"/>
                        <a:pt x="21" y="58"/>
                        <a:pt x="21" y="58"/>
                      </a:cubicBezTo>
                      <a:cubicBezTo>
                        <a:pt x="12" y="58"/>
                        <a:pt x="12" y="58"/>
                        <a:pt x="12" y="58"/>
                      </a:cubicBezTo>
                      <a:cubicBezTo>
                        <a:pt x="12" y="11"/>
                        <a:pt x="12" y="11"/>
                        <a:pt x="12" y="11"/>
                      </a:cubicBezTo>
                      <a:cubicBezTo>
                        <a:pt x="10" y="12"/>
                        <a:pt x="8" y="13"/>
                        <a:pt x="7" y="14"/>
                      </a:cubicBezTo>
                      <a:cubicBezTo>
                        <a:pt x="5" y="15"/>
                        <a:pt x="2" y="16"/>
                        <a:pt x="0" y="16"/>
                      </a:cubicBezTo>
                      <a:cubicBezTo>
                        <a:pt x="0" y="9"/>
                        <a:pt x="0" y="9"/>
                        <a:pt x="0" y="9"/>
                      </a:cubicBezTo>
                      <a:cubicBezTo>
                        <a:pt x="2" y="8"/>
                        <a:pt x="3" y="8"/>
                        <a:pt x="4" y="7"/>
                      </a:cubicBezTo>
                      <a:cubicBezTo>
                        <a:pt x="6" y="7"/>
                        <a:pt x="7" y="6"/>
                        <a:pt x="9" y="5"/>
                      </a:cubicBezTo>
                      <a:cubicBezTo>
                        <a:pt x="10" y="5"/>
                        <a:pt x="11" y="4"/>
                        <a:pt x="13" y="3"/>
                      </a:cubicBezTo>
                      <a:cubicBezTo>
                        <a:pt x="14" y="2"/>
                        <a:pt x="16" y="1"/>
                        <a:pt x="17" y="0"/>
                      </a:cubicBezTo>
                      <a:lnTo>
                        <a:pt x="21" y="0"/>
                      </a:ln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rgbClr val="505050"/>
                    </a:solidFill>
                  </a:endParaRPr>
                </a:p>
              </p:txBody>
            </p:sp>
            <p:sp>
              <p:nvSpPr>
                <p:cNvPr id="134" name="Freeform 133"/>
                <p:cNvSpPr>
                  <a:spLocks noEditPoints="1"/>
                </p:cNvSpPr>
                <p:nvPr/>
              </p:nvSpPr>
              <p:spPr bwMode="auto">
                <a:xfrm>
                  <a:off x="10863263" y="3724275"/>
                  <a:ext cx="112713" cy="171450"/>
                </a:xfrm>
                <a:custGeom>
                  <a:avLst/>
                  <a:gdLst>
                    <a:gd name="T0" fmla="*/ 19 w 39"/>
                    <a:gd name="T1" fmla="*/ 60 h 60"/>
                    <a:gd name="T2" fmla="*/ 5 w 39"/>
                    <a:gd name="T3" fmla="*/ 53 h 60"/>
                    <a:gd name="T4" fmla="*/ 0 w 39"/>
                    <a:gd name="T5" fmla="*/ 31 h 60"/>
                    <a:gd name="T6" fmla="*/ 5 w 39"/>
                    <a:gd name="T7" fmla="*/ 8 h 60"/>
                    <a:gd name="T8" fmla="*/ 20 w 39"/>
                    <a:gd name="T9" fmla="*/ 0 h 60"/>
                    <a:gd name="T10" fmla="*/ 39 w 39"/>
                    <a:gd name="T11" fmla="*/ 30 h 60"/>
                    <a:gd name="T12" fmla="*/ 34 w 39"/>
                    <a:gd name="T13" fmla="*/ 52 h 60"/>
                    <a:gd name="T14" fmla="*/ 19 w 39"/>
                    <a:gd name="T15" fmla="*/ 60 h 60"/>
                    <a:gd name="T16" fmla="*/ 20 w 39"/>
                    <a:gd name="T17" fmla="*/ 8 h 60"/>
                    <a:gd name="T18" fmla="*/ 9 w 39"/>
                    <a:gd name="T19" fmla="*/ 31 h 60"/>
                    <a:gd name="T20" fmla="*/ 19 w 39"/>
                    <a:gd name="T21" fmla="*/ 53 h 60"/>
                    <a:gd name="T22" fmla="*/ 30 w 39"/>
                    <a:gd name="T23" fmla="*/ 31 h 60"/>
                    <a:gd name="T24" fmla="*/ 20 w 39"/>
                    <a:gd name="T25" fmla="*/ 8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9" h="60">
                      <a:moveTo>
                        <a:pt x="19" y="60"/>
                      </a:moveTo>
                      <a:cubicBezTo>
                        <a:pt x="13" y="60"/>
                        <a:pt x="8" y="57"/>
                        <a:pt x="5" y="53"/>
                      </a:cubicBezTo>
                      <a:cubicBezTo>
                        <a:pt x="1" y="48"/>
                        <a:pt x="0" y="41"/>
                        <a:pt x="0" y="31"/>
                      </a:cubicBezTo>
                      <a:cubicBezTo>
                        <a:pt x="0" y="21"/>
                        <a:pt x="1" y="14"/>
                        <a:pt x="5" y="8"/>
                      </a:cubicBezTo>
                      <a:cubicBezTo>
                        <a:pt x="8" y="3"/>
                        <a:pt x="13" y="0"/>
                        <a:pt x="20" y="0"/>
                      </a:cubicBezTo>
                      <a:cubicBezTo>
                        <a:pt x="33" y="0"/>
                        <a:pt x="39" y="10"/>
                        <a:pt x="39" y="30"/>
                      </a:cubicBezTo>
                      <a:cubicBezTo>
                        <a:pt x="39" y="40"/>
                        <a:pt x="37" y="47"/>
                        <a:pt x="34" y="52"/>
                      </a:cubicBezTo>
                      <a:cubicBezTo>
                        <a:pt x="30" y="57"/>
                        <a:pt x="25" y="60"/>
                        <a:pt x="19" y="60"/>
                      </a:cubicBezTo>
                      <a:close/>
                      <a:moveTo>
                        <a:pt x="20" y="8"/>
                      </a:moveTo>
                      <a:cubicBezTo>
                        <a:pt x="13" y="8"/>
                        <a:pt x="9" y="16"/>
                        <a:pt x="9" y="31"/>
                      </a:cubicBezTo>
                      <a:cubicBezTo>
                        <a:pt x="9" y="45"/>
                        <a:pt x="13" y="53"/>
                        <a:pt x="19" y="53"/>
                      </a:cubicBezTo>
                      <a:cubicBezTo>
                        <a:pt x="26" y="53"/>
                        <a:pt x="30" y="45"/>
                        <a:pt x="30" y="31"/>
                      </a:cubicBezTo>
                      <a:cubicBezTo>
                        <a:pt x="30" y="15"/>
                        <a:pt x="26" y="8"/>
                        <a:pt x="20" y="8"/>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rgbClr val="505050"/>
                    </a:solidFill>
                  </a:endParaRPr>
                </a:p>
              </p:txBody>
            </p:sp>
            <p:sp>
              <p:nvSpPr>
                <p:cNvPr id="135" name="Freeform 134"/>
                <p:cNvSpPr>
                  <a:spLocks noEditPoints="1"/>
                </p:cNvSpPr>
                <p:nvPr/>
              </p:nvSpPr>
              <p:spPr bwMode="auto">
                <a:xfrm>
                  <a:off x="11072813" y="3724275"/>
                  <a:ext cx="111125" cy="171450"/>
                </a:xfrm>
                <a:custGeom>
                  <a:avLst/>
                  <a:gdLst>
                    <a:gd name="T0" fmla="*/ 19 w 39"/>
                    <a:gd name="T1" fmla="*/ 60 h 60"/>
                    <a:gd name="T2" fmla="*/ 5 w 39"/>
                    <a:gd name="T3" fmla="*/ 53 h 60"/>
                    <a:gd name="T4" fmla="*/ 0 w 39"/>
                    <a:gd name="T5" fmla="*/ 31 h 60"/>
                    <a:gd name="T6" fmla="*/ 5 w 39"/>
                    <a:gd name="T7" fmla="*/ 8 h 60"/>
                    <a:gd name="T8" fmla="*/ 21 w 39"/>
                    <a:gd name="T9" fmla="*/ 0 h 60"/>
                    <a:gd name="T10" fmla="*/ 39 w 39"/>
                    <a:gd name="T11" fmla="*/ 30 h 60"/>
                    <a:gd name="T12" fmla="*/ 34 w 39"/>
                    <a:gd name="T13" fmla="*/ 52 h 60"/>
                    <a:gd name="T14" fmla="*/ 19 w 39"/>
                    <a:gd name="T15" fmla="*/ 60 h 60"/>
                    <a:gd name="T16" fmla="*/ 20 w 39"/>
                    <a:gd name="T17" fmla="*/ 8 h 60"/>
                    <a:gd name="T18" fmla="*/ 10 w 39"/>
                    <a:gd name="T19" fmla="*/ 31 h 60"/>
                    <a:gd name="T20" fmla="*/ 20 w 39"/>
                    <a:gd name="T21" fmla="*/ 53 h 60"/>
                    <a:gd name="T22" fmla="*/ 30 w 39"/>
                    <a:gd name="T23" fmla="*/ 31 h 60"/>
                    <a:gd name="T24" fmla="*/ 20 w 39"/>
                    <a:gd name="T25" fmla="*/ 8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9" h="60">
                      <a:moveTo>
                        <a:pt x="19" y="60"/>
                      </a:moveTo>
                      <a:cubicBezTo>
                        <a:pt x="13" y="60"/>
                        <a:pt x="8" y="57"/>
                        <a:pt x="5" y="53"/>
                      </a:cubicBezTo>
                      <a:cubicBezTo>
                        <a:pt x="2" y="48"/>
                        <a:pt x="0" y="41"/>
                        <a:pt x="0" y="31"/>
                      </a:cubicBezTo>
                      <a:cubicBezTo>
                        <a:pt x="0" y="21"/>
                        <a:pt x="2" y="14"/>
                        <a:pt x="5" y="8"/>
                      </a:cubicBezTo>
                      <a:cubicBezTo>
                        <a:pt x="9" y="3"/>
                        <a:pt x="14" y="0"/>
                        <a:pt x="21" y="0"/>
                      </a:cubicBezTo>
                      <a:cubicBezTo>
                        <a:pt x="33" y="0"/>
                        <a:pt x="39" y="10"/>
                        <a:pt x="39" y="30"/>
                      </a:cubicBezTo>
                      <a:cubicBezTo>
                        <a:pt x="39" y="40"/>
                        <a:pt x="38" y="47"/>
                        <a:pt x="34" y="52"/>
                      </a:cubicBezTo>
                      <a:cubicBezTo>
                        <a:pt x="31" y="57"/>
                        <a:pt x="26" y="60"/>
                        <a:pt x="19" y="60"/>
                      </a:cubicBezTo>
                      <a:close/>
                      <a:moveTo>
                        <a:pt x="20" y="8"/>
                      </a:moveTo>
                      <a:cubicBezTo>
                        <a:pt x="13" y="8"/>
                        <a:pt x="10" y="16"/>
                        <a:pt x="10" y="31"/>
                      </a:cubicBezTo>
                      <a:cubicBezTo>
                        <a:pt x="10" y="45"/>
                        <a:pt x="13" y="53"/>
                        <a:pt x="20" y="53"/>
                      </a:cubicBezTo>
                      <a:cubicBezTo>
                        <a:pt x="27" y="53"/>
                        <a:pt x="30" y="45"/>
                        <a:pt x="30" y="31"/>
                      </a:cubicBezTo>
                      <a:cubicBezTo>
                        <a:pt x="30" y="15"/>
                        <a:pt x="27" y="8"/>
                        <a:pt x="20" y="8"/>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rgbClr val="505050"/>
                    </a:solidFill>
                  </a:endParaRPr>
                </a:p>
              </p:txBody>
            </p:sp>
            <p:sp>
              <p:nvSpPr>
                <p:cNvPr id="136" name="Freeform 135"/>
                <p:cNvSpPr>
                  <a:spLocks/>
                </p:cNvSpPr>
                <p:nvPr/>
              </p:nvSpPr>
              <p:spPr bwMode="auto">
                <a:xfrm>
                  <a:off x="10353675" y="3727450"/>
                  <a:ext cx="58738" cy="165100"/>
                </a:xfrm>
                <a:custGeom>
                  <a:avLst/>
                  <a:gdLst>
                    <a:gd name="T0" fmla="*/ 21 w 21"/>
                    <a:gd name="T1" fmla="*/ 0 h 58"/>
                    <a:gd name="T2" fmla="*/ 21 w 21"/>
                    <a:gd name="T3" fmla="*/ 58 h 58"/>
                    <a:gd name="T4" fmla="*/ 12 w 21"/>
                    <a:gd name="T5" fmla="*/ 58 h 58"/>
                    <a:gd name="T6" fmla="*/ 12 w 21"/>
                    <a:gd name="T7" fmla="*/ 11 h 58"/>
                    <a:gd name="T8" fmla="*/ 6 w 21"/>
                    <a:gd name="T9" fmla="*/ 14 h 58"/>
                    <a:gd name="T10" fmla="*/ 0 w 21"/>
                    <a:gd name="T11" fmla="*/ 16 h 58"/>
                    <a:gd name="T12" fmla="*/ 0 w 21"/>
                    <a:gd name="T13" fmla="*/ 9 h 58"/>
                    <a:gd name="T14" fmla="*/ 4 w 21"/>
                    <a:gd name="T15" fmla="*/ 7 h 58"/>
                    <a:gd name="T16" fmla="*/ 8 w 21"/>
                    <a:gd name="T17" fmla="*/ 5 h 58"/>
                    <a:gd name="T18" fmla="*/ 13 w 21"/>
                    <a:gd name="T19" fmla="*/ 3 h 58"/>
                    <a:gd name="T20" fmla="*/ 17 w 21"/>
                    <a:gd name="T21" fmla="*/ 0 h 58"/>
                    <a:gd name="T22" fmla="*/ 21 w 21"/>
                    <a:gd name="T23" fmla="*/ 0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1" h="58">
                      <a:moveTo>
                        <a:pt x="21" y="0"/>
                      </a:moveTo>
                      <a:cubicBezTo>
                        <a:pt x="21" y="58"/>
                        <a:pt x="21" y="58"/>
                        <a:pt x="21" y="58"/>
                      </a:cubicBezTo>
                      <a:cubicBezTo>
                        <a:pt x="12" y="58"/>
                        <a:pt x="12" y="58"/>
                        <a:pt x="12" y="58"/>
                      </a:cubicBezTo>
                      <a:cubicBezTo>
                        <a:pt x="12" y="11"/>
                        <a:pt x="12" y="11"/>
                        <a:pt x="12" y="11"/>
                      </a:cubicBezTo>
                      <a:cubicBezTo>
                        <a:pt x="10" y="12"/>
                        <a:pt x="8" y="13"/>
                        <a:pt x="6" y="14"/>
                      </a:cubicBezTo>
                      <a:cubicBezTo>
                        <a:pt x="5" y="15"/>
                        <a:pt x="2" y="16"/>
                        <a:pt x="0" y="16"/>
                      </a:cubicBezTo>
                      <a:cubicBezTo>
                        <a:pt x="0" y="9"/>
                        <a:pt x="0" y="9"/>
                        <a:pt x="0" y="9"/>
                      </a:cubicBezTo>
                      <a:cubicBezTo>
                        <a:pt x="1" y="8"/>
                        <a:pt x="3" y="8"/>
                        <a:pt x="4" y="7"/>
                      </a:cubicBezTo>
                      <a:cubicBezTo>
                        <a:pt x="6" y="7"/>
                        <a:pt x="7" y="6"/>
                        <a:pt x="8" y="5"/>
                      </a:cubicBezTo>
                      <a:cubicBezTo>
                        <a:pt x="10" y="5"/>
                        <a:pt x="11" y="4"/>
                        <a:pt x="13" y="3"/>
                      </a:cubicBezTo>
                      <a:cubicBezTo>
                        <a:pt x="14" y="2"/>
                        <a:pt x="15" y="1"/>
                        <a:pt x="17" y="0"/>
                      </a:cubicBezTo>
                      <a:lnTo>
                        <a:pt x="21" y="0"/>
                      </a:ln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rgbClr val="505050"/>
                    </a:solidFill>
                  </a:endParaRPr>
                </a:p>
              </p:txBody>
            </p:sp>
            <p:sp>
              <p:nvSpPr>
                <p:cNvPr id="137" name="Freeform 136"/>
                <p:cNvSpPr>
                  <a:spLocks/>
                </p:cNvSpPr>
                <p:nvPr/>
              </p:nvSpPr>
              <p:spPr bwMode="auto">
                <a:xfrm>
                  <a:off x="10447338" y="3544888"/>
                  <a:ext cx="60325" cy="161925"/>
                </a:xfrm>
                <a:custGeom>
                  <a:avLst/>
                  <a:gdLst>
                    <a:gd name="T0" fmla="*/ 21 w 21"/>
                    <a:gd name="T1" fmla="*/ 0 h 57"/>
                    <a:gd name="T2" fmla="*/ 21 w 21"/>
                    <a:gd name="T3" fmla="*/ 57 h 57"/>
                    <a:gd name="T4" fmla="*/ 12 w 21"/>
                    <a:gd name="T5" fmla="*/ 57 h 57"/>
                    <a:gd name="T6" fmla="*/ 12 w 21"/>
                    <a:gd name="T7" fmla="*/ 11 h 57"/>
                    <a:gd name="T8" fmla="*/ 6 w 21"/>
                    <a:gd name="T9" fmla="*/ 14 h 57"/>
                    <a:gd name="T10" fmla="*/ 0 w 21"/>
                    <a:gd name="T11" fmla="*/ 16 h 57"/>
                    <a:gd name="T12" fmla="*/ 0 w 21"/>
                    <a:gd name="T13" fmla="*/ 8 h 57"/>
                    <a:gd name="T14" fmla="*/ 4 w 21"/>
                    <a:gd name="T15" fmla="*/ 7 h 57"/>
                    <a:gd name="T16" fmla="*/ 8 w 21"/>
                    <a:gd name="T17" fmla="*/ 5 h 57"/>
                    <a:gd name="T18" fmla="*/ 13 w 21"/>
                    <a:gd name="T19" fmla="*/ 2 h 57"/>
                    <a:gd name="T20" fmla="*/ 17 w 21"/>
                    <a:gd name="T21" fmla="*/ 0 h 57"/>
                    <a:gd name="T22" fmla="*/ 21 w 21"/>
                    <a:gd name="T23" fmla="*/ 0 h 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1" h="57">
                      <a:moveTo>
                        <a:pt x="21" y="0"/>
                      </a:moveTo>
                      <a:cubicBezTo>
                        <a:pt x="21" y="57"/>
                        <a:pt x="21" y="57"/>
                        <a:pt x="21" y="57"/>
                      </a:cubicBezTo>
                      <a:cubicBezTo>
                        <a:pt x="12" y="57"/>
                        <a:pt x="12" y="57"/>
                        <a:pt x="12" y="57"/>
                      </a:cubicBezTo>
                      <a:cubicBezTo>
                        <a:pt x="12" y="11"/>
                        <a:pt x="12" y="11"/>
                        <a:pt x="12" y="11"/>
                      </a:cubicBezTo>
                      <a:cubicBezTo>
                        <a:pt x="10" y="12"/>
                        <a:pt x="8" y="13"/>
                        <a:pt x="6" y="14"/>
                      </a:cubicBezTo>
                      <a:cubicBezTo>
                        <a:pt x="5" y="15"/>
                        <a:pt x="2" y="15"/>
                        <a:pt x="0" y="16"/>
                      </a:cubicBezTo>
                      <a:cubicBezTo>
                        <a:pt x="0" y="8"/>
                        <a:pt x="0" y="8"/>
                        <a:pt x="0" y="8"/>
                      </a:cubicBezTo>
                      <a:cubicBezTo>
                        <a:pt x="1" y="8"/>
                        <a:pt x="3" y="7"/>
                        <a:pt x="4" y="7"/>
                      </a:cubicBezTo>
                      <a:cubicBezTo>
                        <a:pt x="6" y="6"/>
                        <a:pt x="7" y="5"/>
                        <a:pt x="8" y="5"/>
                      </a:cubicBezTo>
                      <a:cubicBezTo>
                        <a:pt x="10" y="4"/>
                        <a:pt x="11" y="3"/>
                        <a:pt x="13" y="2"/>
                      </a:cubicBezTo>
                      <a:cubicBezTo>
                        <a:pt x="14" y="2"/>
                        <a:pt x="15" y="1"/>
                        <a:pt x="17" y="0"/>
                      </a:cubicBezTo>
                      <a:lnTo>
                        <a:pt x="21" y="0"/>
                      </a:ln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rgbClr val="505050"/>
                    </a:solidFill>
                  </a:endParaRPr>
                </a:p>
              </p:txBody>
            </p:sp>
            <p:sp>
              <p:nvSpPr>
                <p:cNvPr id="138" name="Freeform 137"/>
                <p:cNvSpPr>
                  <a:spLocks/>
                </p:cNvSpPr>
                <p:nvPr/>
              </p:nvSpPr>
              <p:spPr bwMode="auto">
                <a:xfrm>
                  <a:off x="10529888" y="3544888"/>
                  <a:ext cx="60325" cy="161925"/>
                </a:xfrm>
                <a:custGeom>
                  <a:avLst/>
                  <a:gdLst>
                    <a:gd name="T0" fmla="*/ 21 w 21"/>
                    <a:gd name="T1" fmla="*/ 0 h 57"/>
                    <a:gd name="T2" fmla="*/ 21 w 21"/>
                    <a:gd name="T3" fmla="*/ 57 h 57"/>
                    <a:gd name="T4" fmla="*/ 12 w 21"/>
                    <a:gd name="T5" fmla="*/ 57 h 57"/>
                    <a:gd name="T6" fmla="*/ 12 w 21"/>
                    <a:gd name="T7" fmla="*/ 11 h 57"/>
                    <a:gd name="T8" fmla="*/ 7 w 21"/>
                    <a:gd name="T9" fmla="*/ 14 h 57"/>
                    <a:gd name="T10" fmla="*/ 0 w 21"/>
                    <a:gd name="T11" fmla="*/ 16 h 57"/>
                    <a:gd name="T12" fmla="*/ 0 w 21"/>
                    <a:gd name="T13" fmla="*/ 8 h 57"/>
                    <a:gd name="T14" fmla="*/ 5 w 21"/>
                    <a:gd name="T15" fmla="*/ 7 h 57"/>
                    <a:gd name="T16" fmla="*/ 9 w 21"/>
                    <a:gd name="T17" fmla="*/ 5 h 57"/>
                    <a:gd name="T18" fmla="*/ 13 w 21"/>
                    <a:gd name="T19" fmla="*/ 2 h 57"/>
                    <a:gd name="T20" fmla="*/ 17 w 21"/>
                    <a:gd name="T21" fmla="*/ 0 h 57"/>
                    <a:gd name="T22" fmla="*/ 21 w 21"/>
                    <a:gd name="T23" fmla="*/ 0 h 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1" h="57">
                      <a:moveTo>
                        <a:pt x="21" y="0"/>
                      </a:moveTo>
                      <a:cubicBezTo>
                        <a:pt x="21" y="57"/>
                        <a:pt x="21" y="57"/>
                        <a:pt x="21" y="57"/>
                      </a:cubicBezTo>
                      <a:cubicBezTo>
                        <a:pt x="12" y="57"/>
                        <a:pt x="12" y="57"/>
                        <a:pt x="12" y="57"/>
                      </a:cubicBezTo>
                      <a:cubicBezTo>
                        <a:pt x="12" y="11"/>
                        <a:pt x="12" y="11"/>
                        <a:pt x="12" y="11"/>
                      </a:cubicBezTo>
                      <a:cubicBezTo>
                        <a:pt x="11" y="12"/>
                        <a:pt x="9" y="13"/>
                        <a:pt x="7" y="14"/>
                      </a:cubicBezTo>
                      <a:cubicBezTo>
                        <a:pt x="5" y="15"/>
                        <a:pt x="3" y="15"/>
                        <a:pt x="0" y="16"/>
                      </a:cubicBezTo>
                      <a:cubicBezTo>
                        <a:pt x="0" y="8"/>
                        <a:pt x="0" y="8"/>
                        <a:pt x="0" y="8"/>
                      </a:cubicBezTo>
                      <a:cubicBezTo>
                        <a:pt x="2" y="8"/>
                        <a:pt x="3" y="7"/>
                        <a:pt x="5" y="7"/>
                      </a:cubicBezTo>
                      <a:cubicBezTo>
                        <a:pt x="6" y="6"/>
                        <a:pt x="8" y="5"/>
                        <a:pt x="9" y="5"/>
                      </a:cubicBezTo>
                      <a:cubicBezTo>
                        <a:pt x="10" y="4"/>
                        <a:pt x="12" y="3"/>
                        <a:pt x="13" y="2"/>
                      </a:cubicBezTo>
                      <a:cubicBezTo>
                        <a:pt x="15" y="2"/>
                        <a:pt x="16" y="1"/>
                        <a:pt x="17" y="0"/>
                      </a:cubicBezTo>
                      <a:lnTo>
                        <a:pt x="21" y="0"/>
                      </a:ln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rgbClr val="505050"/>
                    </a:solidFill>
                  </a:endParaRPr>
                </a:p>
              </p:txBody>
            </p:sp>
            <p:sp>
              <p:nvSpPr>
                <p:cNvPr id="139" name="Freeform 138"/>
                <p:cNvSpPr>
                  <a:spLocks/>
                </p:cNvSpPr>
                <p:nvPr/>
              </p:nvSpPr>
              <p:spPr bwMode="auto">
                <a:xfrm>
                  <a:off x="10615613" y="3544888"/>
                  <a:ext cx="60325" cy="161925"/>
                </a:xfrm>
                <a:custGeom>
                  <a:avLst/>
                  <a:gdLst>
                    <a:gd name="T0" fmla="*/ 21 w 21"/>
                    <a:gd name="T1" fmla="*/ 0 h 57"/>
                    <a:gd name="T2" fmla="*/ 21 w 21"/>
                    <a:gd name="T3" fmla="*/ 57 h 57"/>
                    <a:gd name="T4" fmla="*/ 12 w 21"/>
                    <a:gd name="T5" fmla="*/ 57 h 57"/>
                    <a:gd name="T6" fmla="*/ 12 w 21"/>
                    <a:gd name="T7" fmla="*/ 11 h 57"/>
                    <a:gd name="T8" fmla="*/ 7 w 21"/>
                    <a:gd name="T9" fmla="*/ 14 h 57"/>
                    <a:gd name="T10" fmla="*/ 0 w 21"/>
                    <a:gd name="T11" fmla="*/ 16 h 57"/>
                    <a:gd name="T12" fmla="*/ 0 w 21"/>
                    <a:gd name="T13" fmla="*/ 8 h 57"/>
                    <a:gd name="T14" fmla="*/ 5 w 21"/>
                    <a:gd name="T15" fmla="*/ 7 h 57"/>
                    <a:gd name="T16" fmla="*/ 9 w 21"/>
                    <a:gd name="T17" fmla="*/ 5 h 57"/>
                    <a:gd name="T18" fmla="*/ 13 w 21"/>
                    <a:gd name="T19" fmla="*/ 2 h 57"/>
                    <a:gd name="T20" fmla="*/ 17 w 21"/>
                    <a:gd name="T21" fmla="*/ 0 h 57"/>
                    <a:gd name="T22" fmla="*/ 21 w 21"/>
                    <a:gd name="T23" fmla="*/ 0 h 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1" h="57">
                      <a:moveTo>
                        <a:pt x="21" y="0"/>
                      </a:moveTo>
                      <a:cubicBezTo>
                        <a:pt x="21" y="57"/>
                        <a:pt x="21" y="57"/>
                        <a:pt x="21" y="57"/>
                      </a:cubicBezTo>
                      <a:cubicBezTo>
                        <a:pt x="12" y="57"/>
                        <a:pt x="12" y="57"/>
                        <a:pt x="12" y="57"/>
                      </a:cubicBezTo>
                      <a:cubicBezTo>
                        <a:pt x="12" y="11"/>
                        <a:pt x="12" y="11"/>
                        <a:pt x="12" y="11"/>
                      </a:cubicBezTo>
                      <a:cubicBezTo>
                        <a:pt x="11" y="12"/>
                        <a:pt x="9" y="13"/>
                        <a:pt x="7" y="14"/>
                      </a:cubicBezTo>
                      <a:cubicBezTo>
                        <a:pt x="5" y="15"/>
                        <a:pt x="3" y="15"/>
                        <a:pt x="0" y="16"/>
                      </a:cubicBezTo>
                      <a:cubicBezTo>
                        <a:pt x="0" y="8"/>
                        <a:pt x="0" y="8"/>
                        <a:pt x="0" y="8"/>
                      </a:cubicBezTo>
                      <a:cubicBezTo>
                        <a:pt x="2" y="8"/>
                        <a:pt x="3" y="7"/>
                        <a:pt x="5" y="7"/>
                      </a:cubicBezTo>
                      <a:cubicBezTo>
                        <a:pt x="6" y="6"/>
                        <a:pt x="8" y="5"/>
                        <a:pt x="9" y="5"/>
                      </a:cubicBezTo>
                      <a:cubicBezTo>
                        <a:pt x="10" y="4"/>
                        <a:pt x="12" y="3"/>
                        <a:pt x="13" y="2"/>
                      </a:cubicBezTo>
                      <a:cubicBezTo>
                        <a:pt x="15" y="2"/>
                        <a:pt x="16" y="1"/>
                        <a:pt x="17" y="0"/>
                      </a:cubicBezTo>
                      <a:lnTo>
                        <a:pt x="21" y="0"/>
                      </a:ln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rgbClr val="505050"/>
                    </a:solidFill>
                  </a:endParaRPr>
                </a:p>
              </p:txBody>
            </p:sp>
            <p:sp>
              <p:nvSpPr>
                <p:cNvPr id="140" name="Freeform 139"/>
                <p:cNvSpPr>
                  <a:spLocks/>
                </p:cNvSpPr>
                <p:nvPr/>
              </p:nvSpPr>
              <p:spPr bwMode="auto">
                <a:xfrm>
                  <a:off x="11098213" y="3544888"/>
                  <a:ext cx="60325" cy="161925"/>
                </a:xfrm>
                <a:custGeom>
                  <a:avLst/>
                  <a:gdLst>
                    <a:gd name="T0" fmla="*/ 21 w 21"/>
                    <a:gd name="T1" fmla="*/ 0 h 57"/>
                    <a:gd name="T2" fmla="*/ 21 w 21"/>
                    <a:gd name="T3" fmla="*/ 57 h 57"/>
                    <a:gd name="T4" fmla="*/ 12 w 21"/>
                    <a:gd name="T5" fmla="*/ 57 h 57"/>
                    <a:gd name="T6" fmla="*/ 12 w 21"/>
                    <a:gd name="T7" fmla="*/ 11 h 57"/>
                    <a:gd name="T8" fmla="*/ 7 w 21"/>
                    <a:gd name="T9" fmla="*/ 14 h 57"/>
                    <a:gd name="T10" fmla="*/ 0 w 21"/>
                    <a:gd name="T11" fmla="*/ 16 h 57"/>
                    <a:gd name="T12" fmla="*/ 0 w 21"/>
                    <a:gd name="T13" fmla="*/ 8 h 57"/>
                    <a:gd name="T14" fmla="*/ 5 w 21"/>
                    <a:gd name="T15" fmla="*/ 7 h 57"/>
                    <a:gd name="T16" fmla="*/ 9 w 21"/>
                    <a:gd name="T17" fmla="*/ 5 h 57"/>
                    <a:gd name="T18" fmla="*/ 13 w 21"/>
                    <a:gd name="T19" fmla="*/ 2 h 57"/>
                    <a:gd name="T20" fmla="*/ 17 w 21"/>
                    <a:gd name="T21" fmla="*/ 0 h 57"/>
                    <a:gd name="T22" fmla="*/ 21 w 21"/>
                    <a:gd name="T23" fmla="*/ 0 h 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1" h="57">
                      <a:moveTo>
                        <a:pt x="21" y="0"/>
                      </a:moveTo>
                      <a:cubicBezTo>
                        <a:pt x="21" y="57"/>
                        <a:pt x="21" y="57"/>
                        <a:pt x="21" y="57"/>
                      </a:cubicBezTo>
                      <a:cubicBezTo>
                        <a:pt x="12" y="57"/>
                        <a:pt x="12" y="57"/>
                        <a:pt x="12" y="57"/>
                      </a:cubicBezTo>
                      <a:cubicBezTo>
                        <a:pt x="12" y="11"/>
                        <a:pt x="12" y="11"/>
                        <a:pt x="12" y="11"/>
                      </a:cubicBezTo>
                      <a:cubicBezTo>
                        <a:pt x="11" y="12"/>
                        <a:pt x="9" y="13"/>
                        <a:pt x="7" y="14"/>
                      </a:cubicBezTo>
                      <a:cubicBezTo>
                        <a:pt x="5" y="15"/>
                        <a:pt x="3" y="15"/>
                        <a:pt x="0" y="16"/>
                      </a:cubicBezTo>
                      <a:cubicBezTo>
                        <a:pt x="0" y="8"/>
                        <a:pt x="0" y="8"/>
                        <a:pt x="0" y="8"/>
                      </a:cubicBezTo>
                      <a:cubicBezTo>
                        <a:pt x="2" y="8"/>
                        <a:pt x="3" y="7"/>
                        <a:pt x="5" y="7"/>
                      </a:cubicBezTo>
                      <a:cubicBezTo>
                        <a:pt x="6" y="6"/>
                        <a:pt x="8" y="5"/>
                        <a:pt x="9" y="5"/>
                      </a:cubicBezTo>
                      <a:cubicBezTo>
                        <a:pt x="10" y="4"/>
                        <a:pt x="12" y="3"/>
                        <a:pt x="13" y="2"/>
                      </a:cubicBezTo>
                      <a:cubicBezTo>
                        <a:pt x="14" y="2"/>
                        <a:pt x="16" y="1"/>
                        <a:pt x="17" y="0"/>
                      </a:cubicBezTo>
                      <a:lnTo>
                        <a:pt x="21" y="0"/>
                      </a:ln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rgbClr val="505050"/>
                    </a:solidFill>
                  </a:endParaRPr>
                </a:p>
              </p:txBody>
            </p:sp>
            <p:sp>
              <p:nvSpPr>
                <p:cNvPr id="141" name="Freeform 140"/>
                <p:cNvSpPr>
                  <a:spLocks/>
                </p:cNvSpPr>
                <p:nvPr/>
              </p:nvSpPr>
              <p:spPr bwMode="auto">
                <a:xfrm>
                  <a:off x="10236200" y="3544888"/>
                  <a:ext cx="60325" cy="161925"/>
                </a:xfrm>
                <a:custGeom>
                  <a:avLst/>
                  <a:gdLst>
                    <a:gd name="T0" fmla="*/ 21 w 21"/>
                    <a:gd name="T1" fmla="*/ 0 h 57"/>
                    <a:gd name="T2" fmla="*/ 21 w 21"/>
                    <a:gd name="T3" fmla="*/ 57 h 57"/>
                    <a:gd name="T4" fmla="*/ 12 w 21"/>
                    <a:gd name="T5" fmla="*/ 57 h 57"/>
                    <a:gd name="T6" fmla="*/ 12 w 21"/>
                    <a:gd name="T7" fmla="*/ 11 h 57"/>
                    <a:gd name="T8" fmla="*/ 7 w 21"/>
                    <a:gd name="T9" fmla="*/ 14 h 57"/>
                    <a:gd name="T10" fmla="*/ 0 w 21"/>
                    <a:gd name="T11" fmla="*/ 16 h 57"/>
                    <a:gd name="T12" fmla="*/ 0 w 21"/>
                    <a:gd name="T13" fmla="*/ 8 h 57"/>
                    <a:gd name="T14" fmla="*/ 4 w 21"/>
                    <a:gd name="T15" fmla="*/ 7 h 57"/>
                    <a:gd name="T16" fmla="*/ 9 w 21"/>
                    <a:gd name="T17" fmla="*/ 5 h 57"/>
                    <a:gd name="T18" fmla="*/ 13 w 21"/>
                    <a:gd name="T19" fmla="*/ 2 h 57"/>
                    <a:gd name="T20" fmla="*/ 17 w 21"/>
                    <a:gd name="T21" fmla="*/ 0 h 57"/>
                    <a:gd name="T22" fmla="*/ 21 w 21"/>
                    <a:gd name="T23" fmla="*/ 0 h 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1" h="57">
                      <a:moveTo>
                        <a:pt x="21" y="0"/>
                      </a:moveTo>
                      <a:cubicBezTo>
                        <a:pt x="21" y="57"/>
                        <a:pt x="21" y="57"/>
                        <a:pt x="21" y="57"/>
                      </a:cubicBezTo>
                      <a:cubicBezTo>
                        <a:pt x="12" y="57"/>
                        <a:pt x="12" y="57"/>
                        <a:pt x="12" y="57"/>
                      </a:cubicBezTo>
                      <a:cubicBezTo>
                        <a:pt x="12" y="11"/>
                        <a:pt x="12" y="11"/>
                        <a:pt x="12" y="11"/>
                      </a:cubicBezTo>
                      <a:cubicBezTo>
                        <a:pt x="10" y="12"/>
                        <a:pt x="8" y="13"/>
                        <a:pt x="7" y="14"/>
                      </a:cubicBezTo>
                      <a:cubicBezTo>
                        <a:pt x="5" y="15"/>
                        <a:pt x="2" y="15"/>
                        <a:pt x="0" y="16"/>
                      </a:cubicBezTo>
                      <a:cubicBezTo>
                        <a:pt x="0" y="8"/>
                        <a:pt x="0" y="8"/>
                        <a:pt x="0" y="8"/>
                      </a:cubicBezTo>
                      <a:cubicBezTo>
                        <a:pt x="2" y="8"/>
                        <a:pt x="3" y="7"/>
                        <a:pt x="4" y="7"/>
                      </a:cubicBezTo>
                      <a:cubicBezTo>
                        <a:pt x="6" y="6"/>
                        <a:pt x="7" y="5"/>
                        <a:pt x="9" y="5"/>
                      </a:cubicBezTo>
                      <a:cubicBezTo>
                        <a:pt x="10" y="4"/>
                        <a:pt x="11" y="3"/>
                        <a:pt x="13" y="2"/>
                      </a:cubicBezTo>
                      <a:cubicBezTo>
                        <a:pt x="14" y="2"/>
                        <a:pt x="16" y="1"/>
                        <a:pt x="17" y="0"/>
                      </a:cubicBezTo>
                      <a:lnTo>
                        <a:pt x="21" y="0"/>
                      </a:ln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rgbClr val="505050"/>
                    </a:solidFill>
                  </a:endParaRPr>
                </a:p>
              </p:txBody>
            </p:sp>
            <p:sp>
              <p:nvSpPr>
                <p:cNvPr id="142" name="Freeform 141"/>
                <p:cNvSpPr>
                  <a:spLocks/>
                </p:cNvSpPr>
                <p:nvPr/>
              </p:nvSpPr>
              <p:spPr bwMode="auto">
                <a:xfrm>
                  <a:off x="10561638" y="3727450"/>
                  <a:ext cx="60325" cy="165100"/>
                </a:xfrm>
                <a:custGeom>
                  <a:avLst/>
                  <a:gdLst>
                    <a:gd name="T0" fmla="*/ 21 w 21"/>
                    <a:gd name="T1" fmla="*/ 0 h 58"/>
                    <a:gd name="T2" fmla="*/ 21 w 21"/>
                    <a:gd name="T3" fmla="*/ 58 h 58"/>
                    <a:gd name="T4" fmla="*/ 12 w 21"/>
                    <a:gd name="T5" fmla="*/ 58 h 58"/>
                    <a:gd name="T6" fmla="*/ 12 w 21"/>
                    <a:gd name="T7" fmla="*/ 11 h 58"/>
                    <a:gd name="T8" fmla="*/ 6 w 21"/>
                    <a:gd name="T9" fmla="*/ 14 h 58"/>
                    <a:gd name="T10" fmla="*/ 0 w 21"/>
                    <a:gd name="T11" fmla="*/ 16 h 58"/>
                    <a:gd name="T12" fmla="*/ 0 w 21"/>
                    <a:gd name="T13" fmla="*/ 9 h 58"/>
                    <a:gd name="T14" fmla="*/ 4 w 21"/>
                    <a:gd name="T15" fmla="*/ 7 h 58"/>
                    <a:gd name="T16" fmla="*/ 8 w 21"/>
                    <a:gd name="T17" fmla="*/ 5 h 58"/>
                    <a:gd name="T18" fmla="*/ 13 w 21"/>
                    <a:gd name="T19" fmla="*/ 3 h 58"/>
                    <a:gd name="T20" fmla="*/ 17 w 21"/>
                    <a:gd name="T21" fmla="*/ 0 h 58"/>
                    <a:gd name="T22" fmla="*/ 21 w 21"/>
                    <a:gd name="T23" fmla="*/ 0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1" h="58">
                      <a:moveTo>
                        <a:pt x="21" y="0"/>
                      </a:moveTo>
                      <a:cubicBezTo>
                        <a:pt x="21" y="58"/>
                        <a:pt x="21" y="58"/>
                        <a:pt x="21" y="58"/>
                      </a:cubicBezTo>
                      <a:cubicBezTo>
                        <a:pt x="12" y="58"/>
                        <a:pt x="12" y="58"/>
                        <a:pt x="12" y="58"/>
                      </a:cubicBezTo>
                      <a:cubicBezTo>
                        <a:pt x="12" y="11"/>
                        <a:pt x="12" y="11"/>
                        <a:pt x="12" y="11"/>
                      </a:cubicBezTo>
                      <a:cubicBezTo>
                        <a:pt x="10" y="12"/>
                        <a:pt x="8" y="13"/>
                        <a:pt x="6" y="14"/>
                      </a:cubicBezTo>
                      <a:cubicBezTo>
                        <a:pt x="4" y="15"/>
                        <a:pt x="2" y="16"/>
                        <a:pt x="0" y="16"/>
                      </a:cubicBezTo>
                      <a:cubicBezTo>
                        <a:pt x="0" y="9"/>
                        <a:pt x="0" y="9"/>
                        <a:pt x="0" y="9"/>
                      </a:cubicBezTo>
                      <a:cubicBezTo>
                        <a:pt x="1" y="8"/>
                        <a:pt x="3" y="8"/>
                        <a:pt x="4" y="7"/>
                      </a:cubicBezTo>
                      <a:cubicBezTo>
                        <a:pt x="6" y="7"/>
                        <a:pt x="7" y="6"/>
                        <a:pt x="8" y="5"/>
                      </a:cubicBezTo>
                      <a:cubicBezTo>
                        <a:pt x="10" y="5"/>
                        <a:pt x="11" y="4"/>
                        <a:pt x="13" y="3"/>
                      </a:cubicBezTo>
                      <a:cubicBezTo>
                        <a:pt x="14" y="2"/>
                        <a:pt x="15" y="1"/>
                        <a:pt x="17" y="0"/>
                      </a:cubicBezTo>
                      <a:lnTo>
                        <a:pt x="21" y="0"/>
                      </a:ln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rgbClr val="505050"/>
                    </a:solidFill>
                  </a:endParaRPr>
                </a:p>
              </p:txBody>
            </p:sp>
            <p:sp>
              <p:nvSpPr>
                <p:cNvPr id="143" name="Freeform 142"/>
                <p:cNvSpPr>
                  <a:spLocks noEditPoints="1"/>
                </p:cNvSpPr>
                <p:nvPr/>
              </p:nvSpPr>
              <p:spPr bwMode="auto">
                <a:xfrm>
                  <a:off x="10436225" y="3724275"/>
                  <a:ext cx="114300" cy="171450"/>
                </a:xfrm>
                <a:custGeom>
                  <a:avLst/>
                  <a:gdLst>
                    <a:gd name="T0" fmla="*/ 19 w 40"/>
                    <a:gd name="T1" fmla="*/ 60 h 60"/>
                    <a:gd name="T2" fmla="*/ 5 w 40"/>
                    <a:gd name="T3" fmla="*/ 53 h 60"/>
                    <a:gd name="T4" fmla="*/ 0 w 40"/>
                    <a:gd name="T5" fmla="*/ 31 h 60"/>
                    <a:gd name="T6" fmla="*/ 6 w 40"/>
                    <a:gd name="T7" fmla="*/ 8 h 60"/>
                    <a:gd name="T8" fmla="*/ 21 w 40"/>
                    <a:gd name="T9" fmla="*/ 0 h 60"/>
                    <a:gd name="T10" fmla="*/ 40 w 40"/>
                    <a:gd name="T11" fmla="*/ 30 h 60"/>
                    <a:gd name="T12" fmla="*/ 34 w 40"/>
                    <a:gd name="T13" fmla="*/ 52 h 60"/>
                    <a:gd name="T14" fmla="*/ 19 w 40"/>
                    <a:gd name="T15" fmla="*/ 60 h 60"/>
                    <a:gd name="T16" fmla="*/ 20 w 40"/>
                    <a:gd name="T17" fmla="*/ 8 h 60"/>
                    <a:gd name="T18" fmla="*/ 10 w 40"/>
                    <a:gd name="T19" fmla="*/ 31 h 60"/>
                    <a:gd name="T20" fmla="*/ 20 w 40"/>
                    <a:gd name="T21" fmla="*/ 53 h 60"/>
                    <a:gd name="T22" fmla="*/ 30 w 40"/>
                    <a:gd name="T23" fmla="*/ 31 h 60"/>
                    <a:gd name="T24" fmla="*/ 20 w 40"/>
                    <a:gd name="T25" fmla="*/ 8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0" h="60">
                      <a:moveTo>
                        <a:pt x="19" y="60"/>
                      </a:moveTo>
                      <a:cubicBezTo>
                        <a:pt x="13" y="60"/>
                        <a:pt x="9" y="57"/>
                        <a:pt x="5" y="53"/>
                      </a:cubicBezTo>
                      <a:cubicBezTo>
                        <a:pt x="2" y="48"/>
                        <a:pt x="0" y="41"/>
                        <a:pt x="0" y="31"/>
                      </a:cubicBezTo>
                      <a:cubicBezTo>
                        <a:pt x="0" y="21"/>
                        <a:pt x="2" y="14"/>
                        <a:pt x="6" y="8"/>
                      </a:cubicBezTo>
                      <a:cubicBezTo>
                        <a:pt x="9" y="3"/>
                        <a:pt x="14" y="0"/>
                        <a:pt x="21" y="0"/>
                      </a:cubicBezTo>
                      <a:cubicBezTo>
                        <a:pt x="34" y="0"/>
                        <a:pt x="40" y="10"/>
                        <a:pt x="40" y="30"/>
                      </a:cubicBezTo>
                      <a:cubicBezTo>
                        <a:pt x="40" y="40"/>
                        <a:pt x="38" y="47"/>
                        <a:pt x="34" y="52"/>
                      </a:cubicBezTo>
                      <a:cubicBezTo>
                        <a:pt x="31" y="57"/>
                        <a:pt x="26" y="60"/>
                        <a:pt x="19" y="60"/>
                      </a:cubicBezTo>
                      <a:close/>
                      <a:moveTo>
                        <a:pt x="20" y="8"/>
                      </a:moveTo>
                      <a:cubicBezTo>
                        <a:pt x="13" y="8"/>
                        <a:pt x="10" y="16"/>
                        <a:pt x="10" y="31"/>
                      </a:cubicBezTo>
                      <a:cubicBezTo>
                        <a:pt x="10" y="45"/>
                        <a:pt x="13" y="53"/>
                        <a:pt x="20" y="53"/>
                      </a:cubicBezTo>
                      <a:cubicBezTo>
                        <a:pt x="27" y="53"/>
                        <a:pt x="30" y="45"/>
                        <a:pt x="30" y="31"/>
                      </a:cubicBezTo>
                      <a:cubicBezTo>
                        <a:pt x="30" y="15"/>
                        <a:pt x="27" y="8"/>
                        <a:pt x="20" y="8"/>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rgbClr val="505050"/>
                    </a:solidFill>
                  </a:endParaRPr>
                </a:p>
              </p:txBody>
            </p:sp>
            <p:sp>
              <p:nvSpPr>
                <p:cNvPr id="144" name="Freeform 143"/>
                <p:cNvSpPr>
                  <a:spLocks noEditPoints="1"/>
                </p:cNvSpPr>
                <p:nvPr/>
              </p:nvSpPr>
              <p:spPr bwMode="auto">
                <a:xfrm>
                  <a:off x="10315575" y="3541713"/>
                  <a:ext cx="114300" cy="168275"/>
                </a:xfrm>
                <a:custGeom>
                  <a:avLst/>
                  <a:gdLst>
                    <a:gd name="T0" fmla="*/ 19 w 40"/>
                    <a:gd name="T1" fmla="*/ 59 h 59"/>
                    <a:gd name="T2" fmla="*/ 5 w 40"/>
                    <a:gd name="T3" fmla="*/ 52 h 59"/>
                    <a:gd name="T4" fmla="*/ 0 w 40"/>
                    <a:gd name="T5" fmla="*/ 30 h 59"/>
                    <a:gd name="T6" fmla="*/ 5 w 40"/>
                    <a:gd name="T7" fmla="*/ 7 h 59"/>
                    <a:gd name="T8" fmla="*/ 21 w 40"/>
                    <a:gd name="T9" fmla="*/ 0 h 59"/>
                    <a:gd name="T10" fmla="*/ 40 w 40"/>
                    <a:gd name="T11" fmla="*/ 29 h 59"/>
                    <a:gd name="T12" fmla="*/ 34 w 40"/>
                    <a:gd name="T13" fmla="*/ 51 h 59"/>
                    <a:gd name="T14" fmla="*/ 19 w 40"/>
                    <a:gd name="T15" fmla="*/ 59 h 59"/>
                    <a:gd name="T16" fmla="*/ 20 w 40"/>
                    <a:gd name="T17" fmla="*/ 7 h 59"/>
                    <a:gd name="T18" fmla="*/ 10 w 40"/>
                    <a:gd name="T19" fmla="*/ 30 h 59"/>
                    <a:gd name="T20" fmla="*/ 20 w 40"/>
                    <a:gd name="T21" fmla="*/ 52 h 59"/>
                    <a:gd name="T22" fmla="*/ 30 w 40"/>
                    <a:gd name="T23" fmla="*/ 30 h 59"/>
                    <a:gd name="T24" fmla="*/ 20 w 40"/>
                    <a:gd name="T25" fmla="*/ 7 h 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0" h="59">
                      <a:moveTo>
                        <a:pt x="19" y="59"/>
                      </a:moveTo>
                      <a:cubicBezTo>
                        <a:pt x="13" y="59"/>
                        <a:pt x="9" y="57"/>
                        <a:pt x="5" y="52"/>
                      </a:cubicBezTo>
                      <a:cubicBezTo>
                        <a:pt x="2" y="47"/>
                        <a:pt x="0" y="40"/>
                        <a:pt x="0" y="30"/>
                      </a:cubicBezTo>
                      <a:cubicBezTo>
                        <a:pt x="0" y="20"/>
                        <a:pt x="2" y="13"/>
                        <a:pt x="5" y="7"/>
                      </a:cubicBezTo>
                      <a:cubicBezTo>
                        <a:pt x="9" y="2"/>
                        <a:pt x="14" y="0"/>
                        <a:pt x="21" y="0"/>
                      </a:cubicBezTo>
                      <a:cubicBezTo>
                        <a:pt x="33" y="0"/>
                        <a:pt x="40" y="9"/>
                        <a:pt x="40" y="29"/>
                      </a:cubicBezTo>
                      <a:cubicBezTo>
                        <a:pt x="40" y="39"/>
                        <a:pt x="38" y="46"/>
                        <a:pt x="34" y="51"/>
                      </a:cubicBezTo>
                      <a:cubicBezTo>
                        <a:pt x="31" y="56"/>
                        <a:pt x="26" y="59"/>
                        <a:pt x="19" y="59"/>
                      </a:cubicBezTo>
                      <a:close/>
                      <a:moveTo>
                        <a:pt x="20" y="7"/>
                      </a:moveTo>
                      <a:cubicBezTo>
                        <a:pt x="13" y="7"/>
                        <a:pt x="10" y="15"/>
                        <a:pt x="10" y="30"/>
                      </a:cubicBezTo>
                      <a:cubicBezTo>
                        <a:pt x="10" y="44"/>
                        <a:pt x="13" y="52"/>
                        <a:pt x="20" y="52"/>
                      </a:cubicBezTo>
                      <a:cubicBezTo>
                        <a:pt x="27" y="52"/>
                        <a:pt x="30" y="44"/>
                        <a:pt x="30" y="30"/>
                      </a:cubicBezTo>
                      <a:cubicBezTo>
                        <a:pt x="30" y="15"/>
                        <a:pt x="27" y="7"/>
                        <a:pt x="20" y="7"/>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rgbClr val="505050"/>
                    </a:solidFill>
                  </a:endParaRPr>
                </a:p>
              </p:txBody>
            </p:sp>
            <p:sp>
              <p:nvSpPr>
                <p:cNvPr id="145" name="Freeform 144"/>
                <p:cNvSpPr>
                  <a:spLocks noEditPoints="1"/>
                </p:cNvSpPr>
                <p:nvPr/>
              </p:nvSpPr>
              <p:spPr bwMode="auto">
                <a:xfrm>
                  <a:off x="10704513" y="3541713"/>
                  <a:ext cx="111125" cy="168275"/>
                </a:xfrm>
                <a:custGeom>
                  <a:avLst/>
                  <a:gdLst>
                    <a:gd name="T0" fmla="*/ 19 w 39"/>
                    <a:gd name="T1" fmla="*/ 59 h 59"/>
                    <a:gd name="T2" fmla="*/ 5 w 39"/>
                    <a:gd name="T3" fmla="*/ 52 h 59"/>
                    <a:gd name="T4" fmla="*/ 0 w 39"/>
                    <a:gd name="T5" fmla="*/ 30 h 59"/>
                    <a:gd name="T6" fmla="*/ 5 w 39"/>
                    <a:gd name="T7" fmla="*/ 7 h 59"/>
                    <a:gd name="T8" fmla="*/ 20 w 39"/>
                    <a:gd name="T9" fmla="*/ 0 h 59"/>
                    <a:gd name="T10" fmla="*/ 39 w 39"/>
                    <a:gd name="T11" fmla="*/ 29 h 59"/>
                    <a:gd name="T12" fmla="*/ 34 w 39"/>
                    <a:gd name="T13" fmla="*/ 51 h 59"/>
                    <a:gd name="T14" fmla="*/ 19 w 39"/>
                    <a:gd name="T15" fmla="*/ 59 h 59"/>
                    <a:gd name="T16" fmla="*/ 20 w 39"/>
                    <a:gd name="T17" fmla="*/ 7 h 59"/>
                    <a:gd name="T18" fmla="*/ 9 w 39"/>
                    <a:gd name="T19" fmla="*/ 30 h 59"/>
                    <a:gd name="T20" fmla="*/ 19 w 39"/>
                    <a:gd name="T21" fmla="*/ 52 h 59"/>
                    <a:gd name="T22" fmla="*/ 29 w 39"/>
                    <a:gd name="T23" fmla="*/ 30 h 59"/>
                    <a:gd name="T24" fmla="*/ 20 w 39"/>
                    <a:gd name="T25" fmla="*/ 7 h 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9" h="59">
                      <a:moveTo>
                        <a:pt x="19" y="59"/>
                      </a:moveTo>
                      <a:cubicBezTo>
                        <a:pt x="13" y="59"/>
                        <a:pt x="8" y="57"/>
                        <a:pt x="5" y="52"/>
                      </a:cubicBezTo>
                      <a:cubicBezTo>
                        <a:pt x="1" y="47"/>
                        <a:pt x="0" y="40"/>
                        <a:pt x="0" y="30"/>
                      </a:cubicBezTo>
                      <a:cubicBezTo>
                        <a:pt x="0" y="20"/>
                        <a:pt x="1" y="13"/>
                        <a:pt x="5" y="7"/>
                      </a:cubicBezTo>
                      <a:cubicBezTo>
                        <a:pt x="8" y="2"/>
                        <a:pt x="13" y="0"/>
                        <a:pt x="20" y="0"/>
                      </a:cubicBezTo>
                      <a:cubicBezTo>
                        <a:pt x="33" y="0"/>
                        <a:pt x="39" y="9"/>
                        <a:pt x="39" y="29"/>
                      </a:cubicBezTo>
                      <a:cubicBezTo>
                        <a:pt x="39" y="39"/>
                        <a:pt x="37" y="46"/>
                        <a:pt x="34" y="51"/>
                      </a:cubicBezTo>
                      <a:cubicBezTo>
                        <a:pt x="30" y="56"/>
                        <a:pt x="25" y="59"/>
                        <a:pt x="19" y="59"/>
                      </a:cubicBezTo>
                      <a:close/>
                      <a:moveTo>
                        <a:pt x="20" y="7"/>
                      </a:moveTo>
                      <a:cubicBezTo>
                        <a:pt x="13" y="7"/>
                        <a:pt x="9" y="15"/>
                        <a:pt x="9" y="30"/>
                      </a:cubicBezTo>
                      <a:cubicBezTo>
                        <a:pt x="9" y="44"/>
                        <a:pt x="13" y="52"/>
                        <a:pt x="19" y="52"/>
                      </a:cubicBezTo>
                      <a:cubicBezTo>
                        <a:pt x="26" y="52"/>
                        <a:pt x="29" y="44"/>
                        <a:pt x="29" y="30"/>
                      </a:cubicBezTo>
                      <a:cubicBezTo>
                        <a:pt x="29" y="15"/>
                        <a:pt x="26" y="7"/>
                        <a:pt x="20" y="7"/>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rgbClr val="505050"/>
                    </a:solidFill>
                  </a:endParaRPr>
                </a:p>
              </p:txBody>
            </p:sp>
            <p:sp>
              <p:nvSpPr>
                <p:cNvPr id="146" name="Freeform 145"/>
                <p:cNvSpPr>
                  <a:spLocks noEditPoints="1"/>
                </p:cNvSpPr>
                <p:nvPr/>
              </p:nvSpPr>
              <p:spPr bwMode="auto">
                <a:xfrm>
                  <a:off x="10837863" y="3541713"/>
                  <a:ext cx="111125" cy="168275"/>
                </a:xfrm>
                <a:custGeom>
                  <a:avLst/>
                  <a:gdLst>
                    <a:gd name="T0" fmla="*/ 19 w 39"/>
                    <a:gd name="T1" fmla="*/ 59 h 59"/>
                    <a:gd name="T2" fmla="*/ 5 w 39"/>
                    <a:gd name="T3" fmla="*/ 52 h 59"/>
                    <a:gd name="T4" fmla="*/ 0 w 39"/>
                    <a:gd name="T5" fmla="*/ 30 h 59"/>
                    <a:gd name="T6" fmla="*/ 5 w 39"/>
                    <a:gd name="T7" fmla="*/ 7 h 59"/>
                    <a:gd name="T8" fmla="*/ 20 w 39"/>
                    <a:gd name="T9" fmla="*/ 0 h 59"/>
                    <a:gd name="T10" fmla="*/ 39 w 39"/>
                    <a:gd name="T11" fmla="*/ 29 h 59"/>
                    <a:gd name="T12" fmla="*/ 34 w 39"/>
                    <a:gd name="T13" fmla="*/ 51 h 59"/>
                    <a:gd name="T14" fmla="*/ 19 w 39"/>
                    <a:gd name="T15" fmla="*/ 59 h 59"/>
                    <a:gd name="T16" fmla="*/ 20 w 39"/>
                    <a:gd name="T17" fmla="*/ 7 h 59"/>
                    <a:gd name="T18" fmla="*/ 9 w 39"/>
                    <a:gd name="T19" fmla="*/ 30 h 59"/>
                    <a:gd name="T20" fmla="*/ 20 w 39"/>
                    <a:gd name="T21" fmla="*/ 52 h 59"/>
                    <a:gd name="T22" fmla="*/ 30 w 39"/>
                    <a:gd name="T23" fmla="*/ 30 h 59"/>
                    <a:gd name="T24" fmla="*/ 20 w 39"/>
                    <a:gd name="T25" fmla="*/ 7 h 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9" h="59">
                      <a:moveTo>
                        <a:pt x="19" y="59"/>
                      </a:moveTo>
                      <a:cubicBezTo>
                        <a:pt x="13" y="59"/>
                        <a:pt x="8" y="57"/>
                        <a:pt x="5" y="52"/>
                      </a:cubicBezTo>
                      <a:cubicBezTo>
                        <a:pt x="2" y="47"/>
                        <a:pt x="0" y="40"/>
                        <a:pt x="0" y="30"/>
                      </a:cubicBezTo>
                      <a:cubicBezTo>
                        <a:pt x="0" y="20"/>
                        <a:pt x="2" y="13"/>
                        <a:pt x="5" y="7"/>
                      </a:cubicBezTo>
                      <a:cubicBezTo>
                        <a:pt x="9" y="2"/>
                        <a:pt x="14" y="0"/>
                        <a:pt x="20" y="0"/>
                      </a:cubicBezTo>
                      <a:cubicBezTo>
                        <a:pt x="33" y="0"/>
                        <a:pt x="39" y="9"/>
                        <a:pt x="39" y="29"/>
                      </a:cubicBezTo>
                      <a:cubicBezTo>
                        <a:pt x="39" y="39"/>
                        <a:pt x="38" y="46"/>
                        <a:pt x="34" y="51"/>
                      </a:cubicBezTo>
                      <a:cubicBezTo>
                        <a:pt x="30" y="56"/>
                        <a:pt x="25" y="59"/>
                        <a:pt x="19" y="59"/>
                      </a:cubicBezTo>
                      <a:close/>
                      <a:moveTo>
                        <a:pt x="20" y="7"/>
                      </a:moveTo>
                      <a:cubicBezTo>
                        <a:pt x="13" y="7"/>
                        <a:pt x="9" y="15"/>
                        <a:pt x="9" y="30"/>
                      </a:cubicBezTo>
                      <a:cubicBezTo>
                        <a:pt x="9" y="44"/>
                        <a:pt x="13" y="52"/>
                        <a:pt x="20" y="52"/>
                      </a:cubicBezTo>
                      <a:cubicBezTo>
                        <a:pt x="27" y="52"/>
                        <a:pt x="30" y="44"/>
                        <a:pt x="30" y="30"/>
                      </a:cubicBezTo>
                      <a:cubicBezTo>
                        <a:pt x="30" y="15"/>
                        <a:pt x="27" y="7"/>
                        <a:pt x="20" y="7"/>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rgbClr val="505050"/>
                    </a:solidFill>
                  </a:endParaRPr>
                </a:p>
              </p:txBody>
            </p:sp>
            <p:sp>
              <p:nvSpPr>
                <p:cNvPr id="147" name="Freeform 146"/>
                <p:cNvSpPr>
                  <a:spLocks/>
                </p:cNvSpPr>
                <p:nvPr/>
              </p:nvSpPr>
              <p:spPr bwMode="auto">
                <a:xfrm>
                  <a:off x="10694988" y="3173413"/>
                  <a:ext cx="60325" cy="163513"/>
                </a:xfrm>
                <a:custGeom>
                  <a:avLst/>
                  <a:gdLst>
                    <a:gd name="T0" fmla="*/ 21 w 21"/>
                    <a:gd name="T1" fmla="*/ 0 h 57"/>
                    <a:gd name="T2" fmla="*/ 21 w 21"/>
                    <a:gd name="T3" fmla="*/ 57 h 57"/>
                    <a:gd name="T4" fmla="*/ 12 w 21"/>
                    <a:gd name="T5" fmla="*/ 57 h 57"/>
                    <a:gd name="T6" fmla="*/ 12 w 21"/>
                    <a:gd name="T7" fmla="*/ 11 h 57"/>
                    <a:gd name="T8" fmla="*/ 7 w 21"/>
                    <a:gd name="T9" fmla="*/ 14 h 57"/>
                    <a:gd name="T10" fmla="*/ 0 w 21"/>
                    <a:gd name="T11" fmla="*/ 16 h 57"/>
                    <a:gd name="T12" fmla="*/ 0 w 21"/>
                    <a:gd name="T13" fmla="*/ 8 h 57"/>
                    <a:gd name="T14" fmla="*/ 5 w 21"/>
                    <a:gd name="T15" fmla="*/ 7 h 57"/>
                    <a:gd name="T16" fmla="*/ 9 w 21"/>
                    <a:gd name="T17" fmla="*/ 5 h 57"/>
                    <a:gd name="T18" fmla="*/ 13 w 21"/>
                    <a:gd name="T19" fmla="*/ 3 h 57"/>
                    <a:gd name="T20" fmla="*/ 17 w 21"/>
                    <a:gd name="T21" fmla="*/ 0 h 57"/>
                    <a:gd name="T22" fmla="*/ 21 w 21"/>
                    <a:gd name="T23" fmla="*/ 0 h 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1" h="57">
                      <a:moveTo>
                        <a:pt x="21" y="0"/>
                      </a:moveTo>
                      <a:cubicBezTo>
                        <a:pt x="21" y="57"/>
                        <a:pt x="21" y="57"/>
                        <a:pt x="21" y="57"/>
                      </a:cubicBezTo>
                      <a:cubicBezTo>
                        <a:pt x="12" y="57"/>
                        <a:pt x="12" y="57"/>
                        <a:pt x="12" y="57"/>
                      </a:cubicBezTo>
                      <a:cubicBezTo>
                        <a:pt x="12" y="11"/>
                        <a:pt x="12" y="11"/>
                        <a:pt x="12" y="11"/>
                      </a:cubicBezTo>
                      <a:cubicBezTo>
                        <a:pt x="10" y="12"/>
                        <a:pt x="9" y="13"/>
                        <a:pt x="7" y="14"/>
                      </a:cubicBezTo>
                      <a:cubicBezTo>
                        <a:pt x="5" y="15"/>
                        <a:pt x="3" y="15"/>
                        <a:pt x="0" y="16"/>
                      </a:cubicBezTo>
                      <a:cubicBezTo>
                        <a:pt x="0" y="8"/>
                        <a:pt x="0" y="8"/>
                        <a:pt x="0" y="8"/>
                      </a:cubicBezTo>
                      <a:cubicBezTo>
                        <a:pt x="2" y="8"/>
                        <a:pt x="3" y="7"/>
                        <a:pt x="5" y="7"/>
                      </a:cubicBezTo>
                      <a:cubicBezTo>
                        <a:pt x="6" y="6"/>
                        <a:pt x="7" y="6"/>
                        <a:pt x="9" y="5"/>
                      </a:cubicBezTo>
                      <a:cubicBezTo>
                        <a:pt x="10" y="4"/>
                        <a:pt x="11" y="3"/>
                        <a:pt x="13" y="3"/>
                      </a:cubicBezTo>
                      <a:cubicBezTo>
                        <a:pt x="14" y="2"/>
                        <a:pt x="16" y="1"/>
                        <a:pt x="17" y="0"/>
                      </a:cubicBezTo>
                      <a:lnTo>
                        <a:pt x="21" y="0"/>
                      </a:ln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rgbClr val="505050"/>
                    </a:solidFill>
                  </a:endParaRPr>
                </a:p>
              </p:txBody>
            </p:sp>
            <p:sp>
              <p:nvSpPr>
                <p:cNvPr id="148" name="Freeform 147"/>
                <p:cNvSpPr>
                  <a:spLocks noEditPoints="1"/>
                </p:cNvSpPr>
                <p:nvPr/>
              </p:nvSpPr>
              <p:spPr bwMode="auto">
                <a:xfrm>
                  <a:off x="10780713" y="3170238"/>
                  <a:ext cx="114300" cy="168275"/>
                </a:xfrm>
                <a:custGeom>
                  <a:avLst/>
                  <a:gdLst>
                    <a:gd name="T0" fmla="*/ 19 w 40"/>
                    <a:gd name="T1" fmla="*/ 59 h 59"/>
                    <a:gd name="T2" fmla="*/ 5 w 40"/>
                    <a:gd name="T3" fmla="*/ 52 h 59"/>
                    <a:gd name="T4" fmla="*/ 0 w 40"/>
                    <a:gd name="T5" fmla="*/ 31 h 59"/>
                    <a:gd name="T6" fmla="*/ 6 w 40"/>
                    <a:gd name="T7" fmla="*/ 8 h 59"/>
                    <a:gd name="T8" fmla="*/ 21 w 40"/>
                    <a:gd name="T9" fmla="*/ 0 h 59"/>
                    <a:gd name="T10" fmla="*/ 40 w 40"/>
                    <a:gd name="T11" fmla="*/ 29 h 59"/>
                    <a:gd name="T12" fmla="*/ 34 w 40"/>
                    <a:gd name="T13" fmla="*/ 52 h 59"/>
                    <a:gd name="T14" fmla="*/ 19 w 40"/>
                    <a:gd name="T15" fmla="*/ 59 h 59"/>
                    <a:gd name="T16" fmla="*/ 20 w 40"/>
                    <a:gd name="T17" fmla="*/ 7 h 59"/>
                    <a:gd name="T18" fmla="*/ 10 w 40"/>
                    <a:gd name="T19" fmla="*/ 30 h 59"/>
                    <a:gd name="T20" fmla="*/ 20 w 40"/>
                    <a:gd name="T21" fmla="*/ 52 h 59"/>
                    <a:gd name="T22" fmla="*/ 30 w 40"/>
                    <a:gd name="T23" fmla="*/ 30 h 59"/>
                    <a:gd name="T24" fmla="*/ 20 w 40"/>
                    <a:gd name="T25" fmla="*/ 7 h 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0" h="59">
                      <a:moveTo>
                        <a:pt x="19" y="59"/>
                      </a:moveTo>
                      <a:cubicBezTo>
                        <a:pt x="13" y="59"/>
                        <a:pt x="9" y="57"/>
                        <a:pt x="5" y="52"/>
                      </a:cubicBezTo>
                      <a:cubicBezTo>
                        <a:pt x="2" y="47"/>
                        <a:pt x="0" y="40"/>
                        <a:pt x="0" y="31"/>
                      </a:cubicBezTo>
                      <a:cubicBezTo>
                        <a:pt x="0" y="20"/>
                        <a:pt x="2" y="13"/>
                        <a:pt x="6" y="8"/>
                      </a:cubicBezTo>
                      <a:cubicBezTo>
                        <a:pt x="9" y="2"/>
                        <a:pt x="14" y="0"/>
                        <a:pt x="21" y="0"/>
                      </a:cubicBezTo>
                      <a:cubicBezTo>
                        <a:pt x="33" y="0"/>
                        <a:pt x="40" y="10"/>
                        <a:pt x="40" y="29"/>
                      </a:cubicBezTo>
                      <a:cubicBezTo>
                        <a:pt x="40" y="39"/>
                        <a:pt x="38" y="46"/>
                        <a:pt x="34" y="52"/>
                      </a:cubicBezTo>
                      <a:cubicBezTo>
                        <a:pt x="31" y="57"/>
                        <a:pt x="26" y="59"/>
                        <a:pt x="19" y="59"/>
                      </a:cubicBezTo>
                      <a:close/>
                      <a:moveTo>
                        <a:pt x="20" y="7"/>
                      </a:moveTo>
                      <a:cubicBezTo>
                        <a:pt x="13" y="7"/>
                        <a:pt x="10" y="15"/>
                        <a:pt x="10" y="30"/>
                      </a:cubicBezTo>
                      <a:cubicBezTo>
                        <a:pt x="10" y="45"/>
                        <a:pt x="13" y="52"/>
                        <a:pt x="20" y="52"/>
                      </a:cubicBezTo>
                      <a:cubicBezTo>
                        <a:pt x="27" y="52"/>
                        <a:pt x="30" y="44"/>
                        <a:pt x="30" y="30"/>
                      </a:cubicBezTo>
                      <a:cubicBezTo>
                        <a:pt x="30" y="15"/>
                        <a:pt x="27" y="7"/>
                        <a:pt x="20" y="7"/>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rgbClr val="505050"/>
                    </a:solidFill>
                  </a:endParaRPr>
                </a:p>
              </p:txBody>
            </p:sp>
            <p:sp>
              <p:nvSpPr>
                <p:cNvPr id="149" name="Freeform 148"/>
                <p:cNvSpPr>
                  <a:spLocks noEditPoints="1"/>
                </p:cNvSpPr>
                <p:nvPr/>
              </p:nvSpPr>
              <p:spPr bwMode="auto">
                <a:xfrm>
                  <a:off x="10918825" y="3170238"/>
                  <a:ext cx="111125" cy="168275"/>
                </a:xfrm>
                <a:custGeom>
                  <a:avLst/>
                  <a:gdLst>
                    <a:gd name="T0" fmla="*/ 19 w 39"/>
                    <a:gd name="T1" fmla="*/ 59 h 59"/>
                    <a:gd name="T2" fmla="*/ 5 w 39"/>
                    <a:gd name="T3" fmla="*/ 52 h 59"/>
                    <a:gd name="T4" fmla="*/ 0 w 39"/>
                    <a:gd name="T5" fmla="*/ 31 h 59"/>
                    <a:gd name="T6" fmla="*/ 5 w 39"/>
                    <a:gd name="T7" fmla="*/ 8 h 59"/>
                    <a:gd name="T8" fmla="*/ 20 w 39"/>
                    <a:gd name="T9" fmla="*/ 0 h 59"/>
                    <a:gd name="T10" fmla="*/ 39 w 39"/>
                    <a:gd name="T11" fmla="*/ 29 h 59"/>
                    <a:gd name="T12" fmla="*/ 34 w 39"/>
                    <a:gd name="T13" fmla="*/ 52 h 59"/>
                    <a:gd name="T14" fmla="*/ 19 w 39"/>
                    <a:gd name="T15" fmla="*/ 59 h 59"/>
                    <a:gd name="T16" fmla="*/ 20 w 39"/>
                    <a:gd name="T17" fmla="*/ 7 h 59"/>
                    <a:gd name="T18" fmla="*/ 9 w 39"/>
                    <a:gd name="T19" fmla="*/ 30 h 59"/>
                    <a:gd name="T20" fmla="*/ 19 w 39"/>
                    <a:gd name="T21" fmla="*/ 52 h 59"/>
                    <a:gd name="T22" fmla="*/ 30 w 39"/>
                    <a:gd name="T23" fmla="*/ 30 h 59"/>
                    <a:gd name="T24" fmla="*/ 20 w 39"/>
                    <a:gd name="T25" fmla="*/ 7 h 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9" h="59">
                      <a:moveTo>
                        <a:pt x="19" y="59"/>
                      </a:moveTo>
                      <a:cubicBezTo>
                        <a:pt x="13" y="59"/>
                        <a:pt x="8" y="57"/>
                        <a:pt x="5" y="52"/>
                      </a:cubicBezTo>
                      <a:cubicBezTo>
                        <a:pt x="1" y="47"/>
                        <a:pt x="0" y="40"/>
                        <a:pt x="0" y="31"/>
                      </a:cubicBezTo>
                      <a:cubicBezTo>
                        <a:pt x="0" y="20"/>
                        <a:pt x="1" y="13"/>
                        <a:pt x="5" y="8"/>
                      </a:cubicBezTo>
                      <a:cubicBezTo>
                        <a:pt x="8" y="2"/>
                        <a:pt x="14" y="0"/>
                        <a:pt x="20" y="0"/>
                      </a:cubicBezTo>
                      <a:cubicBezTo>
                        <a:pt x="33" y="0"/>
                        <a:pt x="39" y="10"/>
                        <a:pt x="39" y="29"/>
                      </a:cubicBezTo>
                      <a:cubicBezTo>
                        <a:pt x="39" y="39"/>
                        <a:pt x="37" y="46"/>
                        <a:pt x="34" y="52"/>
                      </a:cubicBezTo>
                      <a:cubicBezTo>
                        <a:pt x="30" y="57"/>
                        <a:pt x="25" y="59"/>
                        <a:pt x="19" y="59"/>
                      </a:cubicBezTo>
                      <a:close/>
                      <a:moveTo>
                        <a:pt x="20" y="7"/>
                      </a:moveTo>
                      <a:cubicBezTo>
                        <a:pt x="13" y="7"/>
                        <a:pt x="9" y="15"/>
                        <a:pt x="9" y="30"/>
                      </a:cubicBezTo>
                      <a:cubicBezTo>
                        <a:pt x="9" y="45"/>
                        <a:pt x="13" y="52"/>
                        <a:pt x="19" y="52"/>
                      </a:cubicBezTo>
                      <a:cubicBezTo>
                        <a:pt x="26" y="52"/>
                        <a:pt x="30" y="44"/>
                        <a:pt x="30" y="30"/>
                      </a:cubicBezTo>
                      <a:cubicBezTo>
                        <a:pt x="30" y="15"/>
                        <a:pt x="26" y="7"/>
                        <a:pt x="20" y="7"/>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rgbClr val="505050"/>
                    </a:solidFill>
                  </a:endParaRPr>
                </a:p>
              </p:txBody>
            </p:sp>
            <p:sp>
              <p:nvSpPr>
                <p:cNvPr id="150" name="Freeform 149"/>
                <p:cNvSpPr>
                  <a:spLocks noEditPoints="1"/>
                </p:cNvSpPr>
                <p:nvPr/>
              </p:nvSpPr>
              <p:spPr bwMode="auto">
                <a:xfrm>
                  <a:off x="10975975" y="3541713"/>
                  <a:ext cx="111125" cy="168275"/>
                </a:xfrm>
                <a:custGeom>
                  <a:avLst/>
                  <a:gdLst>
                    <a:gd name="T0" fmla="*/ 19 w 39"/>
                    <a:gd name="T1" fmla="*/ 59 h 59"/>
                    <a:gd name="T2" fmla="*/ 5 w 39"/>
                    <a:gd name="T3" fmla="*/ 52 h 59"/>
                    <a:gd name="T4" fmla="*/ 0 w 39"/>
                    <a:gd name="T5" fmla="*/ 30 h 59"/>
                    <a:gd name="T6" fmla="*/ 5 w 39"/>
                    <a:gd name="T7" fmla="*/ 7 h 59"/>
                    <a:gd name="T8" fmla="*/ 20 w 39"/>
                    <a:gd name="T9" fmla="*/ 0 h 59"/>
                    <a:gd name="T10" fmla="*/ 39 w 39"/>
                    <a:gd name="T11" fmla="*/ 29 h 59"/>
                    <a:gd name="T12" fmla="*/ 34 w 39"/>
                    <a:gd name="T13" fmla="*/ 51 h 59"/>
                    <a:gd name="T14" fmla="*/ 19 w 39"/>
                    <a:gd name="T15" fmla="*/ 59 h 59"/>
                    <a:gd name="T16" fmla="*/ 20 w 39"/>
                    <a:gd name="T17" fmla="*/ 7 h 59"/>
                    <a:gd name="T18" fmla="*/ 10 w 39"/>
                    <a:gd name="T19" fmla="*/ 30 h 59"/>
                    <a:gd name="T20" fmla="*/ 20 w 39"/>
                    <a:gd name="T21" fmla="*/ 52 h 59"/>
                    <a:gd name="T22" fmla="*/ 30 w 39"/>
                    <a:gd name="T23" fmla="*/ 30 h 59"/>
                    <a:gd name="T24" fmla="*/ 20 w 39"/>
                    <a:gd name="T25" fmla="*/ 7 h 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9" h="59">
                      <a:moveTo>
                        <a:pt x="19" y="59"/>
                      </a:moveTo>
                      <a:cubicBezTo>
                        <a:pt x="13" y="59"/>
                        <a:pt x="8" y="57"/>
                        <a:pt x="5" y="52"/>
                      </a:cubicBezTo>
                      <a:cubicBezTo>
                        <a:pt x="2" y="47"/>
                        <a:pt x="0" y="40"/>
                        <a:pt x="0" y="30"/>
                      </a:cubicBezTo>
                      <a:cubicBezTo>
                        <a:pt x="0" y="20"/>
                        <a:pt x="2" y="13"/>
                        <a:pt x="5" y="7"/>
                      </a:cubicBezTo>
                      <a:cubicBezTo>
                        <a:pt x="9" y="2"/>
                        <a:pt x="14" y="0"/>
                        <a:pt x="20" y="0"/>
                      </a:cubicBezTo>
                      <a:cubicBezTo>
                        <a:pt x="33" y="0"/>
                        <a:pt x="39" y="9"/>
                        <a:pt x="39" y="29"/>
                      </a:cubicBezTo>
                      <a:cubicBezTo>
                        <a:pt x="39" y="39"/>
                        <a:pt x="38" y="46"/>
                        <a:pt x="34" y="51"/>
                      </a:cubicBezTo>
                      <a:cubicBezTo>
                        <a:pt x="30" y="56"/>
                        <a:pt x="26" y="59"/>
                        <a:pt x="19" y="59"/>
                      </a:cubicBezTo>
                      <a:close/>
                      <a:moveTo>
                        <a:pt x="20" y="7"/>
                      </a:moveTo>
                      <a:cubicBezTo>
                        <a:pt x="13" y="7"/>
                        <a:pt x="10" y="15"/>
                        <a:pt x="10" y="30"/>
                      </a:cubicBezTo>
                      <a:cubicBezTo>
                        <a:pt x="10" y="44"/>
                        <a:pt x="13" y="52"/>
                        <a:pt x="20" y="52"/>
                      </a:cubicBezTo>
                      <a:cubicBezTo>
                        <a:pt x="27" y="52"/>
                        <a:pt x="30" y="44"/>
                        <a:pt x="30" y="30"/>
                      </a:cubicBezTo>
                      <a:cubicBezTo>
                        <a:pt x="30" y="15"/>
                        <a:pt x="27" y="7"/>
                        <a:pt x="20" y="7"/>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rgbClr val="505050"/>
                    </a:solidFill>
                  </a:endParaRPr>
                </a:p>
              </p:txBody>
            </p:sp>
            <p:sp>
              <p:nvSpPr>
                <p:cNvPr id="151" name="Freeform 150"/>
                <p:cNvSpPr>
                  <a:spLocks noEditPoints="1"/>
                </p:cNvSpPr>
                <p:nvPr/>
              </p:nvSpPr>
              <p:spPr bwMode="auto">
                <a:xfrm>
                  <a:off x="11183938" y="3541713"/>
                  <a:ext cx="114300" cy="168275"/>
                </a:xfrm>
                <a:custGeom>
                  <a:avLst/>
                  <a:gdLst>
                    <a:gd name="T0" fmla="*/ 20 w 40"/>
                    <a:gd name="T1" fmla="*/ 59 h 59"/>
                    <a:gd name="T2" fmla="*/ 6 w 40"/>
                    <a:gd name="T3" fmla="*/ 52 h 59"/>
                    <a:gd name="T4" fmla="*/ 0 w 40"/>
                    <a:gd name="T5" fmla="*/ 30 h 59"/>
                    <a:gd name="T6" fmla="*/ 6 w 40"/>
                    <a:gd name="T7" fmla="*/ 7 h 59"/>
                    <a:gd name="T8" fmla="*/ 21 w 40"/>
                    <a:gd name="T9" fmla="*/ 0 h 59"/>
                    <a:gd name="T10" fmla="*/ 40 w 40"/>
                    <a:gd name="T11" fmla="*/ 29 h 59"/>
                    <a:gd name="T12" fmla="*/ 35 w 40"/>
                    <a:gd name="T13" fmla="*/ 51 h 59"/>
                    <a:gd name="T14" fmla="*/ 20 w 40"/>
                    <a:gd name="T15" fmla="*/ 59 h 59"/>
                    <a:gd name="T16" fmla="*/ 20 w 40"/>
                    <a:gd name="T17" fmla="*/ 7 h 59"/>
                    <a:gd name="T18" fmla="*/ 10 w 40"/>
                    <a:gd name="T19" fmla="*/ 30 h 59"/>
                    <a:gd name="T20" fmla="*/ 20 w 40"/>
                    <a:gd name="T21" fmla="*/ 52 h 59"/>
                    <a:gd name="T22" fmla="*/ 30 w 40"/>
                    <a:gd name="T23" fmla="*/ 30 h 59"/>
                    <a:gd name="T24" fmla="*/ 20 w 40"/>
                    <a:gd name="T25" fmla="*/ 7 h 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0" h="59">
                      <a:moveTo>
                        <a:pt x="20" y="59"/>
                      </a:moveTo>
                      <a:cubicBezTo>
                        <a:pt x="14" y="59"/>
                        <a:pt x="9" y="57"/>
                        <a:pt x="6" y="52"/>
                      </a:cubicBezTo>
                      <a:cubicBezTo>
                        <a:pt x="2" y="47"/>
                        <a:pt x="0" y="40"/>
                        <a:pt x="0" y="30"/>
                      </a:cubicBezTo>
                      <a:cubicBezTo>
                        <a:pt x="0" y="20"/>
                        <a:pt x="2" y="13"/>
                        <a:pt x="6" y="7"/>
                      </a:cubicBezTo>
                      <a:cubicBezTo>
                        <a:pt x="9" y="2"/>
                        <a:pt x="14" y="0"/>
                        <a:pt x="21" y="0"/>
                      </a:cubicBezTo>
                      <a:cubicBezTo>
                        <a:pt x="34" y="0"/>
                        <a:pt x="40" y="9"/>
                        <a:pt x="40" y="29"/>
                      </a:cubicBezTo>
                      <a:cubicBezTo>
                        <a:pt x="40" y="39"/>
                        <a:pt x="38" y="46"/>
                        <a:pt x="35" y="51"/>
                      </a:cubicBezTo>
                      <a:cubicBezTo>
                        <a:pt x="31" y="56"/>
                        <a:pt x="26" y="59"/>
                        <a:pt x="20" y="59"/>
                      </a:cubicBezTo>
                      <a:close/>
                      <a:moveTo>
                        <a:pt x="20" y="7"/>
                      </a:moveTo>
                      <a:cubicBezTo>
                        <a:pt x="13" y="7"/>
                        <a:pt x="10" y="15"/>
                        <a:pt x="10" y="30"/>
                      </a:cubicBezTo>
                      <a:cubicBezTo>
                        <a:pt x="10" y="44"/>
                        <a:pt x="13" y="52"/>
                        <a:pt x="20" y="52"/>
                      </a:cubicBezTo>
                      <a:cubicBezTo>
                        <a:pt x="27" y="52"/>
                        <a:pt x="30" y="44"/>
                        <a:pt x="30" y="30"/>
                      </a:cubicBezTo>
                      <a:cubicBezTo>
                        <a:pt x="30" y="15"/>
                        <a:pt x="27" y="7"/>
                        <a:pt x="20" y="7"/>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rgbClr val="505050"/>
                    </a:solidFill>
                  </a:endParaRPr>
                </a:p>
              </p:txBody>
            </p:sp>
            <p:sp>
              <p:nvSpPr>
                <p:cNvPr id="152" name="Freeform 151"/>
                <p:cNvSpPr>
                  <a:spLocks noEditPoints="1"/>
                </p:cNvSpPr>
                <p:nvPr/>
              </p:nvSpPr>
              <p:spPr bwMode="auto">
                <a:xfrm>
                  <a:off x="10647363" y="3724275"/>
                  <a:ext cx="111125" cy="171450"/>
                </a:xfrm>
                <a:custGeom>
                  <a:avLst/>
                  <a:gdLst>
                    <a:gd name="T0" fmla="*/ 19 w 39"/>
                    <a:gd name="T1" fmla="*/ 60 h 60"/>
                    <a:gd name="T2" fmla="*/ 5 w 39"/>
                    <a:gd name="T3" fmla="*/ 53 h 60"/>
                    <a:gd name="T4" fmla="*/ 0 w 39"/>
                    <a:gd name="T5" fmla="*/ 31 h 60"/>
                    <a:gd name="T6" fmla="*/ 5 w 39"/>
                    <a:gd name="T7" fmla="*/ 8 h 60"/>
                    <a:gd name="T8" fmla="*/ 20 w 39"/>
                    <a:gd name="T9" fmla="*/ 0 h 60"/>
                    <a:gd name="T10" fmla="*/ 39 w 39"/>
                    <a:gd name="T11" fmla="*/ 30 h 60"/>
                    <a:gd name="T12" fmla="*/ 34 w 39"/>
                    <a:gd name="T13" fmla="*/ 52 h 60"/>
                    <a:gd name="T14" fmla="*/ 19 w 39"/>
                    <a:gd name="T15" fmla="*/ 60 h 60"/>
                    <a:gd name="T16" fmla="*/ 20 w 39"/>
                    <a:gd name="T17" fmla="*/ 8 h 60"/>
                    <a:gd name="T18" fmla="*/ 9 w 39"/>
                    <a:gd name="T19" fmla="*/ 31 h 60"/>
                    <a:gd name="T20" fmla="*/ 20 w 39"/>
                    <a:gd name="T21" fmla="*/ 53 h 60"/>
                    <a:gd name="T22" fmla="*/ 30 w 39"/>
                    <a:gd name="T23" fmla="*/ 31 h 60"/>
                    <a:gd name="T24" fmla="*/ 20 w 39"/>
                    <a:gd name="T25" fmla="*/ 8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9" h="60">
                      <a:moveTo>
                        <a:pt x="19" y="60"/>
                      </a:moveTo>
                      <a:cubicBezTo>
                        <a:pt x="13" y="60"/>
                        <a:pt x="8" y="57"/>
                        <a:pt x="5" y="53"/>
                      </a:cubicBezTo>
                      <a:cubicBezTo>
                        <a:pt x="2" y="48"/>
                        <a:pt x="0" y="41"/>
                        <a:pt x="0" y="31"/>
                      </a:cubicBezTo>
                      <a:cubicBezTo>
                        <a:pt x="0" y="21"/>
                        <a:pt x="2" y="14"/>
                        <a:pt x="5" y="8"/>
                      </a:cubicBezTo>
                      <a:cubicBezTo>
                        <a:pt x="9" y="3"/>
                        <a:pt x="14" y="0"/>
                        <a:pt x="20" y="0"/>
                      </a:cubicBezTo>
                      <a:cubicBezTo>
                        <a:pt x="33" y="0"/>
                        <a:pt x="39" y="10"/>
                        <a:pt x="39" y="30"/>
                      </a:cubicBezTo>
                      <a:cubicBezTo>
                        <a:pt x="39" y="40"/>
                        <a:pt x="38" y="47"/>
                        <a:pt x="34" y="52"/>
                      </a:cubicBezTo>
                      <a:cubicBezTo>
                        <a:pt x="30" y="57"/>
                        <a:pt x="25" y="60"/>
                        <a:pt x="19" y="60"/>
                      </a:cubicBezTo>
                      <a:close/>
                      <a:moveTo>
                        <a:pt x="20" y="8"/>
                      </a:moveTo>
                      <a:cubicBezTo>
                        <a:pt x="13" y="8"/>
                        <a:pt x="9" y="16"/>
                        <a:pt x="9" y="31"/>
                      </a:cubicBezTo>
                      <a:cubicBezTo>
                        <a:pt x="9" y="45"/>
                        <a:pt x="13" y="53"/>
                        <a:pt x="20" y="53"/>
                      </a:cubicBezTo>
                      <a:cubicBezTo>
                        <a:pt x="26" y="53"/>
                        <a:pt x="30" y="45"/>
                        <a:pt x="30" y="31"/>
                      </a:cubicBezTo>
                      <a:cubicBezTo>
                        <a:pt x="30" y="15"/>
                        <a:pt x="26" y="8"/>
                        <a:pt x="20" y="8"/>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rgbClr val="505050"/>
                    </a:solidFill>
                  </a:endParaRPr>
                </a:p>
              </p:txBody>
            </p:sp>
            <p:sp>
              <p:nvSpPr>
                <p:cNvPr id="153" name="Freeform 152"/>
                <p:cNvSpPr>
                  <a:spLocks/>
                </p:cNvSpPr>
                <p:nvPr/>
              </p:nvSpPr>
              <p:spPr bwMode="auto">
                <a:xfrm>
                  <a:off x="10779125" y="3355975"/>
                  <a:ext cx="58738" cy="163513"/>
                </a:xfrm>
                <a:custGeom>
                  <a:avLst/>
                  <a:gdLst>
                    <a:gd name="T0" fmla="*/ 21 w 21"/>
                    <a:gd name="T1" fmla="*/ 0 h 57"/>
                    <a:gd name="T2" fmla="*/ 21 w 21"/>
                    <a:gd name="T3" fmla="*/ 57 h 57"/>
                    <a:gd name="T4" fmla="*/ 12 w 21"/>
                    <a:gd name="T5" fmla="*/ 57 h 57"/>
                    <a:gd name="T6" fmla="*/ 12 w 21"/>
                    <a:gd name="T7" fmla="*/ 11 h 57"/>
                    <a:gd name="T8" fmla="*/ 7 w 21"/>
                    <a:gd name="T9" fmla="*/ 14 h 57"/>
                    <a:gd name="T10" fmla="*/ 0 w 21"/>
                    <a:gd name="T11" fmla="*/ 16 h 57"/>
                    <a:gd name="T12" fmla="*/ 0 w 21"/>
                    <a:gd name="T13" fmla="*/ 9 h 57"/>
                    <a:gd name="T14" fmla="*/ 5 w 21"/>
                    <a:gd name="T15" fmla="*/ 7 h 57"/>
                    <a:gd name="T16" fmla="*/ 9 w 21"/>
                    <a:gd name="T17" fmla="*/ 5 h 57"/>
                    <a:gd name="T18" fmla="*/ 13 w 21"/>
                    <a:gd name="T19" fmla="*/ 3 h 57"/>
                    <a:gd name="T20" fmla="*/ 17 w 21"/>
                    <a:gd name="T21" fmla="*/ 0 h 57"/>
                    <a:gd name="T22" fmla="*/ 21 w 21"/>
                    <a:gd name="T23" fmla="*/ 0 h 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1" h="57">
                      <a:moveTo>
                        <a:pt x="21" y="0"/>
                      </a:moveTo>
                      <a:cubicBezTo>
                        <a:pt x="21" y="57"/>
                        <a:pt x="21" y="57"/>
                        <a:pt x="21" y="57"/>
                      </a:cubicBezTo>
                      <a:cubicBezTo>
                        <a:pt x="12" y="57"/>
                        <a:pt x="12" y="57"/>
                        <a:pt x="12" y="57"/>
                      </a:cubicBezTo>
                      <a:cubicBezTo>
                        <a:pt x="12" y="11"/>
                        <a:pt x="12" y="11"/>
                        <a:pt x="12" y="11"/>
                      </a:cubicBezTo>
                      <a:cubicBezTo>
                        <a:pt x="10" y="12"/>
                        <a:pt x="8" y="13"/>
                        <a:pt x="7" y="14"/>
                      </a:cubicBezTo>
                      <a:cubicBezTo>
                        <a:pt x="5" y="15"/>
                        <a:pt x="3" y="16"/>
                        <a:pt x="0" y="16"/>
                      </a:cubicBezTo>
                      <a:cubicBezTo>
                        <a:pt x="0" y="9"/>
                        <a:pt x="0" y="9"/>
                        <a:pt x="0" y="9"/>
                      </a:cubicBezTo>
                      <a:cubicBezTo>
                        <a:pt x="2" y="8"/>
                        <a:pt x="3" y="8"/>
                        <a:pt x="5" y="7"/>
                      </a:cubicBezTo>
                      <a:cubicBezTo>
                        <a:pt x="6" y="6"/>
                        <a:pt x="7" y="6"/>
                        <a:pt x="9" y="5"/>
                      </a:cubicBezTo>
                      <a:cubicBezTo>
                        <a:pt x="10" y="5"/>
                        <a:pt x="11" y="4"/>
                        <a:pt x="13" y="3"/>
                      </a:cubicBezTo>
                      <a:cubicBezTo>
                        <a:pt x="14" y="2"/>
                        <a:pt x="16" y="1"/>
                        <a:pt x="17" y="0"/>
                      </a:cubicBezTo>
                      <a:lnTo>
                        <a:pt x="21" y="0"/>
                      </a:ln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rgbClr val="505050"/>
                    </a:solidFill>
                  </a:endParaRPr>
                </a:p>
              </p:txBody>
            </p:sp>
            <p:sp>
              <p:nvSpPr>
                <p:cNvPr id="154" name="Freeform 153"/>
                <p:cNvSpPr>
                  <a:spLocks noEditPoints="1"/>
                </p:cNvSpPr>
                <p:nvPr/>
              </p:nvSpPr>
              <p:spPr bwMode="auto">
                <a:xfrm>
                  <a:off x="10863263" y="3352800"/>
                  <a:ext cx="112713" cy="171450"/>
                </a:xfrm>
                <a:custGeom>
                  <a:avLst/>
                  <a:gdLst>
                    <a:gd name="T0" fmla="*/ 19 w 39"/>
                    <a:gd name="T1" fmla="*/ 60 h 60"/>
                    <a:gd name="T2" fmla="*/ 5 w 39"/>
                    <a:gd name="T3" fmla="*/ 53 h 60"/>
                    <a:gd name="T4" fmla="*/ 0 w 39"/>
                    <a:gd name="T5" fmla="*/ 31 h 60"/>
                    <a:gd name="T6" fmla="*/ 5 w 39"/>
                    <a:gd name="T7" fmla="*/ 8 h 60"/>
                    <a:gd name="T8" fmla="*/ 20 w 39"/>
                    <a:gd name="T9" fmla="*/ 0 h 60"/>
                    <a:gd name="T10" fmla="*/ 39 w 39"/>
                    <a:gd name="T11" fmla="*/ 30 h 60"/>
                    <a:gd name="T12" fmla="*/ 34 w 39"/>
                    <a:gd name="T13" fmla="*/ 52 h 60"/>
                    <a:gd name="T14" fmla="*/ 19 w 39"/>
                    <a:gd name="T15" fmla="*/ 60 h 60"/>
                    <a:gd name="T16" fmla="*/ 20 w 39"/>
                    <a:gd name="T17" fmla="*/ 8 h 60"/>
                    <a:gd name="T18" fmla="*/ 9 w 39"/>
                    <a:gd name="T19" fmla="*/ 31 h 60"/>
                    <a:gd name="T20" fmla="*/ 19 w 39"/>
                    <a:gd name="T21" fmla="*/ 52 h 60"/>
                    <a:gd name="T22" fmla="*/ 30 w 39"/>
                    <a:gd name="T23" fmla="*/ 31 h 60"/>
                    <a:gd name="T24" fmla="*/ 20 w 39"/>
                    <a:gd name="T25" fmla="*/ 8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9" h="60">
                      <a:moveTo>
                        <a:pt x="19" y="60"/>
                      </a:moveTo>
                      <a:cubicBezTo>
                        <a:pt x="13" y="60"/>
                        <a:pt x="8" y="57"/>
                        <a:pt x="5" y="53"/>
                      </a:cubicBezTo>
                      <a:cubicBezTo>
                        <a:pt x="1" y="48"/>
                        <a:pt x="0" y="41"/>
                        <a:pt x="0" y="31"/>
                      </a:cubicBezTo>
                      <a:cubicBezTo>
                        <a:pt x="0" y="21"/>
                        <a:pt x="1" y="13"/>
                        <a:pt x="5" y="8"/>
                      </a:cubicBezTo>
                      <a:cubicBezTo>
                        <a:pt x="8" y="3"/>
                        <a:pt x="13" y="0"/>
                        <a:pt x="20" y="0"/>
                      </a:cubicBezTo>
                      <a:cubicBezTo>
                        <a:pt x="33" y="0"/>
                        <a:pt x="39" y="10"/>
                        <a:pt x="39" y="30"/>
                      </a:cubicBezTo>
                      <a:cubicBezTo>
                        <a:pt x="39" y="40"/>
                        <a:pt x="37" y="47"/>
                        <a:pt x="34" y="52"/>
                      </a:cubicBezTo>
                      <a:cubicBezTo>
                        <a:pt x="30" y="57"/>
                        <a:pt x="25" y="60"/>
                        <a:pt x="19" y="60"/>
                      </a:cubicBezTo>
                      <a:close/>
                      <a:moveTo>
                        <a:pt x="20" y="8"/>
                      </a:moveTo>
                      <a:cubicBezTo>
                        <a:pt x="13" y="8"/>
                        <a:pt x="9" y="16"/>
                        <a:pt x="9" y="31"/>
                      </a:cubicBezTo>
                      <a:cubicBezTo>
                        <a:pt x="9" y="45"/>
                        <a:pt x="13" y="52"/>
                        <a:pt x="19" y="52"/>
                      </a:cubicBezTo>
                      <a:cubicBezTo>
                        <a:pt x="26" y="52"/>
                        <a:pt x="30" y="45"/>
                        <a:pt x="30" y="31"/>
                      </a:cubicBezTo>
                      <a:cubicBezTo>
                        <a:pt x="30" y="15"/>
                        <a:pt x="26" y="8"/>
                        <a:pt x="20" y="8"/>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rgbClr val="505050"/>
                    </a:solidFill>
                  </a:endParaRPr>
                </a:p>
              </p:txBody>
            </p:sp>
            <p:sp>
              <p:nvSpPr>
                <p:cNvPr id="155" name="Freeform 154"/>
                <p:cNvSpPr>
                  <a:spLocks/>
                </p:cNvSpPr>
                <p:nvPr/>
              </p:nvSpPr>
              <p:spPr bwMode="auto">
                <a:xfrm>
                  <a:off x="10990263" y="3355975"/>
                  <a:ext cx="58738" cy="163513"/>
                </a:xfrm>
                <a:custGeom>
                  <a:avLst/>
                  <a:gdLst>
                    <a:gd name="T0" fmla="*/ 21 w 21"/>
                    <a:gd name="T1" fmla="*/ 0 h 57"/>
                    <a:gd name="T2" fmla="*/ 21 w 21"/>
                    <a:gd name="T3" fmla="*/ 57 h 57"/>
                    <a:gd name="T4" fmla="*/ 12 w 21"/>
                    <a:gd name="T5" fmla="*/ 57 h 57"/>
                    <a:gd name="T6" fmla="*/ 12 w 21"/>
                    <a:gd name="T7" fmla="*/ 11 h 57"/>
                    <a:gd name="T8" fmla="*/ 6 w 21"/>
                    <a:gd name="T9" fmla="*/ 14 h 57"/>
                    <a:gd name="T10" fmla="*/ 0 w 21"/>
                    <a:gd name="T11" fmla="*/ 16 h 57"/>
                    <a:gd name="T12" fmla="*/ 0 w 21"/>
                    <a:gd name="T13" fmla="*/ 9 h 57"/>
                    <a:gd name="T14" fmla="*/ 4 w 21"/>
                    <a:gd name="T15" fmla="*/ 7 h 57"/>
                    <a:gd name="T16" fmla="*/ 9 w 21"/>
                    <a:gd name="T17" fmla="*/ 5 h 57"/>
                    <a:gd name="T18" fmla="*/ 13 w 21"/>
                    <a:gd name="T19" fmla="*/ 3 h 57"/>
                    <a:gd name="T20" fmla="*/ 17 w 21"/>
                    <a:gd name="T21" fmla="*/ 0 h 57"/>
                    <a:gd name="T22" fmla="*/ 21 w 21"/>
                    <a:gd name="T23" fmla="*/ 0 h 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1" h="57">
                      <a:moveTo>
                        <a:pt x="21" y="0"/>
                      </a:moveTo>
                      <a:cubicBezTo>
                        <a:pt x="21" y="57"/>
                        <a:pt x="21" y="57"/>
                        <a:pt x="21" y="57"/>
                      </a:cubicBezTo>
                      <a:cubicBezTo>
                        <a:pt x="12" y="57"/>
                        <a:pt x="12" y="57"/>
                        <a:pt x="12" y="57"/>
                      </a:cubicBezTo>
                      <a:cubicBezTo>
                        <a:pt x="12" y="11"/>
                        <a:pt x="12" y="11"/>
                        <a:pt x="12" y="11"/>
                      </a:cubicBezTo>
                      <a:cubicBezTo>
                        <a:pt x="10" y="12"/>
                        <a:pt x="8" y="13"/>
                        <a:pt x="6" y="14"/>
                      </a:cubicBezTo>
                      <a:cubicBezTo>
                        <a:pt x="5" y="15"/>
                        <a:pt x="2" y="16"/>
                        <a:pt x="0" y="16"/>
                      </a:cubicBezTo>
                      <a:cubicBezTo>
                        <a:pt x="0" y="9"/>
                        <a:pt x="0" y="9"/>
                        <a:pt x="0" y="9"/>
                      </a:cubicBezTo>
                      <a:cubicBezTo>
                        <a:pt x="1" y="8"/>
                        <a:pt x="3" y="8"/>
                        <a:pt x="4" y="7"/>
                      </a:cubicBezTo>
                      <a:cubicBezTo>
                        <a:pt x="6" y="6"/>
                        <a:pt x="7" y="6"/>
                        <a:pt x="9" y="5"/>
                      </a:cubicBezTo>
                      <a:cubicBezTo>
                        <a:pt x="10" y="5"/>
                        <a:pt x="11" y="4"/>
                        <a:pt x="13" y="3"/>
                      </a:cubicBezTo>
                      <a:cubicBezTo>
                        <a:pt x="14" y="2"/>
                        <a:pt x="16" y="1"/>
                        <a:pt x="17" y="0"/>
                      </a:cubicBezTo>
                      <a:lnTo>
                        <a:pt x="21" y="0"/>
                      </a:ln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rgbClr val="505050"/>
                    </a:solidFill>
                  </a:endParaRPr>
                </a:p>
              </p:txBody>
            </p:sp>
            <p:sp>
              <p:nvSpPr>
                <p:cNvPr id="156" name="Freeform 155"/>
                <p:cNvSpPr>
                  <a:spLocks noEditPoints="1"/>
                </p:cNvSpPr>
                <p:nvPr/>
              </p:nvSpPr>
              <p:spPr bwMode="auto">
                <a:xfrm>
                  <a:off x="11072813" y="3352800"/>
                  <a:ext cx="114300" cy="171450"/>
                </a:xfrm>
                <a:custGeom>
                  <a:avLst/>
                  <a:gdLst>
                    <a:gd name="T0" fmla="*/ 20 w 40"/>
                    <a:gd name="T1" fmla="*/ 60 h 60"/>
                    <a:gd name="T2" fmla="*/ 6 w 40"/>
                    <a:gd name="T3" fmla="*/ 53 h 60"/>
                    <a:gd name="T4" fmla="*/ 0 w 40"/>
                    <a:gd name="T5" fmla="*/ 31 h 60"/>
                    <a:gd name="T6" fmla="*/ 6 w 40"/>
                    <a:gd name="T7" fmla="*/ 8 h 60"/>
                    <a:gd name="T8" fmla="*/ 21 w 40"/>
                    <a:gd name="T9" fmla="*/ 0 h 60"/>
                    <a:gd name="T10" fmla="*/ 40 w 40"/>
                    <a:gd name="T11" fmla="*/ 30 h 60"/>
                    <a:gd name="T12" fmla="*/ 35 w 40"/>
                    <a:gd name="T13" fmla="*/ 52 h 60"/>
                    <a:gd name="T14" fmla="*/ 20 w 40"/>
                    <a:gd name="T15" fmla="*/ 60 h 60"/>
                    <a:gd name="T16" fmla="*/ 20 w 40"/>
                    <a:gd name="T17" fmla="*/ 8 h 60"/>
                    <a:gd name="T18" fmla="*/ 10 w 40"/>
                    <a:gd name="T19" fmla="*/ 31 h 60"/>
                    <a:gd name="T20" fmla="*/ 20 w 40"/>
                    <a:gd name="T21" fmla="*/ 52 h 60"/>
                    <a:gd name="T22" fmla="*/ 30 w 40"/>
                    <a:gd name="T23" fmla="*/ 31 h 60"/>
                    <a:gd name="T24" fmla="*/ 20 w 40"/>
                    <a:gd name="T25" fmla="*/ 8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0" h="60">
                      <a:moveTo>
                        <a:pt x="20" y="60"/>
                      </a:moveTo>
                      <a:cubicBezTo>
                        <a:pt x="14" y="60"/>
                        <a:pt x="9" y="57"/>
                        <a:pt x="6" y="53"/>
                      </a:cubicBezTo>
                      <a:cubicBezTo>
                        <a:pt x="2" y="48"/>
                        <a:pt x="0" y="41"/>
                        <a:pt x="0" y="31"/>
                      </a:cubicBezTo>
                      <a:cubicBezTo>
                        <a:pt x="0" y="21"/>
                        <a:pt x="2" y="13"/>
                        <a:pt x="6" y="8"/>
                      </a:cubicBezTo>
                      <a:cubicBezTo>
                        <a:pt x="9" y="3"/>
                        <a:pt x="14" y="0"/>
                        <a:pt x="21" y="0"/>
                      </a:cubicBezTo>
                      <a:cubicBezTo>
                        <a:pt x="34" y="0"/>
                        <a:pt x="40" y="10"/>
                        <a:pt x="40" y="30"/>
                      </a:cubicBezTo>
                      <a:cubicBezTo>
                        <a:pt x="40" y="40"/>
                        <a:pt x="38" y="47"/>
                        <a:pt x="35" y="52"/>
                      </a:cubicBezTo>
                      <a:cubicBezTo>
                        <a:pt x="31" y="57"/>
                        <a:pt x="26" y="60"/>
                        <a:pt x="20" y="60"/>
                      </a:cubicBezTo>
                      <a:close/>
                      <a:moveTo>
                        <a:pt x="20" y="8"/>
                      </a:moveTo>
                      <a:cubicBezTo>
                        <a:pt x="13" y="8"/>
                        <a:pt x="10" y="16"/>
                        <a:pt x="10" y="31"/>
                      </a:cubicBezTo>
                      <a:cubicBezTo>
                        <a:pt x="10" y="45"/>
                        <a:pt x="13" y="52"/>
                        <a:pt x="20" y="52"/>
                      </a:cubicBezTo>
                      <a:cubicBezTo>
                        <a:pt x="27" y="52"/>
                        <a:pt x="30" y="45"/>
                        <a:pt x="30" y="31"/>
                      </a:cubicBezTo>
                      <a:cubicBezTo>
                        <a:pt x="30" y="15"/>
                        <a:pt x="27" y="8"/>
                        <a:pt x="20" y="8"/>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rgbClr val="505050"/>
                    </a:solidFill>
                  </a:endParaRPr>
                </a:p>
              </p:txBody>
            </p:sp>
            <p:sp>
              <p:nvSpPr>
                <p:cNvPr id="157" name="Freeform 156"/>
                <p:cNvSpPr>
                  <a:spLocks/>
                </p:cNvSpPr>
                <p:nvPr/>
              </p:nvSpPr>
              <p:spPr bwMode="auto">
                <a:xfrm>
                  <a:off x="10353675" y="3355975"/>
                  <a:ext cx="58738" cy="163513"/>
                </a:xfrm>
                <a:custGeom>
                  <a:avLst/>
                  <a:gdLst>
                    <a:gd name="T0" fmla="*/ 21 w 21"/>
                    <a:gd name="T1" fmla="*/ 0 h 57"/>
                    <a:gd name="T2" fmla="*/ 21 w 21"/>
                    <a:gd name="T3" fmla="*/ 57 h 57"/>
                    <a:gd name="T4" fmla="*/ 12 w 21"/>
                    <a:gd name="T5" fmla="*/ 57 h 57"/>
                    <a:gd name="T6" fmla="*/ 12 w 21"/>
                    <a:gd name="T7" fmla="*/ 11 h 57"/>
                    <a:gd name="T8" fmla="*/ 6 w 21"/>
                    <a:gd name="T9" fmla="*/ 14 h 57"/>
                    <a:gd name="T10" fmla="*/ 0 w 21"/>
                    <a:gd name="T11" fmla="*/ 16 h 57"/>
                    <a:gd name="T12" fmla="*/ 0 w 21"/>
                    <a:gd name="T13" fmla="*/ 9 h 57"/>
                    <a:gd name="T14" fmla="*/ 4 w 21"/>
                    <a:gd name="T15" fmla="*/ 7 h 57"/>
                    <a:gd name="T16" fmla="*/ 8 w 21"/>
                    <a:gd name="T17" fmla="*/ 5 h 57"/>
                    <a:gd name="T18" fmla="*/ 13 w 21"/>
                    <a:gd name="T19" fmla="*/ 3 h 57"/>
                    <a:gd name="T20" fmla="*/ 17 w 21"/>
                    <a:gd name="T21" fmla="*/ 0 h 57"/>
                    <a:gd name="T22" fmla="*/ 21 w 21"/>
                    <a:gd name="T23" fmla="*/ 0 h 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1" h="57">
                      <a:moveTo>
                        <a:pt x="21" y="0"/>
                      </a:moveTo>
                      <a:cubicBezTo>
                        <a:pt x="21" y="57"/>
                        <a:pt x="21" y="57"/>
                        <a:pt x="21" y="57"/>
                      </a:cubicBezTo>
                      <a:cubicBezTo>
                        <a:pt x="12" y="57"/>
                        <a:pt x="12" y="57"/>
                        <a:pt x="12" y="57"/>
                      </a:cubicBezTo>
                      <a:cubicBezTo>
                        <a:pt x="12" y="11"/>
                        <a:pt x="12" y="11"/>
                        <a:pt x="12" y="11"/>
                      </a:cubicBezTo>
                      <a:cubicBezTo>
                        <a:pt x="10" y="12"/>
                        <a:pt x="8" y="13"/>
                        <a:pt x="6" y="14"/>
                      </a:cubicBezTo>
                      <a:cubicBezTo>
                        <a:pt x="5" y="15"/>
                        <a:pt x="2" y="16"/>
                        <a:pt x="0" y="16"/>
                      </a:cubicBezTo>
                      <a:cubicBezTo>
                        <a:pt x="0" y="9"/>
                        <a:pt x="0" y="9"/>
                        <a:pt x="0" y="9"/>
                      </a:cubicBezTo>
                      <a:cubicBezTo>
                        <a:pt x="1" y="8"/>
                        <a:pt x="3" y="8"/>
                        <a:pt x="4" y="7"/>
                      </a:cubicBezTo>
                      <a:cubicBezTo>
                        <a:pt x="6" y="6"/>
                        <a:pt x="7" y="6"/>
                        <a:pt x="8" y="5"/>
                      </a:cubicBezTo>
                      <a:cubicBezTo>
                        <a:pt x="10" y="5"/>
                        <a:pt x="11" y="4"/>
                        <a:pt x="13" y="3"/>
                      </a:cubicBezTo>
                      <a:cubicBezTo>
                        <a:pt x="14" y="2"/>
                        <a:pt x="15" y="1"/>
                        <a:pt x="17" y="0"/>
                      </a:cubicBezTo>
                      <a:lnTo>
                        <a:pt x="21" y="0"/>
                      </a:ln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rgbClr val="505050"/>
                    </a:solidFill>
                  </a:endParaRPr>
                </a:p>
              </p:txBody>
            </p:sp>
            <p:sp>
              <p:nvSpPr>
                <p:cNvPr id="158" name="Freeform 157"/>
                <p:cNvSpPr>
                  <a:spLocks/>
                </p:cNvSpPr>
                <p:nvPr/>
              </p:nvSpPr>
              <p:spPr bwMode="auto">
                <a:xfrm>
                  <a:off x="10561638" y="3355975"/>
                  <a:ext cx="60325" cy="163513"/>
                </a:xfrm>
                <a:custGeom>
                  <a:avLst/>
                  <a:gdLst>
                    <a:gd name="T0" fmla="*/ 21 w 21"/>
                    <a:gd name="T1" fmla="*/ 0 h 57"/>
                    <a:gd name="T2" fmla="*/ 21 w 21"/>
                    <a:gd name="T3" fmla="*/ 57 h 57"/>
                    <a:gd name="T4" fmla="*/ 12 w 21"/>
                    <a:gd name="T5" fmla="*/ 57 h 57"/>
                    <a:gd name="T6" fmla="*/ 12 w 21"/>
                    <a:gd name="T7" fmla="*/ 11 h 57"/>
                    <a:gd name="T8" fmla="*/ 6 w 21"/>
                    <a:gd name="T9" fmla="*/ 14 h 57"/>
                    <a:gd name="T10" fmla="*/ 0 w 21"/>
                    <a:gd name="T11" fmla="*/ 16 h 57"/>
                    <a:gd name="T12" fmla="*/ 0 w 21"/>
                    <a:gd name="T13" fmla="*/ 9 h 57"/>
                    <a:gd name="T14" fmla="*/ 4 w 21"/>
                    <a:gd name="T15" fmla="*/ 7 h 57"/>
                    <a:gd name="T16" fmla="*/ 8 w 21"/>
                    <a:gd name="T17" fmla="*/ 5 h 57"/>
                    <a:gd name="T18" fmla="*/ 13 w 21"/>
                    <a:gd name="T19" fmla="*/ 3 h 57"/>
                    <a:gd name="T20" fmla="*/ 17 w 21"/>
                    <a:gd name="T21" fmla="*/ 0 h 57"/>
                    <a:gd name="T22" fmla="*/ 21 w 21"/>
                    <a:gd name="T23" fmla="*/ 0 h 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1" h="57">
                      <a:moveTo>
                        <a:pt x="21" y="0"/>
                      </a:moveTo>
                      <a:cubicBezTo>
                        <a:pt x="21" y="57"/>
                        <a:pt x="21" y="57"/>
                        <a:pt x="21" y="57"/>
                      </a:cubicBezTo>
                      <a:cubicBezTo>
                        <a:pt x="12" y="57"/>
                        <a:pt x="12" y="57"/>
                        <a:pt x="12" y="57"/>
                      </a:cubicBezTo>
                      <a:cubicBezTo>
                        <a:pt x="12" y="11"/>
                        <a:pt x="12" y="11"/>
                        <a:pt x="12" y="11"/>
                      </a:cubicBezTo>
                      <a:cubicBezTo>
                        <a:pt x="10" y="12"/>
                        <a:pt x="8" y="13"/>
                        <a:pt x="6" y="14"/>
                      </a:cubicBezTo>
                      <a:cubicBezTo>
                        <a:pt x="4" y="15"/>
                        <a:pt x="2" y="16"/>
                        <a:pt x="0" y="16"/>
                      </a:cubicBezTo>
                      <a:cubicBezTo>
                        <a:pt x="0" y="9"/>
                        <a:pt x="0" y="9"/>
                        <a:pt x="0" y="9"/>
                      </a:cubicBezTo>
                      <a:cubicBezTo>
                        <a:pt x="1" y="8"/>
                        <a:pt x="3" y="8"/>
                        <a:pt x="4" y="7"/>
                      </a:cubicBezTo>
                      <a:cubicBezTo>
                        <a:pt x="6" y="6"/>
                        <a:pt x="7" y="6"/>
                        <a:pt x="8" y="5"/>
                      </a:cubicBezTo>
                      <a:cubicBezTo>
                        <a:pt x="10" y="5"/>
                        <a:pt x="11" y="4"/>
                        <a:pt x="13" y="3"/>
                      </a:cubicBezTo>
                      <a:cubicBezTo>
                        <a:pt x="14" y="2"/>
                        <a:pt x="15" y="1"/>
                        <a:pt x="17" y="0"/>
                      </a:cubicBezTo>
                      <a:lnTo>
                        <a:pt x="21" y="0"/>
                      </a:ln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rgbClr val="505050"/>
                    </a:solidFill>
                  </a:endParaRPr>
                </a:p>
              </p:txBody>
            </p:sp>
            <p:sp>
              <p:nvSpPr>
                <p:cNvPr id="159" name="Freeform 158"/>
                <p:cNvSpPr>
                  <a:spLocks noEditPoints="1"/>
                </p:cNvSpPr>
                <p:nvPr/>
              </p:nvSpPr>
              <p:spPr bwMode="auto">
                <a:xfrm>
                  <a:off x="10436225" y="3352800"/>
                  <a:ext cx="114300" cy="171450"/>
                </a:xfrm>
                <a:custGeom>
                  <a:avLst/>
                  <a:gdLst>
                    <a:gd name="T0" fmla="*/ 19 w 40"/>
                    <a:gd name="T1" fmla="*/ 60 h 60"/>
                    <a:gd name="T2" fmla="*/ 5 w 40"/>
                    <a:gd name="T3" fmla="*/ 53 h 60"/>
                    <a:gd name="T4" fmla="*/ 0 w 40"/>
                    <a:gd name="T5" fmla="*/ 31 h 60"/>
                    <a:gd name="T6" fmla="*/ 6 w 40"/>
                    <a:gd name="T7" fmla="*/ 8 h 60"/>
                    <a:gd name="T8" fmla="*/ 21 w 40"/>
                    <a:gd name="T9" fmla="*/ 0 h 60"/>
                    <a:gd name="T10" fmla="*/ 40 w 40"/>
                    <a:gd name="T11" fmla="*/ 30 h 60"/>
                    <a:gd name="T12" fmla="*/ 34 w 40"/>
                    <a:gd name="T13" fmla="*/ 52 h 60"/>
                    <a:gd name="T14" fmla="*/ 19 w 40"/>
                    <a:gd name="T15" fmla="*/ 60 h 60"/>
                    <a:gd name="T16" fmla="*/ 20 w 40"/>
                    <a:gd name="T17" fmla="*/ 8 h 60"/>
                    <a:gd name="T18" fmla="*/ 10 w 40"/>
                    <a:gd name="T19" fmla="*/ 31 h 60"/>
                    <a:gd name="T20" fmla="*/ 20 w 40"/>
                    <a:gd name="T21" fmla="*/ 52 h 60"/>
                    <a:gd name="T22" fmla="*/ 30 w 40"/>
                    <a:gd name="T23" fmla="*/ 31 h 60"/>
                    <a:gd name="T24" fmla="*/ 20 w 40"/>
                    <a:gd name="T25" fmla="*/ 8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0" h="60">
                      <a:moveTo>
                        <a:pt x="19" y="60"/>
                      </a:moveTo>
                      <a:cubicBezTo>
                        <a:pt x="13" y="60"/>
                        <a:pt x="9" y="57"/>
                        <a:pt x="5" y="53"/>
                      </a:cubicBezTo>
                      <a:cubicBezTo>
                        <a:pt x="2" y="48"/>
                        <a:pt x="0" y="41"/>
                        <a:pt x="0" y="31"/>
                      </a:cubicBezTo>
                      <a:cubicBezTo>
                        <a:pt x="0" y="21"/>
                        <a:pt x="2" y="13"/>
                        <a:pt x="6" y="8"/>
                      </a:cubicBezTo>
                      <a:cubicBezTo>
                        <a:pt x="9" y="3"/>
                        <a:pt x="14" y="0"/>
                        <a:pt x="21" y="0"/>
                      </a:cubicBezTo>
                      <a:cubicBezTo>
                        <a:pt x="34" y="0"/>
                        <a:pt x="40" y="10"/>
                        <a:pt x="40" y="30"/>
                      </a:cubicBezTo>
                      <a:cubicBezTo>
                        <a:pt x="40" y="40"/>
                        <a:pt x="38" y="47"/>
                        <a:pt x="34" y="52"/>
                      </a:cubicBezTo>
                      <a:cubicBezTo>
                        <a:pt x="31" y="57"/>
                        <a:pt x="26" y="60"/>
                        <a:pt x="19" y="60"/>
                      </a:cubicBezTo>
                      <a:close/>
                      <a:moveTo>
                        <a:pt x="20" y="8"/>
                      </a:moveTo>
                      <a:cubicBezTo>
                        <a:pt x="13" y="8"/>
                        <a:pt x="10" y="16"/>
                        <a:pt x="10" y="31"/>
                      </a:cubicBezTo>
                      <a:cubicBezTo>
                        <a:pt x="10" y="45"/>
                        <a:pt x="13" y="52"/>
                        <a:pt x="20" y="52"/>
                      </a:cubicBezTo>
                      <a:cubicBezTo>
                        <a:pt x="27" y="52"/>
                        <a:pt x="30" y="45"/>
                        <a:pt x="30" y="31"/>
                      </a:cubicBezTo>
                      <a:cubicBezTo>
                        <a:pt x="30" y="15"/>
                        <a:pt x="27" y="8"/>
                        <a:pt x="20" y="8"/>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rgbClr val="505050"/>
                    </a:solidFill>
                  </a:endParaRPr>
                </a:p>
              </p:txBody>
            </p:sp>
            <p:sp>
              <p:nvSpPr>
                <p:cNvPr id="160" name="Freeform 159"/>
                <p:cNvSpPr>
                  <a:spLocks noEditPoints="1"/>
                </p:cNvSpPr>
                <p:nvPr/>
              </p:nvSpPr>
              <p:spPr bwMode="auto">
                <a:xfrm>
                  <a:off x="10647363" y="3352800"/>
                  <a:ext cx="111125" cy="171450"/>
                </a:xfrm>
                <a:custGeom>
                  <a:avLst/>
                  <a:gdLst>
                    <a:gd name="T0" fmla="*/ 19 w 39"/>
                    <a:gd name="T1" fmla="*/ 60 h 60"/>
                    <a:gd name="T2" fmla="*/ 5 w 39"/>
                    <a:gd name="T3" fmla="*/ 53 h 60"/>
                    <a:gd name="T4" fmla="*/ 0 w 39"/>
                    <a:gd name="T5" fmla="*/ 31 h 60"/>
                    <a:gd name="T6" fmla="*/ 5 w 39"/>
                    <a:gd name="T7" fmla="*/ 8 h 60"/>
                    <a:gd name="T8" fmla="*/ 20 w 39"/>
                    <a:gd name="T9" fmla="*/ 0 h 60"/>
                    <a:gd name="T10" fmla="*/ 39 w 39"/>
                    <a:gd name="T11" fmla="*/ 30 h 60"/>
                    <a:gd name="T12" fmla="*/ 34 w 39"/>
                    <a:gd name="T13" fmla="*/ 52 h 60"/>
                    <a:gd name="T14" fmla="*/ 19 w 39"/>
                    <a:gd name="T15" fmla="*/ 60 h 60"/>
                    <a:gd name="T16" fmla="*/ 20 w 39"/>
                    <a:gd name="T17" fmla="*/ 8 h 60"/>
                    <a:gd name="T18" fmla="*/ 9 w 39"/>
                    <a:gd name="T19" fmla="*/ 31 h 60"/>
                    <a:gd name="T20" fmla="*/ 20 w 39"/>
                    <a:gd name="T21" fmla="*/ 52 h 60"/>
                    <a:gd name="T22" fmla="*/ 30 w 39"/>
                    <a:gd name="T23" fmla="*/ 31 h 60"/>
                    <a:gd name="T24" fmla="*/ 20 w 39"/>
                    <a:gd name="T25" fmla="*/ 8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9" h="60">
                      <a:moveTo>
                        <a:pt x="19" y="60"/>
                      </a:moveTo>
                      <a:cubicBezTo>
                        <a:pt x="13" y="60"/>
                        <a:pt x="8" y="57"/>
                        <a:pt x="5" y="53"/>
                      </a:cubicBezTo>
                      <a:cubicBezTo>
                        <a:pt x="2" y="48"/>
                        <a:pt x="0" y="41"/>
                        <a:pt x="0" y="31"/>
                      </a:cubicBezTo>
                      <a:cubicBezTo>
                        <a:pt x="0" y="21"/>
                        <a:pt x="2" y="13"/>
                        <a:pt x="5" y="8"/>
                      </a:cubicBezTo>
                      <a:cubicBezTo>
                        <a:pt x="9" y="3"/>
                        <a:pt x="14" y="0"/>
                        <a:pt x="20" y="0"/>
                      </a:cubicBezTo>
                      <a:cubicBezTo>
                        <a:pt x="33" y="0"/>
                        <a:pt x="39" y="10"/>
                        <a:pt x="39" y="30"/>
                      </a:cubicBezTo>
                      <a:cubicBezTo>
                        <a:pt x="39" y="40"/>
                        <a:pt x="38" y="47"/>
                        <a:pt x="34" y="52"/>
                      </a:cubicBezTo>
                      <a:cubicBezTo>
                        <a:pt x="30" y="57"/>
                        <a:pt x="25" y="60"/>
                        <a:pt x="19" y="60"/>
                      </a:cubicBezTo>
                      <a:close/>
                      <a:moveTo>
                        <a:pt x="20" y="8"/>
                      </a:moveTo>
                      <a:cubicBezTo>
                        <a:pt x="13" y="8"/>
                        <a:pt x="9" y="16"/>
                        <a:pt x="9" y="31"/>
                      </a:cubicBezTo>
                      <a:cubicBezTo>
                        <a:pt x="9" y="45"/>
                        <a:pt x="13" y="52"/>
                        <a:pt x="20" y="52"/>
                      </a:cubicBezTo>
                      <a:cubicBezTo>
                        <a:pt x="26" y="52"/>
                        <a:pt x="30" y="45"/>
                        <a:pt x="30" y="31"/>
                      </a:cubicBezTo>
                      <a:cubicBezTo>
                        <a:pt x="30" y="15"/>
                        <a:pt x="26" y="8"/>
                        <a:pt x="20" y="8"/>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rgbClr val="505050"/>
                    </a:solidFill>
                  </a:endParaRPr>
                </a:p>
              </p:txBody>
            </p:sp>
          </p:grpSp>
          <p:grpSp>
            <p:nvGrpSpPr>
              <p:cNvPr id="64" name="Group 63"/>
              <p:cNvGrpSpPr/>
              <p:nvPr/>
            </p:nvGrpSpPr>
            <p:grpSpPr>
              <a:xfrm>
                <a:off x="7670204" y="4435870"/>
                <a:ext cx="1728555" cy="1181597"/>
                <a:chOff x="7824788" y="2765425"/>
                <a:chExt cx="1971675" cy="1347788"/>
              </a:xfrm>
              <a:solidFill>
                <a:schemeClr val="accent6"/>
              </a:solidFill>
            </p:grpSpPr>
            <p:sp>
              <p:nvSpPr>
                <p:cNvPr id="65" name="Freeform 34"/>
                <p:cNvSpPr>
                  <a:spLocks/>
                </p:cNvSpPr>
                <p:nvPr/>
              </p:nvSpPr>
              <p:spPr bwMode="auto">
                <a:xfrm>
                  <a:off x="8831263" y="3802063"/>
                  <a:ext cx="111125" cy="304800"/>
                </a:xfrm>
                <a:custGeom>
                  <a:avLst/>
                  <a:gdLst>
                    <a:gd name="T0" fmla="*/ 39 w 39"/>
                    <a:gd name="T1" fmla="*/ 0 h 107"/>
                    <a:gd name="T2" fmla="*/ 39 w 39"/>
                    <a:gd name="T3" fmla="*/ 107 h 107"/>
                    <a:gd name="T4" fmla="*/ 22 w 39"/>
                    <a:gd name="T5" fmla="*/ 107 h 107"/>
                    <a:gd name="T6" fmla="*/ 22 w 39"/>
                    <a:gd name="T7" fmla="*/ 21 h 107"/>
                    <a:gd name="T8" fmla="*/ 12 w 39"/>
                    <a:gd name="T9" fmla="*/ 26 h 107"/>
                    <a:gd name="T10" fmla="*/ 0 w 39"/>
                    <a:gd name="T11" fmla="*/ 30 h 107"/>
                    <a:gd name="T12" fmla="*/ 0 w 39"/>
                    <a:gd name="T13" fmla="*/ 16 h 107"/>
                    <a:gd name="T14" fmla="*/ 8 w 39"/>
                    <a:gd name="T15" fmla="*/ 13 h 107"/>
                    <a:gd name="T16" fmla="*/ 16 w 39"/>
                    <a:gd name="T17" fmla="*/ 10 h 107"/>
                    <a:gd name="T18" fmla="*/ 24 w 39"/>
                    <a:gd name="T19" fmla="*/ 5 h 107"/>
                    <a:gd name="T20" fmla="*/ 32 w 39"/>
                    <a:gd name="T21" fmla="*/ 0 h 107"/>
                    <a:gd name="T22" fmla="*/ 39 w 39"/>
                    <a:gd name="T23" fmla="*/ 0 h 1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9" h="107">
                      <a:moveTo>
                        <a:pt x="39" y="0"/>
                      </a:moveTo>
                      <a:cubicBezTo>
                        <a:pt x="39" y="107"/>
                        <a:pt x="39" y="107"/>
                        <a:pt x="39" y="107"/>
                      </a:cubicBezTo>
                      <a:cubicBezTo>
                        <a:pt x="22" y="107"/>
                        <a:pt x="22" y="107"/>
                        <a:pt x="22" y="107"/>
                      </a:cubicBezTo>
                      <a:cubicBezTo>
                        <a:pt x="22" y="21"/>
                        <a:pt x="22" y="21"/>
                        <a:pt x="22" y="21"/>
                      </a:cubicBezTo>
                      <a:cubicBezTo>
                        <a:pt x="19" y="23"/>
                        <a:pt x="16" y="25"/>
                        <a:pt x="12" y="26"/>
                      </a:cubicBezTo>
                      <a:cubicBezTo>
                        <a:pt x="9" y="28"/>
                        <a:pt x="5" y="29"/>
                        <a:pt x="0" y="30"/>
                      </a:cubicBezTo>
                      <a:cubicBezTo>
                        <a:pt x="0" y="16"/>
                        <a:pt x="0" y="16"/>
                        <a:pt x="0" y="16"/>
                      </a:cubicBezTo>
                      <a:cubicBezTo>
                        <a:pt x="3" y="15"/>
                        <a:pt x="6" y="14"/>
                        <a:pt x="8" y="13"/>
                      </a:cubicBezTo>
                      <a:cubicBezTo>
                        <a:pt x="11" y="12"/>
                        <a:pt x="13" y="11"/>
                        <a:pt x="16" y="10"/>
                      </a:cubicBezTo>
                      <a:cubicBezTo>
                        <a:pt x="19" y="8"/>
                        <a:pt x="21" y="7"/>
                        <a:pt x="24" y="5"/>
                      </a:cubicBezTo>
                      <a:cubicBezTo>
                        <a:pt x="26" y="4"/>
                        <a:pt x="29" y="2"/>
                        <a:pt x="32" y="0"/>
                      </a:cubicBezTo>
                      <a:lnTo>
                        <a:pt x="39" y="0"/>
                      </a:ln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rgbClr val="505050"/>
                    </a:solidFill>
                  </a:endParaRPr>
                </a:p>
              </p:txBody>
            </p:sp>
            <p:sp>
              <p:nvSpPr>
                <p:cNvPr id="66" name="Freeform 35"/>
                <p:cNvSpPr>
                  <a:spLocks/>
                </p:cNvSpPr>
                <p:nvPr/>
              </p:nvSpPr>
              <p:spPr bwMode="auto">
                <a:xfrm>
                  <a:off x="9220200" y="3802063"/>
                  <a:ext cx="107950" cy="304800"/>
                </a:xfrm>
                <a:custGeom>
                  <a:avLst/>
                  <a:gdLst>
                    <a:gd name="T0" fmla="*/ 38 w 38"/>
                    <a:gd name="T1" fmla="*/ 0 h 107"/>
                    <a:gd name="T2" fmla="*/ 38 w 38"/>
                    <a:gd name="T3" fmla="*/ 107 h 107"/>
                    <a:gd name="T4" fmla="*/ 22 w 38"/>
                    <a:gd name="T5" fmla="*/ 107 h 107"/>
                    <a:gd name="T6" fmla="*/ 22 w 38"/>
                    <a:gd name="T7" fmla="*/ 21 h 107"/>
                    <a:gd name="T8" fmla="*/ 12 w 38"/>
                    <a:gd name="T9" fmla="*/ 26 h 107"/>
                    <a:gd name="T10" fmla="*/ 0 w 38"/>
                    <a:gd name="T11" fmla="*/ 30 h 107"/>
                    <a:gd name="T12" fmla="*/ 0 w 38"/>
                    <a:gd name="T13" fmla="*/ 16 h 107"/>
                    <a:gd name="T14" fmla="*/ 8 w 38"/>
                    <a:gd name="T15" fmla="*/ 13 h 107"/>
                    <a:gd name="T16" fmla="*/ 16 w 38"/>
                    <a:gd name="T17" fmla="*/ 10 h 107"/>
                    <a:gd name="T18" fmla="*/ 23 w 38"/>
                    <a:gd name="T19" fmla="*/ 5 h 107"/>
                    <a:gd name="T20" fmla="*/ 31 w 38"/>
                    <a:gd name="T21" fmla="*/ 0 h 107"/>
                    <a:gd name="T22" fmla="*/ 38 w 38"/>
                    <a:gd name="T23" fmla="*/ 0 h 1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8" h="107">
                      <a:moveTo>
                        <a:pt x="38" y="0"/>
                      </a:moveTo>
                      <a:cubicBezTo>
                        <a:pt x="38" y="107"/>
                        <a:pt x="38" y="107"/>
                        <a:pt x="38" y="107"/>
                      </a:cubicBezTo>
                      <a:cubicBezTo>
                        <a:pt x="22" y="107"/>
                        <a:pt x="22" y="107"/>
                        <a:pt x="22" y="107"/>
                      </a:cubicBezTo>
                      <a:cubicBezTo>
                        <a:pt x="22" y="21"/>
                        <a:pt x="22" y="21"/>
                        <a:pt x="22" y="21"/>
                      </a:cubicBezTo>
                      <a:cubicBezTo>
                        <a:pt x="18" y="23"/>
                        <a:pt x="15" y="25"/>
                        <a:pt x="12" y="26"/>
                      </a:cubicBezTo>
                      <a:cubicBezTo>
                        <a:pt x="8" y="28"/>
                        <a:pt x="4" y="29"/>
                        <a:pt x="0" y="30"/>
                      </a:cubicBezTo>
                      <a:cubicBezTo>
                        <a:pt x="0" y="16"/>
                        <a:pt x="0" y="16"/>
                        <a:pt x="0" y="16"/>
                      </a:cubicBezTo>
                      <a:cubicBezTo>
                        <a:pt x="2" y="15"/>
                        <a:pt x="5" y="14"/>
                        <a:pt x="8" y="13"/>
                      </a:cubicBezTo>
                      <a:cubicBezTo>
                        <a:pt x="10" y="12"/>
                        <a:pt x="13" y="11"/>
                        <a:pt x="16" y="10"/>
                      </a:cubicBezTo>
                      <a:cubicBezTo>
                        <a:pt x="18" y="8"/>
                        <a:pt x="21" y="7"/>
                        <a:pt x="23" y="5"/>
                      </a:cubicBezTo>
                      <a:cubicBezTo>
                        <a:pt x="26" y="4"/>
                        <a:pt x="29" y="2"/>
                        <a:pt x="31" y="0"/>
                      </a:cubicBezTo>
                      <a:lnTo>
                        <a:pt x="38" y="0"/>
                      </a:ln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rgbClr val="505050"/>
                    </a:solidFill>
                  </a:endParaRPr>
                </a:p>
              </p:txBody>
            </p:sp>
            <p:sp>
              <p:nvSpPr>
                <p:cNvPr id="67" name="Freeform 36"/>
                <p:cNvSpPr>
                  <a:spLocks noEditPoints="1"/>
                </p:cNvSpPr>
                <p:nvPr/>
              </p:nvSpPr>
              <p:spPr bwMode="auto">
                <a:xfrm>
                  <a:off x="8988425" y="3798888"/>
                  <a:ext cx="207963" cy="314325"/>
                </a:xfrm>
                <a:custGeom>
                  <a:avLst/>
                  <a:gdLst>
                    <a:gd name="T0" fmla="*/ 35 w 73"/>
                    <a:gd name="T1" fmla="*/ 110 h 110"/>
                    <a:gd name="T2" fmla="*/ 9 w 73"/>
                    <a:gd name="T3" fmla="*/ 97 h 110"/>
                    <a:gd name="T4" fmla="*/ 0 w 73"/>
                    <a:gd name="T5" fmla="*/ 57 h 110"/>
                    <a:gd name="T6" fmla="*/ 10 w 73"/>
                    <a:gd name="T7" fmla="*/ 14 h 110"/>
                    <a:gd name="T8" fmla="*/ 38 w 73"/>
                    <a:gd name="T9" fmla="*/ 0 h 110"/>
                    <a:gd name="T10" fmla="*/ 73 w 73"/>
                    <a:gd name="T11" fmla="*/ 55 h 110"/>
                    <a:gd name="T12" fmla="*/ 63 w 73"/>
                    <a:gd name="T13" fmla="*/ 96 h 110"/>
                    <a:gd name="T14" fmla="*/ 35 w 73"/>
                    <a:gd name="T15" fmla="*/ 110 h 110"/>
                    <a:gd name="T16" fmla="*/ 37 w 73"/>
                    <a:gd name="T17" fmla="*/ 14 h 110"/>
                    <a:gd name="T18" fmla="*/ 18 w 73"/>
                    <a:gd name="T19" fmla="*/ 57 h 110"/>
                    <a:gd name="T20" fmla="*/ 37 w 73"/>
                    <a:gd name="T21" fmla="*/ 97 h 110"/>
                    <a:gd name="T22" fmla="*/ 55 w 73"/>
                    <a:gd name="T23" fmla="*/ 56 h 110"/>
                    <a:gd name="T24" fmla="*/ 37 w 73"/>
                    <a:gd name="T25" fmla="*/ 14 h 1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3" h="110">
                      <a:moveTo>
                        <a:pt x="35" y="110"/>
                      </a:moveTo>
                      <a:cubicBezTo>
                        <a:pt x="24" y="110"/>
                        <a:pt x="16" y="106"/>
                        <a:pt x="9" y="97"/>
                      </a:cubicBezTo>
                      <a:cubicBezTo>
                        <a:pt x="3" y="88"/>
                        <a:pt x="0" y="74"/>
                        <a:pt x="0" y="57"/>
                      </a:cubicBezTo>
                      <a:cubicBezTo>
                        <a:pt x="0" y="38"/>
                        <a:pt x="3" y="24"/>
                        <a:pt x="10" y="14"/>
                      </a:cubicBezTo>
                      <a:cubicBezTo>
                        <a:pt x="16" y="5"/>
                        <a:pt x="26" y="0"/>
                        <a:pt x="38" y="0"/>
                      </a:cubicBezTo>
                      <a:cubicBezTo>
                        <a:pt x="61" y="0"/>
                        <a:pt x="73" y="18"/>
                        <a:pt x="73" y="55"/>
                      </a:cubicBezTo>
                      <a:cubicBezTo>
                        <a:pt x="73" y="73"/>
                        <a:pt x="70" y="87"/>
                        <a:pt x="63" y="96"/>
                      </a:cubicBezTo>
                      <a:cubicBezTo>
                        <a:pt x="57" y="106"/>
                        <a:pt x="47" y="110"/>
                        <a:pt x="35" y="110"/>
                      </a:cubicBezTo>
                      <a:close/>
                      <a:moveTo>
                        <a:pt x="37" y="14"/>
                      </a:moveTo>
                      <a:cubicBezTo>
                        <a:pt x="24" y="14"/>
                        <a:pt x="18" y="28"/>
                        <a:pt x="18" y="57"/>
                      </a:cubicBezTo>
                      <a:cubicBezTo>
                        <a:pt x="18" y="83"/>
                        <a:pt x="24" y="97"/>
                        <a:pt x="37" y="97"/>
                      </a:cubicBezTo>
                      <a:cubicBezTo>
                        <a:pt x="49" y="97"/>
                        <a:pt x="55" y="83"/>
                        <a:pt x="55" y="56"/>
                      </a:cubicBezTo>
                      <a:cubicBezTo>
                        <a:pt x="55" y="28"/>
                        <a:pt x="49" y="14"/>
                        <a:pt x="37" y="14"/>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rgbClr val="505050"/>
                    </a:solidFill>
                  </a:endParaRPr>
                </a:p>
              </p:txBody>
            </p:sp>
            <p:sp>
              <p:nvSpPr>
                <p:cNvPr id="68" name="Freeform 37"/>
                <p:cNvSpPr>
                  <a:spLocks noEditPoints="1"/>
                </p:cNvSpPr>
                <p:nvPr/>
              </p:nvSpPr>
              <p:spPr bwMode="auto">
                <a:xfrm>
                  <a:off x="9377363" y="3798888"/>
                  <a:ext cx="211138" cy="314325"/>
                </a:xfrm>
                <a:custGeom>
                  <a:avLst/>
                  <a:gdLst>
                    <a:gd name="T0" fmla="*/ 36 w 74"/>
                    <a:gd name="T1" fmla="*/ 110 h 110"/>
                    <a:gd name="T2" fmla="*/ 10 w 74"/>
                    <a:gd name="T3" fmla="*/ 97 h 110"/>
                    <a:gd name="T4" fmla="*/ 0 w 74"/>
                    <a:gd name="T5" fmla="*/ 57 h 110"/>
                    <a:gd name="T6" fmla="*/ 10 w 74"/>
                    <a:gd name="T7" fmla="*/ 14 h 110"/>
                    <a:gd name="T8" fmla="*/ 38 w 74"/>
                    <a:gd name="T9" fmla="*/ 0 h 110"/>
                    <a:gd name="T10" fmla="*/ 74 w 74"/>
                    <a:gd name="T11" fmla="*/ 55 h 110"/>
                    <a:gd name="T12" fmla="*/ 64 w 74"/>
                    <a:gd name="T13" fmla="*/ 96 h 110"/>
                    <a:gd name="T14" fmla="*/ 36 w 74"/>
                    <a:gd name="T15" fmla="*/ 110 h 110"/>
                    <a:gd name="T16" fmla="*/ 38 w 74"/>
                    <a:gd name="T17" fmla="*/ 14 h 110"/>
                    <a:gd name="T18" fmla="*/ 18 w 74"/>
                    <a:gd name="T19" fmla="*/ 57 h 110"/>
                    <a:gd name="T20" fmla="*/ 37 w 74"/>
                    <a:gd name="T21" fmla="*/ 97 h 110"/>
                    <a:gd name="T22" fmla="*/ 56 w 74"/>
                    <a:gd name="T23" fmla="*/ 56 h 110"/>
                    <a:gd name="T24" fmla="*/ 38 w 74"/>
                    <a:gd name="T25" fmla="*/ 14 h 1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4" h="110">
                      <a:moveTo>
                        <a:pt x="36" y="110"/>
                      </a:moveTo>
                      <a:cubicBezTo>
                        <a:pt x="25" y="110"/>
                        <a:pt x="16" y="106"/>
                        <a:pt x="10" y="97"/>
                      </a:cubicBezTo>
                      <a:cubicBezTo>
                        <a:pt x="4" y="88"/>
                        <a:pt x="0" y="74"/>
                        <a:pt x="0" y="57"/>
                      </a:cubicBezTo>
                      <a:cubicBezTo>
                        <a:pt x="0" y="38"/>
                        <a:pt x="4" y="24"/>
                        <a:pt x="10" y="14"/>
                      </a:cubicBezTo>
                      <a:cubicBezTo>
                        <a:pt x="17" y="5"/>
                        <a:pt x="26" y="0"/>
                        <a:pt x="38" y="0"/>
                      </a:cubicBezTo>
                      <a:cubicBezTo>
                        <a:pt x="62" y="0"/>
                        <a:pt x="74" y="18"/>
                        <a:pt x="74" y="55"/>
                      </a:cubicBezTo>
                      <a:cubicBezTo>
                        <a:pt x="74" y="73"/>
                        <a:pt x="70" y="87"/>
                        <a:pt x="64" y="96"/>
                      </a:cubicBezTo>
                      <a:cubicBezTo>
                        <a:pt x="57" y="106"/>
                        <a:pt x="48" y="110"/>
                        <a:pt x="36" y="110"/>
                      </a:cubicBezTo>
                      <a:close/>
                      <a:moveTo>
                        <a:pt x="38" y="14"/>
                      </a:moveTo>
                      <a:cubicBezTo>
                        <a:pt x="25" y="14"/>
                        <a:pt x="18" y="28"/>
                        <a:pt x="18" y="57"/>
                      </a:cubicBezTo>
                      <a:cubicBezTo>
                        <a:pt x="18" y="83"/>
                        <a:pt x="25" y="97"/>
                        <a:pt x="37" y="97"/>
                      </a:cubicBezTo>
                      <a:cubicBezTo>
                        <a:pt x="50" y="97"/>
                        <a:pt x="56" y="83"/>
                        <a:pt x="56" y="56"/>
                      </a:cubicBezTo>
                      <a:cubicBezTo>
                        <a:pt x="56" y="28"/>
                        <a:pt x="50" y="14"/>
                        <a:pt x="38" y="14"/>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rgbClr val="505050"/>
                    </a:solidFill>
                  </a:endParaRPr>
                </a:p>
              </p:txBody>
            </p:sp>
            <p:sp>
              <p:nvSpPr>
                <p:cNvPr id="69" name="Freeform 38"/>
                <p:cNvSpPr>
                  <a:spLocks/>
                </p:cNvSpPr>
                <p:nvPr/>
              </p:nvSpPr>
              <p:spPr bwMode="auto">
                <a:xfrm>
                  <a:off x="8040688" y="3802063"/>
                  <a:ext cx="111125" cy="304800"/>
                </a:xfrm>
                <a:custGeom>
                  <a:avLst/>
                  <a:gdLst>
                    <a:gd name="T0" fmla="*/ 39 w 39"/>
                    <a:gd name="T1" fmla="*/ 0 h 107"/>
                    <a:gd name="T2" fmla="*/ 39 w 39"/>
                    <a:gd name="T3" fmla="*/ 107 h 107"/>
                    <a:gd name="T4" fmla="*/ 22 w 39"/>
                    <a:gd name="T5" fmla="*/ 107 h 107"/>
                    <a:gd name="T6" fmla="*/ 22 w 39"/>
                    <a:gd name="T7" fmla="*/ 21 h 107"/>
                    <a:gd name="T8" fmla="*/ 12 w 39"/>
                    <a:gd name="T9" fmla="*/ 26 h 107"/>
                    <a:gd name="T10" fmla="*/ 0 w 39"/>
                    <a:gd name="T11" fmla="*/ 30 h 107"/>
                    <a:gd name="T12" fmla="*/ 0 w 39"/>
                    <a:gd name="T13" fmla="*/ 16 h 107"/>
                    <a:gd name="T14" fmla="*/ 8 w 39"/>
                    <a:gd name="T15" fmla="*/ 13 h 107"/>
                    <a:gd name="T16" fmla="*/ 16 w 39"/>
                    <a:gd name="T17" fmla="*/ 10 h 107"/>
                    <a:gd name="T18" fmla="*/ 23 w 39"/>
                    <a:gd name="T19" fmla="*/ 5 h 107"/>
                    <a:gd name="T20" fmla="*/ 31 w 39"/>
                    <a:gd name="T21" fmla="*/ 0 h 107"/>
                    <a:gd name="T22" fmla="*/ 39 w 39"/>
                    <a:gd name="T23" fmla="*/ 0 h 1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9" h="107">
                      <a:moveTo>
                        <a:pt x="39" y="0"/>
                      </a:moveTo>
                      <a:cubicBezTo>
                        <a:pt x="39" y="107"/>
                        <a:pt x="39" y="107"/>
                        <a:pt x="39" y="107"/>
                      </a:cubicBezTo>
                      <a:cubicBezTo>
                        <a:pt x="22" y="107"/>
                        <a:pt x="22" y="107"/>
                        <a:pt x="22" y="107"/>
                      </a:cubicBezTo>
                      <a:cubicBezTo>
                        <a:pt x="22" y="21"/>
                        <a:pt x="22" y="21"/>
                        <a:pt x="22" y="21"/>
                      </a:cubicBezTo>
                      <a:cubicBezTo>
                        <a:pt x="19" y="23"/>
                        <a:pt x="15" y="25"/>
                        <a:pt x="12" y="26"/>
                      </a:cubicBezTo>
                      <a:cubicBezTo>
                        <a:pt x="8" y="28"/>
                        <a:pt x="4" y="29"/>
                        <a:pt x="0" y="30"/>
                      </a:cubicBezTo>
                      <a:cubicBezTo>
                        <a:pt x="0" y="16"/>
                        <a:pt x="0" y="16"/>
                        <a:pt x="0" y="16"/>
                      </a:cubicBezTo>
                      <a:cubicBezTo>
                        <a:pt x="3" y="15"/>
                        <a:pt x="5" y="14"/>
                        <a:pt x="8" y="13"/>
                      </a:cubicBezTo>
                      <a:cubicBezTo>
                        <a:pt x="11" y="12"/>
                        <a:pt x="13" y="11"/>
                        <a:pt x="16" y="10"/>
                      </a:cubicBezTo>
                      <a:cubicBezTo>
                        <a:pt x="18" y="8"/>
                        <a:pt x="21" y="7"/>
                        <a:pt x="23" y="5"/>
                      </a:cubicBezTo>
                      <a:cubicBezTo>
                        <a:pt x="26" y="4"/>
                        <a:pt x="29" y="2"/>
                        <a:pt x="31" y="0"/>
                      </a:cubicBezTo>
                      <a:lnTo>
                        <a:pt x="39" y="0"/>
                      </a:ln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rgbClr val="505050"/>
                    </a:solidFill>
                  </a:endParaRPr>
                </a:p>
              </p:txBody>
            </p:sp>
            <p:sp>
              <p:nvSpPr>
                <p:cNvPr id="70" name="Freeform 39"/>
                <p:cNvSpPr>
                  <a:spLocks/>
                </p:cNvSpPr>
                <p:nvPr/>
              </p:nvSpPr>
              <p:spPr bwMode="auto">
                <a:xfrm>
                  <a:off x="8215313" y="3459163"/>
                  <a:ext cx="111125" cy="304800"/>
                </a:xfrm>
                <a:custGeom>
                  <a:avLst/>
                  <a:gdLst>
                    <a:gd name="T0" fmla="*/ 39 w 39"/>
                    <a:gd name="T1" fmla="*/ 0 h 107"/>
                    <a:gd name="T2" fmla="*/ 39 w 39"/>
                    <a:gd name="T3" fmla="*/ 107 h 107"/>
                    <a:gd name="T4" fmla="*/ 22 w 39"/>
                    <a:gd name="T5" fmla="*/ 107 h 107"/>
                    <a:gd name="T6" fmla="*/ 22 w 39"/>
                    <a:gd name="T7" fmla="*/ 21 h 107"/>
                    <a:gd name="T8" fmla="*/ 12 w 39"/>
                    <a:gd name="T9" fmla="*/ 26 h 107"/>
                    <a:gd name="T10" fmla="*/ 0 w 39"/>
                    <a:gd name="T11" fmla="*/ 30 h 107"/>
                    <a:gd name="T12" fmla="*/ 0 w 39"/>
                    <a:gd name="T13" fmla="*/ 16 h 107"/>
                    <a:gd name="T14" fmla="*/ 8 w 39"/>
                    <a:gd name="T15" fmla="*/ 13 h 107"/>
                    <a:gd name="T16" fmla="*/ 16 w 39"/>
                    <a:gd name="T17" fmla="*/ 10 h 107"/>
                    <a:gd name="T18" fmla="*/ 24 w 39"/>
                    <a:gd name="T19" fmla="*/ 5 h 107"/>
                    <a:gd name="T20" fmla="*/ 32 w 39"/>
                    <a:gd name="T21" fmla="*/ 0 h 107"/>
                    <a:gd name="T22" fmla="*/ 39 w 39"/>
                    <a:gd name="T23" fmla="*/ 0 h 1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9" h="107">
                      <a:moveTo>
                        <a:pt x="39" y="0"/>
                      </a:moveTo>
                      <a:cubicBezTo>
                        <a:pt x="39" y="107"/>
                        <a:pt x="39" y="107"/>
                        <a:pt x="39" y="107"/>
                      </a:cubicBezTo>
                      <a:cubicBezTo>
                        <a:pt x="22" y="107"/>
                        <a:pt x="22" y="107"/>
                        <a:pt x="22" y="107"/>
                      </a:cubicBezTo>
                      <a:cubicBezTo>
                        <a:pt x="22" y="21"/>
                        <a:pt x="22" y="21"/>
                        <a:pt x="22" y="21"/>
                      </a:cubicBezTo>
                      <a:cubicBezTo>
                        <a:pt x="19" y="23"/>
                        <a:pt x="16" y="25"/>
                        <a:pt x="12" y="26"/>
                      </a:cubicBezTo>
                      <a:cubicBezTo>
                        <a:pt x="9" y="28"/>
                        <a:pt x="5" y="29"/>
                        <a:pt x="0" y="30"/>
                      </a:cubicBezTo>
                      <a:cubicBezTo>
                        <a:pt x="0" y="16"/>
                        <a:pt x="0" y="16"/>
                        <a:pt x="0" y="16"/>
                      </a:cubicBezTo>
                      <a:cubicBezTo>
                        <a:pt x="3" y="15"/>
                        <a:pt x="6" y="14"/>
                        <a:pt x="8" y="13"/>
                      </a:cubicBezTo>
                      <a:cubicBezTo>
                        <a:pt x="11" y="12"/>
                        <a:pt x="13" y="11"/>
                        <a:pt x="16" y="10"/>
                      </a:cubicBezTo>
                      <a:cubicBezTo>
                        <a:pt x="19" y="8"/>
                        <a:pt x="21" y="7"/>
                        <a:pt x="24" y="5"/>
                      </a:cubicBezTo>
                      <a:cubicBezTo>
                        <a:pt x="26" y="4"/>
                        <a:pt x="29" y="2"/>
                        <a:pt x="32" y="0"/>
                      </a:cubicBezTo>
                      <a:lnTo>
                        <a:pt x="39" y="0"/>
                      </a:ln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rgbClr val="505050"/>
                    </a:solidFill>
                  </a:endParaRPr>
                </a:p>
              </p:txBody>
            </p:sp>
            <p:sp>
              <p:nvSpPr>
                <p:cNvPr id="71" name="Freeform 40"/>
                <p:cNvSpPr>
                  <a:spLocks/>
                </p:cNvSpPr>
                <p:nvPr/>
              </p:nvSpPr>
              <p:spPr bwMode="auto">
                <a:xfrm>
                  <a:off x="8372475" y="3459163"/>
                  <a:ext cx="111125" cy="304800"/>
                </a:xfrm>
                <a:custGeom>
                  <a:avLst/>
                  <a:gdLst>
                    <a:gd name="T0" fmla="*/ 39 w 39"/>
                    <a:gd name="T1" fmla="*/ 0 h 107"/>
                    <a:gd name="T2" fmla="*/ 39 w 39"/>
                    <a:gd name="T3" fmla="*/ 107 h 107"/>
                    <a:gd name="T4" fmla="*/ 22 w 39"/>
                    <a:gd name="T5" fmla="*/ 107 h 107"/>
                    <a:gd name="T6" fmla="*/ 22 w 39"/>
                    <a:gd name="T7" fmla="*/ 21 h 107"/>
                    <a:gd name="T8" fmla="*/ 12 w 39"/>
                    <a:gd name="T9" fmla="*/ 26 h 107"/>
                    <a:gd name="T10" fmla="*/ 0 w 39"/>
                    <a:gd name="T11" fmla="*/ 30 h 107"/>
                    <a:gd name="T12" fmla="*/ 0 w 39"/>
                    <a:gd name="T13" fmla="*/ 16 h 107"/>
                    <a:gd name="T14" fmla="*/ 8 w 39"/>
                    <a:gd name="T15" fmla="*/ 13 h 107"/>
                    <a:gd name="T16" fmla="*/ 16 w 39"/>
                    <a:gd name="T17" fmla="*/ 10 h 107"/>
                    <a:gd name="T18" fmla="*/ 24 w 39"/>
                    <a:gd name="T19" fmla="*/ 5 h 107"/>
                    <a:gd name="T20" fmla="*/ 32 w 39"/>
                    <a:gd name="T21" fmla="*/ 0 h 107"/>
                    <a:gd name="T22" fmla="*/ 39 w 39"/>
                    <a:gd name="T23" fmla="*/ 0 h 1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9" h="107">
                      <a:moveTo>
                        <a:pt x="39" y="0"/>
                      </a:moveTo>
                      <a:cubicBezTo>
                        <a:pt x="39" y="107"/>
                        <a:pt x="39" y="107"/>
                        <a:pt x="39" y="107"/>
                      </a:cubicBezTo>
                      <a:cubicBezTo>
                        <a:pt x="22" y="107"/>
                        <a:pt x="22" y="107"/>
                        <a:pt x="22" y="107"/>
                      </a:cubicBezTo>
                      <a:cubicBezTo>
                        <a:pt x="22" y="21"/>
                        <a:pt x="22" y="21"/>
                        <a:pt x="22" y="21"/>
                      </a:cubicBezTo>
                      <a:cubicBezTo>
                        <a:pt x="19" y="23"/>
                        <a:pt x="15" y="25"/>
                        <a:pt x="12" y="26"/>
                      </a:cubicBezTo>
                      <a:cubicBezTo>
                        <a:pt x="8" y="28"/>
                        <a:pt x="4" y="29"/>
                        <a:pt x="0" y="30"/>
                      </a:cubicBezTo>
                      <a:cubicBezTo>
                        <a:pt x="0" y="16"/>
                        <a:pt x="0" y="16"/>
                        <a:pt x="0" y="16"/>
                      </a:cubicBezTo>
                      <a:cubicBezTo>
                        <a:pt x="3" y="15"/>
                        <a:pt x="5" y="14"/>
                        <a:pt x="8" y="13"/>
                      </a:cubicBezTo>
                      <a:cubicBezTo>
                        <a:pt x="11" y="12"/>
                        <a:pt x="13" y="11"/>
                        <a:pt x="16" y="10"/>
                      </a:cubicBezTo>
                      <a:cubicBezTo>
                        <a:pt x="18" y="8"/>
                        <a:pt x="21" y="7"/>
                        <a:pt x="24" y="5"/>
                      </a:cubicBezTo>
                      <a:cubicBezTo>
                        <a:pt x="26" y="4"/>
                        <a:pt x="29" y="2"/>
                        <a:pt x="32" y="0"/>
                      </a:cubicBezTo>
                      <a:lnTo>
                        <a:pt x="39" y="0"/>
                      </a:ln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rgbClr val="505050"/>
                    </a:solidFill>
                  </a:endParaRPr>
                </a:p>
              </p:txBody>
            </p:sp>
            <p:sp>
              <p:nvSpPr>
                <p:cNvPr id="72" name="Freeform 41"/>
                <p:cNvSpPr>
                  <a:spLocks/>
                </p:cNvSpPr>
                <p:nvPr/>
              </p:nvSpPr>
              <p:spPr bwMode="auto">
                <a:xfrm>
                  <a:off x="8532813" y="3459163"/>
                  <a:ext cx="111125" cy="304800"/>
                </a:xfrm>
                <a:custGeom>
                  <a:avLst/>
                  <a:gdLst>
                    <a:gd name="T0" fmla="*/ 39 w 39"/>
                    <a:gd name="T1" fmla="*/ 0 h 107"/>
                    <a:gd name="T2" fmla="*/ 39 w 39"/>
                    <a:gd name="T3" fmla="*/ 107 h 107"/>
                    <a:gd name="T4" fmla="*/ 22 w 39"/>
                    <a:gd name="T5" fmla="*/ 107 h 107"/>
                    <a:gd name="T6" fmla="*/ 22 w 39"/>
                    <a:gd name="T7" fmla="*/ 21 h 107"/>
                    <a:gd name="T8" fmla="*/ 12 w 39"/>
                    <a:gd name="T9" fmla="*/ 26 h 107"/>
                    <a:gd name="T10" fmla="*/ 0 w 39"/>
                    <a:gd name="T11" fmla="*/ 30 h 107"/>
                    <a:gd name="T12" fmla="*/ 0 w 39"/>
                    <a:gd name="T13" fmla="*/ 16 h 107"/>
                    <a:gd name="T14" fmla="*/ 8 w 39"/>
                    <a:gd name="T15" fmla="*/ 13 h 107"/>
                    <a:gd name="T16" fmla="*/ 16 w 39"/>
                    <a:gd name="T17" fmla="*/ 10 h 107"/>
                    <a:gd name="T18" fmla="*/ 23 w 39"/>
                    <a:gd name="T19" fmla="*/ 5 h 107"/>
                    <a:gd name="T20" fmla="*/ 31 w 39"/>
                    <a:gd name="T21" fmla="*/ 0 h 107"/>
                    <a:gd name="T22" fmla="*/ 39 w 39"/>
                    <a:gd name="T23" fmla="*/ 0 h 1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9" h="107">
                      <a:moveTo>
                        <a:pt x="39" y="0"/>
                      </a:moveTo>
                      <a:cubicBezTo>
                        <a:pt x="39" y="107"/>
                        <a:pt x="39" y="107"/>
                        <a:pt x="39" y="107"/>
                      </a:cubicBezTo>
                      <a:cubicBezTo>
                        <a:pt x="22" y="107"/>
                        <a:pt x="22" y="107"/>
                        <a:pt x="22" y="107"/>
                      </a:cubicBezTo>
                      <a:cubicBezTo>
                        <a:pt x="22" y="21"/>
                        <a:pt x="22" y="21"/>
                        <a:pt x="22" y="21"/>
                      </a:cubicBezTo>
                      <a:cubicBezTo>
                        <a:pt x="19" y="23"/>
                        <a:pt x="15" y="25"/>
                        <a:pt x="12" y="26"/>
                      </a:cubicBezTo>
                      <a:cubicBezTo>
                        <a:pt x="8" y="28"/>
                        <a:pt x="4" y="29"/>
                        <a:pt x="0" y="30"/>
                      </a:cubicBezTo>
                      <a:cubicBezTo>
                        <a:pt x="0" y="16"/>
                        <a:pt x="0" y="16"/>
                        <a:pt x="0" y="16"/>
                      </a:cubicBezTo>
                      <a:cubicBezTo>
                        <a:pt x="3" y="15"/>
                        <a:pt x="5" y="14"/>
                        <a:pt x="8" y="13"/>
                      </a:cubicBezTo>
                      <a:cubicBezTo>
                        <a:pt x="11" y="12"/>
                        <a:pt x="13" y="11"/>
                        <a:pt x="16" y="10"/>
                      </a:cubicBezTo>
                      <a:cubicBezTo>
                        <a:pt x="18" y="8"/>
                        <a:pt x="21" y="7"/>
                        <a:pt x="23" y="5"/>
                      </a:cubicBezTo>
                      <a:cubicBezTo>
                        <a:pt x="26" y="4"/>
                        <a:pt x="29" y="2"/>
                        <a:pt x="31" y="0"/>
                      </a:cubicBezTo>
                      <a:lnTo>
                        <a:pt x="39" y="0"/>
                      </a:ln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rgbClr val="505050"/>
                    </a:solidFill>
                  </a:endParaRPr>
                </a:p>
              </p:txBody>
            </p:sp>
            <p:sp>
              <p:nvSpPr>
                <p:cNvPr id="73" name="Freeform 42"/>
                <p:cNvSpPr>
                  <a:spLocks/>
                </p:cNvSpPr>
                <p:nvPr/>
              </p:nvSpPr>
              <p:spPr bwMode="auto">
                <a:xfrm>
                  <a:off x="9428163" y="3459163"/>
                  <a:ext cx="107950" cy="304800"/>
                </a:xfrm>
                <a:custGeom>
                  <a:avLst/>
                  <a:gdLst>
                    <a:gd name="T0" fmla="*/ 38 w 38"/>
                    <a:gd name="T1" fmla="*/ 0 h 107"/>
                    <a:gd name="T2" fmla="*/ 38 w 38"/>
                    <a:gd name="T3" fmla="*/ 107 h 107"/>
                    <a:gd name="T4" fmla="*/ 22 w 38"/>
                    <a:gd name="T5" fmla="*/ 107 h 107"/>
                    <a:gd name="T6" fmla="*/ 22 w 38"/>
                    <a:gd name="T7" fmla="*/ 21 h 107"/>
                    <a:gd name="T8" fmla="*/ 12 w 38"/>
                    <a:gd name="T9" fmla="*/ 26 h 107"/>
                    <a:gd name="T10" fmla="*/ 0 w 38"/>
                    <a:gd name="T11" fmla="*/ 30 h 107"/>
                    <a:gd name="T12" fmla="*/ 0 w 38"/>
                    <a:gd name="T13" fmla="*/ 16 h 107"/>
                    <a:gd name="T14" fmla="*/ 8 w 38"/>
                    <a:gd name="T15" fmla="*/ 13 h 107"/>
                    <a:gd name="T16" fmla="*/ 16 w 38"/>
                    <a:gd name="T17" fmla="*/ 10 h 107"/>
                    <a:gd name="T18" fmla="*/ 23 w 38"/>
                    <a:gd name="T19" fmla="*/ 5 h 107"/>
                    <a:gd name="T20" fmla="*/ 31 w 38"/>
                    <a:gd name="T21" fmla="*/ 0 h 107"/>
                    <a:gd name="T22" fmla="*/ 38 w 38"/>
                    <a:gd name="T23" fmla="*/ 0 h 1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8" h="107">
                      <a:moveTo>
                        <a:pt x="38" y="0"/>
                      </a:moveTo>
                      <a:cubicBezTo>
                        <a:pt x="38" y="107"/>
                        <a:pt x="38" y="107"/>
                        <a:pt x="38" y="107"/>
                      </a:cubicBezTo>
                      <a:cubicBezTo>
                        <a:pt x="22" y="107"/>
                        <a:pt x="22" y="107"/>
                        <a:pt x="22" y="107"/>
                      </a:cubicBezTo>
                      <a:cubicBezTo>
                        <a:pt x="22" y="21"/>
                        <a:pt x="22" y="21"/>
                        <a:pt x="22" y="21"/>
                      </a:cubicBezTo>
                      <a:cubicBezTo>
                        <a:pt x="19" y="23"/>
                        <a:pt x="15" y="25"/>
                        <a:pt x="12" y="26"/>
                      </a:cubicBezTo>
                      <a:cubicBezTo>
                        <a:pt x="8" y="28"/>
                        <a:pt x="4" y="29"/>
                        <a:pt x="0" y="30"/>
                      </a:cubicBezTo>
                      <a:cubicBezTo>
                        <a:pt x="0" y="16"/>
                        <a:pt x="0" y="16"/>
                        <a:pt x="0" y="16"/>
                      </a:cubicBezTo>
                      <a:cubicBezTo>
                        <a:pt x="3" y="15"/>
                        <a:pt x="5" y="14"/>
                        <a:pt x="8" y="13"/>
                      </a:cubicBezTo>
                      <a:cubicBezTo>
                        <a:pt x="10" y="12"/>
                        <a:pt x="13" y="11"/>
                        <a:pt x="16" y="10"/>
                      </a:cubicBezTo>
                      <a:cubicBezTo>
                        <a:pt x="18" y="8"/>
                        <a:pt x="21" y="7"/>
                        <a:pt x="23" y="5"/>
                      </a:cubicBezTo>
                      <a:cubicBezTo>
                        <a:pt x="26" y="4"/>
                        <a:pt x="29" y="2"/>
                        <a:pt x="31" y="0"/>
                      </a:cubicBezTo>
                      <a:lnTo>
                        <a:pt x="38" y="0"/>
                      </a:ln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rgbClr val="505050"/>
                    </a:solidFill>
                  </a:endParaRPr>
                </a:p>
              </p:txBody>
            </p:sp>
            <p:sp>
              <p:nvSpPr>
                <p:cNvPr id="74" name="Freeform 43"/>
                <p:cNvSpPr>
                  <a:spLocks/>
                </p:cNvSpPr>
                <p:nvPr/>
              </p:nvSpPr>
              <p:spPr bwMode="auto">
                <a:xfrm>
                  <a:off x="7824788" y="3459163"/>
                  <a:ext cx="111125" cy="304800"/>
                </a:xfrm>
                <a:custGeom>
                  <a:avLst/>
                  <a:gdLst>
                    <a:gd name="T0" fmla="*/ 39 w 39"/>
                    <a:gd name="T1" fmla="*/ 0 h 107"/>
                    <a:gd name="T2" fmla="*/ 39 w 39"/>
                    <a:gd name="T3" fmla="*/ 107 h 107"/>
                    <a:gd name="T4" fmla="*/ 22 w 39"/>
                    <a:gd name="T5" fmla="*/ 107 h 107"/>
                    <a:gd name="T6" fmla="*/ 22 w 39"/>
                    <a:gd name="T7" fmla="*/ 21 h 107"/>
                    <a:gd name="T8" fmla="*/ 12 w 39"/>
                    <a:gd name="T9" fmla="*/ 26 h 107"/>
                    <a:gd name="T10" fmla="*/ 0 w 39"/>
                    <a:gd name="T11" fmla="*/ 30 h 107"/>
                    <a:gd name="T12" fmla="*/ 0 w 39"/>
                    <a:gd name="T13" fmla="*/ 16 h 107"/>
                    <a:gd name="T14" fmla="*/ 8 w 39"/>
                    <a:gd name="T15" fmla="*/ 13 h 107"/>
                    <a:gd name="T16" fmla="*/ 16 w 39"/>
                    <a:gd name="T17" fmla="*/ 10 h 107"/>
                    <a:gd name="T18" fmla="*/ 23 w 39"/>
                    <a:gd name="T19" fmla="*/ 5 h 107"/>
                    <a:gd name="T20" fmla="*/ 31 w 39"/>
                    <a:gd name="T21" fmla="*/ 0 h 107"/>
                    <a:gd name="T22" fmla="*/ 39 w 39"/>
                    <a:gd name="T23" fmla="*/ 0 h 1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9" h="107">
                      <a:moveTo>
                        <a:pt x="39" y="0"/>
                      </a:moveTo>
                      <a:cubicBezTo>
                        <a:pt x="39" y="107"/>
                        <a:pt x="39" y="107"/>
                        <a:pt x="39" y="107"/>
                      </a:cubicBezTo>
                      <a:cubicBezTo>
                        <a:pt x="22" y="107"/>
                        <a:pt x="22" y="107"/>
                        <a:pt x="22" y="107"/>
                      </a:cubicBezTo>
                      <a:cubicBezTo>
                        <a:pt x="22" y="21"/>
                        <a:pt x="22" y="21"/>
                        <a:pt x="22" y="21"/>
                      </a:cubicBezTo>
                      <a:cubicBezTo>
                        <a:pt x="19" y="23"/>
                        <a:pt x="15" y="25"/>
                        <a:pt x="12" y="26"/>
                      </a:cubicBezTo>
                      <a:cubicBezTo>
                        <a:pt x="8" y="28"/>
                        <a:pt x="4" y="29"/>
                        <a:pt x="0" y="30"/>
                      </a:cubicBezTo>
                      <a:cubicBezTo>
                        <a:pt x="0" y="16"/>
                        <a:pt x="0" y="16"/>
                        <a:pt x="0" y="16"/>
                      </a:cubicBezTo>
                      <a:cubicBezTo>
                        <a:pt x="3" y="15"/>
                        <a:pt x="5" y="14"/>
                        <a:pt x="8" y="13"/>
                      </a:cubicBezTo>
                      <a:cubicBezTo>
                        <a:pt x="11" y="12"/>
                        <a:pt x="13" y="11"/>
                        <a:pt x="16" y="10"/>
                      </a:cubicBezTo>
                      <a:cubicBezTo>
                        <a:pt x="18" y="8"/>
                        <a:pt x="21" y="7"/>
                        <a:pt x="23" y="5"/>
                      </a:cubicBezTo>
                      <a:cubicBezTo>
                        <a:pt x="26" y="4"/>
                        <a:pt x="29" y="2"/>
                        <a:pt x="31" y="0"/>
                      </a:cubicBezTo>
                      <a:lnTo>
                        <a:pt x="39" y="0"/>
                      </a:ln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rgbClr val="505050"/>
                    </a:solidFill>
                  </a:endParaRPr>
                </a:p>
              </p:txBody>
            </p:sp>
            <p:sp>
              <p:nvSpPr>
                <p:cNvPr id="75" name="Freeform 44"/>
                <p:cNvSpPr>
                  <a:spLocks/>
                </p:cNvSpPr>
                <p:nvPr/>
              </p:nvSpPr>
              <p:spPr bwMode="auto">
                <a:xfrm>
                  <a:off x="8426450" y="3802063"/>
                  <a:ext cx="111125" cy="304800"/>
                </a:xfrm>
                <a:custGeom>
                  <a:avLst/>
                  <a:gdLst>
                    <a:gd name="T0" fmla="*/ 39 w 39"/>
                    <a:gd name="T1" fmla="*/ 0 h 107"/>
                    <a:gd name="T2" fmla="*/ 39 w 39"/>
                    <a:gd name="T3" fmla="*/ 107 h 107"/>
                    <a:gd name="T4" fmla="*/ 22 w 39"/>
                    <a:gd name="T5" fmla="*/ 107 h 107"/>
                    <a:gd name="T6" fmla="*/ 22 w 39"/>
                    <a:gd name="T7" fmla="*/ 21 h 107"/>
                    <a:gd name="T8" fmla="*/ 12 w 39"/>
                    <a:gd name="T9" fmla="*/ 26 h 107"/>
                    <a:gd name="T10" fmla="*/ 0 w 39"/>
                    <a:gd name="T11" fmla="*/ 30 h 107"/>
                    <a:gd name="T12" fmla="*/ 0 w 39"/>
                    <a:gd name="T13" fmla="*/ 16 h 107"/>
                    <a:gd name="T14" fmla="*/ 8 w 39"/>
                    <a:gd name="T15" fmla="*/ 13 h 107"/>
                    <a:gd name="T16" fmla="*/ 16 w 39"/>
                    <a:gd name="T17" fmla="*/ 10 h 107"/>
                    <a:gd name="T18" fmla="*/ 24 w 39"/>
                    <a:gd name="T19" fmla="*/ 5 h 107"/>
                    <a:gd name="T20" fmla="*/ 32 w 39"/>
                    <a:gd name="T21" fmla="*/ 0 h 107"/>
                    <a:gd name="T22" fmla="*/ 39 w 39"/>
                    <a:gd name="T23" fmla="*/ 0 h 1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9" h="107">
                      <a:moveTo>
                        <a:pt x="39" y="0"/>
                      </a:moveTo>
                      <a:cubicBezTo>
                        <a:pt x="39" y="107"/>
                        <a:pt x="39" y="107"/>
                        <a:pt x="39" y="107"/>
                      </a:cubicBezTo>
                      <a:cubicBezTo>
                        <a:pt x="22" y="107"/>
                        <a:pt x="22" y="107"/>
                        <a:pt x="22" y="107"/>
                      </a:cubicBezTo>
                      <a:cubicBezTo>
                        <a:pt x="22" y="21"/>
                        <a:pt x="22" y="21"/>
                        <a:pt x="22" y="21"/>
                      </a:cubicBezTo>
                      <a:cubicBezTo>
                        <a:pt x="19" y="23"/>
                        <a:pt x="16" y="25"/>
                        <a:pt x="12" y="26"/>
                      </a:cubicBezTo>
                      <a:cubicBezTo>
                        <a:pt x="9" y="28"/>
                        <a:pt x="5" y="29"/>
                        <a:pt x="0" y="30"/>
                      </a:cubicBezTo>
                      <a:cubicBezTo>
                        <a:pt x="0" y="16"/>
                        <a:pt x="0" y="16"/>
                        <a:pt x="0" y="16"/>
                      </a:cubicBezTo>
                      <a:cubicBezTo>
                        <a:pt x="3" y="15"/>
                        <a:pt x="6" y="14"/>
                        <a:pt x="8" y="13"/>
                      </a:cubicBezTo>
                      <a:cubicBezTo>
                        <a:pt x="11" y="12"/>
                        <a:pt x="14" y="11"/>
                        <a:pt x="16" y="10"/>
                      </a:cubicBezTo>
                      <a:cubicBezTo>
                        <a:pt x="19" y="8"/>
                        <a:pt x="21" y="7"/>
                        <a:pt x="24" y="5"/>
                      </a:cubicBezTo>
                      <a:cubicBezTo>
                        <a:pt x="27" y="4"/>
                        <a:pt x="29" y="2"/>
                        <a:pt x="32" y="0"/>
                      </a:cubicBezTo>
                      <a:lnTo>
                        <a:pt x="39" y="0"/>
                      </a:ln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rgbClr val="505050"/>
                    </a:solidFill>
                  </a:endParaRPr>
                </a:p>
              </p:txBody>
            </p:sp>
            <p:sp>
              <p:nvSpPr>
                <p:cNvPr id="76" name="Freeform 45"/>
                <p:cNvSpPr>
                  <a:spLocks noEditPoints="1"/>
                </p:cNvSpPr>
                <p:nvPr/>
              </p:nvSpPr>
              <p:spPr bwMode="auto">
                <a:xfrm>
                  <a:off x="8197850" y="3798888"/>
                  <a:ext cx="207963" cy="314325"/>
                </a:xfrm>
                <a:custGeom>
                  <a:avLst/>
                  <a:gdLst>
                    <a:gd name="T0" fmla="*/ 35 w 73"/>
                    <a:gd name="T1" fmla="*/ 110 h 110"/>
                    <a:gd name="T2" fmla="*/ 9 w 73"/>
                    <a:gd name="T3" fmla="*/ 97 h 110"/>
                    <a:gd name="T4" fmla="*/ 0 w 73"/>
                    <a:gd name="T5" fmla="*/ 57 h 110"/>
                    <a:gd name="T6" fmla="*/ 9 w 73"/>
                    <a:gd name="T7" fmla="*/ 14 h 110"/>
                    <a:gd name="T8" fmla="*/ 38 w 73"/>
                    <a:gd name="T9" fmla="*/ 0 h 110"/>
                    <a:gd name="T10" fmla="*/ 73 w 73"/>
                    <a:gd name="T11" fmla="*/ 55 h 110"/>
                    <a:gd name="T12" fmla="*/ 63 w 73"/>
                    <a:gd name="T13" fmla="*/ 96 h 110"/>
                    <a:gd name="T14" fmla="*/ 35 w 73"/>
                    <a:gd name="T15" fmla="*/ 110 h 110"/>
                    <a:gd name="T16" fmla="*/ 37 w 73"/>
                    <a:gd name="T17" fmla="*/ 14 h 110"/>
                    <a:gd name="T18" fmla="*/ 17 w 73"/>
                    <a:gd name="T19" fmla="*/ 57 h 110"/>
                    <a:gd name="T20" fmla="*/ 36 w 73"/>
                    <a:gd name="T21" fmla="*/ 97 h 110"/>
                    <a:gd name="T22" fmla="*/ 55 w 73"/>
                    <a:gd name="T23" fmla="*/ 56 h 110"/>
                    <a:gd name="T24" fmla="*/ 37 w 73"/>
                    <a:gd name="T25" fmla="*/ 14 h 1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3" h="110">
                      <a:moveTo>
                        <a:pt x="35" y="110"/>
                      </a:moveTo>
                      <a:cubicBezTo>
                        <a:pt x="24" y="110"/>
                        <a:pt x="15" y="106"/>
                        <a:pt x="9" y="97"/>
                      </a:cubicBezTo>
                      <a:cubicBezTo>
                        <a:pt x="3" y="88"/>
                        <a:pt x="0" y="74"/>
                        <a:pt x="0" y="57"/>
                      </a:cubicBezTo>
                      <a:cubicBezTo>
                        <a:pt x="0" y="38"/>
                        <a:pt x="3" y="24"/>
                        <a:pt x="9" y="14"/>
                      </a:cubicBezTo>
                      <a:cubicBezTo>
                        <a:pt x="16" y="5"/>
                        <a:pt x="25" y="0"/>
                        <a:pt x="38" y="0"/>
                      </a:cubicBezTo>
                      <a:cubicBezTo>
                        <a:pt x="61" y="0"/>
                        <a:pt x="73" y="18"/>
                        <a:pt x="73" y="55"/>
                      </a:cubicBezTo>
                      <a:cubicBezTo>
                        <a:pt x="73" y="73"/>
                        <a:pt x="70" y="87"/>
                        <a:pt x="63" y="96"/>
                      </a:cubicBezTo>
                      <a:cubicBezTo>
                        <a:pt x="56" y="106"/>
                        <a:pt x="47" y="110"/>
                        <a:pt x="35" y="110"/>
                      </a:cubicBezTo>
                      <a:close/>
                      <a:moveTo>
                        <a:pt x="37" y="14"/>
                      </a:moveTo>
                      <a:cubicBezTo>
                        <a:pt x="24" y="14"/>
                        <a:pt x="17" y="28"/>
                        <a:pt x="17" y="57"/>
                      </a:cubicBezTo>
                      <a:cubicBezTo>
                        <a:pt x="17" y="83"/>
                        <a:pt x="24" y="97"/>
                        <a:pt x="36" y="97"/>
                      </a:cubicBezTo>
                      <a:cubicBezTo>
                        <a:pt x="49" y="97"/>
                        <a:pt x="55" y="83"/>
                        <a:pt x="55" y="56"/>
                      </a:cubicBezTo>
                      <a:cubicBezTo>
                        <a:pt x="55" y="28"/>
                        <a:pt x="49" y="14"/>
                        <a:pt x="37" y="14"/>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rgbClr val="505050"/>
                    </a:solidFill>
                  </a:endParaRPr>
                </a:p>
              </p:txBody>
            </p:sp>
            <p:sp>
              <p:nvSpPr>
                <p:cNvPr id="77" name="Freeform 46"/>
                <p:cNvSpPr>
                  <a:spLocks noEditPoints="1"/>
                </p:cNvSpPr>
                <p:nvPr/>
              </p:nvSpPr>
              <p:spPr bwMode="auto">
                <a:xfrm>
                  <a:off x="7972425" y="3452813"/>
                  <a:ext cx="207963" cy="317500"/>
                </a:xfrm>
                <a:custGeom>
                  <a:avLst/>
                  <a:gdLst>
                    <a:gd name="T0" fmla="*/ 35 w 73"/>
                    <a:gd name="T1" fmla="*/ 111 h 111"/>
                    <a:gd name="T2" fmla="*/ 9 w 73"/>
                    <a:gd name="T3" fmla="*/ 97 h 111"/>
                    <a:gd name="T4" fmla="*/ 0 w 73"/>
                    <a:gd name="T5" fmla="*/ 58 h 111"/>
                    <a:gd name="T6" fmla="*/ 10 w 73"/>
                    <a:gd name="T7" fmla="*/ 15 h 111"/>
                    <a:gd name="T8" fmla="*/ 38 w 73"/>
                    <a:gd name="T9" fmla="*/ 0 h 111"/>
                    <a:gd name="T10" fmla="*/ 73 w 73"/>
                    <a:gd name="T11" fmla="*/ 55 h 111"/>
                    <a:gd name="T12" fmla="*/ 63 w 73"/>
                    <a:gd name="T13" fmla="*/ 96 h 111"/>
                    <a:gd name="T14" fmla="*/ 35 w 73"/>
                    <a:gd name="T15" fmla="*/ 111 h 111"/>
                    <a:gd name="T16" fmla="*/ 37 w 73"/>
                    <a:gd name="T17" fmla="*/ 14 h 111"/>
                    <a:gd name="T18" fmla="*/ 18 w 73"/>
                    <a:gd name="T19" fmla="*/ 57 h 111"/>
                    <a:gd name="T20" fmla="*/ 37 w 73"/>
                    <a:gd name="T21" fmla="*/ 97 h 111"/>
                    <a:gd name="T22" fmla="*/ 55 w 73"/>
                    <a:gd name="T23" fmla="*/ 56 h 111"/>
                    <a:gd name="T24" fmla="*/ 37 w 73"/>
                    <a:gd name="T25" fmla="*/ 14 h 1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3" h="111">
                      <a:moveTo>
                        <a:pt x="35" y="111"/>
                      </a:moveTo>
                      <a:cubicBezTo>
                        <a:pt x="24" y="111"/>
                        <a:pt x="16" y="106"/>
                        <a:pt x="9" y="97"/>
                      </a:cubicBezTo>
                      <a:cubicBezTo>
                        <a:pt x="3" y="88"/>
                        <a:pt x="0" y="75"/>
                        <a:pt x="0" y="58"/>
                      </a:cubicBezTo>
                      <a:cubicBezTo>
                        <a:pt x="0" y="39"/>
                        <a:pt x="3" y="24"/>
                        <a:pt x="10" y="15"/>
                      </a:cubicBezTo>
                      <a:cubicBezTo>
                        <a:pt x="16" y="5"/>
                        <a:pt x="26" y="0"/>
                        <a:pt x="38" y="0"/>
                      </a:cubicBezTo>
                      <a:cubicBezTo>
                        <a:pt x="61" y="0"/>
                        <a:pt x="73" y="18"/>
                        <a:pt x="73" y="55"/>
                      </a:cubicBezTo>
                      <a:cubicBezTo>
                        <a:pt x="73" y="73"/>
                        <a:pt x="70" y="87"/>
                        <a:pt x="63" y="96"/>
                      </a:cubicBezTo>
                      <a:cubicBezTo>
                        <a:pt x="57" y="106"/>
                        <a:pt x="47" y="111"/>
                        <a:pt x="35" y="111"/>
                      </a:cubicBezTo>
                      <a:close/>
                      <a:moveTo>
                        <a:pt x="37" y="14"/>
                      </a:moveTo>
                      <a:cubicBezTo>
                        <a:pt x="24" y="14"/>
                        <a:pt x="18" y="28"/>
                        <a:pt x="18" y="57"/>
                      </a:cubicBezTo>
                      <a:cubicBezTo>
                        <a:pt x="18" y="84"/>
                        <a:pt x="24" y="97"/>
                        <a:pt x="37" y="97"/>
                      </a:cubicBezTo>
                      <a:cubicBezTo>
                        <a:pt x="49" y="97"/>
                        <a:pt x="55" y="83"/>
                        <a:pt x="55" y="56"/>
                      </a:cubicBezTo>
                      <a:cubicBezTo>
                        <a:pt x="55" y="28"/>
                        <a:pt x="49" y="14"/>
                        <a:pt x="37" y="14"/>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rgbClr val="505050"/>
                    </a:solidFill>
                  </a:endParaRPr>
                </a:p>
              </p:txBody>
            </p:sp>
            <p:sp>
              <p:nvSpPr>
                <p:cNvPr id="78" name="Freeform 47"/>
                <p:cNvSpPr>
                  <a:spLocks noEditPoints="1"/>
                </p:cNvSpPr>
                <p:nvPr/>
              </p:nvSpPr>
              <p:spPr bwMode="auto">
                <a:xfrm>
                  <a:off x="8691563" y="3452813"/>
                  <a:ext cx="209550" cy="317500"/>
                </a:xfrm>
                <a:custGeom>
                  <a:avLst/>
                  <a:gdLst>
                    <a:gd name="T0" fmla="*/ 35 w 73"/>
                    <a:gd name="T1" fmla="*/ 111 h 111"/>
                    <a:gd name="T2" fmla="*/ 9 w 73"/>
                    <a:gd name="T3" fmla="*/ 97 h 111"/>
                    <a:gd name="T4" fmla="*/ 0 w 73"/>
                    <a:gd name="T5" fmla="*/ 58 h 111"/>
                    <a:gd name="T6" fmla="*/ 10 w 73"/>
                    <a:gd name="T7" fmla="*/ 15 h 111"/>
                    <a:gd name="T8" fmla="*/ 38 w 73"/>
                    <a:gd name="T9" fmla="*/ 0 h 111"/>
                    <a:gd name="T10" fmla="*/ 73 w 73"/>
                    <a:gd name="T11" fmla="*/ 55 h 111"/>
                    <a:gd name="T12" fmla="*/ 63 w 73"/>
                    <a:gd name="T13" fmla="*/ 96 h 111"/>
                    <a:gd name="T14" fmla="*/ 35 w 73"/>
                    <a:gd name="T15" fmla="*/ 111 h 111"/>
                    <a:gd name="T16" fmla="*/ 37 w 73"/>
                    <a:gd name="T17" fmla="*/ 14 h 111"/>
                    <a:gd name="T18" fmla="*/ 17 w 73"/>
                    <a:gd name="T19" fmla="*/ 57 h 111"/>
                    <a:gd name="T20" fmla="*/ 37 w 73"/>
                    <a:gd name="T21" fmla="*/ 97 h 111"/>
                    <a:gd name="T22" fmla="*/ 55 w 73"/>
                    <a:gd name="T23" fmla="*/ 56 h 111"/>
                    <a:gd name="T24" fmla="*/ 37 w 73"/>
                    <a:gd name="T25" fmla="*/ 14 h 1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3" h="111">
                      <a:moveTo>
                        <a:pt x="35" y="111"/>
                      </a:moveTo>
                      <a:cubicBezTo>
                        <a:pt x="24" y="111"/>
                        <a:pt x="15" y="106"/>
                        <a:pt x="9" y="97"/>
                      </a:cubicBezTo>
                      <a:cubicBezTo>
                        <a:pt x="3" y="88"/>
                        <a:pt x="0" y="75"/>
                        <a:pt x="0" y="58"/>
                      </a:cubicBezTo>
                      <a:cubicBezTo>
                        <a:pt x="0" y="39"/>
                        <a:pt x="3" y="24"/>
                        <a:pt x="10" y="15"/>
                      </a:cubicBezTo>
                      <a:cubicBezTo>
                        <a:pt x="16" y="5"/>
                        <a:pt x="25" y="0"/>
                        <a:pt x="38" y="0"/>
                      </a:cubicBezTo>
                      <a:cubicBezTo>
                        <a:pt x="61" y="0"/>
                        <a:pt x="73" y="18"/>
                        <a:pt x="73" y="55"/>
                      </a:cubicBezTo>
                      <a:cubicBezTo>
                        <a:pt x="73" y="73"/>
                        <a:pt x="70" y="87"/>
                        <a:pt x="63" y="96"/>
                      </a:cubicBezTo>
                      <a:cubicBezTo>
                        <a:pt x="56" y="106"/>
                        <a:pt x="47" y="111"/>
                        <a:pt x="35" y="111"/>
                      </a:cubicBezTo>
                      <a:close/>
                      <a:moveTo>
                        <a:pt x="37" y="14"/>
                      </a:moveTo>
                      <a:cubicBezTo>
                        <a:pt x="24" y="14"/>
                        <a:pt x="17" y="28"/>
                        <a:pt x="17" y="57"/>
                      </a:cubicBezTo>
                      <a:cubicBezTo>
                        <a:pt x="17" y="84"/>
                        <a:pt x="24" y="97"/>
                        <a:pt x="37" y="97"/>
                      </a:cubicBezTo>
                      <a:cubicBezTo>
                        <a:pt x="49" y="97"/>
                        <a:pt x="55" y="83"/>
                        <a:pt x="55" y="56"/>
                      </a:cubicBezTo>
                      <a:cubicBezTo>
                        <a:pt x="55" y="28"/>
                        <a:pt x="49" y="14"/>
                        <a:pt x="37" y="14"/>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rgbClr val="505050"/>
                    </a:solidFill>
                  </a:endParaRPr>
                </a:p>
              </p:txBody>
            </p:sp>
            <p:sp>
              <p:nvSpPr>
                <p:cNvPr id="79" name="Freeform 48"/>
                <p:cNvSpPr>
                  <a:spLocks noEditPoints="1"/>
                </p:cNvSpPr>
                <p:nvPr/>
              </p:nvSpPr>
              <p:spPr bwMode="auto">
                <a:xfrm>
                  <a:off x="8942388" y="3452813"/>
                  <a:ext cx="209550" cy="317500"/>
                </a:xfrm>
                <a:custGeom>
                  <a:avLst/>
                  <a:gdLst>
                    <a:gd name="T0" fmla="*/ 35 w 73"/>
                    <a:gd name="T1" fmla="*/ 111 h 111"/>
                    <a:gd name="T2" fmla="*/ 9 w 73"/>
                    <a:gd name="T3" fmla="*/ 97 h 111"/>
                    <a:gd name="T4" fmla="*/ 0 w 73"/>
                    <a:gd name="T5" fmla="*/ 58 h 111"/>
                    <a:gd name="T6" fmla="*/ 10 w 73"/>
                    <a:gd name="T7" fmla="*/ 15 h 111"/>
                    <a:gd name="T8" fmla="*/ 38 w 73"/>
                    <a:gd name="T9" fmla="*/ 0 h 111"/>
                    <a:gd name="T10" fmla="*/ 73 w 73"/>
                    <a:gd name="T11" fmla="*/ 55 h 111"/>
                    <a:gd name="T12" fmla="*/ 63 w 73"/>
                    <a:gd name="T13" fmla="*/ 96 h 111"/>
                    <a:gd name="T14" fmla="*/ 35 w 73"/>
                    <a:gd name="T15" fmla="*/ 111 h 111"/>
                    <a:gd name="T16" fmla="*/ 37 w 73"/>
                    <a:gd name="T17" fmla="*/ 14 h 111"/>
                    <a:gd name="T18" fmla="*/ 18 w 73"/>
                    <a:gd name="T19" fmla="*/ 57 h 111"/>
                    <a:gd name="T20" fmla="*/ 37 w 73"/>
                    <a:gd name="T21" fmla="*/ 97 h 111"/>
                    <a:gd name="T22" fmla="*/ 55 w 73"/>
                    <a:gd name="T23" fmla="*/ 56 h 111"/>
                    <a:gd name="T24" fmla="*/ 37 w 73"/>
                    <a:gd name="T25" fmla="*/ 14 h 1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3" h="111">
                      <a:moveTo>
                        <a:pt x="35" y="111"/>
                      </a:moveTo>
                      <a:cubicBezTo>
                        <a:pt x="24" y="111"/>
                        <a:pt x="15" y="106"/>
                        <a:pt x="9" y="97"/>
                      </a:cubicBezTo>
                      <a:cubicBezTo>
                        <a:pt x="3" y="88"/>
                        <a:pt x="0" y="75"/>
                        <a:pt x="0" y="58"/>
                      </a:cubicBezTo>
                      <a:cubicBezTo>
                        <a:pt x="0" y="39"/>
                        <a:pt x="3" y="24"/>
                        <a:pt x="10" y="15"/>
                      </a:cubicBezTo>
                      <a:cubicBezTo>
                        <a:pt x="16" y="5"/>
                        <a:pt x="26" y="0"/>
                        <a:pt x="38" y="0"/>
                      </a:cubicBezTo>
                      <a:cubicBezTo>
                        <a:pt x="61" y="0"/>
                        <a:pt x="73" y="18"/>
                        <a:pt x="73" y="55"/>
                      </a:cubicBezTo>
                      <a:cubicBezTo>
                        <a:pt x="73" y="73"/>
                        <a:pt x="70" y="87"/>
                        <a:pt x="63" y="96"/>
                      </a:cubicBezTo>
                      <a:cubicBezTo>
                        <a:pt x="56" y="106"/>
                        <a:pt x="47" y="111"/>
                        <a:pt x="35" y="111"/>
                      </a:cubicBezTo>
                      <a:close/>
                      <a:moveTo>
                        <a:pt x="37" y="14"/>
                      </a:moveTo>
                      <a:cubicBezTo>
                        <a:pt x="24" y="14"/>
                        <a:pt x="18" y="28"/>
                        <a:pt x="18" y="57"/>
                      </a:cubicBezTo>
                      <a:cubicBezTo>
                        <a:pt x="18" y="84"/>
                        <a:pt x="24" y="97"/>
                        <a:pt x="37" y="97"/>
                      </a:cubicBezTo>
                      <a:cubicBezTo>
                        <a:pt x="49" y="97"/>
                        <a:pt x="55" y="83"/>
                        <a:pt x="55" y="56"/>
                      </a:cubicBezTo>
                      <a:cubicBezTo>
                        <a:pt x="55" y="28"/>
                        <a:pt x="49" y="14"/>
                        <a:pt x="37" y="14"/>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rgbClr val="505050"/>
                    </a:solidFill>
                  </a:endParaRPr>
                </a:p>
              </p:txBody>
            </p:sp>
            <p:sp>
              <p:nvSpPr>
                <p:cNvPr id="80" name="Freeform 49"/>
                <p:cNvSpPr>
                  <a:spLocks/>
                </p:cNvSpPr>
                <p:nvPr/>
              </p:nvSpPr>
              <p:spPr bwMode="auto">
                <a:xfrm>
                  <a:off x="8677275" y="2771775"/>
                  <a:ext cx="111125" cy="301625"/>
                </a:xfrm>
                <a:custGeom>
                  <a:avLst/>
                  <a:gdLst>
                    <a:gd name="T0" fmla="*/ 39 w 39"/>
                    <a:gd name="T1" fmla="*/ 0 h 106"/>
                    <a:gd name="T2" fmla="*/ 39 w 39"/>
                    <a:gd name="T3" fmla="*/ 106 h 106"/>
                    <a:gd name="T4" fmla="*/ 22 w 39"/>
                    <a:gd name="T5" fmla="*/ 106 h 106"/>
                    <a:gd name="T6" fmla="*/ 22 w 39"/>
                    <a:gd name="T7" fmla="*/ 20 h 106"/>
                    <a:gd name="T8" fmla="*/ 12 w 39"/>
                    <a:gd name="T9" fmla="*/ 26 h 106"/>
                    <a:gd name="T10" fmla="*/ 0 w 39"/>
                    <a:gd name="T11" fmla="*/ 30 h 106"/>
                    <a:gd name="T12" fmla="*/ 0 w 39"/>
                    <a:gd name="T13" fmla="*/ 16 h 106"/>
                    <a:gd name="T14" fmla="*/ 8 w 39"/>
                    <a:gd name="T15" fmla="*/ 13 h 106"/>
                    <a:gd name="T16" fmla="*/ 16 w 39"/>
                    <a:gd name="T17" fmla="*/ 9 h 106"/>
                    <a:gd name="T18" fmla="*/ 24 w 39"/>
                    <a:gd name="T19" fmla="*/ 5 h 106"/>
                    <a:gd name="T20" fmla="*/ 32 w 39"/>
                    <a:gd name="T21" fmla="*/ 0 h 106"/>
                    <a:gd name="T22" fmla="*/ 39 w 39"/>
                    <a:gd name="T23" fmla="*/ 0 h 1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9" h="106">
                      <a:moveTo>
                        <a:pt x="39" y="0"/>
                      </a:moveTo>
                      <a:cubicBezTo>
                        <a:pt x="39" y="106"/>
                        <a:pt x="39" y="106"/>
                        <a:pt x="39" y="106"/>
                      </a:cubicBezTo>
                      <a:cubicBezTo>
                        <a:pt x="22" y="106"/>
                        <a:pt x="22" y="106"/>
                        <a:pt x="22" y="106"/>
                      </a:cubicBezTo>
                      <a:cubicBezTo>
                        <a:pt x="22" y="20"/>
                        <a:pt x="22" y="20"/>
                        <a:pt x="22" y="20"/>
                      </a:cubicBezTo>
                      <a:cubicBezTo>
                        <a:pt x="19" y="23"/>
                        <a:pt x="16" y="25"/>
                        <a:pt x="12" y="26"/>
                      </a:cubicBezTo>
                      <a:cubicBezTo>
                        <a:pt x="9" y="28"/>
                        <a:pt x="5" y="29"/>
                        <a:pt x="0" y="30"/>
                      </a:cubicBezTo>
                      <a:cubicBezTo>
                        <a:pt x="0" y="16"/>
                        <a:pt x="0" y="16"/>
                        <a:pt x="0" y="16"/>
                      </a:cubicBezTo>
                      <a:cubicBezTo>
                        <a:pt x="3" y="15"/>
                        <a:pt x="6" y="14"/>
                        <a:pt x="8" y="13"/>
                      </a:cubicBezTo>
                      <a:cubicBezTo>
                        <a:pt x="11" y="12"/>
                        <a:pt x="14" y="11"/>
                        <a:pt x="16" y="9"/>
                      </a:cubicBezTo>
                      <a:cubicBezTo>
                        <a:pt x="19" y="8"/>
                        <a:pt x="21" y="7"/>
                        <a:pt x="24" y="5"/>
                      </a:cubicBezTo>
                      <a:cubicBezTo>
                        <a:pt x="26" y="4"/>
                        <a:pt x="29" y="2"/>
                        <a:pt x="32" y="0"/>
                      </a:cubicBezTo>
                      <a:lnTo>
                        <a:pt x="39" y="0"/>
                      </a:ln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rgbClr val="505050"/>
                    </a:solidFill>
                  </a:endParaRPr>
                </a:p>
              </p:txBody>
            </p:sp>
            <p:sp>
              <p:nvSpPr>
                <p:cNvPr id="81" name="Freeform 50"/>
                <p:cNvSpPr>
                  <a:spLocks noEditPoints="1"/>
                </p:cNvSpPr>
                <p:nvPr/>
              </p:nvSpPr>
              <p:spPr bwMode="auto">
                <a:xfrm>
                  <a:off x="8837613" y="2765425"/>
                  <a:ext cx="207963" cy="314325"/>
                </a:xfrm>
                <a:custGeom>
                  <a:avLst/>
                  <a:gdLst>
                    <a:gd name="T0" fmla="*/ 36 w 73"/>
                    <a:gd name="T1" fmla="*/ 110 h 110"/>
                    <a:gd name="T2" fmla="*/ 10 w 73"/>
                    <a:gd name="T3" fmla="*/ 97 h 110"/>
                    <a:gd name="T4" fmla="*/ 0 w 73"/>
                    <a:gd name="T5" fmla="*/ 57 h 110"/>
                    <a:gd name="T6" fmla="*/ 10 w 73"/>
                    <a:gd name="T7" fmla="*/ 14 h 110"/>
                    <a:gd name="T8" fmla="*/ 38 w 73"/>
                    <a:gd name="T9" fmla="*/ 0 h 110"/>
                    <a:gd name="T10" fmla="*/ 73 w 73"/>
                    <a:gd name="T11" fmla="*/ 55 h 110"/>
                    <a:gd name="T12" fmla="*/ 64 w 73"/>
                    <a:gd name="T13" fmla="*/ 96 h 110"/>
                    <a:gd name="T14" fmla="*/ 36 w 73"/>
                    <a:gd name="T15" fmla="*/ 110 h 110"/>
                    <a:gd name="T16" fmla="*/ 37 w 73"/>
                    <a:gd name="T17" fmla="*/ 14 h 110"/>
                    <a:gd name="T18" fmla="*/ 18 w 73"/>
                    <a:gd name="T19" fmla="*/ 57 h 110"/>
                    <a:gd name="T20" fmla="*/ 37 w 73"/>
                    <a:gd name="T21" fmla="*/ 97 h 110"/>
                    <a:gd name="T22" fmla="*/ 56 w 73"/>
                    <a:gd name="T23" fmla="*/ 56 h 110"/>
                    <a:gd name="T24" fmla="*/ 37 w 73"/>
                    <a:gd name="T25" fmla="*/ 14 h 1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3" h="110">
                      <a:moveTo>
                        <a:pt x="36" y="110"/>
                      </a:moveTo>
                      <a:cubicBezTo>
                        <a:pt x="25" y="110"/>
                        <a:pt x="16" y="106"/>
                        <a:pt x="10" y="97"/>
                      </a:cubicBezTo>
                      <a:cubicBezTo>
                        <a:pt x="3" y="88"/>
                        <a:pt x="0" y="74"/>
                        <a:pt x="0" y="57"/>
                      </a:cubicBezTo>
                      <a:cubicBezTo>
                        <a:pt x="0" y="38"/>
                        <a:pt x="4" y="24"/>
                        <a:pt x="10" y="14"/>
                      </a:cubicBezTo>
                      <a:cubicBezTo>
                        <a:pt x="17" y="5"/>
                        <a:pt x="26" y="0"/>
                        <a:pt x="38" y="0"/>
                      </a:cubicBezTo>
                      <a:cubicBezTo>
                        <a:pt x="62" y="0"/>
                        <a:pt x="73" y="18"/>
                        <a:pt x="73" y="55"/>
                      </a:cubicBezTo>
                      <a:cubicBezTo>
                        <a:pt x="73" y="73"/>
                        <a:pt x="70" y="87"/>
                        <a:pt x="64" y="96"/>
                      </a:cubicBezTo>
                      <a:cubicBezTo>
                        <a:pt x="57" y="106"/>
                        <a:pt x="48" y="110"/>
                        <a:pt x="36" y="110"/>
                      </a:cubicBezTo>
                      <a:close/>
                      <a:moveTo>
                        <a:pt x="37" y="14"/>
                      </a:moveTo>
                      <a:cubicBezTo>
                        <a:pt x="24" y="14"/>
                        <a:pt x="18" y="28"/>
                        <a:pt x="18" y="57"/>
                      </a:cubicBezTo>
                      <a:cubicBezTo>
                        <a:pt x="18" y="83"/>
                        <a:pt x="24" y="97"/>
                        <a:pt x="37" y="97"/>
                      </a:cubicBezTo>
                      <a:cubicBezTo>
                        <a:pt x="50" y="97"/>
                        <a:pt x="56" y="83"/>
                        <a:pt x="56" y="56"/>
                      </a:cubicBezTo>
                      <a:cubicBezTo>
                        <a:pt x="56" y="28"/>
                        <a:pt x="50" y="14"/>
                        <a:pt x="37" y="14"/>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rgbClr val="505050"/>
                    </a:solidFill>
                  </a:endParaRPr>
                </a:p>
              </p:txBody>
            </p:sp>
            <p:sp>
              <p:nvSpPr>
                <p:cNvPr id="82" name="Freeform 51"/>
                <p:cNvSpPr>
                  <a:spLocks noEditPoints="1"/>
                </p:cNvSpPr>
                <p:nvPr/>
              </p:nvSpPr>
              <p:spPr bwMode="auto">
                <a:xfrm>
                  <a:off x="9088438" y="2765425"/>
                  <a:ext cx="211138" cy="314325"/>
                </a:xfrm>
                <a:custGeom>
                  <a:avLst/>
                  <a:gdLst>
                    <a:gd name="T0" fmla="*/ 36 w 74"/>
                    <a:gd name="T1" fmla="*/ 110 h 110"/>
                    <a:gd name="T2" fmla="*/ 10 w 74"/>
                    <a:gd name="T3" fmla="*/ 97 h 110"/>
                    <a:gd name="T4" fmla="*/ 0 w 74"/>
                    <a:gd name="T5" fmla="*/ 57 h 110"/>
                    <a:gd name="T6" fmla="*/ 10 w 74"/>
                    <a:gd name="T7" fmla="*/ 14 h 110"/>
                    <a:gd name="T8" fmla="*/ 38 w 74"/>
                    <a:gd name="T9" fmla="*/ 0 h 110"/>
                    <a:gd name="T10" fmla="*/ 74 w 74"/>
                    <a:gd name="T11" fmla="*/ 55 h 110"/>
                    <a:gd name="T12" fmla="*/ 64 w 74"/>
                    <a:gd name="T13" fmla="*/ 96 h 110"/>
                    <a:gd name="T14" fmla="*/ 36 w 74"/>
                    <a:gd name="T15" fmla="*/ 110 h 110"/>
                    <a:gd name="T16" fmla="*/ 38 w 74"/>
                    <a:gd name="T17" fmla="*/ 14 h 110"/>
                    <a:gd name="T18" fmla="*/ 18 w 74"/>
                    <a:gd name="T19" fmla="*/ 57 h 110"/>
                    <a:gd name="T20" fmla="*/ 37 w 74"/>
                    <a:gd name="T21" fmla="*/ 97 h 110"/>
                    <a:gd name="T22" fmla="*/ 56 w 74"/>
                    <a:gd name="T23" fmla="*/ 56 h 110"/>
                    <a:gd name="T24" fmla="*/ 38 w 74"/>
                    <a:gd name="T25" fmla="*/ 14 h 1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4" h="110">
                      <a:moveTo>
                        <a:pt x="36" y="110"/>
                      </a:moveTo>
                      <a:cubicBezTo>
                        <a:pt x="25" y="110"/>
                        <a:pt x="16" y="106"/>
                        <a:pt x="10" y="97"/>
                      </a:cubicBezTo>
                      <a:cubicBezTo>
                        <a:pt x="3" y="88"/>
                        <a:pt x="0" y="74"/>
                        <a:pt x="0" y="57"/>
                      </a:cubicBezTo>
                      <a:cubicBezTo>
                        <a:pt x="0" y="38"/>
                        <a:pt x="4" y="24"/>
                        <a:pt x="10" y="14"/>
                      </a:cubicBezTo>
                      <a:cubicBezTo>
                        <a:pt x="17" y="5"/>
                        <a:pt x="26" y="0"/>
                        <a:pt x="38" y="0"/>
                      </a:cubicBezTo>
                      <a:cubicBezTo>
                        <a:pt x="62" y="0"/>
                        <a:pt x="74" y="18"/>
                        <a:pt x="74" y="55"/>
                      </a:cubicBezTo>
                      <a:cubicBezTo>
                        <a:pt x="74" y="73"/>
                        <a:pt x="70" y="87"/>
                        <a:pt x="64" y="96"/>
                      </a:cubicBezTo>
                      <a:cubicBezTo>
                        <a:pt x="57" y="106"/>
                        <a:pt x="48" y="110"/>
                        <a:pt x="36" y="110"/>
                      </a:cubicBezTo>
                      <a:close/>
                      <a:moveTo>
                        <a:pt x="38" y="14"/>
                      </a:moveTo>
                      <a:cubicBezTo>
                        <a:pt x="25" y="14"/>
                        <a:pt x="18" y="28"/>
                        <a:pt x="18" y="57"/>
                      </a:cubicBezTo>
                      <a:cubicBezTo>
                        <a:pt x="18" y="83"/>
                        <a:pt x="24" y="97"/>
                        <a:pt x="37" y="97"/>
                      </a:cubicBezTo>
                      <a:cubicBezTo>
                        <a:pt x="50" y="97"/>
                        <a:pt x="56" y="83"/>
                        <a:pt x="56" y="56"/>
                      </a:cubicBezTo>
                      <a:cubicBezTo>
                        <a:pt x="56" y="28"/>
                        <a:pt x="50" y="14"/>
                        <a:pt x="38" y="14"/>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rgbClr val="505050"/>
                    </a:solidFill>
                  </a:endParaRPr>
                </a:p>
              </p:txBody>
            </p:sp>
            <p:sp>
              <p:nvSpPr>
                <p:cNvPr id="83" name="Freeform 52"/>
                <p:cNvSpPr>
                  <a:spLocks noEditPoints="1"/>
                </p:cNvSpPr>
                <p:nvPr/>
              </p:nvSpPr>
              <p:spPr bwMode="auto">
                <a:xfrm>
                  <a:off x="9196388" y="3452813"/>
                  <a:ext cx="209550" cy="317500"/>
                </a:xfrm>
                <a:custGeom>
                  <a:avLst/>
                  <a:gdLst>
                    <a:gd name="T0" fmla="*/ 36 w 73"/>
                    <a:gd name="T1" fmla="*/ 111 h 111"/>
                    <a:gd name="T2" fmla="*/ 10 w 73"/>
                    <a:gd name="T3" fmla="*/ 97 h 111"/>
                    <a:gd name="T4" fmla="*/ 0 w 73"/>
                    <a:gd name="T5" fmla="*/ 58 h 111"/>
                    <a:gd name="T6" fmla="*/ 10 w 73"/>
                    <a:gd name="T7" fmla="*/ 15 h 111"/>
                    <a:gd name="T8" fmla="*/ 38 w 73"/>
                    <a:gd name="T9" fmla="*/ 0 h 111"/>
                    <a:gd name="T10" fmla="*/ 73 w 73"/>
                    <a:gd name="T11" fmla="*/ 55 h 111"/>
                    <a:gd name="T12" fmla="*/ 63 w 73"/>
                    <a:gd name="T13" fmla="*/ 96 h 111"/>
                    <a:gd name="T14" fmla="*/ 36 w 73"/>
                    <a:gd name="T15" fmla="*/ 111 h 111"/>
                    <a:gd name="T16" fmla="*/ 37 w 73"/>
                    <a:gd name="T17" fmla="*/ 14 h 111"/>
                    <a:gd name="T18" fmla="*/ 18 w 73"/>
                    <a:gd name="T19" fmla="*/ 57 h 111"/>
                    <a:gd name="T20" fmla="*/ 37 w 73"/>
                    <a:gd name="T21" fmla="*/ 97 h 111"/>
                    <a:gd name="T22" fmla="*/ 56 w 73"/>
                    <a:gd name="T23" fmla="*/ 56 h 111"/>
                    <a:gd name="T24" fmla="*/ 37 w 73"/>
                    <a:gd name="T25" fmla="*/ 14 h 1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3" h="111">
                      <a:moveTo>
                        <a:pt x="36" y="111"/>
                      </a:moveTo>
                      <a:cubicBezTo>
                        <a:pt x="24" y="111"/>
                        <a:pt x="16" y="106"/>
                        <a:pt x="10" y="97"/>
                      </a:cubicBezTo>
                      <a:cubicBezTo>
                        <a:pt x="3" y="88"/>
                        <a:pt x="0" y="75"/>
                        <a:pt x="0" y="58"/>
                      </a:cubicBezTo>
                      <a:cubicBezTo>
                        <a:pt x="0" y="39"/>
                        <a:pt x="3" y="24"/>
                        <a:pt x="10" y="15"/>
                      </a:cubicBezTo>
                      <a:cubicBezTo>
                        <a:pt x="16" y="5"/>
                        <a:pt x="26" y="0"/>
                        <a:pt x="38" y="0"/>
                      </a:cubicBezTo>
                      <a:cubicBezTo>
                        <a:pt x="62" y="0"/>
                        <a:pt x="73" y="18"/>
                        <a:pt x="73" y="55"/>
                      </a:cubicBezTo>
                      <a:cubicBezTo>
                        <a:pt x="73" y="73"/>
                        <a:pt x="70" y="87"/>
                        <a:pt x="63" y="96"/>
                      </a:cubicBezTo>
                      <a:cubicBezTo>
                        <a:pt x="57" y="106"/>
                        <a:pt x="48" y="111"/>
                        <a:pt x="36" y="111"/>
                      </a:cubicBezTo>
                      <a:close/>
                      <a:moveTo>
                        <a:pt x="37" y="14"/>
                      </a:moveTo>
                      <a:cubicBezTo>
                        <a:pt x="24" y="14"/>
                        <a:pt x="18" y="28"/>
                        <a:pt x="18" y="57"/>
                      </a:cubicBezTo>
                      <a:cubicBezTo>
                        <a:pt x="18" y="84"/>
                        <a:pt x="24" y="97"/>
                        <a:pt x="37" y="97"/>
                      </a:cubicBezTo>
                      <a:cubicBezTo>
                        <a:pt x="49" y="97"/>
                        <a:pt x="56" y="83"/>
                        <a:pt x="56" y="56"/>
                      </a:cubicBezTo>
                      <a:cubicBezTo>
                        <a:pt x="56" y="28"/>
                        <a:pt x="50" y="14"/>
                        <a:pt x="37" y="14"/>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rgbClr val="505050"/>
                    </a:solidFill>
                  </a:endParaRPr>
                </a:p>
              </p:txBody>
            </p:sp>
            <p:sp>
              <p:nvSpPr>
                <p:cNvPr id="84" name="Freeform 53"/>
                <p:cNvSpPr>
                  <a:spLocks noEditPoints="1"/>
                </p:cNvSpPr>
                <p:nvPr/>
              </p:nvSpPr>
              <p:spPr bwMode="auto">
                <a:xfrm>
                  <a:off x="9588500" y="3452813"/>
                  <a:ext cx="207963" cy="317500"/>
                </a:xfrm>
                <a:custGeom>
                  <a:avLst/>
                  <a:gdLst>
                    <a:gd name="T0" fmla="*/ 35 w 73"/>
                    <a:gd name="T1" fmla="*/ 111 h 111"/>
                    <a:gd name="T2" fmla="*/ 9 w 73"/>
                    <a:gd name="T3" fmla="*/ 97 h 111"/>
                    <a:gd name="T4" fmla="*/ 0 w 73"/>
                    <a:gd name="T5" fmla="*/ 58 h 111"/>
                    <a:gd name="T6" fmla="*/ 9 w 73"/>
                    <a:gd name="T7" fmla="*/ 15 h 111"/>
                    <a:gd name="T8" fmla="*/ 38 w 73"/>
                    <a:gd name="T9" fmla="*/ 0 h 111"/>
                    <a:gd name="T10" fmla="*/ 73 w 73"/>
                    <a:gd name="T11" fmla="*/ 55 h 111"/>
                    <a:gd name="T12" fmla="*/ 63 w 73"/>
                    <a:gd name="T13" fmla="*/ 96 h 111"/>
                    <a:gd name="T14" fmla="*/ 35 w 73"/>
                    <a:gd name="T15" fmla="*/ 111 h 111"/>
                    <a:gd name="T16" fmla="*/ 37 w 73"/>
                    <a:gd name="T17" fmla="*/ 14 h 111"/>
                    <a:gd name="T18" fmla="*/ 17 w 73"/>
                    <a:gd name="T19" fmla="*/ 57 h 111"/>
                    <a:gd name="T20" fmla="*/ 36 w 73"/>
                    <a:gd name="T21" fmla="*/ 97 h 111"/>
                    <a:gd name="T22" fmla="*/ 55 w 73"/>
                    <a:gd name="T23" fmla="*/ 56 h 111"/>
                    <a:gd name="T24" fmla="*/ 37 w 73"/>
                    <a:gd name="T25" fmla="*/ 14 h 1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3" h="111">
                      <a:moveTo>
                        <a:pt x="35" y="111"/>
                      </a:moveTo>
                      <a:cubicBezTo>
                        <a:pt x="24" y="111"/>
                        <a:pt x="15" y="106"/>
                        <a:pt x="9" y="97"/>
                      </a:cubicBezTo>
                      <a:cubicBezTo>
                        <a:pt x="3" y="88"/>
                        <a:pt x="0" y="75"/>
                        <a:pt x="0" y="58"/>
                      </a:cubicBezTo>
                      <a:cubicBezTo>
                        <a:pt x="0" y="39"/>
                        <a:pt x="3" y="24"/>
                        <a:pt x="9" y="15"/>
                      </a:cubicBezTo>
                      <a:cubicBezTo>
                        <a:pt x="16" y="5"/>
                        <a:pt x="25" y="0"/>
                        <a:pt x="38" y="0"/>
                      </a:cubicBezTo>
                      <a:cubicBezTo>
                        <a:pt x="61" y="0"/>
                        <a:pt x="73" y="18"/>
                        <a:pt x="73" y="55"/>
                      </a:cubicBezTo>
                      <a:cubicBezTo>
                        <a:pt x="73" y="73"/>
                        <a:pt x="70" y="87"/>
                        <a:pt x="63" y="96"/>
                      </a:cubicBezTo>
                      <a:cubicBezTo>
                        <a:pt x="56" y="106"/>
                        <a:pt x="47" y="111"/>
                        <a:pt x="35" y="111"/>
                      </a:cubicBezTo>
                      <a:close/>
                      <a:moveTo>
                        <a:pt x="37" y="14"/>
                      </a:moveTo>
                      <a:cubicBezTo>
                        <a:pt x="24" y="14"/>
                        <a:pt x="17" y="28"/>
                        <a:pt x="17" y="57"/>
                      </a:cubicBezTo>
                      <a:cubicBezTo>
                        <a:pt x="17" y="84"/>
                        <a:pt x="24" y="97"/>
                        <a:pt x="36" y="97"/>
                      </a:cubicBezTo>
                      <a:cubicBezTo>
                        <a:pt x="49" y="97"/>
                        <a:pt x="55" y="83"/>
                        <a:pt x="55" y="56"/>
                      </a:cubicBezTo>
                      <a:cubicBezTo>
                        <a:pt x="55" y="28"/>
                        <a:pt x="49" y="14"/>
                        <a:pt x="37" y="14"/>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rgbClr val="505050"/>
                    </a:solidFill>
                  </a:endParaRPr>
                </a:p>
              </p:txBody>
            </p:sp>
            <p:sp>
              <p:nvSpPr>
                <p:cNvPr id="85" name="Freeform 54"/>
                <p:cNvSpPr>
                  <a:spLocks noEditPoints="1"/>
                </p:cNvSpPr>
                <p:nvPr/>
              </p:nvSpPr>
              <p:spPr bwMode="auto">
                <a:xfrm>
                  <a:off x="8586788" y="3798888"/>
                  <a:ext cx="207963" cy="314325"/>
                </a:xfrm>
                <a:custGeom>
                  <a:avLst/>
                  <a:gdLst>
                    <a:gd name="T0" fmla="*/ 36 w 73"/>
                    <a:gd name="T1" fmla="*/ 110 h 110"/>
                    <a:gd name="T2" fmla="*/ 10 w 73"/>
                    <a:gd name="T3" fmla="*/ 97 h 110"/>
                    <a:gd name="T4" fmla="*/ 0 w 73"/>
                    <a:gd name="T5" fmla="*/ 57 h 110"/>
                    <a:gd name="T6" fmla="*/ 10 w 73"/>
                    <a:gd name="T7" fmla="*/ 14 h 110"/>
                    <a:gd name="T8" fmla="*/ 38 w 73"/>
                    <a:gd name="T9" fmla="*/ 0 h 110"/>
                    <a:gd name="T10" fmla="*/ 73 w 73"/>
                    <a:gd name="T11" fmla="*/ 55 h 110"/>
                    <a:gd name="T12" fmla="*/ 63 w 73"/>
                    <a:gd name="T13" fmla="*/ 96 h 110"/>
                    <a:gd name="T14" fmla="*/ 36 w 73"/>
                    <a:gd name="T15" fmla="*/ 110 h 110"/>
                    <a:gd name="T16" fmla="*/ 37 w 73"/>
                    <a:gd name="T17" fmla="*/ 14 h 110"/>
                    <a:gd name="T18" fmla="*/ 18 w 73"/>
                    <a:gd name="T19" fmla="*/ 57 h 110"/>
                    <a:gd name="T20" fmla="*/ 37 w 73"/>
                    <a:gd name="T21" fmla="*/ 97 h 110"/>
                    <a:gd name="T22" fmla="*/ 56 w 73"/>
                    <a:gd name="T23" fmla="*/ 56 h 110"/>
                    <a:gd name="T24" fmla="*/ 37 w 73"/>
                    <a:gd name="T25" fmla="*/ 14 h 1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3" h="110">
                      <a:moveTo>
                        <a:pt x="36" y="110"/>
                      </a:moveTo>
                      <a:cubicBezTo>
                        <a:pt x="24" y="110"/>
                        <a:pt x="16" y="106"/>
                        <a:pt x="10" y="97"/>
                      </a:cubicBezTo>
                      <a:cubicBezTo>
                        <a:pt x="3" y="88"/>
                        <a:pt x="0" y="74"/>
                        <a:pt x="0" y="57"/>
                      </a:cubicBezTo>
                      <a:cubicBezTo>
                        <a:pt x="0" y="38"/>
                        <a:pt x="3" y="24"/>
                        <a:pt x="10" y="14"/>
                      </a:cubicBezTo>
                      <a:cubicBezTo>
                        <a:pt x="16" y="5"/>
                        <a:pt x="26" y="0"/>
                        <a:pt x="38" y="0"/>
                      </a:cubicBezTo>
                      <a:cubicBezTo>
                        <a:pt x="62" y="0"/>
                        <a:pt x="73" y="18"/>
                        <a:pt x="73" y="55"/>
                      </a:cubicBezTo>
                      <a:cubicBezTo>
                        <a:pt x="73" y="73"/>
                        <a:pt x="70" y="87"/>
                        <a:pt x="63" y="96"/>
                      </a:cubicBezTo>
                      <a:cubicBezTo>
                        <a:pt x="57" y="106"/>
                        <a:pt x="47" y="110"/>
                        <a:pt x="36" y="110"/>
                      </a:cubicBezTo>
                      <a:close/>
                      <a:moveTo>
                        <a:pt x="37" y="14"/>
                      </a:moveTo>
                      <a:cubicBezTo>
                        <a:pt x="24" y="14"/>
                        <a:pt x="18" y="28"/>
                        <a:pt x="18" y="57"/>
                      </a:cubicBezTo>
                      <a:cubicBezTo>
                        <a:pt x="18" y="83"/>
                        <a:pt x="24" y="97"/>
                        <a:pt x="37" y="97"/>
                      </a:cubicBezTo>
                      <a:cubicBezTo>
                        <a:pt x="49" y="97"/>
                        <a:pt x="56" y="83"/>
                        <a:pt x="56" y="56"/>
                      </a:cubicBezTo>
                      <a:cubicBezTo>
                        <a:pt x="56" y="28"/>
                        <a:pt x="50" y="14"/>
                        <a:pt x="37" y="14"/>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rgbClr val="505050"/>
                    </a:solidFill>
                  </a:endParaRPr>
                </a:p>
              </p:txBody>
            </p:sp>
            <p:sp>
              <p:nvSpPr>
                <p:cNvPr id="86" name="Freeform 55"/>
                <p:cNvSpPr>
                  <a:spLocks/>
                </p:cNvSpPr>
                <p:nvPr/>
              </p:nvSpPr>
              <p:spPr bwMode="auto">
                <a:xfrm>
                  <a:off x="8831263" y="3109913"/>
                  <a:ext cx="111125" cy="306388"/>
                </a:xfrm>
                <a:custGeom>
                  <a:avLst/>
                  <a:gdLst>
                    <a:gd name="T0" fmla="*/ 39 w 39"/>
                    <a:gd name="T1" fmla="*/ 0 h 107"/>
                    <a:gd name="T2" fmla="*/ 39 w 39"/>
                    <a:gd name="T3" fmla="*/ 107 h 107"/>
                    <a:gd name="T4" fmla="*/ 22 w 39"/>
                    <a:gd name="T5" fmla="*/ 107 h 107"/>
                    <a:gd name="T6" fmla="*/ 22 w 39"/>
                    <a:gd name="T7" fmla="*/ 21 h 107"/>
                    <a:gd name="T8" fmla="*/ 12 w 39"/>
                    <a:gd name="T9" fmla="*/ 27 h 107"/>
                    <a:gd name="T10" fmla="*/ 0 w 39"/>
                    <a:gd name="T11" fmla="*/ 31 h 107"/>
                    <a:gd name="T12" fmla="*/ 0 w 39"/>
                    <a:gd name="T13" fmla="*/ 16 h 107"/>
                    <a:gd name="T14" fmla="*/ 8 w 39"/>
                    <a:gd name="T15" fmla="*/ 13 h 107"/>
                    <a:gd name="T16" fmla="*/ 16 w 39"/>
                    <a:gd name="T17" fmla="*/ 10 h 107"/>
                    <a:gd name="T18" fmla="*/ 24 w 39"/>
                    <a:gd name="T19" fmla="*/ 6 h 107"/>
                    <a:gd name="T20" fmla="*/ 32 w 39"/>
                    <a:gd name="T21" fmla="*/ 0 h 107"/>
                    <a:gd name="T22" fmla="*/ 39 w 39"/>
                    <a:gd name="T23" fmla="*/ 0 h 1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9" h="107">
                      <a:moveTo>
                        <a:pt x="39" y="0"/>
                      </a:moveTo>
                      <a:cubicBezTo>
                        <a:pt x="39" y="107"/>
                        <a:pt x="39" y="107"/>
                        <a:pt x="39" y="107"/>
                      </a:cubicBezTo>
                      <a:cubicBezTo>
                        <a:pt x="22" y="107"/>
                        <a:pt x="22" y="107"/>
                        <a:pt x="22" y="107"/>
                      </a:cubicBezTo>
                      <a:cubicBezTo>
                        <a:pt x="22" y="21"/>
                        <a:pt x="22" y="21"/>
                        <a:pt x="22" y="21"/>
                      </a:cubicBezTo>
                      <a:cubicBezTo>
                        <a:pt x="19" y="23"/>
                        <a:pt x="16" y="25"/>
                        <a:pt x="12" y="27"/>
                      </a:cubicBezTo>
                      <a:cubicBezTo>
                        <a:pt x="9" y="28"/>
                        <a:pt x="5" y="29"/>
                        <a:pt x="0" y="31"/>
                      </a:cubicBezTo>
                      <a:cubicBezTo>
                        <a:pt x="0" y="16"/>
                        <a:pt x="0" y="16"/>
                        <a:pt x="0" y="16"/>
                      </a:cubicBezTo>
                      <a:cubicBezTo>
                        <a:pt x="3" y="15"/>
                        <a:pt x="6" y="14"/>
                        <a:pt x="8" y="13"/>
                      </a:cubicBezTo>
                      <a:cubicBezTo>
                        <a:pt x="11" y="12"/>
                        <a:pt x="13" y="11"/>
                        <a:pt x="16" y="10"/>
                      </a:cubicBezTo>
                      <a:cubicBezTo>
                        <a:pt x="19" y="9"/>
                        <a:pt x="21" y="7"/>
                        <a:pt x="24" y="6"/>
                      </a:cubicBezTo>
                      <a:cubicBezTo>
                        <a:pt x="26" y="4"/>
                        <a:pt x="29" y="2"/>
                        <a:pt x="32" y="0"/>
                      </a:cubicBezTo>
                      <a:lnTo>
                        <a:pt x="39" y="0"/>
                      </a:ln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rgbClr val="505050"/>
                    </a:solidFill>
                  </a:endParaRPr>
                </a:p>
              </p:txBody>
            </p:sp>
            <p:sp>
              <p:nvSpPr>
                <p:cNvPr id="87" name="Freeform 56"/>
                <p:cNvSpPr>
                  <a:spLocks noEditPoints="1"/>
                </p:cNvSpPr>
                <p:nvPr/>
              </p:nvSpPr>
              <p:spPr bwMode="auto">
                <a:xfrm>
                  <a:off x="8988425" y="3108325"/>
                  <a:ext cx="207963" cy="315913"/>
                </a:xfrm>
                <a:custGeom>
                  <a:avLst/>
                  <a:gdLst>
                    <a:gd name="T0" fmla="*/ 35 w 73"/>
                    <a:gd name="T1" fmla="*/ 111 h 111"/>
                    <a:gd name="T2" fmla="*/ 9 w 73"/>
                    <a:gd name="T3" fmla="*/ 97 h 111"/>
                    <a:gd name="T4" fmla="*/ 0 w 73"/>
                    <a:gd name="T5" fmla="*/ 57 h 111"/>
                    <a:gd name="T6" fmla="*/ 10 w 73"/>
                    <a:gd name="T7" fmla="*/ 15 h 111"/>
                    <a:gd name="T8" fmla="*/ 38 w 73"/>
                    <a:gd name="T9" fmla="*/ 0 h 111"/>
                    <a:gd name="T10" fmla="*/ 73 w 73"/>
                    <a:gd name="T11" fmla="*/ 55 h 111"/>
                    <a:gd name="T12" fmla="*/ 63 w 73"/>
                    <a:gd name="T13" fmla="*/ 96 h 111"/>
                    <a:gd name="T14" fmla="*/ 35 w 73"/>
                    <a:gd name="T15" fmla="*/ 111 h 111"/>
                    <a:gd name="T16" fmla="*/ 37 w 73"/>
                    <a:gd name="T17" fmla="*/ 14 h 111"/>
                    <a:gd name="T18" fmla="*/ 18 w 73"/>
                    <a:gd name="T19" fmla="*/ 57 h 111"/>
                    <a:gd name="T20" fmla="*/ 37 w 73"/>
                    <a:gd name="T21" fmla="*/ 97 h 111"/>
                    <a:gd name="T22" fmla="*/ 55 w 73"/>
                    <a:gd name="T23" fmla="*/ 56 h 111"/>
                    <a:gd name="T24" fmla="*/ 37 w 73"/>
                    <a:gd name="T25" fmla="*/ 14 h 1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3" h="111">
                      <a:moveTo>
                        <a:pt x="35" y="111"/>
                      </a:moveTo>
                      <a:cubicBezTo>
                        <a:pt x="24" y="111"/>
                        <a:pt x="16" y="106"/>
                        <a:pt x="9" y="97"/>
                      </a:cubicBezTo>
                      <a:cubicBezTo>
                        <a:pt x="3" y="88"/>
                        <a:pt x="0" y="75"/>
                        <a:pt x="0" y="57"/>
                      </a:cubicBezTo>
                      <a:cubicBezTo>
                        <a:pt x="0" y="39"/>
                        <a:pt x="3" y="24"/>
                        <a:pt x="10" y="15"/>
                      </a:cubicBezTo>
                      <a:cubicBezTo>
                        <a:pt x="16" y="5"/>
                        <a:pt x="26" y="0"/>
                        <a:pt x="38" y="0"/>
                      </a:cubicBezTo>
                      <a:cubicBezTo>
                        <a:pt x="61" y="0"/>
                        <a:pt x="73" y="18"/>
                        <a:pt x="73" y="55"/>
                      </a:cubicBezTo>
                      <a:cubicBezTo>
                        <a:pt x="73" y="73"/>
                        <a:pt x="70" y="87"/>
                        <a:pt x="63" y="96"/>
                      </a:cubicBezTo>
                      <a:cubicBezTo>
                        <a:pt x="57" y="106"/>
                        <a:pt x="47" y="111"/>
                        <a:pt x="35" y="111"/>
                      </a:cubicBezTo>
                      <a:close/>
                      <a:moveTo>
                        <a:pt x="37" y="14"/>
                      </a:moveTo>
                      <a:cubicBezTo>
                        <a:pt x="24" y="14"/>
                        <a:pt x="18" y="28"/>
                        <a:pt x="18" y="57"/>
                      </a:cubicBezTo>
                      <a:cubicBezTo>
                        <a:pt x="18" y="83"/>
                        <a:pt x="24" y="97"/>
                        <a:pt x="37" y="97"/>
                      </a:cubicBezTo>
                      <a:cubicBezTo>
                        <a:pt x="49" y="97"/>
                        <a:pt x="55" y="83"/>
                        <a:pt x="55" y="56"/>
                      </a:cubicBezTo>
                      <a:cubicBezTo>
                        <a:pt x="55" y="28"/>
                        <a:pt x="49" y="14"/>
                        <a:pt x="37" y="14"/>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rgbClr val="505050"/>
                    </a:solidFill>
                  </a:endParaRPr>
                </a:p>
              </p:txBody>
            </p:sp>
            <p:sp>
              <p:nvSpPr>
                <p:cNvPr id="88" name="Freeform 57"/>
                <p:cNvSpPr>
                  <a:spLocks/>
                </p:cNvSpPr>
                <p:nvPr/>
              </p:nvSpPr>
              <p:spPr bwMode="auto">
                <a:xfrm>
                  <a:off x="9223375" y="3109913"/>
                  <a:ext cx="111125" cy="306388"/>
                </a:xfrm>
                <a:custGeom>
                  <a:avLst/>
                  <a:gdLst>
                    <a:gd name="T0" fmla="*/ 39 w 39"/>
                    <a:gd name="T1" fmla="*/ 0 h 107"/>
                    <a:gd name="T2" fmla="*/ 39 w 39"/>
                    <a:gd name="T3" fmla="*/ 107 h 107"/>
                    <a:gd name="T4" fmla="*/ 22 w 39"/>
                    <a:gd name="T5" fmla="*/ 107 h 107"/>
                    <a:gd name="T6" fmla="*/ 22 w 39"/>
                    <a:gd name="T7" fmla="*/ 21 h 107"/>
                    <a:gd name="T8" fmla="*/ 12 w 39"/>
                    <a:gd name="T9" fmla="*/ 27 h 107"/>
                    <a:gd name="T10" fmla="*/ 0 w 39"/>
                    <a:gd name="T11" fmla="*/ 31 h 107"/>
                    <a:gd name="T12" fmla="*/ 0 w 39"/>
                    <a:gd name="T13" fmla="*/ 16 h 107"/>
                    <a:gd name="T14" fmla="*/ 8 w 39"/>
                    <a:gd name="T15" fmla="*/ 13 h 107"/>
                    <a:gd name="T16" fmla="*/ 16 w 39"/>
                    <a:gd name="T17" fmla="*/ 10 h 107"/>
                    <a:gd name="T18" fmla="*/ 24 w 39"/>
                    <a:gd name="T19" fmla="*/ 6 h 107"/>
                    <a:gd name="T20" fmla="*/ 32 w 39"/>
                    <a:gd name="T21" fmla="*/ 0 h 107"/>
                    <a:gd name="T22" fmla="*/ 39 w 39"/>
                    <a:gd name="T23" fmla="*/ 0 h 1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9" h="107">
                      <a:moveTo>
                        <a:pt x="39" y="0"/>
                      </a:moveTo>
                      <a:cubicBezTo>
                        <a:pt x="39" y="107"/>
                        <a:pt x="39" y="107"/>
                        <a:pt x="39" y="107"/>
                      </a:cubicBezTo>
                      <a:cubicBezTo>
                        <a:pt x="22" y="107"/>
                        <a:pt x="22" y="107"/>
                        <a:pt x="22" y="107"/>
                      </a:cubicBezTo>
                      <a:cubicBezTo>
                        <a:pt x="22" y="21"/>
                        <a:pt x="22" y="21"/>
                        <a:pt x="22" y="21"/>
                      </a:cubicBezTo>
                      <a:cubicBezTo>
                        <a:pt x="19" y="23"/>
                        <a:pt x="16" y="25"/>
                        <a:pt x="12" y="27"/>
                      </a:cubicBezTo>
                      <a:cubicBezTo>
                        <a:pt x="9" y="28"/>
                        <a:pt x="5" y="29"/>
                        <a:pt x="0" y="31"/>
                      </a:cubicBezTo>
                      <a:cubicBezTo>
                        <a:pt x="0" y="16"/>
                        <a:pt x="0" y="16"/>
                        <a:pt x="0" y="16"/>
                      </a:cubicBezTo>
                      <a:cubicBezTo>
                        <a:pt x="3" y="15"/>
                        <a:pt x="6" y="14"/>
                        <a:pt x="8" y="13"/>
                      </a:cubicBezTo>
                      <a:cubicBezTo>
                        <a:pt x="11" y="12"/>
                        <a:pt x="14" y="11"/>
                        <a:pt x="16" y="10"/>
                      </a:cubicBezTo>
                      <a:cubicBezTo>
                        <a:pt x="19" y="9"/>
                        <a:pt x="21" y="7"/>
                        <a:pt x="24" y="6"/>
                      </a:cubicBezTo>
                      <a:cubicBezTo>
                        <a:pt x="27" y="4"/>
                        <a:pt x="29" y="2"/>
                        <a:pt x="32" y="0"/>
                      </a:cubicBezTo>
                      <a:lnTo>
                        <a:pt x="39" y="0"/>
                      </a:ln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rgbClr val="505050"/>
                    </a:solidFill>
                  </a:endParaRPr>
                </a:p>
              </p:txBody>
            </p:sp>
            <p:sp>
              <p:nvSpPr>
                <p:cNvPr id="89" name="Freeform 58"/>
                <p:cNvSpPr>
                  <a:spLocks noEditPoints="1"/>
                </p:cNvSpPr>
                <p:nvPr/>
              </p:nvSpPr>
              <p:spPr bwMode="auto">
                <a:xfrm>
                  <a:off x="9380538" y="3108325"/>
                  <a:ext cx="207963" cy="315913"/>
                </a:xfrm>
                <a:custGeom>
                  <a:avLst/>
                  <a:gdLst>
                    <a:gd name="T0" fmla="*/ 36 w 73"/>
                    <a:gd name="T1" fmla="*/ 111 h 111"/>
                    <a:gd name="T2" fmla="*/ 10 w 73"/>
                    <a:gd name="T3" fmla="*/ 97 h 111"/>
                    <a:gd name="T4" fmla="*/ 0 w 73"/>
                    <a:gd name="T5" fmla="*/ 57 h 111"/>
                    <a:gd name="T6" fmla="*/ 10 w 73"/>
                    <a:gd name="T7" fmla="*/ 15 h 111"/>
                    <a:gd name="T8" fmla="*/ 38 w 73"/>
                    <a:gd name="T9" fmla="*/ 0 h 111"/>
                    <a:gd name="T10" fmla="*/ 73 w 73"/>
                    <a:gd name="T11" fmla="*/ 55 h 111"/>
                    <a:gd name="T12" fmla="*/ 63 w 73"/>
                    <a:gd name="T13" fmla="*/ 96 h 111"/>
                    <a:gd name="T14" fmla="*/ 36 w 73"/>
                    <a:gd name="T15" fmla="*/ 111 h 111"/>
                    <a:gd name="T16" fmla="*/ 37 w 73"/>
                    <a:gd name="T17" fmla="*/ 14 h 111"/>
                    <a:gd name="T18" fmla="*/ 18 w 73"/>
                    <a:gd name="T19" fmla="*/ 57 h 111"/>
                    <a:gd name="T20" fmla="*/ 37 w 73"/>
                    <a:gd name="T21" fmla="*/ 97 h 111"/>
                    <a:gd name="T22" fmla="*/ 56 w 73"/>
                    <a:gd name="T23" fmla="*/ 56 h 111"/>
                    <a:gd name="T24" fmla="*/ 37 w 73"/>
                    <a:gd name="T25" fmla="*/ 14 h 1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3" h="111">
                      <a:moveTo>
                        <a:pt x="36" y="111"/>
                      </a:moveTo>
                      <a:cubicBezTo>
                        <a:pt x="24" y="111"/>
                        <a:pt x="16" y="106"/>
                        <a:pt x="10" y="97"/>
                      </a:cubicBezTo>
                      <a:cubicBezTo>
                        <a:pt x="3" y="88"/>
                        <a:pt x="0" y="75"/>
                        <a:pt x="0" y="57"/>
                      </a:cubicBezTo>
                      <a:cubicBezTo>
                        <a:pt x="0" y="39"/>
                        <a:pt x="3" y="24"/>
                        <a:pt x="10" y="15"/>
                      </a:cubicBezTo>
                      <a:cubicBezTo>
                        <a:pt x="16" y="5"/>
                        <a:pt x="26" y="0"/>
                        <a:pt x="38" y="0"/>
                      </a:cubicBezTo>
                      <a:cubicBezTo>
                        <a:pt x="62" y="0"/>
                        <a:pt x="73" y="18"/>
                        <a:pt x="73" y="55"/>
                      </a:cubicBezTo>
                      <a:cubicBezTo>
                        <a:pt x="73" y="73"/>
                        <a:pt x="70" y="87"/>
                        <a:pt x="63" y="96"/>
                      </a:cubicBezTo>
                      <a:cubicBezTo>
                        <a:pt x="57" y="106"/>
                        <a:pt x="48" y="111"/>
                        <a:pt x="36" y="111"/>
                      </a:cubicBezTo>
                      <a:close/>
                      <a:moveTo>
                        <a:pt x="37" y="14"/>
                      </a:moveTo>
                      <a:cubicBezTo>
                        <a:pt x="24" y="14"/>
                        <a:pt x="18" y="28"/>
                        <a:pt x="18" y="57"/>
                      </a:cubicBezTo>
                      <a:cubicBezTo>
                        <a:pt x="18" y="83"/>
                        <a:pt x="24" y="97"/>
                        <a:pt x="37" y="97"/>
                      </a:cubicBezTo>
                      <a:cubicBezTo>
                        <a:pt x="49" y="97"/>
                        <a:pt x="56" y="83"/>
                        <a:pt x="56" y="56"/>
                      </a:cubicBezTo>
                      <a:cubicBezTo>
                        <a:pt x="56" y="28"/>
                        <a:pt x="50" y="14"/>
                        <a:pt x="37" y="14"/>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rgbClr val="505050"/>
                    </a:solidFill>
                  </a:endParaRPr>
                </a:p>
              </p:txBody>
            </p:sp>
            <p:sp>
              <p:nvSpPr>
                <p:cNvPr id="90" name="Freeform 59"/>
                <p:cNvSpPr>
                  <a:spLocks/>
                </p:cNvSpPr>
                <p:nvPr/>
              </p:nvSpPr>
              <p:spPr bwMode="auto">
                <a:xfrm>
                  <a:off x="8040688" y="3109913"/>
                  <a:ext cx="111125" cy="306388"/>
                </a:xfrm>
                <a:custGeom>
                  <a:avLst/>
                  <a:gdLst>
                    <a:gd name="T0" fmla="*/ 39 w 39"/>
                    <a:gd name="T1" fmla="*/ 0 h 107"/>
                    <a:gd name="T2" fmla="*/ 39 w 39"/>
                    <a:gd name="T3" fmla="*/ 107 h 107"/>
                    <a:gd name="T4" fmla="*/ 22 w 39"/>
                    <a:gd name="T5" fmla="*/ 107 h 107"/>
                    <a:gd name="T6" fmla="*/ 22 w 39"/>
                    <a:gd name="T7" fmla="*/ 21 h 107"/>
                    <a:gd name="T8" fmla="*/ 12 w 39"/>
                    <a:gd name="T9" fmla="*/ 27 h 107"/>
                    <a:gd name="T10" fmla="*/ 0 w 39"/>
                    <a:gd name="T11" fmla="*/ 31 h 107"/>
                    <a:gd name="T12" fmla="*/ 0 w 39"/>
                    <a:gd name="T13" fmla="*/ 16 h 107"/>
                    <a:gd name="T14" fmla="*/ 8 w 39"/>
                    <a:gd name="T15" fmla="*/ 13 h 107"/>
                    <a:gd name="T16" fmla="*/ 16 w 39"/>
                    <a:gd name="T17" fmla="*/ 10 h 107"/>
                    <a:gd name="T18" fmla="*/ 23 w 39"/>
                    <a:gd name="T19" fmla="*/ 6 h 107"/>
                    <a:gd name="T20" fmla="*/ 31 w 39"/>
                    <a:gd name="T21" fmla="*/ 0 h 107"/>
                    <a:gd name="T22" fmla="*/ 39 w 39"/>
                    <a:gd name="T23" fmla="*/ 0 h 1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9" h="107">
                      <a:moveTo>
                        <a:pt x="39" y="0"/>
                      </a:moveTo>
                      <a:cubicBezTo>
                        <a:pt x="39" y="107"/>
                        <a:pt x="39" y="107"/>
                        <a:pt x="39" y="107"/>
                      </a:cubicBezTo>
                      <a:cubicBezTo>
                        <a:pt x="22" y="107"/>
                        <a:pt x="22" y="107"/>
                        <a:pt x="22" y="107"/>
                      </a:cubicBezTo>
                      <a:cubicBezTo>
                        <a:pt x="22" y="21"/>
                        <a:pt x="22" y="21"/>
                        <a:pt x="22" y="21"/>
                      </a:cubicBezTo>
                      <a:cubicBezTo>
                        <a:pt x="19" y="23"/>
                        <a:pt x="15" y="25"/>
                        <a:pt x="12" y="27"/>
                      </a:cubicBezTo>
                      <a:cubicBezTo>
                        <a:pt x="8" y="28"/>
                        <a:pt x="4" y="29"/>
                        <a:pt x="0" y="31"/>
                      </a:cubicBezTo>
                      <a:cubicBezTo>
                        <a:pt x="0" y="16"/>
                        <a:pt x="0" y="16"/>
                        <a:pt x="0" y="16"/>
                      </a:cubicBezTo>
                      <a:cubicBezTo>
                        <a:pt x="3" y="15"/>
                        <a:pt x="5" y="14"/>
                        <a:pt x="8" y="13"/>
                      </a:cubicBezTo>
                      <a:cubicBezTo>
                        <a:pt x="11" y="12"/>
                        <a:pt x="13" y="11"/>
                        <a:pt x="16" y="10"/>
                      </a:cubicBezTo>
                      <a:cubicBezTo>
                        <a:pt x="18" y="9"/>
                        <a:pt x="21" y="7"/>
                        <a:pt x="23" y="6"/>
                      </a:cubicBezTo>
                      <a:cubicBezTo>
                        <a:pt x="26" y="4"/>
                        <a:pt x="29" y="2"/>
                        <a:pt x="31" y="0"/>
                      </a:cubicBezTo>
                      <a:lnTo>
                        <a:pt x="39" y="0"/>
                      </a:ln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rgbClr val="505050"/>
                    </a:solidFill>
                  </a:endParaRPr>
                </a:p>
              </p:txBody>
            </p:sp>
            <p:sp>
              <p:nvSpPr>
                <p:cNvPr id="91" name="Freeform 60"/>
                <p:cNvSpPr>
                  <a:spLocks/>
                </p:cNvSpPr>
                <p:nvPr/>
              </p:nvSpPr>
              <p:spPr bwMode="auto">
                <a:xfrm>
                  <a:off x="8426450" y="3109913"/>
                  <a:ext cx="111125" cy="306388"/>
                </a:xfrm>
                <a:custGeom>
                  <a:avLst/>
                  <a:gdLst>
                    <a:gd name="T0" fmla="*/ 39 w 39"/>
                    <a:gd name="T1" fmla="*/ 0 h 107"/>
                    <a:gd name="T2" fmla="*/ 39 w 39"/>
                    <a:gd name="T3" fmla="*/ 107 h 107"/>
                    <a:gd name="T4" fmla="*/ 22 w 39"/>
                    <a:gd name="T5" fmla="*/ 107 h 107"/>
                    <a:gd name="T6" fmla="*/ 22 w 39"/>
                    <a:gd name="T7" fmla="*/ 21 h 107"/>
                    <a:gd name="T8" fmla="*/ 12 w 39"/>
                    <a:gd name="T9" fmla="*/ 27 h 107"/>
                    <a:gd name="T10" fmla="*/ 0 w 39"/>
                    <a:gd name="T11" fmla="*/ 31 h 107"/>
                    <a:gd name="T12" fmla="*/ 0 w 39"/>
                    <a:gd name="T13" fmla="*/ 16 h 107"/>
                    <a:gd name="T14" fmla="*/ 8 w 39"/>
                    <a:gd name="T15" fmla="*/ 13 h 107"/>
                    <a:gd name="T16" fmla="*/ 16 w 39"/>
                    <a:gd name="T17" fmla="*/ 10 h 107"/>
                    <a:gd name="T18" fmla="*/ 24 w 39"/>
                    <a:gd name="T19" fmla="*/ 6 h 107"/>
                    <a:gd name="T20" fmla="*/ 32 w 39"/>
                    <a:gd name="T21" fmla="*/ 0 h 107"/>
                    <a:gd name="T22" fmla="*/ 39 w 39"/>
                    <a:gd name="T23" fmla="*/ 0 h 1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9" h="107">
                      <a:moveTo>
                        <a:pt x="39" y="0"/>
                      </a:moveTo>
                      <a:cubicBezTo>
                        <a:pt x="39" y="107"/>
                        <a:pt x="39" y="107"/>
                        <a:pt x="39" y="107"/>
                      </a:cubicBezTo>
                      <a:cubicBezTo>
                        <a:pt x="22" y="107"/>
                        <a:pt x="22" y="107"/>
                        <a:pt x="22" y="107"/>
                      </a:cubicBezTo>
                      <a:cubicBezTo>
                        <a:pt x="22" y="21"/>
                        <a:pt x="22" y="21"/>
                        <a:pt x="22" y="21"/>
                      </a:cubicBezTo>
                      <a:cubicBezTo>
                        <a:pt x="19" y="23"/>
                        <a:pt x="16" y="25"/>
                        <a:pt x="12" y="27"/>
                      </a:cubicBezTo>
                      <a:cubicBezTo>
                        <a:pt x="9" y="28"/>
                        <a:pt x="5" y="29"/>
                        <a:pt x="0" y="31"/>
                      </a:cubicBezTo>
                      <a:cubicBezTo>
                        <a:pt x="0" y="16"/>
                        <a:pt x="0" y="16"/>
                        <a:pt x="0" y="16"/>
                      </a:cubicBezTo>
                      <a:cubicBezTo>
                        <a:pt x="3" y="15"/>
                        <a:pt x="6" y="14"/>
                        <a:pt x="8" y="13"/>
                      </a:cubicBezTo>
                      <a:cubicBezTo>
                        <a:pt x="11" y="12"/>
                        <a:pt x="14" y="11"/>
                        <a:pt x="16" y="10"/>
                      </a:cubicBezTo>
                      <a:cubicBezTo>
                        <a:pt x="19" y="9"/>
                        <a:pt x="21" y="7"/>
                        <a:pt x="24" y="6"/>
                      </a:cubicBezTo>
                      <a:cubicBezTo>
                        <a:pt x="27" y="4"/>
                        <a:pt x="29" y="2"/>
                        <a:pt x="32" y="0"/>
                      </a:cubicBezTo>
                      <a:lnTo>
                        <a:pt x="39" y="0"/>
                      </a:ln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rgbClr val="505050"/>
                    </a:solidFill>
                  </a:endParaRPr>
                </a:p>
              </p:txBody>
            </p:sp>
            <p:sp>
              <p:nvSpPr>
                <p:cNvPr id="92" name="Freeform 61"/>
                <p:cNvSpPr>
                  <a:spLocks noEditPoints="1"/>
                </p:cNvSpPr>
                <p:nvPr/>
              </p:nvSpPr>
              <p:spPr bwMode="auto">
                <a:xfrm>
                  <a:off x="8197850" y="3108325"/>
                  <a:ext cx="207963" cy="315913"/>
                </a:xfrm>
                <a:custGeom>
                  <a:avLst/>
                  <a:gdLst>
                    <a:gd name="T0" fmla="*/ 35 w 73"/>
                    <a:gd name="T1" fmla="*/ 111 h 111"/>
                    <a:gd name="T2" fmla="*/ 9 w 73"/>
                    <a:gd name="T3" fmla="*/ 97 h 111"/>
                    <a:gd name="T4" fmla="*/ 0 w 73"/>
                    <a:gd name="T5" fmla="*/ 57 h 111"/>
                    <a:gd name="T6" fmla="*/ 9 w 73"/>
                    <a:gd name="T7" fmla="*/ 15 h 111"/>
                    <a:gd name="T8" fmla="*/ 38 w 73"/>
                    <a:gd name="T9" fmla="*/ 0 h 111"/>
                    <a:gd name="T10" fmla="*/ 73 w 73"/>
                    <a:gd name="T11" fmla="*/ 55 h 111"/>
                    <a:gd name="T12" fmla="*/ 63 w 73"/>
                    <a:gd name="T13" fmla="*/ 96 h 111"/>
                    <a:gd name="T14" fmla="*/ 35 w 73"/>
                    <a:gd name="T15" fmla="*/ 111 h 111"/>
                    <a:gd name="T16" fmla="*/ 37 w 73"/>
                    <a:gd name="T17" fmla="*/ 14 h 111"/>
                    <a:gd name="T18" fmla="*/ 17 w 73"/>
                    <a:gd name="T19" fmla="*/ 57 h 111"/>
                    <a:gd name="T20" fmla="*/ 36 w 73"/>
                    <a:gd name="T21" fmla="*/ 97 h 111"/>
                    <a:gd name="T22" fmla="*/ 55 w 73"/>
                    <a:gd name="T23" fmla="*/ 56 h 111"/>
                    <a:gd name="T24" fmla="*/ 37 w 73"/>
                    <a:gd name="T25" fmla="*/ 14 h 1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3" h="111">
                      <a:moveTo>
                        <a:pt x="35" y="111"/>
                      </a:moveTo>
                      <a:cubicBezTo>
                        <a:pt x="24" y="111"/>
                        <a:pt x="15" y="106"/>
                        <a:pt x="9" y="97"/>
                      </a:cubicBezTo>
                      <a:cubicBezTo>
                        <a:pt x="3" y="88"/>
                        <a:pt x="0" y="75"/>
                        <a:pt x="0" y="57"/>
                      </a:cubicBezTo>
                      <a:cubicBezTo>
                        <a:pt x="0" y="39"/>
                        <a:pt x="3" y="24"/>
                        <a:pt x="9" y="15"/>
                      </a:cubicBezTo>
                      <a:cubicBezTo>
                        <a:pt x="16" y="5"/>
                        <a:pt x="25" y="0"/>
                        <a:pt x="38" y="0"/>
                      </a:cubicBezTo>
                      <a:cubicBezTo>
                        <a:pt x="61" y="0"/>
                        <a:pt x="73" y="18"/>
                        <a:pt x="73" y="55"/>
                      </a:cubicBezTo>
                      <a:cubicBezTo>
                        <a:pt x="73" y="73"/>
                        <a:pt x="70" y="87"/>
                        <a:pt x="63" y="96"/>
                      </a:cubicBezTo>
                      <a:cubicBezTo>
                        <a:pt x="56" y="106"/>
                        <a:pt x="47" y="111"/>
                        <a:pt x="35" y="111"/>
                      </a:cubicBezTo>
                      <a:close/>
                      <a:moveTo>
                        <a:pt x="37" y="14"/>
                      </a:moveTo>
                      <a:cubicBezTo>
                        <a:pt x="24" y="14"/>
                        <a:pt x="17" y="28"/>
                        <a:pt x="17" y="57"/>
                      </a:cubicBezTo>
                      <a:cubicBezTo>
                        <a:pt x="17" y="83"/>
                        <a:pt x="24" y="97"/>
                        <a:pt x="36" y="97"/>
                      </a:cubicBezTo>
                      <a:cubicBezTo>
                        <a:pt x="49" y="97"/>
                        <a:pt x="55" y="83"/>
                        <a:pt x="55" y="56"/>
                      </a:cubicBezTo>
                      <a:cubicBezTo>
                        <a:pt x="55" y="28"/>
                        <a:pt x="49" y="14"/>
                        <a:pt x="37" y="14"/>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rgbClr val="505050"/>
                    </a:solidFill>
                  </a:endParaRPr>
                </a:p>
              </p:txBody>
            </p:sp>
            <p:sp>
              <p:nvSpPr>
                <p:cNvPr id="93" name="Freeform 62"/>
                <p:cNvSpPr>
                  <a:spLocks noEditPoints="1"/>
                </p:cNvSpPr>
                <p:nvPr/>
              </p:nvSpPr>
              <p:spPr bwMode="auto">
                <a:xfrm>
                  <a:off x="8586788" y="3108325"/>
                  <a:ext cx="207963" cy="315913"/>
                </a:xfrm>
                <a:custGeom>
                  <a:avLst/>
                  <a:gdLst>
                    <a:gd name="T0" fmla="*/ 36 w 73"/>
                    <a:gd name="T1" fmla="*/ 111 h 111"/>
                    <a:gd name="T2" fmla="*/ 10 w 73"/>
                    <a:gd name="T3" fmla="*/ 97 h 111"/>
                    <a:gd name="T4" fmla="*/ 0 w 73"/>
                    <a:gd name="T5" fmla="*/ 57 h 111"/>
                    <a:gd name="T6" fmla="*/ 10 w 73"/>
                    <a:gd name="T7" fmla="*/ 15 h 111"/>
                    <a:gd name="T8" fmla="*/ 38 w 73"/>
                    <a:gd name="T9" fmla="*/ 0 h 111"/>
                    <a:gd name="T10" fmla="*/ 73 w 73"/>
                    <a:gd name="T11" fmla="*/ 55 h 111"/>
                    <a:gd name="T12" fmla="*/ 63 w 73"/>
                    <a:gd name="T13" fmla="*/ 96 h 111"/>
                    <a:gd name="T14" fmla="*/ 36 w 73"/>
                    <a:gd name="T15" fmla="*/ 111 h 111"/>
                    <a:gd name="T16" fmla="*/ 37 w 73"/>
                    <a:gd name="T17" fmla="*/ 14 h 111"/>
                    <a:gd name="T18" fmla="*/ 18 w 73"/>
                    <a:gd name="T19" fmla="*/ 57 h 111"/>
                    <a:gd name="T20" fmla="*/ 37 w 73"/>
                    <a:gd name="T21" fmla="*/ 97 h 111"/>
                    <a:gd name="T22" fmla="*/ 56 w 73"/>
                    <a:gd name="T23" fmla="*/ 56 h 111"/>
                    <a:gd name="T24" fmla="*/ 37 w 73"/>
                    <a:gd name="T25" fmla="*/ 14 h 1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3" h="111">
                      <a:moveTo>
                        <a:pt x="36" y="111"/>
                      </a:moveTo>
                      <a:cubicBezTo>
                        <a:pt x="24" y="111"/>
                        <a:pt x="16" y="106"/>
                        <a:pt x="10" y="97"/>
                      </a:cubicBezTo>
                      <a:cubicBezTo>
                        <a:pt x="3" y="88"/>
                        <a:pt x="0" y="75"/>
                        <a:pt x="0" y="57"/>
                      </a:cubicBezTo>
                      <a:cubicBezTo>
                        <a:pt x="0" y="39"/>
                        <a:pt x="3" y="24"/>
                        <a:pt x="10" y="15"/>
                      </a:cubicBezTo>
                      <a:cubicBezTo>
                        <a:pt x="16" y="5"/>
                        <a:pt x="26" y="0"/>
                        <a:pt x="38" y="0"/>
                      </a:cubicBezTo>
                      <a:cubicBezTo>
                        <a:pt x="62" y="0"/>
                        <a:pt x="73" y="18"/>
                        <a:pt x="73" y="55"/>
                      </a:cubicBezTo>
                      <a:cubicBezTo>
                        <a:pt x="73" y="73"/>
                        <a:pt x="70" y="87"/>
                        <a:pt x="63" y="96"/>
                      </a:cubicBezTo>
                      <a:cubicBezTo>
                        <a:pt x="57" y="106"/>
                        <a:pt x="47" y="111"/>
                        <a:pt x="36" y="111"/>
                      </a:cubicBezTo>
                      <a:close/>
                      <a:moveTo>
                        <a:pt x="37" y="14"/>
                      </a:moveTo>
                      <a:cubicBezTo>
                        <a:pt x="24" y="14"/>
                        <a:pt x="18" y="28"/>
                        <a:pt x="18" y="57"/>
                      </a:cubicBezTo>
                      <a:cubicBezTo>
                        <a:pt x="18" y="83"/>
                        <a:pt x="24" y="97"/>
                        <a:pt x="37" y="97"/>
                      </a:cubicBezTo>
                      <a:cubicBezTo>
                        <a:pt x="49" y="97"/>
                        <a:pt x="56" y="83"/>
                        <a:pt x="56" y="56"/>
                      </a:cubicBezTo>
                      <a:cubicBezTo>
                        <a:pt x="56" y="28"/>
                        <a:pt x="50" y="14"/>
                        <a:pt x="37" y="14"/>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rgbClr val="505050"/>
                    </a:solidFill>
                  </a:endParaRPr>
                </a:p>
              </p:txBody>
            </p:sp>
          </p:grpSp>
          <p:grpSp>
            <p:nvGrpSpPr>
              <p:cNvPr id="94" name="Group 93"/>
              <p:cNvGrpSpPr/>
              <p:nvPr/>
            </p:nvGrpSpPr>
            <p:grpSpPr>
              <a:xfrm>
                <a:off x="9784274" y="4790767"/>
                <a:ext cx="931082" cy="636030"/>
                <a:chOff x="10236200" y="3170238"/>
                <a:chExt cx="1062038" cy="725487"/>
              </a:xfrm>
              <a:solidFill>
                <a:schemeClr val="accent5"/>
              </a:solidFill>
            </p:grpSpPr>
            <p:sp>
              <p:nvSpPr>
                <p:cNvPr id="95" name="Freeform 94"/>
                <p:cNvSpPr>
                  <a:spLocks/>
                </p:cNvSpPr>
                <p:nvPr/>
              </p:nvSpPr>
              <p:spPr bwMode="auto">
                <a:xfrm>
                  <a:off x="10779125" y="3727450"/>
                  <a:ext cx="58738" cy="165100"/>
                </a:xfrm>
                <a:custGeom>
                  <a:avLst/>
                  <a:gdLst>
                    <a:gd name="T0" fmla="*/ 21 w 21"/>
                    <a:gd name="T1" fmla="*/ 0 h 58"/>
                    <a:gd name="T2" fmla="*/ 21 w 21"/>
                    <a:gd name="T3" fmla="*/ 58 h 58"/>
                    <a:gd name="T4" fmla="*/ 12 w 21"/>
                    <a:gd name="T5" fmla="*/ 58 h 58"/>
                    <a:gd name="T6" fmla="*/ 12 w 21"/>
                    <a:gd name="T7" fmla="*/ 11 h 58"/>
                    <a:gd name="T8" fmla="*/ 7 w 21"/>
                    <a:gd name="T9" fmla="*/ 14 h 58"/>
                    <a:gd name="T10" fmla="*/ 0 w 21"/>
                    <a:gd name="T11" fmla="*/ 16 h 58"/>
                    <a:gd name="T12" fmla="*/ 0 w 21"/>
                    <a:gd name="T13" fmla="*/ 9 h 58"/>
                    <a:gd name="T14" fmla="*/ 5 w 21"/>
                    <a:gd name="T15" fmla="*/ 7 h 58"/>
                    <a:gd name="T16" fmla="*/ 9 w 21"/>
                    <a:gd name="T17" fmla="*/ 5 h 58"/>
                    <a:gd name="T18" fmla="*/ 13 w 21"/>
                    <a:gd name="T19" fmla="*/ 3 h 58"/>
                    <a:gd name="T20" fmla="*/ 17 w 21"/>
                    <a:gd name="T21" fmla="*/ 0 h 58"/>
                    <a:gd name="T22" fmla="*/ 21 w 21"/>
                    <a:gd name="T23" fmla="*/ 0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1" h="58">
                      <a:moveTo>
                        <a:pt x="21" y="0"/>
                      </a:moveTo>
                      <a:cubicBezTo>
                        <a:pt x="21" y="58"/>
                        <a:pt x="21" y="58"/>
                        <a:pt x="21" y="58"/>
                      </a:cubicBezTo>
                      <a:cubicBezTo>
                        <a:pt x="12" y="58"/>
                        <a:pt x="12" y="58"/>
                        <a:pt x="12" y="58"/>
                      </a:cubicBezTo>
                      <a:cubicBezTo>
                        <a:pt x="12" y="11"/>
                        <a:pt x="12" y="11"/>
                        <a:pt x="12" y="11"/>
                      </a:cubicBezTo>
                      <a:cubicBezTo>
                        <a:pt x="10" y="12"/>
                        <a:pt x="8" y="13"/>
                        <a:pt x="7" y="14"/>
                      </a:cubicBezTo>
                      <a:cubicBezTo>
                        <a:pt x="5" y="15"/>
                        <a:pt x="3" y="16"/>
                        <a:pt x="0" y="16"/>
                      </a:cubicBezTo>
                      <a:cubicBezTo>
                        <a:pt x="0" y="9"/>
                        <a:pt x="0" y="9"/>
                        <a:pt x="0" y="9"/>
                      </a:cubicBezTo>
                      <a:cubicBezTo>
                        <a:pt x="2" y="8"/>
                        <a:pt x="3" y="8"/>
                        <a:pt x="5" y="7"/>
                      </a:cubicBezTo>
                      <a:cubicBezTo>
                        <a:pt x="6" y="7"/>
                        <a:pt x="7" y="6"/>
                        <a:pt x="9" y="5"/>
                      </a:cubicBezTo>
                      <a:cubicBezTo>
                        <a:pt x="10" y="5"/>
                        <a:pt x="11" y="4"/>
                        <a:pt x="13" y="3"/>
                      </a:cubicBezTo>
                      <a:cubicBezTo>
                        <a:pt x="14" y="2"/>
                        <a:pt x="16" y="1"/>
                        <a:pt x="17" y="0"/>
                      </a:cubicBezTo>
                      <a:lnTo>
                        <a:pt x="21" y="0"/>
                      </a:ln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rgbClr val="505050"/>
                    </a:solidFill>
                  </a:endParaRPr>
                </a:p>
              </p:txBody>
            </p:sp>
            <p:sp>
              <p:nvSpPr>
                <p:cNvPr id="96" name="Freeform 95"/>
                <p:cNvSpPr>
                  <a:spLocks/>
                </p:cNvSpPr>
                <p:nvPr/>
              </p:nvSpPr>
              <p:spPr bwMode="auto">
                <a:xfrm>
                  <a:off x="10987088" y="3727450"/>
                  <a:ext cx="60325" cy="165100"/>
                </a:xfrm>
                <a:custGeom>
                  <a:avLst/>
                  <a:gdLst>
                    <a:gd name="T0" fmla="*/ 21 w 21"/>
                    <a:gd name="T1" fmla="*/ 0 h 58"/>
                    <a:gd name="T2" fmla="*/ 21 w 21"/>
                    <a:gd name="T3" fmla="*/ 58 h 58"/>
                    <a:gd name="T4" fmla="*/ 12 w 21"/>
                    <a:gd name="T5" fmla="*/ 58 h 58"/>
                    <a:gd name="T6" fmla="*/ 12 w 21"/>
                    <a:gd name="T7" fmla="*/ 11 h 58"/>
                    <a:gd name="T8" fmla="*/ 7 w 21"/>
                    <a:gd name="T9" fmla="*/ 14 h 58"/>
                    <a:gd name="T10" fmla="*/ 0 w 21"/>
                    <a:gd name="T11" fmla="*/ 16 h 58"/>
                    <a:gd name="T12" fmla="*/ 0 w 21"/>
                    <a:gd name="T13" fmla="*/ 9 h 58"/>
                    <a:gd name="T14" fmla="*/ 4 w 21"/>
                    <a:gd name="T15" fmla="*/ 7 h 58"/>
                    <a:gd name="T16" fmla="*/ 9 w 21"/>
                    <a:gd name="T17" fmla="*/ 5 h 58"/>
                    <a:gd name="T18" fmla="*/ 13 w 21"/>
                    <a:gd name="T19" fmla="*/ 3 h 58"/>
                    <a:gd name="T20" fmla="*/ 17 w 21"/>
                    <a:gd name="T21" fmla="*/ 0 h 58"/>
                    <a:gd name="T22" fmla="*/ 21 w 21"/>
                    <a:gd name="T23" fmla="*/ 0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1" h="58">
                      <a:moveTo>
                        <a:pt x="21" y="0"/>
                      </a:moveTo>
                      <a:cubicBezTo>
                        <a:pt x="21" y="58"/>
                        <a:pt x="21" y="58"/>
                        <a:pt x="21" y="58"/>
                      </a:cubicBezTo>
                      <a:cubicBezTo>
                        <a:pt x="12" y="58"/>
                        <a:pt x="12" y="58"/>
                        <a:pt x="12" y="58"/>
                      </a:cubicBezTo>
                      <a:cubicBezTo>
                        <a:pt x="12" y="11"/>
                        <a:pt x="12" y="11"/>
                        <a:pt x="12" y="11"/>
                      </a:cubicBezTo>
                      <a:cubicBezTo>
                        <a:pt x="10" y="12"/>
                        <a:pt x="8" y="13"/>
                        <a:pt x="7" y="14"/>
                      </a:cubicBezTo>
                      <a:cubicBezTo>
                        <a:pt x="5" y="15"/>
                        <a:pt x="2" y="16"/>
                        <a:pt x="0" y="16"/>
                      </a:cubicBezTo>
                      <a:cubicBezTo>
                        <a:pt x="0" y="9"/>
                        <a:pt x="0" y="9"/>
                        <a:pt x="0" y="9"/>
                      </a:cubicBezTo>
                      <a:cubicBezTo>
                        <a:pt x="2" y="8"/>
                        <a:pt x="3" y="8"/>
                        <a:pt x="4" y="7"/>
                      </a:cubicBezTo>
                      <a:cubicBezTo>
                        <a:pt x="6" y="7"/>
                        <a:pt x="7" y="6"/>
                        <a:pt x="9" y="5"/>
                      </a:cubicBezTo>
                      <a:cubicBezTo>
                        <a:pt x="10" y="5"/>
                        <a:pt x="11" y="4"/>
                        <a:pt x="13" y="3"/>
                      </a:cubicBezTo>
                      <a:cubicBezTo>
                        <a:pt x="14" y="2"/>
                        <a:pt x="16" y="1"/>
                        <a:pt x="17" y="0"/>
                      </a:cubicBezTo>
                      <a:lnTo>
                        <a:pt x="21" y="0"/>
                      </a:ln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rgbClr val="505050"/>
                    </a:solidFill>
                  </a:endParaRPr>
                </a:p>
              </p:txBody>
            </p:sp>
            <p:sp>
              <p:nvSpPr>
                <p:cNvPr id="97" name="Freeform 96"/>
                <p:cNvSpPr>
                  <a:spLocks noEditPoints="1"/>
                </p:cNvSpPr>
                <p:nvPr/>
              </p:nvSpPr>
              <p:spPr bwMode="auto">
                <a:xfrm>
                  <a:off x="10863263" y="3724275"/>
                  <a:ext cx="112713" cy="171450"/>
                </a:xfrm>
                <a:custGeom>
                  <a:avLst/>
                  <a:gdLst>
                    <a:gd name="T0" fmla="*/ 19 w 39"/>
                    <a:gd name="T1" fmla="*/ 60 h 60"/>
                    <a:gd name="T2" fmla="*/ 5 w 39"/>
                    <a:gd name="T3" fmla="*/ 53 h 60"/>
                    <a:gd name="T4" fmla="*/ 0 w 39"/>
                    <a:gd name="T5" fmla="*/ 31 h 60"/>
                    <a:gd name="T6" fmla="*/ 5 w 39"/>
                    <a:gd name="T7" fmla="*/ 8 h 60"/>
                    <a:gd name="T8" fmla="*/ 20 w 39"/>
                    <a:gd name="T9" fmla="*/ 0 h 60"/>
                    <a:gd name="T10" fmla="*/ 39 w 39"/>
                    <a:gd name="T11" fmla="*/ 30 h 60"/>
                    <a:gd name="T12" fmla="*/ 34 w 39"/>
                    <a:gd name="T13" fmla="*/ 52 h 60"/>
                    <a:gd name="T14" fmla="*/ 19 w 39"/>
                    <a:gd name="T15" fmla="*/ 60 h 60"/>
                    <a:gd name="T16" fmla="*/ 20 w 39"/>
                    <a:gd name="T17" fmla="*/ 8 h 60"/>
                    <a:gd name="T18" fmla="*/ 9 w 39"/>
                    <a:gd name="T19" fmla="*/ 31 h 60"/>
                    <a:gd name="T20" fmla="*/ 19 w 39"/>
                    <a:gd name="T21" fmla="*/ 53 h 60"/>
                    <a:gd name="T22" fmla="*/ 30 w 39"/>
                    <a:gd name="T23" fmla="*/ 31 h 60"/>
                    <a:gd name="T24" fmla="*/ 20 w 39"/>
                    <a:gd name="T25" fmla="*/ 8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9" h="60">
                      <a:moveTo>
                        <a:pt x="19" y="60"/>
                      </a:moveTo>
                      <a:cubicBezTo>
                        <a:pt x="13" y="60"/>
                        <a:pt x="8" y="57"/>
                        <a:pt x="5" y="53"/>
                      </a:cubicBezTo>
                      <a:cubicBezTo>
                        <a:pt x="1" y="48"/>
                        <a:pt x="0" y="41"/>
                        <a:pt x="0" y="31"/>
                      </a:cubicBezTo>
                      <a:cubicBezTo>
                        <a:pt x="0" y="21"/>
                        <a:pt x="1" y="14"/>
                        <a:pt x="5" y="8"/>
                      </a:cubicBezTo>
                      <a:cubicBezTo>
                        <a:pt x="8" y="3"/>
                        <a:pt x="13" y="0"/>
                        <a:pt x="20" y="0"/>
                      </a:cubicBezTo>
                      <a:cubicBezTo>
                        <a:pt x="33" y="0"/>
                        <a:pt x="39" y="10"/>
                        <a:pt x="39" y="30"/>
                      </a:cubicBezTo>
                      <a:cubicBezTo>
                        <a:pt x="39" y="40"/>
                        <a:pt x="37" y="47"/>
                        <a:pt x="34" y="52"/>
                      </a:cubicBezTo>
                      <a:cubicBezTo>
                        <a:pt x="30" y="57"/>
                        <a:pt x="25" y="60"/>
                        <a:pt x="19" y="60"/>
                      </a:cubicBezTo>
                      <a:close/>
                      <a:moveTo>
                        <a:pt x="20" y="8"/>
                      </a:moveTo>
                      <a:cubicBezTo>
                        <a:pt x="13" y="8"/>
                        <a:pt x="9" y="16"/>
                        <a:pt x="9" y="31"/>
                      </a:cubicBezTo>
                      <a:cubicBezTo>
                        <a:pt x="9" y="45"/>
                        <a:pt x="13" y="53"/>
                        <a:pt x="19" y="53"/>
                      </a:cubicBezTo>
                      <a:cubicBezTo>
                        <a:pt x="26" y="53"/>
                        <a:pt x="30" y="45"/>
                        <a:pt x="30" y="31"/>
                      </a:cubicBezTo>
                      <a:cubicBezTo>
                        <a:pt x="30" y="15"/>
                        <a:pt x="26" y="8"/>
                        <a:pt x="20" y="8"/>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rgbClr val="505050"/>
                    </a:solidFill>
                  </a:endParaRPr>
                </a:p>
              </p:txBody>
            </p:sp>
            <p:sp>
              <p:nvSpPr>
                <p:cNvPr id="98" name="Freeform 97"/>
                <p:cNvSpPr>
                  <a:spLocks noEditPoints="1"/>
                </p:cNvSpPr>
                <p:nvPr/>
              </p:nvSpPr>
              <p:spPr bwMode="auto">
                <a:xfrm>
                  <a:off x="11072813" y="3724275"/>
                  <a:ext cx="111125" cy="171450"/>
                </a:xfrm>
                <a:custGeom>
                  <a:avLst/>
                  <a:gdLst>
                    <a:gd name="T0" fmla="*/ 19 w 39"/>
                    <a:gd name="T1" fmla="*/ 60 h 60"/>
                    <a:gd name="T2" fmla="*/ 5 w 39"/>
                    <a:gd name="T3" fmla="*/ 53 h 60"/>
                    <a:gd name="T4" fmla="*/ 0 w 39"/>
                    <a:gd name="T5" fmla="*/ 31 h 60"/>
                    <a:gd name="T6" fmla="*/ 5 w 39"/>
                    <a:gd name="T7" fmla="*/ 8 h 60"/>
                    <a:gd name="T8" fmla="*/ 21 w 39"/>
                    <a:gd name="T9" fmla="*/ 0 h 60"/>
                    <a:gd name="T10" fmla="*/ 39 w 39"/>
                    <a:gd name="T11" fmla="*/ 30 h 60"/>
                    <a:gd name="T12" fmla="*/ 34 w 39"/>
                    <a:gd name="T13" fmla="*/ 52 h 60"/>
                    <a:gd name="T14" fmla="*/ 19 w 39"/>
                    <a:gd name="T15" fmla="*/ 60 h 60"/>
                    <a:gd name="T16" fmla="*/ 20 w 39"/>
                    <a:gd name="T17" fmla="*/ 8 h 60"/>
                    <a:gd name="T18" fmla="*/ 10 w 39"/>
                    <a:gd name="T19" fmla="*/ 31 h 60"/>
                    <a:gd name="T20" fmla="*/ 20 w 39"/>
                    <a:gd name="T21" fmla="*/ 53 h 60"/>
                    <a:gd name="T22" fmla="*/ 30 w 39"/>
                    <a:gd name="T23" fmla="*/ 31 h 60"/>
                    <a:gd name="T24" fmla="*/ 20 w 39"/>
                    <a:gd name="T25" fmla="*/ 8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9" h="60">
                      <a:moveTo>
                        <a:pt x="19" y="60"/>
                      </a:moveTo>
                      <a:cubicBezTo>
                        <a:pt x="13" y="60"/>
                        <a:pt x="8" y="57"/>
                        <a:pt x="5" y="53"/>
                      </a:cubicBezTo>
                      <a:cubicBezTo>
                        <a:pt x="2" y="48"/>
                        <a:pt x="0" y="41"/>
                        <a:pt x="0" y="31"/>
                      </a:cubicBezTo>
                      <a:cubicBezTo>
                        <a:pt x="0" y="21"/>
                        <a:pt x="2" y="14"/>
                        <a:pt x="5" y="8"/>
                      </a:cubicBezTo>
                      <a:cubicBezTo>
                        <a:pt x="9" y="3"/>
                        <a:pt x="14" y="0"/>
                        <a:pt x="21" y="0"/>
                      </a:cubicBezTo>
                      <a:cubicBezTo>
                        <a:pt x="33" y="0"/>
                        <a:pt x="39" y="10"/>
                        <a:pt x="39" y="30"/>
                      </a:cubicBezTo>
                      <a:cubicBezTo>
                        <a:pt x="39" y="40"/>
                        <a:pt x="38" y="47"/>
                        <a:pt x="34" y="52"/>
                      </a:cubicBezTo>
                      <a:cubicBezTo>
                        <a:pt x="31" y="57"/>
                        <a:pt x="26" y="60"/>
                        <a:pt x="19" y="60"/>
                      </a:cubicBezTo>
                      <a:close/>
                      <a:moveTo>
                        <a:pt x="20" y="8"/>
                      </a:moveTo>
                      <a:cubicBezTo>
                        <a:pt x="13" y="8"/>
                        <a:pt x="10" y="16"/>
                        <a:pt x="10" y="31"/>
                      </a:cubicBezTo>
                      <a:cubicBezTo>
                        <a:pt x="10" y="45"/>
                        <a:pt x="13" y="53"/>
                        <a:pt x="20" y="53"/>
                      </a:cubicBezTo>
                      <a:cubicBezTo>
                        <a:pt x="27" y="53"/>
                        <a:pt x="30" y="45"/>
                        <a:pt x="30" y="31"/>
                      </a:cubicBezTo>
                      <a:cubicBezTo>
                        <a:pt x="30" y="15"/>
                        <a:pt x="27" y="8"/>
                        <a:pt x="20" y="8"/>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rgbClr val="505050"/>
                    </a:solidFill>
                  </a:endParaRPr>
                </a:p>
              </p:txBody>
            </p:sp>
            <p:sp>
              <p:nvSpPr>
                <p:cNvPr id="99" name="Freeform 98"/>
                <p:cNvSpPr>
                  <a:spLocks/>
                </p:cNvSpPr>
                <p:nvPr/>
              </p:nvSpPr>
              <p:spPr bwMode="auto">
                <a:xfrm>
                  <a:off x="10353675" y="3727450"/>
                  <a:ext cx="58738" cy="165100"/>
                </a:xfrm>
                <a:custGeom>
                  <a:avLst/>
                  <a:gdLst>
                    <a:gd name="T0" fmla="*/ 21 w 21"/>
                    <a:gd name="T1" fmla="*/ 0 h 58"/>
                    <a:gd name="T2" fmla="*/ 21 w 21"/>
                    <a:gd name="T3" fmla="*/ 58 h 58"/>
                    <a:gd name="T4" fmla="*/ 12 w 21"/>
                    <a:gd name="T5" fmla="*/ 58 h 58"/>
                    <a:gd name="T6" fmla="*/ 12 w 21"/>
                    <a:gd name="T7" fmla="*/ 11 h 58"/>
                    <a:gd name="T8" fmla="*/ 6 w 21"/>
                    <a:gd name="T9" fmla="*/ 14 h 58"/>
                    <a:gd name="T10" fmla="*/ 0 w 21"/>
                    <a:gd name="T11" fmla="*/ 16 h 58"/>
                    <a:gd name="T12" fmla="*/ 0 w 21"/>
                    <a:gd name="T13" fmla="*/ 9 h 58"/>
                    <a:gd name="T14" fmla="*/ 4 w 21"/>
                    <a:gd name="T15" fmla="*/ 7 h 58"/>
                    <a:gd name="T16" fmla="*/ 8 w 21"/>
                    <a:gd name="T17" fmla="*/ 5 h 58"/>
                    <a:gd name="T18" fmla="*/ 13 w 21"/>
                    <a:gd name="T19" fmla="*/ 3 h 58"/>
                    <a:gd name="T20" fmla="*/ 17 w 21"/>
                    <a:gd name="T21" fmla="*/ 0 h 58"/>
                    <a:gd name="T22" fmla="*/ 21 w 21"/>
                    <a:gd name="T23" fmla="*/ 0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1" h="58">
                      <a:moveTo>
                        <a:pt x="21" y="0"/>
                      </a:moveTo>
                      <a:cubicBezTo>
                        <a:pt x="21" y="58"/>
                        <a:pt x="21" y="58"/>
                        <a:pt x="21" y="58"/>
                      </a:cubicBezTo>
                      <a:cubicBezTo>
                        <a:pt x="12" y="58"/>
                        <a:pt x="12" y="58"/>
                        <a:pt x="12" y="58"/>
                      </a:cubicBezTo>
                      <a:cubicBezTo>
                        <a:pt x="12" y="11"/>
                        <a:pt x="12" y="11"/>
                        <a:pt x="12" y="11"/>
                      </a:cubicBezTo>
                      <a:cubicBezTo>
                        <a:pt x="10" y="12"/>
                        <a:pt x="8" y="13"/>
                        <a:pt x="6" y="14"/>
                      </a:cubicBezTo>
                      <a:cubicBezTo>
                        <a:pt x="5" y="15"/>
                        <a:pt x="2" y="16"/>
                        <a:pt x="0" y="16"/>
                      </a:cubicBezTo>
                      <a:cubicBezTo>
                        <a:pt x="0" y="9"/>
                        <a:pt x="0" y="9"/>
                        <a:pt x="0" y="9"/>
                      </a:cubicBezTo>
                      <a:cubicBezTo>
                        <a:pt x="1" y="8"/>
                        <a:pt x="3" y="8"/>
                        <a:pt x="4" y="7"/>
                      </a:cubicBezTo>
                      <a:cubicBezTo>
                        <a:pt x="6" y="7"/>
                        <a:pt x="7" y="6"/>
                        <a:pt x="8" y="5"/>
                      </a:cubicBezTo>
                      <a:cubicBezTo>
                        <a:pt x="10" y="5"/>
                        <a:pt x="11" y="4"/>
                        <a:pt x="13" y="3"/>
                      </a:cubicBezTo>
                      <a:cubicBezTo>
                        <a:pt x="14" y="2"/>
                        <a:pt x="15" y="1"/>
                        <a:pt x="17" y="0"/>
                      </a:cubicBezTo>
                      <a:lnTo>
                        <a:pt x="21" y="0"/>
                      </a:ln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rgbClr val="505050"/>
                    </a:solidFill>
                  </a:endParaRPr>
                </a:p>
              </p:txBody>
            </p:sp>
            <p:sp>
              <p:nvSpPr>
                <p:cNvPr id="100" name="Freeform 99"/>
                <p:cNvSpPr>
                  <a:spLocks/>
                </p:cNvSpPr>
                <p:nvPr/>
              </p:nvSpPr>
              <p:spPr bwMode="auto">
                <a:xfrm>
                  <a:off x="10447338" y="3544888"/>
                  <a:ext cx="60325" cy="161925"/>
                </a:xfrm>
                <a:custGeom>
                  <a:avLst/>
                  <a:gdLst>
                    <a:gd name="T0" fmla="*/ 21 w 21"/>
                    <a:gd name="T1" fmla="*/ 0 h 57"/>
                    <a:gd name="T2" fmla="*/ 21 w 21"/>
                    <a:gd name="T3" fmla="*/ 57 h 57"/>
                    <a:gd name="T4" fmla="*/ 12 w 21"/>
                    <a:gd name="T5" fmla="*/ 57 h 57"/>
                    <a:gd name="T6" fmla="*/ 12 w 21"/>
                    <a:gd name="T7" fmla="*/ 11 h 57"/>
                    <a:gd name="T8" fmla="*/ 6 w 21"/>
                    <a:gd name="T9" fmla="*/ 14 h 57"/>
                    <a:gd name="T10" fmla="*/ 0 w 21"/>
                    <a:gd name="T11" fmla="*/ 16 h 57"/>
                    <a:gd name="T12" fmla="*/ 0 w 21"/>
                    <a:gd name="T13" fmla="*/ 8 h 57"/>
                    <a:gd name="T14" fmla="*/ 4 w 21"/>
                    <a:gd name="T15" fmla="*/ 7 h 57"/>
                    <a:gd name="T16" fmla="*/ 8 w 21"/>
                    <a:gd name="T17" fmla="*/ 5 h 57"/>
                    <a:gd name="T18" fmla="*/ 13 w 21"/>
                    <a:gd name="T19" fmla="*/ 2 h 57"/>
                    <a:gd name="T20" fmla="*/ 17 w 21"/>
                    <a:gd name="T21" fmla="*/ 0 h 57"/>
                    <a:gd name="T22" fmla="*/ 21 w 21"/>
                    <a:gd name="T23" fmla="*/ 0 h 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1" h="57">
                      <a:moveTo>
                        <a:pt x="21" y="0"/>
                      </a:moveTo>
                      <a:cubicBezTo>
                        <a:pt x="21" y="57"/>
                        <a:pt x="21" y="57"/>
                        <a:pt x="21" y="57"/>
                      </a:cubicBezTo>
                      <a:cubicBezTo>
                        <a:pt x="12" y="57"/>
                        <a:pt x="12" y="57"/>
                        <a:pt x="12" y="57"/>
                      </a:cubicBezTo>
                      <a:cubicBezTo>
                        <a:pt x="12" y="11"/>
                        <a:pt x="12" y="11"/>
                        <a:pt x="12" y="11"/>
                      </a:cubicBezTo>
                      <a:cubicBezTo>
                        <a:pt x="10" y="12"/>
                        <a:pt x="8" y="13"/>
                        <a:pt x="6" y="14"/>
                      </a:cubicBezTo>
                      <a:cubicBezTo>
                        <a:pt x="5" y="15"/>
                        <a:pt x="2" y="15"/>
                        <a:pt x="0" y="16"/>
                      </a:cubicBezTo>
                      <a:cubicBezTo>
                        <a:pt x="0" y="8"/>
                        <a:pt x="0" y="8"/>
                        <a:pt x="0" y="8"/>
                      </a:cubicBezTo>
                      <a:cubicBezTo>
                        <a:pt x="1" y="8"/>
                        <a:pt x="3" y="7"/>
                        <a:pt x="4" y="7"/>
                      </a:cubicBezTo>
                      <a:cubicBezTo>
                        <a:pt x="6" y="6"/>
                        <a:pt x="7" y="5"/>
                        <a:pt x="8" y="5"/>
                      </a:cubicBezTo>
                      <a:cubicBezTo>
                        <a:pt x="10" y="4"/>
                        <a:pt x="11" y="3"/>
                        <a:pt x="13" y="2"/>
                      </a:cubicBezTo>
                      <a:cubicBezTo>
                        <a:pt x="14" y="2"/>
                        <a:pt x="15" y="1"/>
                        <a:pt x="17" y="0"/>
                      </a:cubicBezTo>
                      <a:lnTo>
                        <a:pt x="21" y="0"/>
                      </a:ln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rgbClr val="505050"/>
                    </a:solidFill>
                  </a:endParaRPr>
                </a:p>
              </p:txBody>
            </p:sp>
            <p:sp>
              <p:nvSpPr>
                <p:cNvPr id="101" name="Freeform 100"/>
                <p:cNvSpPr>
                  <a:spLocks/>
                </p:cNvSpPr>
                <p:nvPr/>
              </p:nvSpPr>
              <p:spPr bwMode="auto">
                <a:xfrm>
                  <a:off x="10529888" y="3544888"/>
                  <a:ext cx="60325" cy="161925"/>
                </a:xfrm>
                <a:custGeom>
                  <a:avLst/>
                  <a:gdLst>
                    <a:gd name="T0" fmla="*/ 21 w 21"/>
                    <a:gd name="T1" fmla="*/ 0 h 57"/>
                    <a:gd name="T2" fmla="*/ 21 w 21"/>
                    <a:gd name="T3" fmla="*/ 57 h 57"/>
                    <a:gd name="T4" fmla="*/ 12 w 21"/>
                    <a:gd name="T5" fmla="*/ 57 h 57"/>
                    <a:gd name="T6" fmla="*/ 12 w 21"/>
                    <a:gd name="T7" fmla="*/ 11 h 57"/>
                    <a:gd name="T8" fmla="*/ 7 w 21"/>
                    <a:gd name="T9" fmla="*/ 14 h 57"/>
                    <a:gd name="T10" fmla="*/ 0 w 21"/>
                    <a:gd name="T11" fmla="*/ 16 h 57"/>
                    <a:gd name="T12" fmla="*/ 0 w 21"/>
                    <a:gd name="T13" fmla="*/ 8 h 57"/>
                    <a:gd name="T14" fmla="*/ 5 w 21"/>
                    <a:gd name="T15" fmla="*/ 7 h 57"/>
                    <a:gd name="T16" fmla="*/ 9 w 21"/>
                    <a:gd name="T17" fmla="*/ 5 h 57"/>
                    <a:gd name="T18" fmla="*/ 13 w 21"/>
                    <a:gd name="T19" fmla="*/ 2 h 57"/>
                    <a:gd name="T20" fmla="*/ 17 w 21"/>
                    <a:gd name="T21" fmla="*/ 0 h 57"/>
                    <a:gd name="T22" fmla="*/ 21 w 21"/>
                    <a:gd name="T23" fmla="*/ 0 h 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1" h="57">
                      <a:moveTo>
                        <a:pt x="21" y="0"/>
                      </a:moveTo>
                      <a:cubicBezTo>
                        <a:pt x="21" y="57"/>
                        <a:pt x="21" y="57"/>
                        <a:pt x="21" y="57"/>
                      </a:cubicBezTo>
                      <a:cubicBezTo>
                        <a:pt x="12" y="57"/>
                        <a:pt x="12" y="57"/>
                        <a:pt x="12" y="57"/>
                      </a:cubicBezTo>
                      <a:cubicBezTo>
                        <a:pt x="12" y="11"/>
                        <a:pt x="12" y="11"/>
                        <a:pt x="12" y="11"/>
                      </a:cubicBezTo>
                      <a:cubicBezTo>
                        <a:pt x="11" y="12"/>
                        <a:pt x="9" y="13"/>
                        <a:pt x="7" y="14"/>
                      </a:cubicBezTo>
                      <a:cubicBezTo>
                        <a:pt x="5" y="15"/>
                        <a:pt x="3" y="15"/>
                        <a:pt x="0" y="16"/>
                      </a:cubicBezTo>
                      <a:cubicBezTo>
                        <a:pt x="0" y="8"/>
                        <a:pt x="0" y="8"/>
                        <a:pt x="0" y="8"/>
                      </a:cubicBezTo>
                      <a:cubicBezTo>
                        <a:pt x="2" y="8"/>
                        <a:pt x="3" y="7"/>
                        <a:pt x="5" y="7"/>
                      </a:cubicBezTo>
                      <a:cubicBezTo>
                        <a:pt x="6" y="6"/>
                        <a:pt x="8" y="5"/>
                        <a:pt x="9" y="5"/>
                      </a:cubicBezTo>
                      <a:cubicBezTo>
                        <a:pt x="10" y="4"/>
                        <a:pt x="12" y="3"/>
                        <a:pt x="13" y="2"/>
                      </a:cubicBezTo>
                      <a:cubicBezTo>
                        <a:pt x="15" y="2"/>
                        <a:pt x="16" y="1"/>
                        <a:pt x="17" y="0"/>
                      </a:cubicBezTo>
                      <a:lnTo>
                        <a:pt x="21" y="0"/>
                      </a:ln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rgbClr val="505050"/>
                    </a:solidFill>
                  </a:endParaRPr>
                </a:p>
              </p:txBody>
            </p:sp>
            <p:sp>
              <p:nvSpPr>
                <p:cNvPr id="102" name="Freeform 101"/>
                <p:cNvSpPr>
                  <a:spLocks/>
                </p:cNvSpPr>
                <p:nvPr/>
              </p:nvSpPr>
              <p:spPr bwMode="auto">
                <a:xfrm>
                  <a:off x="10615613" y="3544888"/>
                  <a:ext cx="60325" cy="161925"/>
                </a:xfrm>
                <a:custGeom>
                  <a:avLst/>
                  <a:gdLst>
                    <a:gd name="T0" fmla="*/ 21 w 21"/>
                    <a:gd name="T1" fmla="*/ 0 h 57"/>
                    <a:gd name="T2" fmla="*/ 21 w 21"/>
                    <a:gd name="T3" fmla="*/ 57 h 57"/>
                    <a:gd name="T4" fmla="*/ 12 w 21"/>
                    <a:gd name="T5" fmla="*/ 57 h 57"/>
                    <a:gd name="T6" fmla="*/ 12 w 21"/>
                    <a:gd name="T7" fmla="*/ 11 h 57"/>
                    <a:gd name="T8" fmla="*/ 7 w 21"/>
                    <a:gd name="T9" fmla="*/ 14 h 57"/>
                    <a:gd name="T10" fmla="*/ 0 w 21"/>
                    <a:gd name="T11" fmla="*/ 16 h 57"/>
                    <a:gd name="T12" fmla="*/ 0 w 21"/>
                    <a:gd name="T13" fmla="*/ 8 h 57"/>
                    <a:gd name="T14" fmla="*/ 5 w 21"/>
                    <a:gd name="T15" fmla="*/ 7 h 57"/>
                    <a:gd name="T16" fmla="*/ 9 w 21"/>
                    <a:gd name="T17" fmla="*/ 5 h 57"/>
                    <a:gd name="T18" fmla="*/ 13 w 21"/>
                    <a:gd name="T19" fmla="*/ 2 h 57"/>
                    <a:gd name="T20" fmla="*/ 17 w 21"/>
                    <a:gd name="T21" fmla="*/ 0 h 57"/>
                    <a:gd name="T22" fmla="*/ 21 w 21"/>
                    <a:gd name="T23" fmla="*/ 0 h 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1" h="57">
                      <a:moveTo>
                        <a:pt x="21" y="0"/>
                      </a:moveTo>
                      <a:cubicBezTo>
                        <a:pt x="21" y="57"/>
                        <a:pt x="21" y="57"/>
                        <a:pt x="21" y="57"/>
                      </a:cubicBezTo>
                      <a:cubicBezTo>
                        <a:pt x="12" y="57"/>
                        <a:pt x="12" y="57"/>
                        <a:pt x="12" y="57"/>
                      </a:cubicBezTo>
                      <a:cubicBezTo>
                        <a:pt x="12" y="11"/>
                        <a:pt x="12" y="11"/>
                        <a:pt x="12" y="11"/>
                      </a:cubicBezTo>
                      <a:cubicBezTo>
                        <a:pt x="11" y="12"/>
                        <a:pt x="9" y="13"/>
                        <a:pt x="7" y="14"/>
                      </a:cubicBezTo>
                      <a:cubicBezTo>
                        <a:pt x="5" y="15"/>
                        <a:pt x="3" y="15"/>
                        <a:pt x="0" y="16"/>
                      </a:cubicBezTo>
                      <a:cubicBezTo>
                        <a:pt x="0" y="8"/>
                        <a:pt x="0" y="8"/>
                        <a:pt x="0" y="8"/>
                      </a:cubicBezTo>
                      <a:cubicBezTo>
                        <a:pt x="2" y="8"/>
                        <a:pt x="3" y="7"/>
                        <a:pt x="5" y="7"/>
                      </a:cubicBezTo>
                      <a:cubicBezTo>
                        <a:pt x="6" y="6"/>
                        <a:pt x="8" y="5"/>
                        <a:pt x="9" y="5"/>
                      </a:cubicBezTo>
                      <a:cubicBezTo>
                        <a:pt x="10" y="4"/>
                        <a:pt x="12" y="3"/>
                        <a:pt x="13" y="2"/>
                      </a:cubicBezTo>
                      <a:cubicBezTo>
                        <a:pt x="15" y="2"/>
                        <a:pt x="16" y="1"/>
                        <a:pt x="17" y="0"/>
                      </a:cubicBezTo>
                      <a:lnTo>
                        <a:pt x="21" y="0"/>
                      </a:ln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rgbClr val="505050"/>
                    </a:solidFill>
                  </a:endParaRPr>
                </a:p>
              </p:txBody>
            </p:sp>
            <p:sp>
              <p:nvSpPr>
                <p:cNvPr id="103" name="Freeform 102"/>
                <p:cNvSpPr>
                  <a:spLocks/>
                </p:cNvSpPr>
                <p:nvPr/>
              </p:nvSpPr>
              <p:spPr bwMode="auto">
                <a:xfrm>
                  <a:off x="11098213" y="3544888"/>
                  <a:ext cx="60325" cy="161925"/>
                </a:xfrm>
                <a:custGeom>
                  <a:avLst/>
                  <a:gdLst>
                    <a:gd name="T0" fmla="*/ 21 w 21"/>
                    <a:gd name="T1" fmla="*/ 0 h 57"/>
                    <a:gd name="T2" fmla="*/ 21 w 21"/>
                    <a:gd name="T3" fmla="*/ 57 h 57"/>
                    <a:gd name="T4" fmla="*/ 12 w 21"/>
                    <a:gd name="T5" fmla="*/ 57 h 57"/>
                    <a:gd name="T6" fmla="*/ 12 w 21"/>
                    <a:gd name="T7" fmla="*/ 11 h 57"/>
                    <a:gd name="T8" fmla="*/ 7 w 21"/>
                    <a:gd name="T9" fmla="*/ 14 h 57"/>
                    <a:gd name="T10" fmla="*/ 0 w 21"/>
                    <a:gd name="T11" fmla="*/ 16 h 57"/>
                    <a:gd name="T12" fmla="*/ 0 w 21"/>
                    <a:gd name="T13" fmla="*/ 8 h 57"/>
                    <a:gd name="T14" fmla="*/ 5 w 21"/>
                    <a:gd name="T15" fmla="*/ 7 h 57"/>
                    <a:gd name="T16" fmla="*/ 9 w 21"/>
                    <a:gd name="T17" fmla="*/ 5 h 57"/>
                    <a:gd name="T18" fmla="*/ 13 w 21"/>
                    <a:gd name="T19" fmla="*/ 2 h 57"/>
                    <a:gd name="T20" fmla="*/ 17 w 21"/>
                    <a:gd name="T21" fmla="*/ 0 h 57"/>
                    <a:gd name="T22" fmla="*/ 21 w 21"/>
                    <a:gd name="T23" fmla="*/ 0 h 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1" h="57">
                      <a:moveTo>
                        <a:pt x="21" y="0"/>
                      </a:moveTo>
                      <a:cubicBezTo>
                        <a:pt x="21" y="57"/>
                        <a:pt x="21" y="57"/>
                        <a:pt x="21" y="57"/>
                      </a:cubicBezTo>
                      <a:cubicBezTo>
                        <a:pt x="12" y="57"/>
                        <a:pt x="12" y="57"/>
                        <a:pt x="12" y="57"/>
                      </a:cubicBezTo>
                      <a:cubicBezTo>
                        <a:pt x="12" y="11"/>
                        <a:pt x="12" y="11"/>
                        <a:pt x="12" y="11"/>
                      </a:cubicBezTo>
                      <a:cubicBezTo>
                        <a:pt x="11" y="12"/>
                        <a:pt x="9" y="13"/>
                        <a:pt x="7" y="14"/>
                      </a:cubicBezTo>
                      <a:cubicBezTo>
                        <a:pt x="5" y="15"/>
                        <a:pt x="3" y="15"/>
                        <a:pt x="0" y="16"/>
                      </a:cubicBezTo>
                      <a:cubicBezTo>
                        <a:pt x="0" y="8"/>
                        <a:pt x="0" y="8"/>
                        <a:pt x="0" y="8"/>
                      </a:cubicBezTo>
                      <a:cubicBezTo>
                        <a:pt x="2" y="8"/>
                        <a:pt x="3" y="7"/>
                        <a:pt x="5" y="7"/>
                      </a:cubicBezTo>
                      <a:cubicBezTo>
                        <a:pt x="6" y="6"/>
                        <a:pt x="8" y="5"/>
                        <a:pt x="9" y="5"/>
                      </a:cubicBezTo>
                      <a:cubicBezTo>
                        <a:pt x="10" y="4"/>
                        <a:pt x="12" y="3"/>
                        <a:pt x="13" y="2"/>
                      </a:cubicBezTo>
                      <a:cubicBezTo>
                        <a:pt x="14" y="2"/>
                        <a:pt x="16" y="1"/>
                        <a:pt x="17" y="0"/>
                      </a:cubicBezTo>
                      <a:lnTo>
                        <a:pt x="21" y="0"/>
                      </a:ln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rgbClr val="505050"/>
                    </a:solidFill>
                  </a:endParaRPr>
                </a:p>
              </p:txBody>
            </p:sp>
            <p:sp>
              <p:nvSpPr>
                <p:cNvPr id="104" name="Freeform 103"/>
                <p:cNvSpPr>
                  <a:spLocks/>
                </p:cNvSpPr>
                <p:nvPr/>
              </p:nvSpPr>
              <p:spPr bwMode="auto">
                <a:xfrm>
                  <a:off x="10236200" y="3544888"/>
                  <a:ext cx="60325" cy="161925"/>
                </a:xfrm>
                <a:custGeom>
                  <a:avLst/>
                  <a:gdLst>
                    <a:gd name="T0" fmla="*/ 21 w 21"/>
                    <a:gd name="T1" fmla="*/ 0 h 57"/>
                    <a:gd name="T2" fmla="*/ 21 w 21"/>
                    <a:gd name="T3" fmla="*/ 57 h 57"/>
                    <a:gd name="T4" fmla="*/ 12 w 21"/>
                    <a:gd name="T5" fmla="*/ 57 h 57"/>
                    <a:gd name="T6" fmla="*/ 12 w 21"/>
                    <a:gd name="T7" fmla="*/ 11 h 57"/>
                    <a:gd name="T8" fmla="*/ 7 w 21"/>
                    <a:gd name="T9" fmla="*/ 14 h 57"/>
                    <a:gd name="T10" fmla="*/ 0 w 21"/>
                    <a:gd name="T11" fmla="*/ 16 h 57"/>
                    <a:gd name="T12" fmla="*/ 0 w 21"/>
                    <a:gd name="T13" fmla="*/ 8 h 57"/>
                    <a:gd name="T14" fmla="*/ 4 w 21"/>
                    <a:gd name="T15" fmla="*/ 7 h 57"/>
                    <a:gd name="T16" fmla="*/ 9 w 21"/>
                    <a:gd name="T17" fmla="*/ 5 h 57"/>
                    <a:gd name="T18" fmla="*/ 13 w 21"/>
                    <a:gd name="T19" fmla="*/ 2 h 57"/>
                    <a:gd name="T20" fmla="*/ 17 w 21"/>
                    <a:gd name="T21" fmla="*/ 0 h 57"/>
                    <a:gd name="T22" fmla="*/ 21 w 21"/>
                    <a:gd name="T23" fmla="*/ 0 h 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1" h="57">
                      <a:moveTo>
                        <a:pt x="21" y="0"/>
                      </a:moveTo>
                      <a:cubicBezTo>
                        <a:pt x="21" y="57"/>
                        <a:pt x="21" y="57"/>
                        <a:pt x="21" y="57"/>
                      </a:cubicBezTo>
                      <a:cubicBezTo>
                        <a:pt x="12" y="57"/>
                        <a:pt x="12" y="57"/>
                        <a:pt x="12" y="57"/>
                      </a:cubicBezTo>
                      <a:cubicBezTo>
                        <a:pt x="12" y="11"/>
                        <a:pt x="12" y="11"/>
                        <a:pt x="12" y="11"/>
                      </a:cubicBezTo>
                      <a:cubicBezTo>
                        <a:pt x="10" y="12"/>
                        <a:pt x="8" y="13"/>
                        <a:pt x="7" y="14"/>
                      </a:cubicBezTo>
                      <a:cubicBezTo>
                        <a:pt x="5" y="15"/>
                        <a:pt x="2" y="15"/>
                        <a:pt x="0" y="16"/>
                      </a:cubicBezTo>
                      <a:cubicBezTo>
                        <a:pt x="0" y="8"/>
                        <a:pt x="0" y="8"/>
                        <a:pt x="0" y="8"/>
                      </a:cubicBezTo>
                      <a:cubicBezTo>
                        <a:pt x="2" y="8"/>
                        <a:pt x="3" y="7"/>
                        <a:pt x="4" y="7"/>
                      </a:cubicBezTo>
                      <a:cubicBezTo>
                        <a:pt x="6" y="6"/>
                        <a:pt x="7" y="5"/>
                        <a:pt x="9" y="5"/>
                      </a:cubicBezTo>
                      <a:cubicBezTo>
                        <a:pt x="10" y="4"/>
                        <a:pt x="11" y="3"/>
                        <a:pt x="13" y="2"/>
                      </a:cubicBezTo>
                      <a:cubicBezTo>
                        <a:pt x="14" y="2"/>
                        <a:pt x="16" y="1"/>
                        <a:pt x="17" y="0"/>
                      </a:cubicBezTo>
                      <a:lnTo>
                        <a:pt x="21" y="0"/>
                      </a:ln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rgbClr val="505050"/>
                    </a:solidFill>
                  </a:endParaRPr>
                </a:p>
              </p:txBody>
            </p:sp>
            <p:sp>
              <p:nvSpPr>
                <p:cNvPr id="105" name="Freeform 104"/>
                <p:cNvSpPr>
                  <a:spLocks/>
                </p:cNvSpPr>
                <p:nvPr/>
              </p:nvSpPr>
              <p:spPr bwMode="auto">
                <a:xfrm>
                  <a:off x="10561638" y="3727450"/>
                  <a:ext cx="60325" cy="165100"/>
                </a:xfrm>
                <a:custGeom>
                  <a:avLst/>
                  <a:gdLst>
                    <a:gd name="T0" fmla="*/ 21 w 21"/>
                    <a:gd name="T1" fmla="*/ 0 h 58"/>
                    <a:gd name="T2" fmla="*/ 21 w 21"/>
                    <a:gd name="T3" fmla="*/ 58 h 58"/>
                    <a:gd name="T4" fmla="*/ 12 w 21"/>
                    <a:gd name="T5" fmla="*/ 58 h 58"/>
                    <a:gd name="T6" fmla="*/ 12 w 21"/>
                    <a:gd name="T7" fmla="*/ 11 h 58"/>
                    <a:gd name="T8" fmla="*/ 6 w 21"/>
                    <a:gd name="T9" fmla="*/ 14 h 58"/>
                    <a:gd name="T10" fmla="*/ 0 w 21"/>
                    <a:gd name="T11" fmla="*/ 16 h 58"/>
                    <a:gd name="T12" fmla="*/ 0 w 21"/>
                    <a:gd name="T13" fmla="*/ 9 h 58"/>
                    <a:gd name="T14" fmla="*/ 4 w 21"/>
                    <a:gd name="T15" fmla="*/ 7 h 58"/>
                    <a:gd name="T16" fmla="*/ 8 w 21"/>
                    <a:gd name="T17" fmla="*/ 5 h 58"/>
                    <a:gd name="T18" fmla="*/ 13 w 21"/>
                    <a:gd name="T19" fmla="*/ 3 h 58"/>
                    <a:gd name="T20" fmla="*/ 17 w 21"/>
                    <a:gd name="T21" fmla="*/ 0 h 58"/>
                    <a:gd name="T22" fmla="*/ 21 w 21"/>
                    <a:gd name="T23" fmla="*/ 0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1" h="58">
                      <a:moveTo>
                        <a:pt x="21" y="0"/>
                      </a:moveTo>
                      <a:cubicBezTo>
                        <a:pt x="21" y="58"/>
                        <a:pt x="21" y="58"/>
                        <a:pt x="21" y="58"/>
                      </a:cubicBezTo>
                      <a:cubicBezTo>
                        <a:pt x="12" y="58"/>
                        <a:pt x="12" y="58"/>
                        <a:pt x="12" y="58"/>
                      </a:cubicBezTo>
                      <a:cubicBezTo>
                        <a:pt x="12" y="11"/>
                        <a:pt x="12" y="11"/>
                        <a:pt x="12" y="11"/>
                      </a:cubicBezTo>
                      <a:cubicBezTo>
                        <a:pt x="10" y="12"/>
                        <a:pt x="8" y="13"/>
                        <a:pt x="6" y="14"/>
                      </a:cubicBezTo>
                      <a:cubicBezTo>
                        <a:pt x="4" y="15"/>
                        <a:pt x="2" y="16"/>
                        <a:pt x="0" y="16"/>
                      </a:cubicBezTo>
                      <a:cubicBezTo>
                        <a:pt x="0" y="9"/>
                        <a:pt x="0" y="9"/>
                        <a:pt x="0" y="9"/>
                      </a:cubicBezTo>
                      <a:cubicBezTo>
                        <a:pt x="1" y="8"/>
                        <a:pt x="3" y="8"/>
                        <a:pt x="4" y="7"/>
                      </a:cubicBezTo>
                      <a:cubicBezTo>
                        <a:pt x="6" y="7"/>
                        <a:pt x="7" y="6"/>
                        <a:pt x="8" y="5"/>
                      </a:cubicBezTo>
                      <a:cubicBezTo>
                        <a:pt x="10" y="5"/>
                        <a:pt x="11" y="4"/>
                        <a:pt x="13" y="3"/>
                      </a:cubicBezTo>
                      <a:cubicBezTo>
                        <a:pt x="14" y="2"/>
                        <a:pt x="15" y="1"/>
                        <a:pt x="17" y="0"/>
                      </a:cubicBezTo>
                      <a:lnTo>
                        <a:pt x="21" y="0"/>
                      </a:ln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rgbClr val="505050"/>
                    </a:solidFill>
                  </a:endParaRPr>
                </a:p>
              </p:txBody>
            </p:sp>
            <p:sp>
              <p:nvSpPr>
                <p:cNvPr id="106" name="Freeform 105"/>
                <p:cNvSpPr>
                  <a:spLocks noEditPoints="1"/>
                </p:cNvSpPr>
                <p:nvPr/>
              </p:nvSpPr>
              <p:spPr bwMode="auto">
                <a:xfrm>
                  <a:off x="10436225" y="3724275"/>
                  <a:ext cx="114300" cy="171450"/>
                </a:xfrm>
                <a:custGeom>
                  <a:avLst/>
                  <a:gdLst>
                    <a:gd name="T0" fmla="*/ 19 w 40"/>
                    <a:gd name="T1" fmla="*/ 60 h 60"/>
                    <a:gd name="T2" fmla="*/ 5 w 40"/>
                    <a:gd name="T3" fmla="*/ 53 h 60"/>
                    <a:gd name="T4" fmla="*/ 0 w 40"/>
                    <a:gd name="T5" fmla="*/ 31 h 60"/>
                    <a:gd name="T6" fmla="*/ 6 w 40"/>
                    <a:gd name="T7" fmla="*/ 8 h 60"/>
                    <a:gd name="T8" fmla="*/ 21 w 40"/>
                    <a:gd name="T9" fmla="*/ 0 h 60"/>
                    <a:gd name="T10" fmla="*/ 40 w 40"/>
                    <a:gd name="T11" fmla="*/ 30 h 60"/>
                    <a:gd name="T12" fmla="*/ 34 w 40"/>
                    <a:gd name="T13" fmla="*/ 52 h 60"/>
                    <a:gd name="T14" fmla="*/ 19 w 40"/>
                    <a:gd name="T15" fmla="*/ 60 h 60"/>
                    <a:gd name="T16" fmla="*/ 20 w 40"/>
                    <a:gd name="T17" fmla="*/ 8 h 60"/>
                    <a:gd name="T18" fmla="*/ 10 w 40"/>
                    <a:gd name="T19" fmla="*/ 31 h 60"/>
                    <a:gd name="T20" fmla="*/ 20 w 40"/>
                    <a:gd name="T21" fmla="*/ 53 h 60"/>
                    <a:gd name="T22" fmla="*/ 30 w 40"/>
                    <a:gd name="T23" fmla="*/ 31 h 60"/>
                    <a:gd name="T24" fmla="*/ 20 w 40"/>
                    <a:gd name="T25" fmla="*/ 8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0" h="60">
                      <a:moveTo>
                        <a:pt x="19" y="60"/>
                      </a:moveTo>
                      <a:cubicBezTo>
                        <a:pt x="13" y="60"/>
                        <a:pt x="9" y="57"/>
                        <a:pt x="5" y="53"/>
                      </a:cubicBezTo>
                      <a:cubicBezTo>
                        <a:pt x="2" y="48"/>
                        <a:pt x="0" y="41"/>
                        <a:pt x="0" y="31"/>
                      </a:cubicBezTo>
                      <a:cubicBezTo>
                        <a:pt x="0" y="21"/>
                        <a:pt x="2" y="14"/>
                        <a:pt x="6" y="8"/>
                      </a:cubicBezTo>
                      <a:cubicBezTo>
                        <a:pt x="9" y="3"/>
                        <a:pt x="14" y="0"/>
                        <a:pt x="21" y="0"/>
                      </a:cubicBezTo>
                      <a:cubicBezTo>
                        <a:pt x="34" y="0"/>
                        <a:pt x="40" y="10"/>
                        <a:pt x="40" y="30"/>
                      </a:cubicBezTo>
                      <a:cubicBezTo>
                        <a:pt x="40" y="40"/>
                        <a:pt x="38" y="47"/>
                        <a:pt x="34" y="52"/>
                      </a:cubicBezTo>
                      <a:cubicBezTo>
                        <a:pt x="31" y="57"/>
                        <a:pt x="26" y="60"/>
                        <a:pt x="19" y="60"/>
                      </a:cubicBezTo>
                      <a:close/>
                      <a:moveTo>
                        <a:pt x="20" y="8"/>
                      </a:moveTo>
                      <a:cubicBezTo>
                        <a:pt x="13" y="8"/>
                        <a:pt x="10" y="16"/>
                        <a:pt x="10" y="31"/>
                      </a:cubicBezTo>
                      <a:cubicBezTo>
                        <a:pt x="10" y="45"/>
                        <a:pt x="13" y="53"/>
                        <a:pt x="20" y="53"/>
                      </a:cubicBezTo>
                      <a:cubicBezTo>
                        <a:pt x="27" y="53"/>
                        <a:pt x="30" y="45"/>
                        <a:pt x="30" y="31"/>
                      </a:cubicBezTo>
                      <a:cubicBezTo>
                        <a:pt x="30" y="15"/>
                        <a:pt x="27" y="8"/>
                        <a:pt x="20" y="8"/>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rgbClr val="505050"/>
                    </a:solidFill>
                  </a:endParaRPr>
                </a:p>
              </p:txBody>
            </p:sp>
            <p:sp>
              <p:nvSpPr>
                <p:cNvPr id="107" name="Freeform 106"/>
                <p:cNvSpPr>
                  <a:spLocks noEditPoints="1"/>
                </p:cNvSpPr>
                <p:nvPr/>
              </p:nvSpPr>
              <p:spPr bwMode="auto">
                <a:xfrm>
                  <a:off x="10315575" y="3541713"/>
                  <a:ext cx="114300" cy="168275"/>
                </a:xfrm>
                <a:custGeom>
                  <a:avLst/>
                  <a:gdLst>
                    <a:gd name="T0" fmla="*/ 19 w 40"/>
                    <a:gd name="T1" fmla="*/ 59 h 59"/>
                    <a:gd name="T2" fmla="*/ 5 w 40"/>
                    <a:gd name="T3" fmla="*/ 52 h 59"/>
                    <a:gd name="T4" fmla="*/ 0 w 40"/>
                    <a:gd name="T5" fmla="*/ 30 h 59"/>
                    <a:gd name="T6" fmla="*/ 5 w 40"/>
                    <a:gd name="T7" fmla="*/ 7 h 59"/>
                    <a:gd name="T8" fmla="*/ 21 w 40"/>
                    <a:gd name="T9" fmla="*/ 0 h 59"/>
                    <a:gd name="T10" fmla="*/ 40 w 40"/>
                    <a:gd name="T11" fmla="*/ 29 h 59"/>
                    <a:gd name="T12" fmla="*/ 34 w 40"/>
                    <a:gd name="T13" fmla="*/ 51 h 59"/>
                    <a:gd name="T14" fmla="*/ 19 w 40"/>
                    <a:gd name="T15" fmla="*/ 59 h 59"/>
                    <a:gd name="T16" fmla="*/ 20 w 40"/>
                    <a:gd name="T17" fmla="*/ 7 h 59"/>
                    <a:gd name="T18" fmla="*/ 10 w 40"/>
                    <a:gd name="T19" fmla="*/ 30 h 59"/>
                    <a:gd name="T20" fmla="*/ 20 w 40"/>
                    <a:gd name="T21" fmla="*/ 52 h 59"/>
                    <a:gd name="T22" fmla="*/ 30 w 40"/>
                    <a:gd name="T23" fmla="*/ 30 h 59"/>
                    <a:gd name="T24" fmla="*/ 20 w 40"/>
                    <a:gd name="T25" fmla="*/ 7 h 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0" h="59">
                      <a:moveTo>
                        <a:pt x="19" y="59"/>
                      </a:moveTo>
                      <a:cubicBezTo>
                        <a:pt x="13" y="59"/>
                        <a:pt x="9" y="57"/>
                        <a:pt x="5" y="52"/>
                      </a:cubicBezTo>
                      <a:cubicBezTo>
                        <a:pt x="2" y="47"/>
                        <a:pt x="0" y="40"/>
                        <a:pt x="0" y="30"/>
                      </a:cubicBezTo>
                      <a:cubicBezTo>
                        <a:pt x="0" y="20"/>
                        <a:pt x="2" y="13"/>
                        <a:pt x="5" y="7"/>
                      </a:cubicBezTo>
                      <a:cubicBezTo>
                        <a:pt x="9" y="2"/>
                        <a:pt x="14" y="0"/>
                        <a:pt x="21" y="0"/>
                      </a:cubicBezTo>
                      <a:cubicBezTo>
                        <a:pt x="33" y="0"/>
                        <a:pt x="40" y="9"/>
                        <a:pt x="40" y="29"/>
                      </a:cubicBezTo>
                      <a:cubicBezTo>
                        <a:pt x="40" y="39"/>
                        <a:pt x="38" y="46"/>
                        <a:pt x="34" y="51"/>
                      </a:cubicBezTo>
                      <a:cubicBezTo>
                        <a:pt x="31" y="56"/>
                        <a:pt x="26" y="59"/>
                        <a:pt x="19" y="59"/>
                      </a:cubicBezTo>
                      <a:close/>
                      <a:moveTo>
                        <a:pt x="20" y="7"/>
                      </a:moveTo>
                      <a:cubicBezTo>
                        <a:pt x="13" y="7"/>
                        <a:pt x="10" y="15"/>
                        <a:pt x="10" y="30"/>
                      </a:cubicBezTo>
                      <a:cubicBezTo>
                        <a:pt x="10" y="44"/>
                        <a:pt x="13" y="52"/>
                        <a:pt x="20" y="52"/>
                      </a:cubicBezTo>
                      <a:cubicBezTo>
                        <a:pt x="27" y="52"/>
                        <a:pt x="30" y="44"/>
                        <a:pt x="30" y="30"/>
                      </a:cubicBezTo>
                      <a:cubicBezTo>
                        <a:pt x="30" y="15"/>
                        <a:pt x="27" y="7"/>
                        <a:pt x="20" y="7"/>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rgbClr val="505050"/>
                    </a:solidFill>
                  </a:endParaRPr>
                </a:p>
              </p:txBody>
            </p:sp>
            <p:sp>
              <p:nvSpPr>
                <p:cNvPr id="108" name="Freeform 107"/>
                <p:cNvSpPr>
                  <a:spLocks noEditPoints="1"/>
                </p:cNvSpPr>
                <p:nvPr/>
              </p:nvSpPr>
              <p:spPr bwMode="auto">
                <a:xfrm>
                  <a:off x="10704513" y="3541713"/>
                  <a:ext cx="111125" cy="168275"/>
                </a:xfrm>
                <a:custGeom>
                  <a:avLst/>
                  <a:gdLst>
                    <a:gd name="T0" fmla="*/ 19 w 39"/>
                    <a:gd name="T1" fmla="*/ 59 h 59"/>
                    <a:gd name="T2" fmla="*/ 5 w 39"/>
                    <a:gd name="T3" fmla="*/ 52 h 59"/>
                    <a:gd name="T4" fmla="*/ 0 w 39"/>
                    <a:gd name="T5" fmla="*/ 30 h 59"/>
                    <a:gd name="T6" fmla="*/ 5 w 39"/>
                    <a:gd name="T7" fmla="*/ 7 h 59"/>
                    <a:gd name="T8" fmla="*/ 20 w 39"/>
                    <a:gd name="T9" fmla="*/ 0 h 59"/>
                    <a:gd name="T10" fmla="*/ 39 w 39"/>
                    <a:gd name="T11" fmla="*/ 29 h 59"/>
                    <a:gd name="T12" fmla="*/ 34 w 39"/>
                    <a:gd name="T13" fmla="*/ 51 h 59"/>
                    <a:gd name="T14" fmla="*/ 19 w 39"/>
                    <a:gd name="T15" fmla="*/ 59 h 59"/>
                    <a:gd name="T16" fmla="*/ 20 w 39"/>
                    <a:gd name="T17" fmla="*/ 7 h 59"/>
                    <a:gd name="T18" fmla="*/ 9 w 39"/>
                    <a:gd name="T19" fmla="*/ 30 h 59"/>
                    <a:gd name="T20" fmla="*/ 19 w 39"/>
                    <a:gd name="T21" fmla="*/ 52 h 59"/>
                    <a:gd name="T22" fmla="*/ 29 w 39"/>
                    <a:gd name="T23" fmla="*/ 30 h 59"/>
                    <a:gd name="T24" fmla="*/ 20 w 39"/>
                    <a:gd name="T25" fmla="*/ 7 h 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9" h="59">
                      <a:moveTo>
                        <a:pt x="19" y="59"/>
                      </a:moveTo>
                      <a:cubicBezTo>
                        <a:pt x="13" y="59"/>
                        <a:pt x="8" y="57"/>
                        <a:pt x="5" y="52"/>
                      </a:cubicBezTo>
                      <a:cubicBezTo>
                        <a:pt x="1" y="47"/>
                        <a:pt x="0" y="40"/>
                        <a:pt x="0" y="30"/>
                      </a:cubicBezTo>
                      <a:cubicBezTo>
                        <a:pt x="0" y="20"/>
                        <a:pt x="1" y="13"/>
                        <a:pt x="5" y="7"/>
                      </a:cubicBezTo>
                      <a:cubicBezTo>
                        <a:pt x="8" y="2"/>
                        <a:pt x="13" y="0"/>
                        <a:pt x="20" y="0"/>
                      </a:cubicBezTo>
                      <a:cubicBezTo>
                        <a:pt x="33" y="0"/>
                        <a:pt x="39" y="9"/>
                        <a:pt x="39" y="29"/>
                      </a:cubicBezTo>
                      <a:cubicBezTo>
                        <a:pt x="39" y="39"/>
                        <a:pt x="37" y="46"/>
                        <a:pt x="34" y="51"/>
                      </a:cubicBezTo>
                      <a:cubicBezTo>
                        <a:pt x="30" y="56"/>
                        <a:pt x="25" y="59"/>
                        <a:pt x="19" y="59"/>
                      </a:cubicBezTo>
                      <a:close/>
                      <a:moveTo>
                        <a:pt x="20" y="7"/>
                      </a:moveTo>
                      <a:cubicBezTo>
                        <a:pt x="13" y="7"/>
                        <a:pt x="9" y="15"/>
                        <a:pt x="9" y="30"/>
                      </a:cubicBezTo>
                      <a:cubicBezTo>
                        <a:pt x="9" y="44"/>
                        <a:pt x="13" y="52"/>
                        <a:pt x="19" y="52"/>
                      </a:cubicBezTo>
                      <a:cubicBezTo>
                        <a:pt x="26" y="52"/>
                        <a:pt x="29" y="44"/>
                        <a:pt x="29" y="30"/>
                      </a:cubicBezTo>
                      <a:cubicBezTo>
                        <a:pt x="29" y="15"/>
                        <a:pt x="26" y="7"/>
                        <a:pt x="20" y="7"/>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rgbClr val="505050"/>
                    </a:solidFill>
                  </a:endParaRPr>
                </a:p>
              </p:txBody>
            </p:sp>
            <p:sp>
              <p:nvSpPr>
                <p:cNvPr id="109" name="Freeform 108"/>
                <p:cNvSpPr>
                  <a:spLocks noEditPoints="1"/>
                </p:cNvSpPr>
                <p:nvPr/>
              </p:nvSpPr>
              <p:spPr bwMode="auto">
                <a:xfrm>
                  <a:off x="10837863" y="3541713"/>
                  <a:ext cx="111125" cy="168275"/>
                </a:xfrm>
                <a:custGeom>
                  <a:avLst/>
                  <a:gdLst>
                    <a:gd name="T0" fmla="*/ 19 w 39"/>
                    <a:gd name="T1" fmla="*/ 59 h 59"/>
                    <a:gd name="T2" fmla="*/ 5 w 39"/>
                    <a:gd name="T3" fmla="*/ 52 h 59"/>
                    <a:gd name="T4" fmla="*/ 0 w 39"/>
                    <a:gd name="T5" fmla="*/ 30 h 59"/>
                    <a:gd name="T6" fmla="*/ 5 w 39"/>
                    <a:gd name="T7" fmla="*/ 7 h 59"/>
                    <a:gd name="T8" fmla="*/ 20 w 39"/>
                    <a:gd name="T9" fmla="*/ 0 h 59"/>
                    <a:gd name="T10" fmla="*/ 39 w 39"/>
                    <a:gd name="T11" fmla="*/ 29 h 59"/>
                    <a:gd name="T12" fmla="*/ 34 w 39"/>
                    <a:gd name="T13" fmla="*/ 51 h 59"/>
                    <a:gd name="T14" fmla="*/ 19 w 39"/>
                    <a:gd name="T15" fmla="*/ 59 h 59"/>
                    <a:gd name="T16" fmla="*/ 20 w 39"/>
                    <a:gd name="T17" fmla="*/ 7 h 59"/>
                    <a:gd name="T18" fmla="*/ 9 w 39"/>
                    <a:gd name="T19" fmla="*/ 30 h 59"/>
                    <a:gd name="T20" fmla="*/ 20 w 39"/>
                    <a:gd name="T21" fmla="*/ 52 h 59"/>
                    <a:gd name="T22" fmla="*/ 30 w 39"/>
                    <a:gd name="T23" fmla="*/ 30 h 59"/>
                    <a:gd name="T24" fmla="*/ 20 w 39"/>
                    <a:gd name="T25" fmla="*/ 7 h 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9" h="59">
                      <a:moveTo>
                        <a:pt x="19" y="59"/>
                      </a:moveTo>
                      <a:cubicBezTo>
                        <a:pt x="13" y="59"/>
                        <a:pt x="8" y="57"/>
                        <a:pt x="5" y="52"/>
                      </a:cubicBezTo>
                      <a:cubicBezTo>
                        <a:pt x="2" y="47"/>
                        <a:pt x="0" y="40"/>
                        <a:pt x="0" y="30"/>
                      </a:cubicBezTo>
                      <a:cubicBezTo>
                        <a:pt x="0" y="20"/>
                        <a:pt x="2" y="13"/>
                        <a:pt x="5" y="7"/>
                      </a:cubicBezTo>
                      <a:cubicBezTo>
                        <a:pt x="9" y="2"/>
                        <a:pt x="14" y="0"/>
                        <a:pt x="20" y="0"/>
                      </a:cubicBezTo>
                      <a:cubicBezTo>
                        <a:pt x="33" y="0"/>
                        <a:pt x="39" y="9"/>
                        <a:pt x="39" y="29"/>
                      </a:cubicBezTo>
                      <a:cubicBezTo>
                        <a:pt x="39" y="39"/>
                        <a:pt x="38" y="46"/>
                        <a:pt x="34" y="51"/>
                      </a:cubicBezTo>
                      <a:cubicBezTo>
                        <a:pt x="30" y="56"/>
                        <a:pt x="25" y="59"/>
                        <a:pt x="19" y="59"/>
                      </a:cubicBezTo>
                      <a:close/>
                      <a:moveTo>
                        <a:pt x="20" y="7"/>
                      </a:moveTo>
                      <a:cubicBezTo>
                        <a:pt x="13" y="7"/>
                        <a:pt x="9" y="15"/>
                        <a:pt x="9" y="30"/>
                      </a:cubicBezTo>
                      <a:cubicBezTo>
                        <a:pt x="9" y="44"/>
                        <a:pt x="13" y="52"/>
                        <a:pt x="20" y="52"/>
                      </a:cubicBezTo>
                      <a:cubicBezTo>
                        <a:pt x="27" y="52"/>
                        <a:pt x="30" y="44"/>
                        <a:pt x="30" y="30"/>
                      </a:cubicBezTo>
                      <a:cubicBezTo>
                        <a:pt x="30" y="15"/>
                        <a:pt x="27" y="7"/>
                        <a:pt x="20" y="7"/>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rgbClr val="505050"/>
                    </a:solidFill>
                  </a:endParaRPr>
                </a:p>
              </p:txBody>
            </p:sp>
            <p:sp>
              <p:nvSpPr>
                <p:cNvPr id="110" name="Freeform 109"/>
                <p:cNvSpPr>
                  <a:spLocks/>
                </p:cNvSpPr>
                <p:nvPr/>
              </p:nvSpPr>
              <p:spPr bwMode="auto">
                <a:xfrm>
                  <a:off x="10694988" y="3173413"/>
                  <a:ext cx="60325" cy="163513"/>
                </a:xfrm>
                <a:custGeom>
                  <a:avLst/>
                  <a:gdLst>
                    <a:gd name="T0" fmla="*/ 21 w 21"/>
                    <a:gd name="T1" fmla="*/ 0 h 57"/>
                    <a:gd name="T2" fmla="*/ 21 w 21"/>
                    <a:gd name="T3" fmla="*/ 57 h 57"/>
                    <a:gd name="T4" fmla="*/ 12 w 21"/>
                    <a:gd name="T5" fmla="*/ 57 h 57"/>
                    <a:gd name="T6" fmla="*/ 12 w 21"/>
                    <a:gd name="T7" fmla="*/ 11 h 57"/>
                    <a:gd name="T8" fmla="*/ 7 w 21"/>
                    <a:gd name="T9" fmla="*/ 14 h 57"/>
                    <a:gd name="T10" fmla="*/ 0 w 21"/>
                    <a:gd name="T11" fmla="*/ 16 h 57"/>
                    <a:gd name="T12" fmla="*/ 0 w 21"/>
                    <a:gd name="T13" fmla="*/ 8 h 57"/>
                    <a:gd name="T14" fmla="*/ 5 w 21"/>
                    <a:gd name="T15" fmla="*/ 7 h 57"/>
                    <a:gd name="T16" fmla="*/ 9 w 21"/>
                    <a:gd name="T17" fmla="*/ 5 h 57"/>
                    <a:gd name="T18" fmla="*/ 13 w 21"/>
                    <a:gd name="T19" fmla="*/ 3 h 57"/>
                    <a:gd name="T20" fmla="*/ 17 w 21"/>
                    <a:gd name="T21" fmla="*/ 0 h 57"/>
                    <a:gd name="T22" fmla="*/ 21 w 21"/>
                    <a:gd name="T23" fmla="*/ 0 h 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1" h="57">
                      <a:moveTo>
                        <a:pt x="21" y="0"/>
                      </a:moveTo>
                      <a:cubicBezTo>
                        <a:pt x="21" y="57"/>
                        <a:pt x="21" y="57"/>
                        <a:pt x="21" y="57"/>
                      </a:cubicBezTo>
                      <a:cubicBezTo>
                        <a:pt x="12" y="57"/>
                        <a:pt x="12" y="57"/>
                        <a:pt x="12" y="57"/>
                      </a:cubicBezTo>
                      <a:cubicBezTo>
                        <a:pt x="12" y="11"/>
                        <a:pt x="12" y="11"/>
                        <a:pt x="12" y="11"/>
                      </a:cubicBezTo>
                      <a:cubicBezTo>
                        <a:pt x="10" y="12"/>
                        <a:pt x="9" y="13"/>
                        <a:pt x="7" y="14"/>
                      </a:cubicBezTo>
                      <a:cubicBezTo>
                        <a:pt x="5" y="15"/>
                        <a:pt x="3" y="15"/>
                        <a:pt x="0" y="16"/>
                      </a:cubicBezTo>
                      <a:cubicBezTo>
                        <a:pt x="0" y="8"/>
                        <a:pt x="0" y="8"/>
                        <a:pt x="0" y="8"/>
                      </a:cubicBezTo>
                      <a:cubicBezTo>
                        <a:pt x="2" y="8"/>
                        <a:pt x="3" y="7"/>
                        <a:pt x="5" y="7"/>
                      </a:cubicBezTo>
                      <a:cubicBezTo>
                        <a:pt x="6" y="6"/>
                        <a:pt x="7" y="6"/>
                        <a:pt x="9" y="5"/>
                      </a:cubicBezTo>
                      <a:cubicBezTo>
                        <a:pt x="10" y="4"/>
                        <a:pt x="11" y="3"/>
                        <a:pt x="13" y="3"/>
                      </a:cubicBezTo>
                      <a:cubicBezTo>
                        <a:pt x="14" y="2"/>
                        <a:pt x="16" y="1"/>
                        <a:pt x="17" y="0"/>
                      </a:cubicBezTo>
                      <a:lnTo>
                        <a:pt x="21" y="0"/>
                      </a:ln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rgbClr val="505050"/>
                    </a:solidFill>
                  </a:endParaRPr>
                </a:p>
              </p:txBody>
            </p:sp>
            <p:sp>
              <p:nvSpPr>
                <p:cNvPr id="111" name="Freeform 110"/>
                <p:cNvSpPr>
                  <a:spLocks noEditPoints="1"/>
                </p:cNvSpPr>
                <p:nvPr/>
              </p:nvSpPr>
              <p:spPr bwMode="auto">
                <a:xfrm>
                  <a:off x="10780713" y="3170238"/>
                  <a:ext cx="114300" cy="168275"/>
                </a:xfrm>
                <a:custGeom>
                  <a:avLst/>
                  <a:gdLst>
                    <a:gd name="T0" fmla="*/ 19 w 40"/>
                    <a:gd name="T1" fmla="*/ 59 h 59"/>
                    <a:gd name="T2" fmla="*/ 5 w 40"/>
                    <a:gd name="T3" fmla="*/ 52 h 59"/>
                    <a:gd name="T4" fmla="*/ 0 w 40"/>
                    <a:gd name="T5" fmla="*/ 31 h 59"/>
                    <a:gd name="T6" fmla="*/ 6 w 40"/>
                    <a:gd name="T7" fmla="*/ 8 h 59"/>
                    <a:gd name="T8" fmla="*/ 21 w 40"/>
                    <a:gd name="T9" fmla="*/ 0 h 59"/>
                    <a:gd name="T10" fmla="*/ 40 w 40"/>
                    <a:gd name="T11" fmla="*/ 29 h 59"/>
                    <a:gd name="T12" fmla="*/ 34 w 40"/>
                    <a:gd name="T13" fmla="*/ 52 h 59"/>
                    <a:gd name="T14" fmla="*/ 19 w 40"/>
                    <a:gd name="T15" fmla="*/ 59 h 59"/>
                    <a:gd name="T16" fmla="*/ 20 w 40"/>
                    <a:gd name="T17" fmla="*/ 7 h 59"/>
                    <a:gd name="T18" fmla="*/ 10 w 40"/>
                    <a:gd name="T19" fmla="*/ 30 h 59"/>
                    <a:gd name="T20" fmla="*/ 20 w 40"/>
                    <a:gd name="T21" fmla="*/ 52 h 59"/>
                    <a:gd name="T22" fmla="*/ 30 w 40"/>
                    <a:gd name="T23" fmla="*/ 30 h 59"/>
                    <a:gd name="T24" fmla="*/ 20 w 40"/>
                    <a:gd name="T25" fmla="*/ 7 h 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0" h="59">
                      <a:moveTo>
                        <a:pt x="19" y="59"/>
                      </a:moveTo>
                      <a:cubicBezTo>
                        <a:pt x="13" y="59"/>
                        <a:pt x="9" y="57"/>
                        <a:pt x="5" y="52"/>
                      </a:cubicBezTo>
                      <a:cubicBezTo>
                        <a:pt x="2" y="47"/>
                        <a:pt x="0" y="40"/>
                        <a:pt x="0" y="31"/>
                      </a:cubicBezTo>
                      <a:cubicBezTo>
                        <a:pt x="0" y="20"/>
                        <a:pt x="2" y="13"/>
                        <a:pt x="6" y="8"/>
                      </a:cubicBezTo>
                      <a:cubicBezTo>
                        <a:pt x="9" y="2"/>
                        <a:pt x="14" y="0"/>
                        <a:pt x="21" y="0"/>
                      </a:cubicBezTo>
                      <a:cubicBezTo>
                        <a:pt x="33" y="0"/>
                        <a:pt x="40" y="10"/>
                        <a:pt x="40" y="29"/>
                      </a:cubicBezTo>
                      <a:cubicBezTo>
                        <a:pt x="40" y="39"/>
                        <a:pt x="38" y="46"/>
                        <a:pt x="34" y="52"/>
                      </a:cubicBezTo>
                      <a:cubicBezTo>
                        <a:pt x="31" y="57"/>
                        <a:pt x="26" y="59"/>
                        <a:pt x="19" y="59"/>
                      </a:cubicBezTo>
                      <a:close/>
                      <a:moveTo>
                        <a:pt x="20" y="7"/>
                      </a:moveTo>
                      <a:cubicBezTo>
                        <a:pt x="13" y="7"/>
                        <a:pt x="10" y="15"/>
                        <a:pt x="10" y="30"/>
                      </a:cubicBezTo>
                      <a:cubicBezTo>
                        <a:pt x="10" y="45"/>
                        <a:pt x="13" y="52"/>
                        <a:pt x="20" y="52"/>
                      </a:cubicBezTo>
                      <a:cubicBezTo>
                        <a:pt x="27" y="52"/>
                        <a:pt x="30" y="44"/>
                        <a:pt x="30" y="30"/>
                      </a:cubicBezTo>
                      <a:cubicBezTo>
                        <a:pt x="30" y="15"/>
                        <a:pt x="27" y="7"/>
                        <a:pt x="20" y="7"/>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rgbClr val="505050"/>
                    </a:solidFill>
                  </a:endParaRPr>
                </a:p>
              </p:txBody>
            </p:sp>
            <p:sp>
              <p:nvSpPr>
                <p:cNvPr id="112" name="Freeform 111"/>
                <p:cNvSpPr>
                  <a:spLocks noEditPoints="1"/>
                </p:cNvSpPr>
                <p:nvPr/>
              </p:nvSpPr>
              <p:spPr bwMode="auto">
                <a:xfrm>
                  <a:off x="10918825" y="3170238"/>
                  <a:ext cx="111125" cy="168275"/>
                </a:xfrm>
                <a:custGeom>
                  <a:avLst/>
                  <a:gdLst>
                    <a:gd name="T0" fmla="*/ 19 w 39"/>
                    <a:gd name="T1" fmla="*/ 59 h 59"/>
                    <a:gd name="T2" fmla="*/ 5 w 39"/>
                    <a:gd name="T3" fmla="*/ 52 h 59"/>
                    <a:gd name="T4" fmla="*/ 0 w 39"/>
                    <a:gd name="T5" fmla="*/ 31 h 59"/>
                    <a:gd name="T6" fmla="*/ 5 w 39"/>
                    <a:gd name="T7" fmla="*/ 8 h 59"/>
                    <a:gd name="T8" fmla="*/ 20 w 39"/>
                    <a:gd name="T9" fmla="*/ 0 h 59"/>
                    <a:gd name="T10" fmla="*/ 39 w 39"/>
                    <a:gd name="T11" fmla="*/ 29 h 59"/>
                    <a:gd name="T12" fmla="*/ 34 w 39"/>
                    <a:gd name="T13" fmla="*/ 52 h 59"/>
                    <a:gd name="T14" fmla="*/ 19 w 39"/>
                    <a:gd name="T15" fmla="*/ 59 h 59"/>
                    <a:gd name="T16" fmla="*/ 20 w 39"/>
                    <a:gd name="T17" fmla="*/ 7 h 59"/>
                    <a:gd name="T18" fmla="*/ 9 w 39"/>
                    <a:gd name="T19" fmla="*/ 30 h 59"/>
                    <a:gd name="T20" fmla="*/ 19 w 39"/>
                    <a:gd name="T21" fmla="*/ 52 h 59"/>
                    <a:gd name="T22" fmla="*/ 30 w 39"/>
                    <a:gd name="T23" fmla="*/ 30 h 59"/>
                    <a:gd name="T24" fmla="*/ 20 w 39"/>
                    <a:gd name="T25" fmla="*/ 7 h 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9" h="59">
                      <a:moveTo>
                        <a:pt x="19" y="59"/>
                      </a:moveTo>
                      <a:cubicBezTo>
                        <a:pt x="13" y="59"/>
                        <a:pt x="8" y="57"/>
                        <a:pt x="5" y="52"/>
                      </a:cubicBezTo>
                      <a:cubicBezTo>
                        <a:pt x="1" y="47"/>
                        <a:pt x="0" y="40"/>
                        <a:pt x="0" y="31"/>
                      </a:cubicBezTo>
                      <a:cubicBezTo>
                        <a:pt x="0" y="20"/>
                        <a:pt x="1" y="13"/>
                        <a:pt x="5" y="8"/>
                      </a:cubicBezTo>
                      <a:cubicBezTo>
                        <a:pt x="8" y="2"/>
                        <a:pt x="14" y="0"/>
                        <a:pt x="20" y="0"/>
                      </a:cubicBezTo>
                      <a:cubicBezTo>
                        <a:pt x="33" y="0"/>
                        <a:pt x="39" y="10"/>
                        <a:pt x="39" y="29"/>
                      </a:cubicBezTo>
                      <a:cubicBezTo>
                        <a:pt x="39" y="39"/>
                        <a:pt x="37" y="46"/>
                        <a:pt x="34" y="52"/>
                      </a:cubicBezTo>
                      <a:cubicBezTo>
                        <a:pt x="30" y="57"/>
                        <a:pt x="25" y="59"/>
                        <a:pt x="19" y="59"/>
                      </a:cubicBezTo>
                      <a:close/>
                      <a:moveTo>
                        <a:pt x="20" y="7"/>
                      </a:moveTo>
                      <a:cubicBezTo>
                        <a:pt x="13" y="7"/>
                        <a:pt x="9" y="15"/>
                        <a:pt x="9" y="30"/>
                      </a:cubicBezTo>
                      <a:cubicBezTo>
                        <a:pt x="9" y="45"/>
                        <a:pt x="13" y="52"/>
                        <a:pt x="19" y="52"/>
                      </a:cubicBezTo>
                      <a:cubicBezTo>
                        <a:pt x="26" y="52"/>
                        <a:pt x="30" y="44"/>
                        <a:pt x="30" y="30"/>
                      </a:cubicBezTo>
                      <a:cubicBezTo>
                        <a:pt x="30" y="15"/>
                        <a:pt x="26" y="7"/>
                        <a:pt x="20" y="7"/>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rgbClr val="505050"/>
                    </a:solidFill>
                  </a:endParaRPr>
                </a:p>
              </p:txBody>
            </p:sp>
            <p:sp>
              <p:nvSpPr>
                <p:cNvPr id="113" name="Freeform 112"/>
                <p:cNvSpPr>
                  <a:spLocks noEditPoints="1"/>
                </p:cNvSpPr>
                <p:nvPr/>
              </p:nvSpPr>
              <p:spPr bwMode="auto">
                <a:xfrm>
                  <a:off x="10975975" y="3541713"/>
                  <a:ext cx="111125" cy="168275"/>
                </a:xfrm>
                <a:custGeom>
                  <a:avLst/>
                  <a:gdLst>
                    <a:gd name="T0" fmla="*/ 19 w 39"/>
                    <a:gd name="T1" fmla="*/ 59 h 59"/>
                    <a:gd name="T2" fmla="*/ 5 w 39"/>
                    <a:gd name="T3" fmla="*/ 52 h 59"/>
                    <a:gd name="T4" fmla="*/ 0 w 39"/>
                    <a:gd name="T5" fmla="*/ 30 h 59"/>
                    <a:gd name="T6" fmla="*/ 5 w 39"/>
                    <a:gd name="T7" fmla="*/ 7 h 59"/>
                    <a:gd name="T8" fmla="*/ 20 w 39"/>
                    <a:gd name="T9" fmla="*/ 0 h 59"/>
                    <a:gd name="T10" fmla="*/ 39 w 39"/>
                    <a:gd name="T11" fmla="*/ 29 h 59"/>
                    <a:gd name="T12" fmla="*/ 34 w 39"/>
                    <a:gd name="T13" fmla="*/ 51 h 59"/>
                    <a:gd name="T14" fmla="*/ 19 w 39"/>
                    <a:gd name="T15" fmla="*/ 59 h 59"/>
                    <a:gd name="T16" fmla="*/ 20 w 39"/>
                    <a:gd name="T17" fmla="*/ 7 h 59"/>
                    <a:gd name="T18" fmla="*/ 10 w 39"/>
                    <a:gd name="T19" fmla="*/ 30 h 59"/>
                    <a:gd name="T20" fmla="*/ 20 w 39"/>
                    <a:gd name="T21" fmla="*/ 52 h 59"/>
                    <a:gd name="T22" fmla="*/ 30 w 39"/>
                    <a:gd name="T23" fmla="*/ 30 h 59"/>
                    <a:gd name="T24" fmla="*/ 20 w 39"/>
                    <a:gd name="T25" fmla="*/ 7 h 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9" h="59">
                      <a:moveTo>
                        <a:pt x="19" y="59"/>
                      </a:moveTo>
                      <a:cubicBezTo>
                        <a:pt x="13" y="59"/>
                        <a:pt x="8" y="57"/>
                        <a:pt x="5" y="52"/>
                      </a:cubicBezTo>
                      <a:cubicBezTo>
                        <a:pt x="2" y="47"/>
                        <a:pt x="0" y="40"/>
                        <a:pt x="0" y="30"/>
                      </a:cubicBezTo>
                      <a:cubicBezTo>
                        <a:pt x="0" y="20"/>
                        <a:pt x="2" y="13"/>
                        <a:pt x="5" y="7"/>
                      </a:cubicBezTo>
                      <a:cubicBezTo>
                        <a:pt x="9" y="2"/>
                        <a:pt x="14" y="0"/>
                        <a:pt x="20" y="0"/>
                      </a:cubicBezTo>
                      <a:cubicBezTo>
                        <a:pt x="33" y="0"/>
                        <a:pt x="39" y="9"/>
                        <a:pt x="39" y="29"/>
                      </a:cubicBezTo>
                      <a:cubicBezTo>
                        <a:pt x="39" y="39"/>
                        <a:pt x="38" y="46"/>
                        <a:pt x="34" y="51"/>
                      </a:cubicBezTo>
                      <a:cubicBezTo>
                        <a:pt x="30" y="56"/>
                        <a:pt x="26" y="59"/>
                        <a:pt x="19" y="59"/>
                      </a:cubicBezTo>
                      <a:close/>
                      <a:moveTo>
                        <a:pt x="20" y="7"/>
                      </a:moveTo>
                      <a:cubicBezTo>
                        <a:pt x="13" y="7"/>
                        <a:pt x="10" y="15"/>
                        <a:pt x="10" y="30"/>
                      </a:cubicBezTo>
                      <a:cubicBezTo>
                        <a:pt x="10" y="44"/>
                        <a:pt x="13" y="52"/>
                        <a:pt x="20" y="52"/>
                      </a:cubicBezTo>
                      <a:cubicBezTo>
                        <a:pt x="27" y="52"/>
                        <a:pt x="30" y="44"/>
                        <a:pt x="30" y="30"/>
                      </a:cubicBezTo>
                      <a:cubicBezTo>
                        <a:pt x="30" y="15"/>
                        <a:pt x="27" y="7"/>
                        <a:pt x="20" y="7"/>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rgbClr val="505050"/>
                    </a:solidFill>
                  </a:endParaRPr>
                </a:p>
              </p:txBody>
            </p:sp>
            <p:sp>
              <p:nvSpPr>
                <p:cNvPr id="114" name="Freeform 113"/>
                <p:cNvSpPr>
                  <a:spLocks noEditPoints="1"/>
                </p:cNvSpPr>
                <p:nvPr/>
              </p:nvSpPr>
              <p:spPr bwMode="auto">
                <a:xfrm>
                  <a:off x="11183938" y="3541713"/>
                  <a:ext cx="114300" cy="168275"/>
                </a:xfrm>
                <a:custGeom>
                  <a:avLst/>
                  <a:gdLst>
                    <a:gd name="T0" fmla="*/ 20 w 40"/>
                    <a:gd name="T1" fmla="*/ 59 h 59"/>
                    <a:gd name="T2" fmla="*/ 6 w 40"/>
                    <a:gd name="T3" fmla="*/ 52 h 59"/>
                    <a:gd name="T4" fmla="*/ 0 w 40"/>
                    <a:gd name="T5" fmla="*/ 30 h 59"/>
                    <a:gd name="T6" fmla="*/ 6 w 40"/>
                    <a:gd name="T7" fmla="*/ 7 h 59"/>
                    <a:gd name="T8" fmla="*/ 21 w 40"/>
                    <a:gd name="T9" fmla="*/ 0 h 59"/>
                    <a:gd name="T10" fmla="*/ 40 w 40"/>
                    <a:gd name="T11" fmla="*/ 29 h 59"/>
                    <a:gd name="T12" fmla="*/ 35 w 40"/>
                    <a:gd name="T13" fmla="*/ 51 h 59"/>
                    <a:gd name="T14" fmla="*/ 20 w 40"/>
                    <a:gd name="T15" fmla="*/ 59 h 59"/>
                    <a:gd name="T16" fmla="*/ 20 w 40"/>
                    <a:gd name="T17" fmla="*/ 7 h 59"/>
                    <a:gd name="T18" fmla="*/ 10 w 40"/>
                    <a:gd name="T19" fmla="*/ 30 h 59"/>
                    <a:gd name="T20" fmla="*/ 20 w 40"/>
                    <a:gd name="T21" fmla="*/ 52 h 59"/>
                    <a:gd name="T22" fmla="*/ 30 w 40"/>
                    <a:gd name="T23" fmla="*/ 30 h 59"/>
                    <a:gd name="T24" fmla="*/ 20 w 40"/>
                    <a:gd name="T25" fmla="*/ 7 h 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0" h="59">
                      <a:moveTo>
                        <a:pt x="20" y="59"/>
                      </a:moveTo>
                      <a:cubicBezTo>
                        <a:pt x="14" y="59"/>
                        <a:pt x="9" y="57"/>
                        <a:pt x="6" y="52"/>
                      </a:cubicBezTo>
                      <a:cubicBezTo>
                        <a:pt x="2" y="47"/>
                        <a:pt x="0" y="40"/>
                        <a:pt x="0" y="30"/>
                      </a:cubicBezTo>
                      <a:cubicBezTo>
                        <a:pt x="0" y="20"/>
                        <a:pt x="2" y="13"/>
                        <a:pt x="6" y="7"/>
                      </a:cubicBezTo>
                      <a:cubicBezTo>
                        <a:pt x="9" y="2"/>
                        <a:pt x="14" y="0"/>
                        <a:pt x="21" y="0"/>
                      </a:cubicBezTo>
                      <a:cubicBezTo>
                        <a:pt x="34" y="0"/>
                        <a:pt x="40" y="9"/>
                        <a:pt x="40" y="29"/>
                      </a:cubicBezTo>
                      <a:cubicBezTo>
                        <a:pt x="40" y="39"/>
                        <a:pt x="38" y="46"/>
                        <a:pt x="35" y="51"/>
                      </a:cubicBezTo>
                      <a:cubicBezTo>
                        <a:pt x="31" y="56"/>
                        <a:pt x="26" y="59"/>
                        <a:pt x="20" y="59"/>
                      </a:cubicBezTo>
                      <a:close/>
                      <a:moveTo>
                        <a:pt x="20" y="7"/>
                      </a:moveTo>
                      <a:cubicBezTo>
                        <a:pt x="13" y="7"/>
                        <a:pt x="10" y="15"/>
                        <a:pt x="10" y="30"/>
                      </a:cubicBezTo>
                      <a:cubicBezTo>
                        <a:pt x="10" y="44"/>
                        <a:pt x="13" y="52"/>
                        <a:pt x="20" y="52"/>
                      </a:cubicBezTo>
                      <a:cubicBezTo>
                        <a:pt x="27" y="52"/>
                        <a:pt x="30" y="44"/>
                        <a:pt x="30" y="30"/>
                      </a:cubicBezTo>
                      <a:cubicBezTo>
                        <a:pt x="30" y="15"/>
                        <a:pt x="27" y="7"/>
                        <a:pt x="20" y="7"/>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rgbClr val="505050"/>
                    </a:solidFill>
                  </a:endParaRPr>
                </a:p>
              </p:txBody>
            </p:sp>
            <p:sp>
              <p:nvSpPr>
                <p:cNvPr id="115" name="Freeform 114"/>
                <p:cNvSpPr>
                  <a:spLocks noEditPoints="1"/>
                </p:cNvSpPr>
                <p:nvPr/>
              </p:nvSpPr>
              <p:spPr bwMode="auto">
                <a:xfrm>
                  <a:off x="10647363" y="3724275"/>
                  <a:ext cx="111125" cy="171450"/>
                </a:xfrm>
                <a:custGeom>
                  <a:avLst/>
                  <a:gdLst>
                    <a:gd name="T0" fmla="*/ 19 w 39"/>
                    <a:gd name="T1" fmla="*/ 60 h 60"/>
                    <a:gd name="T2" fmla="*/ 5 w 39"/>
                    <a:gd name="T3" fmla="*/ 53 h 60"/>
                    <a:gd name="T4" fmla="*/ 0 w 39"/>
                    <a:gd name="T5" fmla="*/ 31 h 60"/>
                    <a:gd name="T6" fmla="*/ 5 w 39"/>
                    <a:gd name="T7" fmla="*/ 8 h 60"/>
                    <a:gd name="T8" fmla="*/ 20 w 39"/>
                    <a:gd name="T9" fmla="*/ 0 h 60"/>
                    <a:gd name="T10" fmla="*/ 39 w 39"/>
                    <a:gd name="T11" fmla="*/ 30 h 60"/>
                    <a:gd name="T12" fmla="*/ 34 w 39"/>
                    <a:gd name="T13" fmla="*/ 52 h 60"/>
                    <a:gd name="T14" fmla="*/ 19 w 39"/>
                    <a:gd name="T15" fmla="*/ 60 h 60"/>
                    <a:gd name="T16" fmla="*/ 20 w 39"/>
                    <a:gd name="T17" fmla="*/ 8 h 60"/>
                    <a:gd name="T18" fmla="*/ 9 w 39"/>
                    <a:gd name="T19" fmla="*/ 31 h 60"/>
                    <a:gd name="T20" fmla="*/ 20 w 39"/>
                    <a:gd name="T21" fmla="*/ 53 h 60"/>
                    <a:gd name="T22" fmla="*/ 30 w 39"/>
                    <a:gd name="T23" fmla="*/ 31 h 60"/>
                    <a:gd name="T24" fmla="*/ 20 w 39"/>
                    <a:gd name="T25" fmla="*/ 8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9" h="60">
                      <a:moveTo>
                        <a:pt x="19" y="60"/>
                      </a:moveTo>
                      <a:cubicBezTo>
                        <a:pt x="13" y="60"/>
                        <a:pt x="8" y="57"/>
                        <a:pt x="5" y="53"/>
                      </a:cubicBezTo>
                      <a:cubicBezTo>
                        <a:pt x="2" y="48"/>
                        <a:pt x="0" y="41"/>
                        <a:pt x="0" y="31"/>
                      </a:cubicBezTo>
                      <a:cubicBezTo>
                        <a:pt x="0" y="21"/>
                        <a:pt x="2" y="14"/>
                        <a:pt x="5" y="8"/>
                      </a:cubicBezTo>
                      <a:cubicBezTo>
                        <a:pt x="9" y="3"/>
                        <a:pt x="14" y="0"/>
                        <a:pt x="20" y="0"/>
                      </a:cubicBezTo>
                      <a:cubicBezTo>
                        <a:pt x="33" y="0"/>
                        <a:pt x="39" y="10"/>
                        <a:pt x="39" y="30"/>
                      </a:cubicBezTo>
                      <a:cubicBezTo>
                        <a:pt x="39" y="40"/>
                        <a:pt x="38" y="47"/>
                        <a:pt x="34" y="52"/>
                      </a:cubicBezTo>
                      <a:cubicBezTo>
                        <a:pt x="30" y="57"/>
                        <a:pt x="25" y="60"/>
                        <a:pt x="19" y="60"/>
                      </a:cubicBezTo>
                      <a:close/>
                      <a:moveTo>
                        <a:pt x="20" y="8"/>
                      </a:moveTo>
                      <a:cubicBezTo>
                        <a:pt x="13" y="8"/>
                        <a:pt x="9" y="16"/>
                        <a:pt x="9" y="31"/>
                      </a:cubicBezTo>
                      <a:cubicBezTo>
                        <a:pt x="9" y="45"/>
                        <a:pt x="13" y="53"/>
                        <a:pt x="20" y="53"/>
                      </a:cubicBezTo>
                      <a:cubicBezTo>
                        <a:pt x="26" y="53"/>
                        <a:pt x="30" y="45"/>
                        <a:pt x="30" y="31"/>
                      </a:cubicBezTo>
                      <a:cubicBezTo>
                        <a:pt x="30" y="15"/>
                        <a:pt x="26" y="8"/>
                        <a:pt x="20" y="8"/>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rgbClr val="505050"/>
                    </a:solidFill>
                  </a:endParaRPr>
                </a:p>
              </p:txBody>
            </p:sp>
            <p:sp>
              <p:nvSpPr>
                <p:cNvPr id="116" name="Freeform 115"/>
                <p:cNvSpPr>
                  <a:spLocks/>
                </p:cNvSpPr>
                <p:nvPr/>
              </p:nvSpPr>
              <p:spPr bwMode="auto">
                <a:xfrm>
                  <a:off x="10779125" y="3355975"/>
                  <a:ext cx="58738" cy="163513"/>
                </a:xfrm>
                <a:custGeom>
                  <a:avLst/>
                  <a:gdLst>
                    <a:gd name="T0" fmla="*/ 21 w 21"/>
                    <a:gd name="T1" fmla="*/ 0 h 57"/>
                    <a:gd name="T2" fmla="*/ 21 w 21"/>
                    <a:gd name="T3" fmla="*/ 57 h 57"/>
                    <a:gd name="T4" fmla="*/ 12 w 21"/>
                    <a:gd name="T5" fmla="*/ 57 h 57"/>
                    <a:gd name="T6" fmla="*/ 12 w 21"/>
                    <a:gd name="T7" fmla="*/ 11 h 57"/>
                    <a:gd name="T8" fmla="*/ 7 w 21"/>
                    <a:gd name="T9" fmla="*/ 14 h 57"/>
                    <a:gd name="T10" fmla="*/ 0 w 21"/>
                    <a:gd name="T11" fmla="*/ 16 h 57"/>
                    <a:gd name="T12" fmla="*/ 0 w 21"/>
                    <a:gd name="T13" fmla="*/ 9 h 57"/>
                    <a:gd name="T14" fmla="*/ 5 w 21"/>
                    <a:gd name="T15" fmla="*/ 7 h 57"/>
                    <a:gd name="T16" fmla="*/ 9 w 21"/>
                    <a:gd name="T17" fmla="*/ 5 h 57"/>
                    <a:gd name="T18" fmla="*/ 13 w 21"/>
                    <a:gd name="T19" fmla="*/ 3 h 57"/>
                    <a:gd name="T20" fmla="*/ 17 w 21"/>
                    <a:gd name="T21" fmla="*/ 0 h 57"/>
                    <a:gd name="T22" fmla="*/ 21 w 21"/>
                    <a:gd name="T23" fmla="*/ 0 h 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1" h="57">
                      <a:moveTo>
                        <a:pt x="21" y="0"/>
                      </a:moveTo>
                      <a:cubicBezTo>
                        <a:pt x="21" y="57"/>
                        <a:pt x="21" y="57"/>
                        <a:pt x="21" y="57"/>
                      </a:cubicBezTo>
                      <a:cubicBezTo>
                        <a:pt x="12" y="57"/>
                        <a:pt x="12" y="57"/>
                        <a:pt x="12" y="57"/>
                      </a:cubicBezTo>
                      <a:cubicBezTo>
                        <a:pt x="12" y="11"/>
                        <a:pt x="12" y="11"/>
                        <a:pt x="12" y="11"/>
                      </a:cubicBezTo>
                      <a:cubicBezTo>
                        <a:pt x="10" y="12"/>
                        <a:pt x="8" y="13"/>
                        <a:pt x="7" y="14"/>
                      </a:cubicBezTo>
                      <a:cubicBezTo>
                        <a:pt x="5" y="15"/>
                        <a:pt x="3" y="16"/>
                        <a:pt x="0" y="16"/>
                      </a:cubicBezTo>
                      <a:cubicBezTo>
                        <a:pt x="0" y="9"/>
                        <a:pt x="0" y="9"/>
                        <a:pt x="0" y="9"/>
                      </a:cubicBezTo>
                      <a:cubicBezTo>
                        <a:pt x="2" y="8"/>
                        <a:pt x="3" y="8"/>
                        <a:pt x="5" y="7"/>
                      </a:cubicBezTo>
                      <a:cubicBezTo>
                        <a:pt x="6" y="6"/>
                        <a:pt x="7" y="6"/>
                        <a:pt x="9" y="5"/>
                      </a:cubicBezTo>
                      <a:cubicBezTo>
                        <a:pt x="10" y="5"/>
                        <a:pt x="11" y="4"/>
                        <a:pt x="13" y="3"/>
                      </a:cubicBezTo>
                      <a:cubicBezTo>
                        <a:pt x="14" y="2"/>
                        <a:pt x="16" y="1"/>
                        <a:pt x="17" y="0"/>
                      </a:cubicBezTo>
                      <a:lnTo>
                        <a:pt x="21" y="0"/>
                      </a:ln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rgbClr val="505050"/>
                    </a:solidFill>
                  </a:endParaRPr>
                </a:p>
              </p:txBody>
            </p:sp>
            <p:sp>
              <p:nvSpPr>
                <p:cNvPr id="117" name="Freeform 116"/>
                <p:cNvSpPr>
                  <a:spLocks noEditPoints="1"/>
                </p:cNvSpPr>
                <p:nvPr/>
              </p:nvSpPr>
              <p:spPr bwMode="auto">
                <a:xfrm>
                  <a:off x="10863263" y="3352800"/>
                  <a:ext cx="112713" cy="171450"/>
                </a:xfrm>
                <a:custGeom>
                  <a:avLst/>
                  <a:gdLst>
                    <a:gd name="T0" fmla="*/ 19 w 39"/>
                    <a:gd name="T1" fmla="*/ 60 h 60"/>
                    <a:gd name="T2" fmla="*/ 5 w 39"/>
                    <a:gd name="T3" fmla="*/ 53 h 60"/>
                    <a:gd name="T4" fmla="*/ 0 w 39"/>
                    <a:gd name="T5" fmla="*/ 31 h 60"/>
                    <a:gd name="T6" fmla="*/ 5 w 39"/>
                    <a:gd name="T7" fmla="*/ 8 h 60"/>
                    <a:gd name="T8" fmla="*/ 20 w 39"/>
                    <a:gd name="T9" fmla="*/ 0 h 60"/>
                    <a:gd name="T10" fmla="*/ 39 w 39"/>
                    <a:gd name="T11" fmla="*/ 30 h 60"/>
                    <a:gd name="T12" fmla="*/ 34 w 39"/>
                    <a:gd name="T13" fmla="*/ 52 h 60"/>
                    <a:gd name="T14" fmla="*/ 19 w 39"/>
                    <a:gd name="T15" fmla="*/ 60 h 60"/>
                    <a:gd name="T16" fmla="*/ 20 w 39"/>
                    <a:gd name="T17" fmla="*/ 8 h 60"/>
                    <a:gd name="T18" fmla="*/ 9 w 39"/>
                    <a:gd name="T19" fmla="*/ 31 h 60"/>
                    <a:gd name="T20" fmla="*/ 19 w 39"/>
                    <a:gd name="T21" fmla="*/ 52 h 60"/>
                    <a:gd name="T22" fmla="*/ 30 w 39"/>
                    <a:gd name="T23" fmla="*/ 31 h 60"/>
                    <a:gd name="T24" fmla="*/ 20 w 39"/>
                    <a:gd name="T25" fmla="*/ 8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9" h="60">
                      <a:moveTo>
                        <a:pt x="19" y="60"/>
                      </a:moveTo>
                      <a:cubicBezTo>
                        <a:pt x="13" y="60"/>
                        <a:pt x="8" y="57"/>
                        <a:pt x="5" y="53"/>
                      </a:cubicBezTo>
                      <a:cubicBezTo>
                        <a:pt x="1" y="48"/>
                        <a:pt x="0" y="41"/>
                        <a:pt x="0" y="31"/>
                      </a:cubicBezTo>
                      <a:cubicBezTo>
                        <a:pt x="0" y="21"/>
                        <a:pt x="1" y="13"/>
                        <a:pt x="5" y="8"/>
                      </a:cubicBezTo>
                      <a:cubicBezTo>
                        <a:pt x="8" y="3"/>
                        <a:pt x="13" y="0"/>
                        <a:pt x="20" y="0"/>
                      </a:cubicBezTo>
                      <a:cubicBezTo>
                        <a:pt x="33" y="0"/>
                        <a:pt x="39" y="10"/>
                        <a:pt x="39" y="30"/>
                      </a:cubicBezTo>
                      <a:cubicBezTo>
                        <a:pt x="39" y="40"/>
                        <a:pt x="37" y="47"/>
                        <a:pt x="34" y="52"/>
                      </a:cubicBezTo>
                      <a:cubicBezTo>
                        <a:pt x="30" y="57"/>
                        <a:pt x="25" y="60"/>
                        <a:pt x="19" y="60"/>
                      </a:cubicBezTo>
                      <a:close/>
                      <a:moveTo>
                        <a:pt x="20" y="8"/>
                      </a:moveTo>
                      <a:cubicBezTo>
                        <a:pt x="13" y="8"/>
                        <a:pt x="9" y="16"/>
                        <a:pt x="9" y="31"/>
                      </a:cubicBezTo>
                      <a:cubicBezTo>
                        <a:pt x="9" y="45"/>
                        <a:pt x="13" y="52"/>
                        <a:pt x="19" y="52"/>
                      </a:cubicBezTo>
                      <a:cubicBezTo>
                        <a:pt x="26" y="52"/>
                        <a:pt x="30" y="45"/>
                        <a:pt x="30" y="31"/>
                      </a:cubicBezTo>
                      <a:cubicBezTo>
                        <a:pt x="30" y="15"/>
                        <a:pt x="26" y="8"/>
                        <a:pt x="20" y="8"/>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rgbClr val="505050"/>
                    </a:solidFill>
                  </a:endParaRPr>
                </a:p>
              </p:txBody>
            </p:sp>
            <p:sp>
              <p:nvSpPr>
                <p:cNvPr id="118" name="Freeform 117"/>
                <p:cNvSpPr>
                  <a:spLocks/>
                </p:cNvSpPr>
                <p:nvPr/>
              </p:nvSpPr>
              <p:spPr bwMode="auto">
                <a:xfrm>
                  <a:off x="10990263" y="3355975"/>
                  <a:ext cx="58738" cy="163513"/>
                </a:xfrm>
                <a:custGeom>
                  <a:avLst/>
                  <a:gdLst>
                    <a:gd name="T0" fmla="*/ 21 w 21"/>
                    <a:gd name="T1" fmla="*/ 0 h 57"/>
                    <a:gd name="T2" fmla="*/ 21 w 21"/>
                    <a:gd name="T3" fmla="*/ 57 h 57"/>
                    <a:gd name="T4" fmla="*/ 12 w 21"/>
                    <a:gd name="T5" fmla="*/ 57 h 57"/>
                    <a:gd name="T6" fmla="*/ 12 w 21"/>
                    <a:gd name="T7" fmla="*/ 11 h 57"/>
                    <a:gd name="T8" fmla="*/ 6 w 21"/>
                    <a:gd name="T9" fmla="*/ 14 h 57"/>
                    <a:gd name="T10" fmla="*/ 0 w 21"/>
                    <a:gd name="T11" fmla="*/ 16 h 57"/>
                    <a:gd name="T12" fmla="*/ 0 w 21"/>
                    <a:gd name="T13" fmla="*/ 9 h 57"/>
                    <a:gd name="T14" fmla="*/ 4 w 21"/>
                    <a:gd name="T15" fmla="*/ 7 h 57"/>
                    <a:gd name="T16" fmla="*/ 9 w 21"/>
                    <a:gd name="T17" fmla="*/ 5 h 57"/>
                    <a:gd name="T18" fmla="*/ 13 w 21"/>
                    <a:gd name="T19" fmla="*/ 3 h 57"/>
                    <a:gd name="T20" fmla="*/ 17 w 21"/>
                    <a:gd name="T21" fmla="*/ 0 h 57"/>
                    <a:gd name="T22" fmla="*/ 21 w 21"/>
                    <a:gd name="T23" fmla="*/ 0 h 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1" h="57">
                      <a:moveTo>
                        <a:pt x="21" y="0"/>
                      </a:moveTo>
                      <a:cubicBezTo>
                        <a:pt x="21" y="57"/>
                        <a:pt x="21" y="57"/>
                        <a:pt x="21" y="57"/>
                      </a:cubicBezTo>
                      <a:cubicBezTo>
                        <a:pt x="12" y="57"/>
                        <a:pt x="12" y="57"/>
                        <a:pt x="12" y="57"/>
                      </a:cubicBezTo>
                      <a:cubicBezTo>
                        <a:pt x="12" y="11"/>
                        <a:pt x="12" y="11"/>
                        <a:pt x="12" y="11"/>
                      </a:cubicBezTo>
                      <a:cubicBezTo>
                        <a:pt x="10" y="12"/>
                        <a:pt x="8" y="13"/>
                        <a:pt x="6" y="14"/>
                      </a:cubicBezTo>
                      <a:cubicBezTo>
                        <a:pt x="5" y="15"/>
                        <a:pt x="2" y="16"/>
                        <a:pt x="0" y="16"/>
                      </a:cubicBezTo>
                      <a:cubicBezTo>
                        <a:pt x="0" y="9"/>
                        <a:pt x="0" y="9"/>
                        <a:pt x="0" y="9"/>
                      </a:cubicBezTo>
                      <a:cubicBezTo>
                        <a:pt x="1" y="8"/>
                        <a:pt x="3" y="8"/>
                        <a:pt x="4" y="7"/>
                      </a:cubicBezTo>
                      <a:cubicBezTo>
                        <a:pt x="6" y="6"/>
                        <a:pt x="7" y="6"/>
                        <a:pt x="9" y="5"/>
                      </a:cubicBezTo>
                      <a:cubicBezTo>
                        <a:pt x="10" y="5"/>
                        <a:pt x="11" y="4"/>
                        <a:pt x="13" y="3"/>
                      </a:cubicBezTo>
                      <a:cubicBezTo>
                        <a:pt x="14" y="2"/>
                        <a:pt x="16" y="1"/>
                        <a:pt x="17" y="0"/>
                      </a:cubicBezTo>
                      <a:lnTo>
                        <a:pt x="21" y="0"/>
                      </a:ln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rgbClr val="505050"/>
                    </a:solidFill>
                  </a:endParaRPr>
                </a:p>
              </p:txBody>
            </p:sp>
            <p:sp>
              <p:nvSpPr>
                <p:cNvPr id="119" name="Freeform 118"/>
                <p:cNvSpPr>
                  <a:spLocks noEditPoints="1"/>
                </p:cNvSpPr>
                <p:nvPr/>
              </p:nvSpPr>
              <p:spPr bwMode="auto">
                <a:xfrm>
                  <a:off x="11072813" y="3352800"/>
                  <a:ext cx="114300" cy="171450"/>
                </a:xfrm>
                <a:custGeom>
                  <a:avLst/>
                  <a:gdLst>
                    <a:gd name="T0" fmla="*/ 20 w 40"/>
                    <a:gd name="T1" fmla="*/ 60 h 60"/>
                    <a:gd name="T2" fmla="*/ 6 w 40"/>
                    <a:gd name="T3" fmla="*/ 53 h 60"/>
                    <a:gd name="T4" fmla="*/ 0 w 40"/>
                    <a:gd name="T5" fmla="*/ 31 h 60"/>
                    <a:gd name="T6" fmla="*/ 6 w 40"/>
                    <a:gd name="T7" fmla="*/ 8 h 60"/>
                    <a:gd name="T8" fmla="*/ 21 w 40"/>
                    <a:gd name="T9" fmla="*/ 0 h 60"/>
                    <a:gd name="T10" fmla="*/ 40 w 40"/>
                    <a:gd name="T11" fmla="*/ 30 h 60"/>
                    <a:gd name="T12" fmla="*/ 35 w 40"/>
                    <a:gd name="T13" fmla="*/ 52 h 60"/>
                    <a:gd name="T14" fmla="*/ 20 w 40"/>
                    <a:gd name="T15" fmla="*/ 60 h 60"/>
                    <a:gd name="T16" fmla="*/ 20 w 40"/>
                    <a:gd name="T17" fmla="*/ 8 h 60"/>
                    <a:gd name="T18" fmla="*/ 10 w 40"/>
                    <a:gd name="T19" fmla="*/ 31 h 60"/>
                    <a:gd name="T20" fmla="*/ 20 w 40"/>
                    <a:gd name="T21" fmla="*/ 52 h 60"/>
                    <a:gd name="T22" fmla="*/ 30 w 40"/>
                    <a:gd name="T23" fmla="*/ 31 h 60"/>
                    <a:gd name="T24" fmla="*/ 20 w 40"/>
                    <a:gd name="T25" fmla="*/ 8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0" h="60">
                      <a:moveTo>
                        <a:pt x="20" y="60"/>
                      </a:moveTo>
                      <a:cubicBezTo>
                        <a:pt x="14" y="60"/>
                        <a:pt x="9" y="57"/>
                        <a:pt x="6" y="53"/>
                      </a:cubicBezTo>
                      <a:cubicBezTo>
                        <a:pt x="2" y="48"/>
                        <a:pt x="0" y="41"/>
                        <a:pt x="0" y="31"/>
                      </a:cubicBezTo>
                      <a:cubicBezTo>
                        <a:pt x="0" y="21"/>
                        <a:pt x="2" y="13"/>
                        <a:pt x="6" y="8"/>
                      </a:cubicBezTo>
                      <a:cubicBezTo>
                        <a:pt x="9" y="3"/>
                        <a:pt x="14" y="0"/>
                        <a:pt x="21" y="0"/>
                      </a:cubicBezTo>
                      <a:cubicBezTo>
                        <a:pt x="34" y="0"/>
                        <a:pt x="40" y="10"/>
                        <a:pt x="40" y="30"/>
                      </a:cubicBezTo>
                      <a:cubicBezTo>
                        <a:pt x="40" y="40"/>
                        <a:pt x="38" y="47"/>
                        <a:pt x="35" y="52"/>
                      </a:cubicBezTo>
                      <a:cubicBezTo>
                        <a:pt x="31" y="57"/>
                        <a:pt x="26" y="60"/>
                        <a:pt x="20" y="60"/>
                      </a:cubicBezTo>
                      <a:close/>
                      <a:moveTo>
                        <a:pt x="20" y="8"/>
                      </a:moveTo>
                      <a:cubicBezTo>
                        <a:pt x="13" y="8"/>
                        <a:pt x="10" y="16"/>
                        <a:pt x="10" y="31"/>
                      </a:cubicBezTo>
                      <a:cubicBezTo>
                        <a:pt x="10" y="45"/>
                        <a:pt x="13" y="52"/>
                        <a:pt x="20" y="52"/>
                      </a:cubicBezTo>
                      <a:cubicBezTo>
                        <a:pt x="27" y="52"/>
                        <a:pt x="30" y="45"/>
                        <a:pt x="30" y="31"/>
                      </a:cubicBezTo>
                      <a:cubicBezTo>
                        <a:pt x="30" y="15"/>
                        <a:pt x="27" y="8"/>
                        <a:pt x="20" y="8"/>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rgbClr val="505050"/>
                    </a:solidFill>
                  </a:endParaRPr>
                </a:p>
              </p:txBody>
            </p:sp>
            <p:sp>
              <p:nvSpPr>
                <p:cNvPr id="120" name="Freeform 119"/>
                <p:cNvSpPr>
                  <a:spLocks/>
                </p:cNvSpPr>
                <p:nvPr/>
              </p:nvSpPr>
              <p:spPr bwMode="auto">
                <a:xfrm>
                  <a:off x="10353675" y="3355975"/>
                  <a:ext cx="58738" cy="163513"/>
                </a:xfrm>
                <a:custGeom>
                  <a:avLst/>
                  <a:gdLst>
                    <a:gd name="T0" fmla="*/ 21 w 21"/>
                    <a:gd name="T1" fmla="*/ 0 h 57"/>
                    <a:gd name="T2" fmla="*/ 21 w 21"/>
                    <a:gd name="T3" fmla="*/ 57 h 57"/>
                    <a:gd name="T4" fmla="*/ 12 w 21"/>
                    <a:gd name="T5" fmla="*/ 57 h 57"/>
                    <a:gd name="T6" fmla="*/ 12 w 21"/>
                    <a:gd name="T7" fmla="*/ 11 h 57"/>
                    <a:gd name="T8" fmla="*/ 6 w 21"/>
                    <a:gd name="T9" fmla="*/ 14 h 57"/>
                    <a:gd name="T10" fmla="*/ 0 w 21"/>
                    <a:gd name="T11" fmla="*/ 16 h 57"/>
                    <a:gd name="T12" fmla="*/ 0 w 21"/>
                    <a:gd name="T13" fmla="*/ 9 h 57"/>
                    <a:gd name="T14" fmla="*/ 4 w 21"/>
                    <a:gd name="T15" fmla="*/ 7 h 57"/>
                    <a:gd name="T16" fmla="*/ 8 w 21"/>
                    <a:gd name="T17" fmla="*/ 5 h 57"/>
                    <a:gd name="T18" fmla="*/ 13 w 21"/>
                    <a:gd name="T19" fmla="*/ 3 h 57"/>
                    <a:gd name="T20" fmla="*/ 17 w 21"/>
                    <a:gd name="T21" fmla="*/ 0 h 57"/>
                    <a:gd name="T22" fmla="*/ 21 w 21"/>
                    <a:gd name="T23" fmla="*/ 0 h 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1" h="57">
                      <a:moveTo>
                        <a:pt x="21" y="0"/>
                      </a:moveTo>
                      <a:cubicBezTo>
                        <a:pt x="21" y="57"/>
                        <a:pt x="21" y="57"/>
                        <a:pt x="21" y="57"/>
                      </a:cubicBezTo>
                      <a:cubicBezTo>
                        <a:pt x="12" y="57"/>
                        <a:pt x="12" y="57"/>
                        <a:pt x="12" y="57"/>
                      </a:cubicBezTo>
                      <a:cubicBezTo>
                        <a:pt x="12" y="11"/>
                        <a:pt x="12" y="11"/>
                        <a:pt x="12" y="11"/>
                      </a:cubicBezTo>
                      <a:cubicBezTo>
                        <a:pt x="10" y="12"/>
                        <a:pt x="8" y="13"/>
                        <a:pt x="6" y="14"/>
                      </a:cubicBezTo>
                      <a:cubicBezTo>
                        <a:pt x="5" y="15"/>
                        <a:pt x="2" y="16"/>
                        <a:pt x="0" y="16"/>
                      </a:cubicBezTo>
                      <a:cubicBezTo>
                        <a:pt x="0" y="9"/>
                        <a:pt x="0" y="9"/>
                        <a:pt x="0" y="9"/>
                      </a:cubicBezTo>
                      <a:cubicBezTo>
                        <a:pt x="1" y="8"/>
                        <a:pt x="3" y="8"/>
                        <a:pt x="4" y="7"/>
                      </a:cubicBezTo>
                      <a:cubicBezTo>
                        <a:pt x="6" y="6"/>
                        <a:pt x="7" y="6"/>
                        <a:pt x="8" y="5"/>
                      </a:cubicBezTo>
                      <a:cubicBezTo>
                        <a:pt x="10" y="5"/>
                        <a:pt x="11" y="4"/>
                        <a:pt x="13" y="3"/>
                      </a:cubicBezTo>
                      <a:cubicBezTo>
                        <a:pt x="14" y="2"/>
                        <a:pt x="15" y="1"/>
                        <a:pt x="17" y="0"/>
                      </a:cubicBezTo>
                      <a:lnTo>
                        <a:pt x="21" y="0"/>
                      </a:ln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rgbClr val="505050"/>
                    </a:solidFill>
                  </a:endParaRPr>
                </a:p>
              </p:txBody>
            </p:sp>
            <p:sp>
              <p:nvSpPr>
                <p:cNvPr id="121" name="Freeform 120"/>
                <p:cNvSpPr>
                  <a:spLocks/>
                </p:cNvSpPr>
                <p:nvPr/>
              </p:nvSpPr>
              <p:spPr bwMode="auto">
                <a:xfrm>
                  <a:off x="10561638" y="3355975"/>
                  <a:ext cx="60325" cy="163513"/>
                </a:xfrm>
                <a:custGeom>
                  <a:avLst/>
                  <a:gdLst>
                    <a:gd name="T0" fmla="*/ 21 w 21"/>
                    <a:gd name="T1" fmla="*/ 0 h 57"/>
                    <a:gd name="T2" fmla="*/ 21 w 21"/>
                    <a:gd name="T3" fmla="*/ 57 h 57"/>
                    <a:gd name="T4" fmla="*/ 12 w 21"/>
                    <a:gd name="T5" fmla="*/ 57 h 57"/>
                    <a:gd name="T6" fmla="*/ 12 w 21"/>
                    <a:gd name="T7" fmla="*/ 11 h 57"/>
                    <a:gd name="T8" fmla="*/ 6 w 21"/>
                    <a:gd name="T9" fmla="*/ 14 h 57"/>
                    <a:gd name="T10" fmla="*/ 0 w 21"/>
                    <a:gd name="T11" fmla="*/ 16 h 57"/>
                    <a:gd name="T12" fmla="*/ 0 w 21"/>
                    <a:gd name="T13" fmla="*/ 9 h 57"/>
                    <a:gd name="T14" fmla="*/ 4 w 21"/>
                    <a:gd name="T15" fmla="*/ 7 h 57"/>
                    <a:gd name="T16" fmla="*/ 8 w 21"/>
                    <a:gd name="T17" fmla="*/ 5 h 57"/>
                    <a:gd name="T18" fmla="*/ 13 w 21"/>
                    <a:gd name="T19" fmla="*/ 3 h 57"/>
                    <a:gd name="T20" fmla="*/ 17 w 21"/>
                    <a:gd name="T21" fmla="*/ 0 h 57"/>
                    <a:gd name="T22" fmla="*/ 21 w 21"/>
                    <a:gd name="T23" fmla="*/ 0 h 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1" h="57">
                      <a:moveTo>
                        <a:pt x="21" y="0"/>
                      </a:moveTo>
                      <a:cubicBezTo>
                        <a:pt x="21" y="57"/>
                        <a:pt x="21" y="57"/>
                        <a:pt x="21" y="57"/>
                      </a:cubicBezTo>
                      <a:cubicBezTo>
                        <a:pt x="12" y="57"/>
                        <a:pt x="12" y="57"/>
                        <a:pt x="12" y="57"/>
                      </a:cubicBezTo>
                      <a:cubicBezTo>
                        <a:pt x="12" y="11"/>
                        <a:pt x="12" y="11"/>
                        <a:pt x="12" y="11"/>
                      </a:cubicBezTo>
                      <a:cubicBezTo>
                        <a:pt x="10" y="12"/>
                        <a:pt x="8" y="13"/>
                        <a:pt x="6" y="14"/>
                      </a:cubicBezTo>
                      <a:cubicBezTo>
                        <a:pt x="4" y="15"/>
                        <a:pt x="2" y="16"/>
                        <a:pt x="0" y="16"/>
                      </a:cubicBezTo>
                      <a:cubicBezTo>
                        <a:pt x="0" y="9"/>
                        <a:pt x="0" y="9"/>
                        <a:pt x="0" y="9"/>
                      </a:cubicBezTo>
                      <a:cubicBezTo>
                        <a:pt x="1" y="8"/>
                        <a:pt x="3" y="8"/>
                        <a:pt x="4" y="7"/>
                      </a:cubicBezTo>
                      <a:cubicBezTo>
                        <a:pt x="6" y="6"/>
                        <a:pt x="7" y="6"/>
                        <a:pt x="8" y="5"/>
                      </a:cubicBezTo>
                      <a:cubicBezTo>
                        <a:pt x="10" y="5"/>
                        <a:pt x="11" y="4"/>
                        <a:pt x="13" y="3"/>
                      </a:cubicBezTo>
                      <a:cubicBezTo>
                        <a:pt x="14" y="2"/>
                        <a:pt x="15" y="1"/>
                        <a:pt x="17" y="0"/>
                      </a:cubicBezTo>
                      <a:lnTo>
                        <a:pt x="21" y="0"/>
                      </a:ln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rgbClr val="505050"/>
                    </a:solidFill>
                  </a:endParaRPr>
                </a:p>
              </p:txBody>
            </p:sp>
            <p:sp>
              <p:nvSpPr>
                <p:cNvPr id="122" name="Freeform 121"/>
                <p:cNvSpPr>
                  <a:spLocks noEditPoints="1"/>
                </p:cNvSpPr>
                <p:nvPr/>
              </p:nvSpPr>
              <p:spPr bwMode="auto">
                <a:xfrm>
                  <a:off x="10436225" y="3352800"/>
                  <a:ext cx="114300" cy="171450"/>
                </a:xfrm>
                <a:custGeom>
                  <a:avLst/>
                  <a:gdLst>
                    <a:gd name="T0" fmla="*/ 19 w 40"/>
                    <a:gd name="T1" fmla="*/ 60 h 60"/>
                    <a:gd name="T2" fmla="*/ 5 w 40"/>
                    <a:gd name="T3" fmla="*/ 53 h 60"/>
                    <a:gd name="T4" fmla="*/ 0 w 40"/>
                    <a:gd name="T5" fmla="*/ 31 h 60"/>
                    <a:gd name="T6" fmla="*/ 6 w 40"/>
                    <a:gd name="T7" fmla="*/ 8 h 60"/>
                    <a:gd name="T8" fmla="*/ 21 w 40"/>
                    <a:gd name="T9" fmla="*/ 0 h 60"/>
                    <a:gd name="T10" fmla="*/ 40 w 40"/>
                    <a:gd name="T11" fmla="*/ 30 h 60"/>
                    <a:gd name="T12" fmla="*/ 34 w 40"/>
                    <a:gd name="T13" fmla="*/ 52 h 60"/>
                    <a:gd name="T14" fmla="*/ 19 w 40"/>
                    <a:gd name="T15" fmla="*/ 60 h 60"/>
                    <a:gd name="T16" fmla="*/ 20 w 40"/>
                    <a:gd name="T17" fmla="*/ 8 h 60"/>
                    <a:gd name="T18" fmla="*/ 10 w 40"/>
                    <a:gd name="T19" fmla="*/ 31 h 60"/>
                    <a:gd name="T20" fmla="*/ 20 w 40"/>
                    <a:gd name="T21" fmla="*/ 52 h 60"/>
                    <a:gd name="T22" fmla="*/ 30 w 40"/>
                    <a:gd name="T23" fmla="*/ 31 h 60"/>
                    <a:gd name="T24" fmla="*/ 20 w 40"/>
                    <a:gd name="T25" fmla="*/ 8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0" h="60">
                      <a:moveTo>
                        <a:pt x="19" y="60"/>
                      </a:moveTo>
                      <a:cubicBezTo>
                        <a:pt x="13" y="60"/>
                        <a:pt x="9" y="57"/>
                        <a:pt x="5" y="53"/>
                      </a:cubicBezTo>
                      <a:cubicBezTo>
                        <a:pt x="2" y="48"/>
                        <a:pt x="0" y="41"/>
                        <a:pt x="0" y="31"/>
                      </a:cubicBezTo>
                      <a:cubicBezTo>
                        <a:pt x="0" y="21"/>
                        <a:pt x="2" y="13"/>
                        <a:pt x="6" y="8"/>
                      </a:cubicBezTo>
                      <a:cubicBezTo>
                        <a:pt x="9" y="3"/>
                        <a:pt x="14" y="0"/>
                        <a:pt x="21" y="0"/>
                      </a:cubicBezTo>
                      <a:cubicBezTo>
                        <a:pt x="34" y="0"/>
                        <a:pt x="40" y="10"/>
                        <a:pt x="40" y="30"/>
                      </a:cubicBezTo>
                      <a:cubicBezTo>
                        <a:pt x="40" y="40"/>
                        <a:pt x="38" y="47"/>
                        <a:pt x="34" y="52"/>
                      </a:cubicBezTo>
                      <a:cubicBezTo>
                        <a:pt x="31" y="57"/>
                        <a:pt x="26" y="60"/>
                        <a:pt x="19" y="60"/>
                      </a:cubicBezTo>
                      <a:close/>
                      <a:moveTo>
                        <a:pt x="20" y="8"/>
                      </a:moveTo>
                      <a:cubicBezTo>
                        <a:pt x="13" y="8"/>
                        <a:pt x="10" y="16"/>
                        <a:pt x="10" y="31"/>
                      </a:cubicBezTo>
                      <a:cubicBezTo>
                        <a:pt x="10" y="45"/>
                        <a:pt x="13" y="52"/>
                        <a:pt x="20" y="52"/>
                      </a:cubicBezTo>
                      <a:cubicBezTo>
                        <a:pt x="27" y="52"/>
                        <a:pt x="30" y="45"/>
                        <a:pt x="30" y="31"/>
                      </a:cubicBezTo>
                      <a:cubicBezTo>
                        <a:pt x="30" y="15"/>
                        <a:pt x="27" y="8"/>
                        <a:pt x="20" y="8"/>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rgbClr val="505050"/>
                    </a:solidFill>
                  </a:endParaRPr>
                </a:p>
              </p:txBody>
            </p:sp>
            <p:sp>
              <p:nvSpPr>
                <p:cNvPr id="123" name="Freeform 122"/>
                <p:cNvSpPr>
                  <a:spLocks noEditPoints="1"/>
                </p:cNvSpPr>
                <p:nvPr/>
              </p:nvSpPr>
              <p:spPr bwMode="auto">
                <a:xfrm>
                  <a:off x="10647363" y="3352800"/>
                  <a:ext cx="111125" cy="171450"/>
                </a:xfrm>
                <a:custGeom>
                  <a:avLst/>
                  <a:gdLst>
                    <a:gd name="T0" fmla="*/ 19 w 39"/>
                    <a:gd name="T1" fmla="*/ 60 h 60"/>
                    <a:gd name="T2" fmla="*/ 5 w 39"/>
                    <a:gd name="T3" fmla="*/ 53 h 60"/>
                    <a:gd name="T4" fmla="*/ 0 w 39"/>
                    <a:gd name="T5" fmla="*/ 31 h 60"/>
                    <a:gd name="T6" fmla="*/ 5 w 39"/>
                    <a:gd name="T7" fmla="*/ 8 h 60"/>
                    <a:gd name="T8" fmla="*/ 20 w 39"/>
                    <a:gd name="T9" fmla="*/ 0 h 60"/>
                    <a:gd name="T10" fmla="*/ 39 w 39"/>
                    <a:gd name="T11" fmla="*/ 30 h 60"/>
                    <a:gd name="T12" fmla="*/ 34 w 39"/>
                    <a:gd name="T13" fmla="*/ 52 h 60"/>
                    <a:gd name="T14" fmla="*/ 19 w 39"/>
                    <a:gd name="T15" fmla="*/ 60 h 60"/>
                    <a:gd name="T16" fmla="*/ 20 w 39"/>
                    <a:gd name="T17" fmla="*/ 8 h 60"/>
                    <a:gd name="T18" fmla="*/ 9 w 39"/>
                    <a:gd name="T19" fmla="*/ 31 h 60"/>
                    <a:gd name="T20" fmla="*/ 20 w 39"/>
                    <a:gd name="T21" fmla="*/ 52 h 60"/>
                    <a:gd name="T22" fmla="*/ 30 w 39"/>
                    <a:gd name="T23" fmla="*/ 31 h 60"/>
                    <a:gd name="T24" fmla="*/ 20 w 39"/>
                    <a:gd name="T25" fmla="*/ 8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9" h="60">
                      <a:moveTo>
                        <a:pt x="19" y="60"/>
                      </a:moveTo>
                      <a:cubicBezTo>
                        <a:pt x="13" y="60"/>
                        <a:pt x="8" y="57"/>
                        <a:pt x="5" y="53"/>
                      </a:cubicBezTo>
                      <a:cubicBezTo>
                        <a:pt x="2" y="48"/>
                        <a:pt x="0" y="41"/>
                        <a:pt x="0" y="31"/>
                      </a:cubicBezTo>
                      <a:cubicBezTo>
                        <a:pt x="0" y="21"/>
                        <a:pt x="2" y="13"/>
                        <a:pt x="5" y="8"/>
                      </a:cubicBezTo>
                      <a:cubicBezTo>
                        <a:pt x="9" y="3"/>
                        <a:pt x="14" y="0"/>
                        <a:pt x="20" y="0"/>
                      </a:cubicBezTo>
                      <a:cubicBezTo>
                        <a:pt x="33" y="0"/>
                        <a:pt x="39" y="10"/>
                        <a:pt x="39" y="30"/>
                      </a:cubicBezTo>
                      <a:cubicBezTo>
                        <a:pt x="39" y="40"/>
                        <a:pt x="38" y="47"/>
                        <a:pt x="34" y="52"/>
                      </a:cubicBezTo>
                      <a:cubicBezTo>
                        <a:pt x="30" y="57"/>
                        <a:pt x="25" y="60"/>
                        <a:pt x="19" y="60"/>
                      </a:cubicBezTo>
                      <a:close/>
                      <a:moveTo>
                        <a:pt x="20" y="8"/>
                      </a:moveTo>
                      <a:cubicBezTo>
                        <a:pt x="13" y="8"/>
                        <a:pt x="9" y="16"/>
                        <a:pt x="9" y="31"/>
                      </a:cubicBezTo>
                      <a:cubicBezTo>
                        <a:pt x="9" y="45"/>
                        <a:pt x="13" y="52"/>
                        <a:pt x="20" y="52"/>
                      </a:cubicBezTo>
                      <a:cubicBezTo>
                        <a:pt x="26" y="52"/>
                        <a:pt x="30" y="45"/>
                        <a:pt x="30" y="31"/>
                      </a:cubicBezTo>
                      <a:cubicBezTo>
                        <a:pt x="30" y="15"/>
                        <a:pt x="26" y="8"/>
                        <a:pt x="20" y="8"/>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rgbClr val="505050"/>
                    </a:solidFill>
                  </a:endParaRPr>
                </a:p>
              </p:txBody>
            </p:sp>
          </p:grpSp>
          <p:grpSp>
            <p:nvGrpSpPr>
              <p:cNvPr id="127" name="Group 126"/>
              <p:cNvGrpSpPr/>
              <p:nvPr/>
            </p:nvGrpSpPr>
            <p:grpSpPr>
              <a:xfrm>
                <a:off x="8616736" y="5375377"/>
                <a:ext cx="702773" cy="827459"/>
                <a:chOff x="5433800" y="4790767"/>
                <a:chExt cx="1264119" cy="1488399"/>
              </a:xfrm>
              <a:effectLst/>
            </p:grpSpPr>
            <p:sp>
              <p:nvSpPr>
                <p:cNvPr id="8" name="Oval 7"/>
                <p:cNvSpPr/>
                <p:nvPr/>
              </p:nvSpPr>
              <p:spPr bwMode="auto">
                <a:xfrm>
                  <a:off x="5528497" y="4840966"/>
                  <a:ext cx="1067290" cy="342061"/>
                </a:xfrm>
                <a:prstGeom prst="ellipse">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sp>
              <p:nvSpPr>
                <p:cNvPr id="124" name="Freeform 106"/>
                <p:cNvSpPr>
                  <a:spLocks noEditPoints="1"/>
                </p:cNvSpPr>
                <p:nvPr/>
              </p:nvSpPr>
              <p:spPr bwMode="auto">
                <a:xfrm>
                  <a:off x="5433800" y="4790767"/>
                  <a:ext cx="1264119" cy="1488399"/>
                </a:xfrm>
                <a:custGeom>
                  <a:avLst/>
                  <a:gdLst>
                    <a:gd name="T0" fmla="*/ 66 w 134"/>
                    <a:gd name="T1" fmla="*/ 8 h 158"/>
                    <a:gd name="T2" fmla="*/ 122 w 134"/>
                    <a:gd name="T3" fmla="*/ 23 h 158"/>
                    <a:gd name="T4" fmla="*/ 66 w 134"/>
                    <a:gd name="T5" fmla="*/ 39 h 158"/>
                    <a:gd name="T6" fmla="*/ 11 w 134"/>
                    <a:gd name="T7" fmla="*/ 23 h 158"/>
                    <a:gd name="T8" fmla="*/ 66 w 134"/>
                    <a:gd name="T9" fmla="*/ 8 h 158"/>
                    <a:gd name="T10" fmla="*/ 67 w 134"/>
                    <a:gd name="T11" fmla="*/ 0 h 158"/>
                    <a:gd name="T12" fmla="*/ 41 w 134"/>
                    <a:gd name="T13" fmla="*/ 2 h 158"/>
                    <a:gd name="T14" fmla="*/ 20 w 134"/>
                    <a:gd name="T15" fmla="*/ 7 h 158"/>
                    <a:gd name="T16" fmla="*/ 5 w 134"/>
                    <a:gd name="T17" fmla="*/ 16 h 158"/>
                    <a:gd name="T18" fmla="*/ 1 w 134"/>
                    <a:gd name="T19" fmla="*/ 21 h 158"/>
                    <a:gd name="T20" fmla="*/ 0 w 134"/>
                    <a:gd name="T21" fmla="*/ 26 h 158"/>
                    <a:gd name="T22" fmla="*/ 0 w 134"/>
                    <a:gd name="T23" fmla="*/ 131 h 158"/>
                    <a:gd name="T24" fmla="*/ 1 w 134"/>
                    <a:gd name="T25" fmla="*/ 137 h 158"/>
                    <a:gd name="T26" fmla="*/ 5 w 134"/>
                    <a:gd name="T27" fmla="*/ 141 h 158"/>
                    <a:gd name="T28" fmla="*/ 20 w 134"/>
                    <a:gd name="T29" fmla="*/ 150 h 158"/>
                    <a:gd name="T30" fmla="*/ 41 w 134"/>
                    <a:gd name="T31" fmla="*/ 155 h 158"/>
                    <a:gd name="T32" fmla="*/ 67 w 134"/>
                    <a:gd name="T33" fmla="*/ 158 h 158"/>
                    <a:gd name="T34" fmla="*/ 114 w 134"/>
                    <a:gd name="T35" fmla="*/ 150 h 158"/>
                    <a:gd name="T36" fmla="*/ 128 w 134"/>
                    <a:gd name="T37" fmla="*/ 141 h 158"/>
                    <a:gd name="T38" fmla="*/ 132 w 134"/>
                    <a:gd name="T39" fmla="*/ 137 h 158"/>
                    <a:gd name="T40" fmla="*/ 134 w 134"/>
                    <a:gd name="T41" fmla="*/ 131 h 158"/>
                    <a:gd name="T42" fmla="*/ 134 w 134"/>
                    <a:gd name="T43" fmla="*/ 26 h 158"/>
                    <a:gd name="T44" fmla="*/ 128 w 134"/>
                    <a:gd name="T45" fmla="*/ 16 h 158"/>
                    <a:gd name="T46" fmla="*/ 114 w 134"/>
                    <a:gd name="T47" fmla="*/ 7 h 158"/>
                    <a:gd name="T48" fmla="*/ 93 w 134"/>
                    <a:gd name="T49" fmla="*/ 2 h 158"/>
                    <a:gd name="T50" fmla="*/ 67 w 134"/>
                    <a:gd name="T51" fmla="*/ 0 h 1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34" h="158">
                      <a:moveTo>
                        <a:pt x="66" y="8"/>
                      </a:moveTo>
                      <a:cubicBezTo>
                        <a:pt x="97" y="8"/>
                        <a:pt x="122" y="15"/>
                        <a:pt x="122" y="23"/>
                      </a:cubicBezTo>
                      <a:cubicBezTo>
                        <a:pt x="122" y="32"/>
                        <a:pt x="97" y="39"/>
                        <a:pt x="66" y="39"/>
                      </a:cubicBezTo>
                      <a:cubicBezTo>
                        <a:pt x="36" y="39"/>
                        <a:pt x="11" y="32"/>
                        <a:pt x="11" y="23"/>
                      </a:cubicBezTo>
                      <a:cubicBezTo>
                        <a:pt x="11" y="15"/>
                        <a:pt x="36" y="8"/>
                        <a:pt x="66" y="8"/>
                      </a:cubicBezTo>
                      <a:close/>
                      <a:moveTo>
                        <a:pt x="67" y="0"/>
                      </a:moveTo>
                      <a:cubicBezTo>
                        <a:pt x="41" y="2"/>
                        <a:pt x="41" y="2"/>
                        <a:pt x="41" y="2"/>
                      </a:cubicBezTo>
                      <a:cubicBezTo>
                        <a:pt x="20" y="7"/>
                        <a:pt x="20" y="7"/>
                        <a:pt x="20" y="7"/>
                      </a:cubicBezTo>
                      <a:cubicBezTo>
                        <a:pt x="5" y="16"/>
                        <a:pt x="5" y="16"/>
                        <a:pt x="5" y="16"/>
                      </a:cubicBezTo>
                      <a:cubicBezTo>
                        <a:pt x="1" y="21"/>
                        <a:pt x="1" y="21"/>
                        <a:pt x="1" y="21"/>
                      </a:cubicBezTo>
                      <a:cubicBezTo>
                        <a:pt x="0" y="26"/>
                        <a:pt x="0" y="26"/>
                        <a:pt x="0" y="26"/>
                      </a:cubicBezTo>
                      <a:cubicBezTo>
                        <a:pt x="0" y="131"/>
                        <a:pt x="0" y="131"/>
                        <a:pt x="0" y="131"/>
                      </a:cubicBezTo>
                      <a:cubicBezTo>
                        <a:pt x="1" y="137"/>
                        <a:pt x="1" y="137"/>
                        <a:pt x="1" y="137"/>
                      </a:cubicBezTo>
                      <a:cubicBezTo>
                        <a:pt x="5" y="141"/>
                        <a:pt x="5" y="141"/>
                        <a:pt x="5" y="141"/>
                      </a:cubicBezTo>
                      <a:cubicBezTo>
                        <a:pt x="20" y="150"/>
                        <a:pt x="20" y="150"/>
                        <a:pt x="20" y="150"/>
                      </a:cubicBezTo>
                      <a:cubicBezTo>
                        <a:pt x="41" y="155"/>
                        <a:pt x="41" y="155"/>
                        <a:pt x="41" y="155"/>
                      </a:cubicBezTo>
                      <a:cubicBezTo>
                        <a:pt x="49" y="157"/>
                        <a:pt x="58" y="158"/>
                        <a:pt x="67" y="158"/>
                      </a:cubicBezTo>
                      <a:cubicBezTo>
                        <a:pt x="85" y="158"/>
                        <a:pt x="102" y="155"/>
                        <a:pt x="114" y="150"/>
                      </a:cubicBezTo>
                      <a:cubicBezTo>
                        <a:pt x="120" y="147"/>
                        <a:pt x="125" y="145"/>
                        <a:pt x="128" y="141"/>
                      </a:cubicBezTo>
                      <a:cubicBezTo>
                        <a:pt x="130" y="140"/>
                        <a:pt x="131" y="138"/>
                        <a:pt x="132" y="137"/>
                      </a:cubicBezTo>
                      <a:cubicBezTo>
                        <a:pt x="133" y="135"/>
                        <a:pt x="134" y="133"/>
                        <a:pt x="134" y="131"/>
                      </a:cubicBezTo>
                      <a:cubicBezTo>
                        <a:pt x="134" y="26"/>
                        <a:pt x="134" y="26"/>
                        <a:pt x="134" y="26"/>
                      </a:cubicBezTo>
                      <a:cubicBezTo>
                        <a:pt x="134" y="22"/>
                        <a:pt x="132" y="19"/>
                        <a:pt x="128" y="16"/>
                      </a:cubicBezTo>
                      <a:cubicBezTo>
                        <a:pt x="125" y="13"/>
                        <a:pt x="120" y="10"/>
                        <a:pt x="114" y="7"/>
                      </a:cubicBezTo>
                      <a:cubicBezTo>
                        <a:pt x="108" y="5"/>
                        <a:pt x="101" y="3"/>
                        <a:pt x="93" y="2"/>
                      </a:cubicBezTo>
                      <a:cubicBezTo>
                        <a:pt x="85" y="0"/>
                        <a:pt x="76" y="0"/>
                        <a:pt x="67" y="0"/>
                      </a:cubicBezTo>
                      <a:close/>
                    </a:path>
                  </a:pathLst>
                </a:custGeom>
                <a:solidFill>
                  <a:srgbClr val="68217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642" tIns="44821" rIns="89642" bIns="44821" numCol="1" anchor="t" anchorCtr="0" compatLnSpc="1">
                  <a:prstTxWarp prst="textNoShape">
                    <a:avLst/>
                  </a:prstTxWarp>
                </a:bodyPr>
                <a:lstStyle/>
                <a:p>
                  <a:pPr defTabSz="914314"/>
                  <a:endParaRPr lang="en-US">
                    <a:solidFill>
                      <a:srgbClr val="000000"/>
                    </a:solidFill>
                  </a:endParaRPr>
                </a:p>
              </p:txBody>
            </p:sp>
          </p:grpSp>
          <p:grpSp>
            <p:nvGrpSpPr>
              <p:cNvPr id="128" name="Group 127"/>
              <p:cNvGrpSpPr/>
              <p:nvPr/>
            </p:nvGrpSpPr>
            <p:grpSpPr>
              <a:xfrm>
                <a:off x="9847006" y="5354227"/>
                <a:ext cx="506203" cy="596014"/>
                <a:chOff x="5433800" y="4790767"/>
                <a:chExt cx="1264119" cy="1488399"/>
              </a:xfrm>
              <a:effectLst/>
            </p:grpSpPr>
            <p:sp>
              <p:nvSpPr>
                <p:cNvPr id="129" name="Oval 128"/>
                <p:cNvSpPr/>
                <p:nvPr/>
              </p:nvSpPr>
              <p:spPr bwMode="auto">
                <a:xfrm>
                  <a:off x="5528497" y="4840966"/>
                  <a:ext cx="1067290" cy="342061"/>
                </a:xfrm>
                <a:prstGeom prst="ellipse">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sp>
              <p:nvSpPr>
                <p:cNvPr id="130" name="Freeform 106"/>
                <p:cNvSpPr>
                  <a:spLocks noEditPoints="1"/>
                </p:cNvSpPr>
                <p:nvPr/>
              </p:nvSpPr>
              <p:spPr bwMode="auto">
                <a:xfrm>
                  <a:off x="5433800" y="4790767"/>
                  <a:ext cx="1264119" cy="1488399"/>
                </a:xfrm>
                <a:custGeom>
                  <a:avLst/>
                  <a:gdLst>
                    <a:gd name="T0" fmla="*/ 66 w 134"/>
                    <a:gd name="T1" fmla="*/ 8 h 158"/>
                    <a:gd name="T2" fmla="*/ 122 w 134"/>
                    <a:gd name="T3" fmla="*/ 23 h 158"/>
                    <a:gd name="T4" fmla="*/ 66 w 134"/>
                    <a:gd name="T5" fmla="*/ 39 h 158"/>
                    <a:gd name="T6" fmla="*/ 11 w 134"/>
                    <a:gd name="T7" fmla="*/ 23 h 158"/>
                    <a:gd name="T8" fmla="*/ 66 w 134"/>
                    <a:gd name="T9" fmla="*/ 8 h 158"/>
                    <a:gd name="T10" fmla="*/ 67 w 134"/>
                    <a:gd name="T11" fmla="*/ 0 h 158"/>
                    <a:gd name="T12" fmla="*/ 41 w 134"/>
                    <a:gd name="T13" fmla="*/ 2 h 158"/>
                    <a:gd name="T14" fmla="*/ 20 w 134"/>
                    <a:gd name="T15" fmla="*/ 7 h 158"/>
                    <a:gd name="T16" fmla="*/ 5 w 134"/>
                    <a:gd name="T17" fmla="*/ 16 h 158"/>
                    <a:gd name="T18" fmla="*/ 1 w 134"/>
                    <a:gd name="T19" fmla="*/ 21 h 158"/>
                    <a:gd name="T20" fmla="*/ 0 w 134"/>
                    <a:gd name="T21" fmla="*/ 26 h 158"/>
                    <a:gd name="T22" fmla="*/ 0 w 134"/>
                    <a:gd name="T23" fmla="*/ 131 h 158"/>
                    <a:gd name="T24" fmla="*/ 1 w 134"/>
                    <a:gd name="T25" fmla="*/ 137 h 158"/>
                    <a:gd name="T26" fmla="*/ 5 w 134"/>
                    <a:gd name="T27" fmla="*/ 141 h 158"/>
                    <a:gd name="T28" fmla="*/ 20 w 134"/>
                    <a:gd name="T29" fmla="*/ 150 h 158"/>
                    <a:gd name="T30" fmla="*/ 41 w 134"/>
                    <a:gd name="T31" fmla="*/ 155 h 158"/>
                    <a:gd name="T32" fmla="*/ 67 w 134"/>
                    <a:gd name="T33" fmla="*/ 158 h 158"/>
                    <a:gd name="T34" fmla="*/ 114 w 134"/>
                    <a:gd name="T35" fmla="*/ 150 h 158"/>
                    <a:gd name="T36" fmla="*/ 128 w 134"/>
                    <a:gd name="T37" fmla="*/ 141 h 158"/>
                    <a:gd name="T38" fmla="*/ 132 w 134"/>
                    <a:gd name="T39" fmla="*/ 137 h 158"/>
                    <a:gd name="T40" fmla="*/ 134 w 134"/>
                    <a:gd name="T41" fmla="*/ 131 h 158"/>
                    <a:gd name="T42" fmla="*/ 134 w 134"/>
                    <a:gd name="T43" fmla="*/ 26 h 158"/>
                    <a:gd name="T44" fmla="*/ 128 w 134"/>
                    <a:gd name="T45" fmla="*/ 16 h 158"/>
                    <a:gd name="T46" fmla="*/ 114 w 134"/>
                    <a:gd name="T47" fmla="*/ 7 h 158"/>
                    <a:gd name="T48" fmla="*/ 93 w 134"/>
                    <a:gd name="T49" fmla="*/ 2 h 158"/>
                    <a:gd name="T50" fmla="*/ 67 w 134"/>
                    <a:gd name="T51" fmla="*/ 0 h 1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34" h="158">
                      <a:moveTo>
                        <a:pt x="66" y="8"/>
                      </a:moveTo>
                      <a:cubicBezTo>
                        <a:pt x="97" y="8"/>
                        <a:pt x="122" y="15"/>
                        <a:pt x="122" y="23"/>
                      </a:cubicBezTo>
                      <a:cubicBezTo>
                        <a:pt x="122" y="32"/>
                        <a:pt x="97" y="39"/>
                        <a:pt x="66" y="39"/>
                      </a:cubicBezTo>
                      <a:cubicBezTo>
                        <a:pt x="36" y="39"/>
                        <a:pt x="11" y="32"/>
                        <a:pt x="11" y="23"/>
                      </a:cubicBezTo>
                      <a:cubicBezTo>
                        <a:pt x="11" y="15"/>
                        <a:pt x="36" y="8"/>
                        <a:pt x="66" y="8"/>
                      </a:cubicBezTo>
                      <a:close/>
                      <a:moveTo>
                        <a:pt x="67" y="0"/>
                      </a:moveTo>
                      <a:cubicBezTo>
                        <a:pt x="41" y="2"/>
                        <a:pt x="41" y="2"/>
                        <a:pt x="41" y="2"/>
                      </a:cubicBezTo>
                      <a:cubicBezTo>
                        <a:pt x="20" y="7"/>
                        <a:pt x="20" y="7"/>
                        <a:pt x="20" y="7"/>
                      </a:cubicBezTo>
                      <a:cubicBezTo>
                        <a:pt x="5" y="16"/>
                        <a:pt x="5" y="16"/>
                        <a:pt x="5" y="16"/>
                      </a:cubicBezTo>
                      <a:cubicBezTo>
                        <a:pt x="1" y="21"/>
                        <a:pt x="1" y="21"/>
                        <a:pt x="1" y="21"/>
                      </a:cubicBezTo>
                      <a:cubicBezTo>
                        <a:pt x="0" y="26"/>
                        <a:pt x="0" y="26"/>
                        <a:pt x="0" y="26"/>
                      </a:cubicBezTo>
                      <a:cubicBezTo>
                        <a:pt x="0" y="131"/>
                        <a:pt x="0" y="131"/>
                        <a:pt x="0" y="131"/>
                      </a:cubicBezTo>
                      <a:cubicBezTo>
                        <a:pt x="1" y="137"/>
                        <a:pt x="1" y="137"/>
                        <a:pt x="1" y="137"/>
                      </a:cubicBezTo>
                      <a:cubicBezTo>
                        <a:pt x="5" y="141"/>
                        <a:pt x="5" y="141"/>
                        <a:pt x="5" y="141"/>
                      </a:cubicBezTo>
                      <a:cubicBezTo>
                        <a:pt x="20" y="150"/>
                        <a:pt x="20" y="150"/>
                        <a:pt x="20" y="150"/>
                      </a:cubicBezTo>
                      <a:cubicBezTo>
                        <a:pt x="41" y="155"/>
                        <a:pt x="41" y="155"/>
                        <a:pt x="41" y="155"/>
                      </a:cubicBezTo>
                      <a:cubicBezTo>
                        <a:pt x="49" y="157"/>
                        <a:pt x="58" y="158"/>
                        <a:pt x="67" y="158"/>
                      </a:cubicBezTo>
                      <a:cubicBezTo>
                        <a:pt x="85" y="158"/>
                        <a:pt x="102" y="155"/>
                        <a:pt x="114" y="150"/>
                      </a:cubicBezTo>
                      <a:cubicBezTo>
                        <a:pt x="120" y="147"/>
                        <a:pt x="125" y="145"/>
                        <a:pt x="128" y="141"/>
                      </a:cubicBezTo>
                      <a:cubicBezTo>
                        <a:pt x="130" y="140"/>
                        <a:pt x="131" y="138"/>
                        <a:pt x="132" y="137"/>
                      </a:cubicBezTo>
                      <a:cubicBezTo>
                        <a:pt x="133" y="135"/>
                        <a:pt x="134" y="133"/>
                        <a:pt x="134" y="131"/>
                      </a:cubicBezTo>
                      <a:cubicBezTo>
                        <a:pt x="134" y="26"/>
                        <a:pt x="134" y="26"/>
                        <a:pt x="134" y="26"/>
                      </a:cubicBezTo>
                      <a:cubicBezTo>
                        <a:pt x="134" y="22"/>
                        <a:pt x="132" y="19"/>
                        <a:pt x="128" y="16"/>
                      </a:cubicBezTo>
                      <a:cubicBezTo>
                        <a:pt x="125" y="13"/>
                        <a:pt x="120" y="10"/>
                        <a:pt x="114" y="7"/>
                      </a:cubicBezTo>
                      <a:cubicBezTo>
                        <a:pt x="108" y="5"/>
                        <a:pt x="101" y="3"/>
                        <a:pt x="93" y="2"/>
                      </a:cubicBezTo>
                      <a:cubicBezTo>
                        <a:pt x="85" y="0"/>
                        <a:pt x="76" y="0"/>
                        <a:pt x="67" y="0"/>
                      </a:cubicBez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642" tIns="44821" rIns="89642" bIns="44821" numCol="1" anchor="t" anchorCtr="0" compatLnSpc="1">
                  <a:prstTxWarp prst="textNoShape">
                    <a:avLst/>
                  </a:prstTxWarp>
                </a:bodyPr>
                <a:lstStyle/>
                <a:p>
                  <a:pPr defTabSz="914314"/>
                  <a:endParaRPr lang="en-US">
                    <a:solidFill>
                      <a:srgbClr val="000000"/>
                    </a:solidFill>
                  </a:endParaRPr>
                </a:p>
              </p:txBody>
            </p:sp>
          </p:grpSp>
        </p:grpSp>
      </p:grpSp>
      <p:sp>
        <p:nvSpPr>
          <p:cNvPr id="2" name="Title 1"/>
          <p:cNvSpPr>
            <a:spLocks noGrp="1"/>
          </p:cNvSpPr>
          <p:nvPr>
            <p:ph type="title" idx="4294967295"/>
          </p:nvPr>
        </p:nvSpPr>
        <p:spPr>
          <a:xfrm>
            <a:off x="1111250" y="342900"/>
            <a:ext cx="11080750" cy="957263"/>
          </a:xfrm>
          <a:prstGeom prst="rect">
            <a:avLst/>
          </a:prstGeom>
        </p:spPr>
        <p:txBody>
          <a:bodyPr/>
          <a:lstStyle/>
          <a:p>
            <a:r>
              <a:rPr lang="en-US" sz="4800" dirty="0"/>
              <a:t>Enhance data protection and compliance </a:t>
            </a:r>
          </a:p>
        </p:txBody>
      </p:sp>
      <p:sp>
        <p:nvSpPr>
          <p:cNvPr id="46" name="TextBox 45"/>
          <p:cNvSpPr txBox="1"/>
          <p:nvPr/>
        </p:nvSpPr>
        <p:spPr>
          <a:xfrm>
            <a:off x="10505373" y="6264550"/>
            <a:ext cx="184730" cy="646331"/>
          </a:xfrm>
          <a:prstGeom prst="rect">
            <a:avLst/>
          </a:prstGeom>
          <a:noFill/>
        </p:spPr>
        <p:txBody>
          <a:bodyPr wrap="none" rtlCol="0">
            <a:spAutoFit/>
          </a:bodyPr>
          <a:lstStyle/>
          <a:p>
            <a:pPr algn="r"/>
            <a:endParaRPr lang="en-US" sz="3600" b="1" dirty="0">
              <a:solidFill>
                <a:srgbClr val="D0E6B8"/>
              </a:solidFill>
            </a:endParaRPr>
          </a:p>
        </p:txBody>
      </p:sp>
      <p:grpSp>
        <p:nvGrpSpPr>
          <p:cNvPr id="165" name="Group 164"/>
          <p:cNvGrpSpPr/>
          <p:nvPr/>
        </p:nvGrpSpPr>
        <p:grpSpPr>
          <a:xfrm>
            <a:off x="7383102" y="5168936"/>
            <a:ext cx="908118" cy="1039330"/>
            <a:chOff x="8908825" y="4457141"/>
            <a:chExt cx="1325107" cy="1516569"/>
          </a:xfrm>
        </p:grpSpPr>
        <p:grpSp>
          <p:nvGrpSpPr>
            <p:cNvPr id="54" name="Group 53"/>
            <p:cNvGrpSpPr/>
            <p:nvPr/>
          </p:nvGrpSpPr>
          <p:grpSpPr>
            <a:xfrm>
              <a:off x="8908825" y="4457141"/>
              <a:ext cx="1325107" cy="1516569"/>
              <a:chOff x="9692489" y="5620149"/>
              <a:chExt cx="837737" cy="958779"/>
            </a:xfrm>
            <a:solidFill>
              <a:srgbClr val="2E75B6"/>
            </a:solidFill>
          </p:grpSpPr>
          <p:sp>
            <p:nvSpPr>
              <p:cNvPr id="55" name="Freeform 10"/>
              <p:cNvSpPr>
                <a:spLocks/>
              </p:cNvSpPr>
              <p:nvPr/>
            </p:nvSpPr>
            <p:spPr bwMode="auto">
              <a:xfrm>
                <a:off x="9692489" y="5620149"/>
                <a:ext cx="837737" cy="958779"/>
              </a:xfrm>
              <a:custGeom>
                <a:avLst/>
                <a:gdLst>
                  <a:gd name="T0" fmla="*/ 3618 w 4193"/>
                  <a:gd name="T1" fmla="*/ 3 h 4800"/>
                  <a:gd name="T2" fmla="*/ 3627 w 4193"/>
                  <a:gd name="T3" fmla="*/ 10 h 4800"/>
                  <a:gd name="T4" fmla="*/ 3635 w 4193"/>
                  <a:gd name="T5" fmla="*/ 22 h 4800"/>
                  <a:gd name="T6" fmla="*/ 3793 w 4193"/>
                  <a:gd name="T7" fmla="*/ 289 h 4800"/>
                  <a:gd name="T8" fmla="*/ 3927 w 4193"/>
                  <a:gd name="T9" fmla="*/ 563 h 4800"/>
                  <a:gd name="T10" fmla="*/ 4037 w 4193"/>
                  <a:gd name="T11" fmla="*/ 845 h 4800"/>
                  <a:gd name="T12" fmla="*/ 4119 w 4193"/>
                  <a:gd name="T13" fmla="*/ 1134 h 4800"/>
                  <a:gd name="T14" fmla="*/ 4171 w 4193"/>
                  <a:gd name="T15" fmla="*/ 1432 h 4800"/>
                  <a:gd name="T16" fmla="*/ 4193 w 4193"/>
                  <a:gd name="T17" fmla="*/ 1737 h 4800"/>
                  <a:gd name="T18" fmla="*/ 4184 w 4193"/>
                  <a:gd name="T19" fmla="*/ 2049 h 4800"/>
                  <a:gd name="T20" fmla="*/ 4152 w 4193"/>
                  <a:gd name="T21" fmla="*/ 2353 h 4800"/>
                  <a:gd name="T22" fmla="*/ 4095 w 4193"/>
                  <a:gd name="T23" fmla="*/ 2647 h 4800"/>
                  <a:gd name="T24" fmla="*/ 4015 w 4193"/>
                  <a:gd name="T25" fmla="*/ 2932 h 4800"/>
                  <a:gd name="T26" fmla="*/ 3910 w 4193"/>
                  <a:gd name="T27" fmla="*/ 3206 h 4800"/>
                  <a:gd name="T28" fmla="*/ 3777 w 4193"/>
                  <a:gd name="T29" fmla="*/ 3470 h 4800"/>
                  <a:gd name="T30" fmla="*/ 3616 w 4193"/>
                  <a:gd name="T31" fmla="*/ 3722 h 4800"/>
                  <a:gd name="T32" fmla="*/ 3465 w 4193"/>
                  <a:gd name="T33" fmla="*/ 3920 h 4800"/>
                  <a:gd name="T34" fmla="*/ 3333 w 4193"/>
                  <a:gd name="T35" fmla="*/ 4064 h 4800"/>
                  <a:gd name="T36" fmla="*/ 3142 w 4193"/>
                  <a:gd name="T37" fmla="*/ 4247 h 4800"/>
                  <a:gd name="T38" fmla="*/ 2939 w 4193"/>
                  <a:gd name="T39" fmla="*/ 4405 h 4800"/>
                  <a:gd name="T40" fmla="*/ 2726 w 4193"/>
                  <a:gd name="T41" fmla="*/ 4540 h 4800"/>
                  <a:gd name="T42" fmla="*/ 2498 w 4193"/>
                  <a:gd name="T43" fmla="*/ 4656 h 4800"/>
                  <a:gd name="T44" fmla="*/ 2262 w 4193"/>
                  <a:gd name="T45" fmla="*/ 4753 h 4800"/>
                  <a:gd name="T46" fmla="*/ 2116 w 4193"/>
                  <a:gd name="T47" fmla="*/ 4800 h 4800"/>
                  <a:gd name="T48" fmla="*/ 2065 w 4193"/>
                  <a:gd name="T49" fmla="*/ 4796 h 4800"/>
                  <a:gd name="T50" fmla="*/ 1894 w 4193"/>
                  <a:gd name="T51" fmla="*/ 4737 h 4800"/>
                  <a:gd name="T52" fmla="*/ 1615 w 4193"/>
                  <a:gd name="T53" fmla="*/ 4615 h 4800"/>
                  <a:gd name="T54" fmla="*/ 1360 w 4193"/>
                  <a:gd name="T55" fmla="*/ 4472 h 4800"/>
                  <a:gd name="T56" fmla="*/ 1126 w 4193"/>
                  <a:gd name="T57" fmla="*/ 4307 h 4800"/>
                  <a:gd name="T58" fmla="*/ 913 w 4193"/>
                  <a:gd name="T59" fmla="*/ 4121 h 4800"/>
                  <a:gd name="T60" fmla="*/ 722 w 4193"/>
                  <a:gd name="T61" fmla="*/ 3914 h 4800"/>
                  <a:gd name="T62" fmla="*/ 553 w 4193"/>
                  <a:gd name="T63" fmla="*/ 3686 h 4800"/>
                  <a:gd name="T64" fmla="*/ 404 w 4193"/>
                  <a:gd name="T65" fmla="*/ 3438 h 4800"/>
                  <a:gd name="T66" fmla="*/ 277 w 4193"/>
                  <a:gd name="T67" fmla="*/ 3170 h 4800"/>
                  <a:gd name="T68" fmla="*/ 170 w 4193"/>
                  <a:gd name="T69" fmla="*/ 2881 h 4800"/>
                  <a:gd name="T70" fmla="*/ 75 w 4193"/>
                  <a:gd name="T71" fmla="*/ 2529 h 4800"/>
                  <a:gd name="T72" fmla="*/ 19 w 4193"/>
                  <a:gd name="T73" fmla="*/ 2182 h 4800"/>
                  <a:gd name="T74" fmla="*/ 0 w 4193"/>
                  <a:gd name="T75" fmla="*/ 1840 h 4800"/>
                  <a:gd name="T76" fmla="*/ 19 w 4193"/>
                  <a:gd name="T77" fmla="*/ 1502 h 4800"/>
                  <a:gd name="T78" fmla="*/ 73 w 4193"/>
                  <a:gd name="T79" fmla="*/ 1169 h 4800"/>
                  <a:gd name="T80" fmla="*/ 163 w 4193"/>
                  <a:gd name="T81" fmla="*/ 841 h 4800"/>
                  <a:gd name="T82" fmla="*/ 290 w 4193"/>
                  <a:gd name="T83" fmla="*/ 518 h 4800"/>
                  <a:gd name="T84" fmla="*/ 453 w 4193"/>
                  <a:gd name="T85" fmla="*/ 199 h 4800"/>
                  <a:gd name="T86" fmla="*/ 569 w 4193"/>
                  <a:gd name="T87" fmla="*/ 7 h 4800"/>
                  <a:gd name="T88" fmla="*/ 576 w 4193"/>
                  <a:gd name="T89" fmla="*/ 2 h 4800"/>
                  <a:gd name="T90" fmla="*/ 729 w 4193"/>
                  <a:gd name="T91" fmla="*/ 42 h 4800"/>
                  <a:gd name="T92" fmla="*/ 1026 w 4193"/>
                  <a:gd name="T93" fmla="*/ 101 h 4800"/>
                  <a:gd name="T94" fmla="*/ 1320 w 4193"/>
                  <a:gd name="T95" fmla="*/ 123 h 4800"/>
                  <a:gd name="T96" fmla="*/ 1615 w 4193"/>
                  <a:gd name="T97" fmla="*/ 105 h 4800"/>
                  <a:gd name="T98" fmla="*/ 1910 w 4193"/>
                  <a:gd name="T99" fmla="*/ 50 h 4800"/>
                  <a:gd name="T100" fmla="*/ 2084 w 4193"/>
                  <a:gd name="T101" fmla="*/ 2 h 4800"/>
                  <a:gd name="T102" fmla="*/ 2139 w 4193"/>
                  <a:gd name="T103" fmla="*/ 7 h 4800"/>
                  <a:gd name="T104" fmla="*/ 2434 w 4193"/>
                  <a:gd name="T105" fmla="*/ 82 h 4800"/>
                  <a:gd name="T106" fmla="*/ 2728 w 4193"/>
                  <a:gd name="T107" fmla="*/ 118 h 4800"/>
                  <a:gd name="T108" fmla="*/ 3022 w 4193"/>
                  <a:gd name="T109" fmla="*/ 115 h 4800"/>
                  <a:gd name="T110" fmla="*/ 3319 w 4193"/>
                  <a:gd name="T111" fmla="*/ 76 h 4800"/>
                  <a:gd name="T112" fmla="*/ 3615 w 4193"/>
                  <a:gd name="T113" fmla="*/ 0 h 48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4193" h="4800">
                    <a:moveTo>
                      <a:pt x="3615" y="0"/>
                    </a:moveTo>
                    <a:lnTo>
                      <a:pt x="3618" y="3"/>
                    </a:lnTo>
                    <a:lnTo>
                      <a:pt x="3622" y="6"/>
                    </a:lnTo>
                    <a:lnTo>
                      <a:pt x="3627" y="10"/>
                    </a:lnTo>
                    <a:lnTo>
                      <a:pt x="3631" y="16"/>
                    </a:lnTo>
                    <a:lnTo>
                      <a:pt x="3635" y="22"/>
                    </a:lnTo>
                    <a:lnTo>
                      <a:pt x="3717" y="155"/>
                    </a:lnTo>
                    <a:lnTo>
                      <a:pt x="3793" y="289"/>
                    </a:lnTo>
                    <a:lnTo>
                      <a:pt x="3863" y="425"/>
                    </a:lnTo>
                    <a:lnTo>
                      <a:pt x="3927" y="563"/>
                    </a:lnTo>
                    <a:lnTo>
                      <a:pt x="3986" y="702"/>
                    </a:lnTo>
                    <a:lnTo>
                      <a:pt x="4037" y="845"/>
                    </a:lnTo>
                    <a:lnTo>
                      <a:pt x="4081" y="988"/>
                    </a:lnTo>
                    <a:lnTo>
                      <a:pt x="4119" y="1134"/>
                    </a:lnTo>
                    <a:lnTo>
                      <a:pt x="4149" y="1281"/>
                    </a:lnTo>
                    <a:lnTo>
                      <a:pt x="4171" y="1432"/>
                    </a:lnTo>
                    <a:lnTo>
                      <a:pt x="4187" y="1583"/>
                    </a:lnTo>
                    <a:lnTo>
                      <a:pt x="4193" y="1737"/>
                    </a:lnTo>
                    <a:lnTo>
                      <a:pt x="4193" y="1893"/>
                    </a:lnTo>
                    <a:lnTo>
                      <a:pt x="4184" y="2049"/>
                    </a:lnTo>
                    <a:lnTo>
                      <a:pt x="4171" y="2201"/>
                    </a:lnTo>
                    <a:lnTo>
                      <a:pt x="4152" y="2353"/>
                    </a:lnTo>
                    <a:lnTo>
                      <a:pt x="4127" y="2501"/>
                    </a:lnTo>
                    <a:lnTo>
                      <a:pt x="4095" y="2647"/>
                    </a:lnTo>
                    <a:lnTo>
                      <a:pt x="4059" y="2790"/>
                    </a:lnTo>
                    <a:lnTo>
                      <a:pt x="4015" y="2932"/>
                    </a:lnTo>
                    <a:lnTo>
                      <a:pt x="3965" y="3071"/>
                    </a:lnTo>
                    <a:lnTo>
                      <a:pt x="3910" y="3206"/>
                    </a:lnTo>
                    <a:lnTo>
                      <a:pt x="3847" y="3339"/>
                    </a:lnTo>
                    <a:lnTo>
                      <a:pt x="3777" y="3470"/>
                    </a:lnTo>
                    <a:lnTo>
                      <a:pt x="3700" y="3597"/>
                    </a:lnTo>
                    <a:lnTo>
                      <a:pt x="3616" y="3722"/>
                    </a:lnTo>
                    <a:lnTo>
                      <a:pt x="3526" y="3843"/>
                    </a:lnTo>
                    <a:lnTo>
                      <a:pt x="3465" y="3920"/>
                    </a:lnTo>
                    <a:lnTo>
                      <a:pt x="3402" y="3994"/>
                    </a:lnTo>
                    <a:lnTo>
                      <a:pt x="3333" y="4064"/>
                    </a:lnTo>
                    <a:lnTo>
                      <a:pt x="3237" y="4161"/>
                    </a:lnTo>
                    <a:lnTo>
                      <a:pt x="3142" y="4247"/>
                    </a:lnTo>
                    <a:lnTo>
                      <a:pt x="3043" y="4329"/>
                    </a:lnTo>
                    <a:lnTo>
                      <a:pt x="2939" y="4405"/>
                    </a:lnTo>
                    <a:lnTo>
                      <a:pt x="2834" y="4475"/>
                    </a:lnTo>
                    <a:lnTo>
                      <a:pt x="2726" y="4540"/>
                    </a:lnTo>
                    <a:lnTo>
                      <a:pt x="2614" y="4600"/>
                    </a:lnTo>
                    <a:lnTo>
                      <a:pt x="2498" y="4656"/>
                    </a:lnTo>
                    <a:lnTo>
                      <a:pt x="2382" y="4707"/>
                    </a:lnTo>
                    <a:lnTo>
                      <a:pt x="2262" y="4753"/>
                    </a:lnTo>
                    <a:lnTo>
                      <a:pt x="2139" y="4794"/>
                    </a:lnTo>
                    <a:lnTo>
                      <a:pt x="2116" y="4800"/>
                    </a:lnTo>
                    <a:lnTo>
                      <a:pt x="2091" y="4800"/>
                    </a:lnTo>
                    <a:lnTo>
                      <a:pt x="2065" y="4796"/>
                    </a:lnTo>
                    <a:lnTo>
                      <a:pt x="2040" y="4790"/>
                    </a:lnTo>
                    <a:lnTo>
                      <a:pt x="1894" y="4737"/>
                    </a:lnTo>
                    <a:lnTo>
                      <a:pt x="1753" y="4679"/>
                    </a:lnTo>
                    <a:lnTo>
                      <a:pt x="1615" y="4615"/>
                    </a:lnTo>
                    <a:lnTo>
                      <a:pt x="1485" y="4546"/>
                    </a:lnTo>
                    <a:lnTo>
                      <a:pt x="1360" y="4472"/>
                    </a:lnTo>
                    <a:lnTo>
                      <a:pt x="1240" y="4393"/>
                    </a:lnTo>
                    <a:lnTo>
                      <a:pt x="1126" y="4307"/>
                    </a:lnTo>
                    <a:lnTo>
                      <a:pt x="1017" y="4216"/>
                    </a:lnTo>
                    <a:lnTo>
                      <a:pt x="913" y="4121"/>
                    </a:lnTo>
                    <a:lnTo>
                      <a:pt x="815" y="4021"/>
                    </a:lnTo>
                    <a:lnTo>
                      <a:pt x="722" y="3914"/>
                    </a:lnTo>
                    <a:lnTo>
                      <a:pt x="634" y="3803"/>
                    </a:lnTo>
                    <a:lnTo>
                      <a:pt x="553" y="3686"/>
                    </a:lnTo>
                    <a:lnTo>
                      <a:pt x="475" y="3565"/>
                    </a:lnTo>
                    <a:lnTo>
                      <a:pt x="404" y="3438"/>
                    </a:lnTo>
                    <a:lnTo>
                      <a:pt x="338" y="3307"/>
                    </a:lnTo>
                    <a:lnTo>
                      <a:pt x="277" y="3170"/>
                    </a:lnTo>
                    <a:lnTo>
                      <a:pt x="221" y="3028"/>
                    </a:lnTo>
                    <a:lnTo>
                      <a:pt x="170" y="2881"/>
                    </a:lnTo>
                    <a:lnTo>
                      <a:pt x="119" y="2704"/>
                    </a:lnTo>
                    <a:lnTo>
                      <a:pt x="75" y="2529"/>
                    </a:lnTo>
                    <a:lnTo>
                      <a:pt x="43" y="2356"/>
                    </a:lnTo>
                    <a:lnTo>
                      <a:pt x="19" y="2182"/>
                    </a:lnTo>
                    <a:lnTo>
                      <a:pt x="5" y="2011"/>
                    </a:lnTo>
                    <a:lnTo>
                      <a:pt x="0" y="1840"/>
                    </a:lnTo>
                    <a:lnTo>
                      <a:pt x="4" y="1671"/>
                    </a:lnTo>
                    <a:lnTo>
                      <a:pt x="19" y="1502"/>
                    </a:lnTo>
                    <a:lnTo>
                      <a:pt x="40" y="1335"/>
                    </a:lnTo>
                    <a:lnTo>
                      <a:pt x="73" y="1169"/>
                    </a:lnTo>
                    <a:lnTo>
                      <a:pt x="113" y="1004"/>
                    </a:lnTo>
                    <a:lnTo>
                      <a:pt x="163" y="841"/>
                    </a:lnTo>
                    <a:lnTo>
                      <a:pt x="223" y="679"/>
                    </a:lnTo>
                    <a:lnTo>
                      <a:pt x="290" y="518"/>
                    </a:lnTo>
                    <a:lnTo>
                      <a:pt x="367" y="358"/>
                    </a:lnTo>
                    <a:lnTo>
                      <a:pt x="453" y="199"/>
                    </a:lnTo>
                    <a:lnTo>
                      <a:pt x="547" y="41"/>
                    </a:lnTo>
                    <a:lnTo>
                      <a:pt x="569" y="7"/>
                    </a:lnTo>
                    <a:lnTo>
                      <a:pt x="573" y="4"/>
                    </a:lnTo>
                    <a:lnTo>
                      <a:pt x="576" y="2"/>
                    </a:lnTo>
                    <a:lnTo>
                      <a:pt x="580" y="0"/>
                    </a:lnTo>
                    <a:lnTo>
                      <a:pt x="729" y="42"/>
                    </a:lnTo>
                    <a:lnTo>
                      <a:pt x="877" y="76"/>
                    </a:lnTo>
                    <a:lnTo>
                      <a:pt x="1026" y="101"/>
                    </a:lnTo>
                    <a:lnTo>
                      <a:pt x="1173" y="115"/>
                    </a:lnTo>
                    <a:lnTo>
                      <a:pt x="1320" y="123"/>
                    </a:lnTo>
                    <a:lnTo>
                      <a:pt x="1468" y="118"/>
                    </a:lnTo>
                    <a:lnTo>
                      <a:pt x="1615" y="105"/>
                    </a:lnTo>
                    <a:lnTo>
                      <a:pt x="1763" y="83"/>
                    </a:lnTo>
                    <a:lnTo>
                      <a:pt x="1910" y="50"/>
                    </a:lnTo>
                    <a:lnTo>
                      <a:pt x="2056" y="6"/>
                    </a:lnTo>
                    <a:lnTo>
                      <a:pt x="2084" y="2"/>
                    </a:lnTo>
                    <a:lnTo>
                      <a:pt x="2113" y="2"/>
                    </a:lnTo>
                    <a:lnTo>
                      <a:pt x="2139" y="7"/>
                    </a:lnTo>
                    <a:lnTo>
                      <a:pt x="2287" y="50"/>
                    </a:lnTo>
                    <a:lnTo>
                      <a:pt x="2434" y="82"/>
                    </a:lnTo>
                    <a:lnTo>
                      <a:pt x="2582" y="105"/>
                    </a:lnTo>
                    <a:lnTo>
                      <a:pt x="2728" y="118"/>
                    </a:lnTo>
                    <a:lnTo>
                      <a:pt x="2875" y="121"/>
                    </a:lnTo>
                    <a:lnTo>
                      <a:pt x="3022" y="115"/>
                    </a:lnTo>
                    <a:lnTo>
                      <a:pt x="3170" y="101"/>
                    </a:lnTo>
                    <a:lnTo>
                      <a:pt x="3319" y="76"/>
                    </a:lnTo>
                    <a:lnTo>
                      <a:pt x="3466" y="42"/>
                    </a:lnTo>
                    <a:lnTo>
                      <a:pt x="3615" y="0"/>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solidFill>
                    <a:srgbClr val="505050"/>
                  </a:solidFill>
                </a:endParaRPr>
              </a:p>
            </p:txBody>
          </p:sp>
          <p:sp>
            <p:nvSpPr>
              <p:cNvPr id="56" name="Freeform 10"/>
              <p:cNvSpPr>
                <a:spLocks/>
              </p:cNvSpPr>
              <p:nvPr/>
            </p:nvSpPr>
            <p:spPr bwMode="auto">
              <a:xfrm>
                <a:off x="9765190" y="5703355"/>
                <a:ext cx="692335" cy="792366"/>
              </a:xfrm>
              <a:custGeom>
                <a:avLst/>
                <a:gdLst>
                  <a:gd name="T0" fmla="*/ 3618 w 4193"/>
                  <a:gd name="T1" fmla="*/ 3 h 4800"/>
                  <a:gd name="T2" fmla="*/ 3627 w 4193"/>
                  <a:gd name="T3" fmla="*/ 10 h 4800"/>
                  <a:gd name="T4" fmla="*/ 3635 w 4193"/>
                  <a:gd name="T5" fmla="*/ 22 h 4800"/>
                  <a:gd name="T6" fmla="*/ 3793 w 4193"/>
                  <a:gd name="T7" fmla="*/ 289 h 4800"/>
                  <a:gd name="T8" fmla="*/ 3927 w 4193"/>
                  <a:gd name="T9" fmla="*/ 563 h 4800"/>
                  <a:gd name="T10" fmla="*/ 4037 w 4193"/>
                  <a:gd name="T11" fmla="*/ 845 h 4800"/>
                  <a:gd name="T12" fmla="*/ 4119 w 4193"/>
                  <a:gd name="T13" fmla="*/ 1134 h 4800"/>
                  <a:gd name="T14" fmla="*/ 4171 w 4193"/>
                  <a:gd name="T15" fmla="*/ 1432 h 4800"/>
                  <a:gd name="T16" fmla="*/ 4193 w 4193"/>
                  <a:gd name="T17" fmla="*/ 1737 h 4800"/>
                  <a:gd name="T18" fmla="*/ 4184 w 4193"/>
                  <a:gd name="T19" fmla="*/ 2049 h 4800"/>
                  <a:gd name="T20" fmla="*/ 4152 w 4193"/>
                  <a:gd name="T21" fmla="*/ 2353 h 4800"/>
                  <a:gd name="T22" fmla="*/ 4095 w 4193"/>
                  <a:gd name="T23" fmla="*/ 2647 h 4800"/>
                  <a:gd name="T24" fmla="*/ 4015 w 4193"/>
                  <a:gd name="T25" fmla="*/ 2932 h 4800"/>
                  <a:gd name="T26" fmla="*/ 3910 w 4193"/>
                  <a:gd name="T27" fmla="*/ 3206 h 4800"/>
                  <a:gd name="T28" fmla="*/ 3777 w 4193"/>
                  <a:gd name="T29" fmla="*/ 3470 h 4800"/>
                  <a:gd name="T30" fmla="*/ 3616 w 4193"/>
                  <a:gd name="T31" fmla="*/ 3722 h 4800"/>
                  <a:gd name="T32" fmla="*/ 3465 w 4193"/>
                  <a:gd name="T33" fmla="*/ 3920 h 4800"/>
                  <a:gd name="T34" fmla="*/ 3333 w 4193"/>
                  <a:gd name="T35" fmla="*/ 4064 h 4800"/>
                  <a:gd name="T36" fmla="*/ 3142 w 4193"/>
                  <a:gd name="T37" fmla="*/ 4247 h 4800"/>
                  <a:gd name="T38" fmla="*/ 2939 w 4193"/>
                  <a:gd name="T39" fmla="*/ 4405 h 4800"/>
                  <a:gd name="T40" fmla="*/ 2726 w 4193"/>
                  <a:gd name="T41" fmla="*/ 4540 h 4800"/>
                  <a:gd name="T42" fmla="*/ 2498 w 4193"/>
                  <a:gd name="T43" fmla="*/ 4656 h 4800"/>
                  <a:gd name="T44" fmla="*/ 2262 w 4193"/>
                  <a:gd name="T45" fmla="*/ 4753 h 4800"/>
                  <a:gd name="T46" fmla="*/ 2116 w 4193"/>
                  <a:gd name="T47" fmla="*/ 4800 h 4800"/>
                  <a:gd name="T48" fmla="*/ 2065 w 4193"/>
                  <a:gd name="T49" fmla="*/ 4796 h 4800"/>
                  <a:gd name="T50" fmla="*/ 1894 w 4193"/>
                  <a:gd name="T51" fmla="*/ 4737 h 4800"/>
                  <a:gd name="T52" fmla="*/ 1615 w 4193"/>
                  <a:gd name="T53" fmla="*/ 4615 h 4800"/>
                  <a:gd name="T54" fmla="*/ 1360 w 4193"/>
                  <a:gd name="T55" fmla="*/ 4472 h 4800"/>
                  <a:gd name="T56" fmla="*/ 1126 w 4193"/>
                  <a:gd name="T57" fmla="*/ 4307 h 4800"/>
                  <a:gd name="T58" fmla="*/ 913 w 4193"/>
                  <a:gd name="T59" fmla="*/ 4121 h 4800"/>
                  <a:gd name="T60" fmla="*/ 722 w 4193"/>
                  <a:gd name="T61" fmla="*/ 3914 h 4800"/>
                  <a:gd name="T62" fmla="*/ 553 w 4193"/>
                  <a:gd name="T63" fmla="*/ 3686 h 4800"/>
                  <a:gd name="T64" fmla="*/ 404 w 4193"/>
                  <a:gd name="T65" fmla="*/ 3438 h 4800"/>
                  <a:gd name="T66" fmla="*/ 277 w 4193"/>
                  <a:gd name="T67" fmla="*/ 3170 h 4800"/>
                  <a:gd name="T68" fmla="*/ 170 w 4193"/>
                  <a:gd name="T69" fmla="*/ 2881 h 4800"/>
                  <a:gd name="T70" fmla="*/ 75 w 4193"/>
                  <a:gd name="T71" fmla="*/ 2529 h 4800"/>
                  <a:gd name="T72" fmla="*/ 19 w 4193"/>
                  <a:gd name="T73" fmla="*/ 2182 h 4800"/>
                  <a:gd name="T74" fmla="*/ 0 w 4193"/>
                  <a:gd name="T75" fmla="*/ 1840 h 4800"/>
                  <a:gd name="T76" fmla="*/ 19 w 4193"/>
                  <a:gd name="T77" fmla="*/ 1502 h 4800"/>
                  <a:gd name="T78" fmla="*/ 73 w 4193"/>
                  <a:gd name="T79" fmla="*/ 1169 h 4800"/>
                  <a:gd name="T80" fmla="*/ 163 w 4193"/>
                  <a:gd name="T81" fmla="*/ 841 h 4800"/>
                  <a:gd name="T82" fmla="*/ 290 w 4193"/>
                  <a:gd name="T83" fmla="*/ 518 h 4800"/>
                  <a:gd name="T84" fmla="*/ 453 w 4193"/>
                  <a:gd name="T85" fmla="*/ 199 h 4800"/>
                  <a:gd name="T86" fmla="*/ 569 w 4193"/>
                  <a:gd name="T87" fmla="*/ 7 h 4800"/>
                  <a:gd name="T88" fmla="*/ 576 w 4193"/>
                  <a:gd name="T89" fmla="*/ 2 h 4800"/>
                  <a:gd name="T90" fmla="*/ 729 w 4193"/>
                  <a:gd name="T91" fmla="*/ 42 h 4800"/>
                  <a:gd name="T92" fmla="*/ 1026 w 4193"/>
                  <a:gd name="T93" fmla="*/ 101 h 4800"/>
                  <a:gd name="T94" fmla="*/ 1320 w 4193"/>
                  <a:gd name="T95" fmla="*/ 123 h 4800"/>
                  <a:gd name="T96" fmla="*/ 1615 w 4193"/>
                  <a:gd name="T97" fmla="*/ 105 h 4800"/>
                  <a:gd name="T98" fmla="*/ 1910 w 4193"/>
                  <a:gd name="T99" fmla="*/ 50 h 4800"/>
                  <a:gd name="T100" fmla="*/ 2084 w 4193"/>
                  <a:gd name="T101" fmla="*/ 2 h 4800"/>
                  <a:gd name="T102" fmla="*/ 2139 w 4193"/>
                  <a:gd name="T103" fmla="*/ 7 h 4800"/>
                  <a:gd name="T104" fmla="*/ 2434 w 4193"/>
                  <a:gd name="T105" fmla="*/ 82 h 4800"/>
                  <a:gd name="T106" fmla="*/ 2728 w 4193"/>
                  <a:gd name="T107" fmla="*/ 118 h 4800"/>
                  <a:gd name="T108" fmla="*/ 3022 w 4193"/>
                  <a:gd name="T109" fmla="*/ 115 h 4800"/>
                  <a:gd name="T110" fmla="*/ 3319 w 4193"/>
                  <a:gd name="T111" fmla="*/ 76 h 4800"/>
                  <a:gd name="T112" fmla="*/ 3615 w 4193"/>
                  <a:gd name="T113" fmla="*/ 0 h 48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4193" h="4800">
                    <a:moveTo>
                      <a:pt x="3615" y="0"/>
                    </a:moveTo>
                    <a:lnTo>
                      <a:pt x="3618" y="3"/>
                    </a:lnTo>
                    <a:lnTo>
                      <a:pt x="3622" y="6"/>
                    </a:lnTo>
                    <a:lnTo>
                      <a:pt x="3627" y="10"/>
                    </a:lnTo>
                    <a:lnTo>
                      <a:pt x="3631" y="16"/>
                    </a:lnTo>
                    <a:lnTo>
                      <a:pt x="3635" y="22"/>
                    </a:lnTo>
                    <a:lnTo>
                      <a:pt x="3717" y="155"/>
                    </a:lnTo>
                    <a:lnTo>
                      <a:pt x="3793" y="289"/>
                    </a:lnTo>
                    <a:lnTo>
                      <a:pt x="3863" y="425"/>
                    </a:lnTo>
                    <a:lnTo>
                      <a:pt x="3927" y="563"/>
                    </a:lnTo>
                    <a:lnTo>
                      <a:pt x="3986" y="702"/>
                    </a:lnTo>
                    <a:lnTo>
                      <a:pt x="4037" y="845"/>
                    </a:lnTo>
                    <a:lnTo>
                      <a:pt x="4081" y="988"/>
                    </a:lnTo>
                    <a:lnTo>
                      <a:pt x="4119" y="1134"/>
                    </a:lnTo>
                    <a:lnTo>
                      <a:pt x="4149" y="1281"/>
                    </a:lnTo>
                    <a:lnTo>
                      <a:pt x="4171" y="1432"/>
                    </a:lnTo>
                    <a:lnTo>
                      <a:pt x="4187" y="1583"/>
                    </a:lnTo>
                    <a:lnTo>
                      <a:pt x="4193" y="1737"/>
                    </a:lnTo>
                    <a:lnTo>
                      <a:pt x="4193" y="1893"/>
                    </a:lnTo>
                    <a:lnTo>
                      <a:pt x="4184" y="2049"/>
                    </a:lnTo>
                    <a:lnTo>
                      <a:pt x="4171" y="2201"/>
                    </a:lnTo>
                    <a:lnTo>
                      <a:pt x="4152" y="2353"/>
                    </a:lnTo>
                    <a:lnTo>
                      <a:pt x="4127" y="2501"/>
                    </a:lnTo>
                    <a:lnTo>
                      <a:pt x="4095" y="2647"/>
                    </a:lnTo>
                    <a:lnTo>
                      <a:pt x="4059" y="2790"/>
                    </a:lnTo>
                    <a:lnTo>
                      <a:pt x="4015" y="2932"/>
                    </a:lnTo>
                    <a:lnTo>
                      <a:pt x="3965" y="3071"/>
                    </a:lnTo>
                    <a:lnTo>
                      <a:pt x="3910" y="3206"/>
                    </a:lnTo>
                    <a:lnTo>
                      <a:pt x="3847" y="3339"/>
                    </a:lnTo>
                    <a:lnTo>
                      <a:pt x="3777" y="3470"/>
                    </a:lnTo>
                    <a:lnTo>
                      <a:pt x="3700" y="3597"/>
                    </a:lnTo>
                    <a:lnTo>
                      <a:pt x="3616" y="3722"/>
                    </a:lnTo>
                    <a:lnTo>
                      <a:pt x="3526" y="3843"/>
                    </a:lnTo>
                    <a:lnTo>
                      <a:pt x="3465" y="3920"/>
                    </a:lnTo>
                    <a:lnTo>
                      <a:pt x="3402" y="3994"/>
                    </a:lnTo>
                    <a:lnTo>
                      <a:pt x="3333" y="4064"/>
                    </a:lnTo>
                    <a:lnTo>
                      <a:pt x="3237" y="4161"/>
                    </a:lnTo>
                    <a:lnTo>
                      <a:pt x="3142" y="4247"/>
                    </a:lnTo>
                    <a:lnTo>
                      <a:pt x="3043" y="4329"/>
                    </a:lnTo>
                    <a:lnTo>
                      <a:pt x="2939" y="4405"/>
                    </a:lnTo>
                    <a:lnTo>
                      <a:pt x="2834" y="4475"/>
                    </a:lnTo>
                    <a:lnTo>
                      <a:pt x="2726" y="4540"/>
                    </a:lnTo>
                    <a:lnTo>
                      <a:pt x="2614" y="4600"/>
                    </a:lnTo>
                    <a:lnTo>
                      <a:pt x="2498" y="4656"/>
                    </a:lnTo>
                    <a:lnTo>
                      <a:pt x="2382" y="4707"/>
                    </a:lnTo>
                    <a:lnTo>
                      <a:pt x="2262" y="4753"/>
                    </a:lnTo>
                    <a:lnTo>
                      <a:pt x="2139" y="4794"/>
                    </a:lnTo>
                    <a:lnTo>
                      <a:pt x="2116" y="4800"/>
                    </a:lnTo>
                    <a:lnTo>
                      <a:pt x="2091" y="4800"/>
                    </a:lnTo>
                    <a:lnTo>
                      <a:pt x="2065" y="4796"/>
                    </a:lnTo>
                    <a:lnTo>
                      <a:pt x="2040" y="4790"/>
                    </a:lnTo>
                    <a:lnTo>
                      <a:pt x="1894" y="4737"/>
                    </a:lnTo>
                    <a:lnTo>
                      <a:pt x="1753" y="4679"/>
                    </a:lnTo>
                    <a:lnTo>
                      <a:pt x="1615" y="4615"/>
                    </a:lnTo>
                    <a:lnTo>
                      <a:pt x="1485" y="4546"/>
                    </a:lnTo>
                    <a:lnTo>
                      <a:pt x="1360" y="4472"/>
                    </a:lnTo>
                    <a:lnTo>
                      <a:pt x="1240" y="4393"/>
                    </a:lnTo>
                    <a:lnTo>
                      <a:pt x="1126" y="4307"/>
                    </a:lnTo>
                    <a:lnTo>
                      <a:pt x="1017" y="4216"/>
                    </a:lnTo>
                    <a:lnTo>
                      <a:pt x="913" y="4121"/>
                    </a:lnTo>
                    <a:lnTo>
                      <a:pt x="815" y="4021"/>
                    </a:lnTo>
                    <a:lnTo>
                      <a:pt x="722" y="3914"/>
                    </a:lnTo>
                    <a:lnTo>
                      <a:pt x="634" y="3803"/>
                    </a:lnTo>
                    <a:lnTo>
                      <a:pt x="553" y="3686"/>
                    </a:lnTo>
                    <a:lnTo>
                      <a:pt x="475" y="3565"/>
                    </a:lnTo>
                    <a:lnTo>
                      <a:pt x="404" y="3438"/>
                    </a:lnTo>
                    <a:lnTo>
                      <a:pt x="338" y="3307"/>
                    </a:lnTo>
                    <a:lnTo>
                      <a:pt x="277" y="3170"/>
                    </a:lnTo>
                    <a:lnTo>
                      <a:pt x="221" y="3028"/>
                    </a:lnTo>
                    <a:lnTo>
                      <a:pt x="170" y="2881"/>
                    </a:lnTo>
                    <a:lnTo>
                      <a:pt x="119" y="2704"/>
                    </a:lnTo>
                    <a:lnTo>
                      <a:pt x="75" y="2529"/>
                    </a:lnTo>
                    <a:lnTo>
                      <a:pt x="43" y="2356"/>
                    </a:lnTo>
                    <a:lnTo>
                      <a:pt x="19" y="2182"/>
                    </a:lnTo>
                    <a:lnTo>
                      <a:pt x="5" y="2011"/>
                    </a:lnTo>
                    <a:lnTo>
                      <a:pt x="0" y="1840"/>
                    </a:lnTo>
                    <a:lnTo>
                      <a:pt x="4" y="1671"/>
                    </a:lnTo>
                    <a:lnTo>
                      <a:pt x="19" y="1502"/>
                    </a:lnTo>
                    <a:lnTo>
                      <a:pt x="40" y="1335"/>
                    </a:lnTo>
                    <a:lnTo>
                      <a:pt x="73" y="1169"/>
                    </a:lnTo>
                    <a:lnTo>
                      <a:pt x="113" y="1004"/>
                    </a:lnTo>
                    <a:lnTo>
                      <a:pt x="163" y="841"/>
                    </a:lnTo>
                    <a:lnTo>
                      <a:pt x="223" y="679"/>
                    </a:lnTo>
                    <a:lnTo>
                      <a:pt x="290" y="518"/>
                    </a:lnTo>
                    <a:lnTo>
                      <a:pt x="367" y="358"/>
                    </a:lnTo>
                    <a:lnTo>
                      <a:pt x="453" y="199"/>
                    </a:lnTo>
                    <a:lnTo>
                      <a:pt x="547" y="41"/>
                    </a:lnTo>
                    <a:lnTo>
                      <a:pt x="569" y="7"/>
                    </a:lnTo>
                    <a:lnTo>
                      <a:pt x="573" y="4"/>
                    </a:lnTo>
                    <a:lnTo>
                      <a:pt x="576" y="2"/>
                    </a:lnTo>
                    <a:lnTo>
                      <a:pt x="580" y="0"/>
                    </a:lnTo>
                    <a:lnTo>
                      <a:pt x="729" y="42"/>
                    </a:lnTo>
                    <a:lnTo>
                      <a:pt x="877" y="76"/>
                    </a:lnTo>
                    <a:lnTo>
                      <a:pt x="1026" y="101"/>
                    </a:lnTo>
                    <a:lnTo>
                      <a:pt x="1173" y="115"/>
                    </a:lnTo>
                    <a:lnTo>
                      <a:pt x="1320" y="123"/>
                    </a:lnTo>
                    <a:lnTo>
                      <a:pt x="1468" y="118"/>
                    </a:lnTo>
                    <a:lnTo>
                      <a:pt x="1615" y="105"/>
                    </a:lnTo>
                    <a:lnTo>
                      <a:pt x="1763" y="83"/>
                    </a:lnTo>
                    <a:lnTo>
                      <a:pt x="1910" y="50"/>
                    </a:lnTo>
                    <a:lnTo>
                      <a:pt x="2056" y="6"/>
                    </a:lnTo>
                    <a:lnTo>
                      <a:pt x="2084" y="2"/>
                    </a:lnTo>
                    <a:lnTo>
                      <a:pt x="2113" y="2"/>
                    </a:lnTo>
                    <a:lnTo>
                      <a:pt x="2139" y="7"/>
                    </a:lnTo>
                    <a:lnTo>
                      <a:pt x="2287" y="50"/>
                    </a:lnTo>
                    <a:lnTo>
                      <a:pt x="2434" y="82"/>
                    </a:lnTo>
                    <a:lnTo>
                      <a:pt x="2582" y="105"/>
                    </a:lnTo>
                    <a:lnTo>
                      <a:pt x="2728" y="118"/>
                    </a:lnTo>
                    <a:lnTo>
                      <a:pt x="2875" y="121"/>
                    </a:lnTo>
                    <a:lnTo>
                      <a:pt x="3022" y="115"/>
                    </a:lnTo>
                    <a:lnTo>
                      <a:pt x="3170" y="101"/>
                    </a:lnTo>
                    <a:lnTo>
                      <a:pt x="3319" y="76"/>
                    </a:lnTo>
                    <a:lnTo>
                      <a:pt x="3466" y="42"/>
                    </a:lnTo>
                    <a:lnTo>
                      <a:pt x="3615" y="0"/>
                    </a:lnTo>
                    <a:close/>
                  </a:path>
                </a:pathLst>
              </a:custGeom>
              <a:grpFill/>
              <a:ln w="28575">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dirty="0">
                  <a:solidFill>
                    <a:srgbClr val="505050"/>
                  </a:solidFill>
                </a:endParaRPr>
              </a:p>
            </p:txBody>
          </p:sp>
        </p:grpSp>
        <p:pic>
          <p:nvPicPr>
            <p:cNvPr id="164" name="Picture 16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rot="5400000">
              <a:off x="9300941" y="4910380"/>
              <a:ext cx="548133" cy="479138"/>
            </a:xfrm>
            <a:prstGeom prst="rect">
              <a:avLst/>
            </a:prstGeom>
          </p:spPr>
        </p:pic>
      </p:grpSp>
    </p:spTree>
    <p:extLst>
      <p:ext uri="{BB962C8B-B14F-4D97-AF65-F5344CB8AC3E}">
        <p14:creationId xmlns:p14="http://schemas.microsoft.com/office/powerpoint/2010/main" val="3637575418"/>
      </p:ext>
    </p:extLst>
  </p:cSld>
  <p:clrMapOvr>
    <a:masterClrMapping/>
  </p:clrMapOvr>
  <p:transition spd="slow">
    <p:push/>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withEffect">
                                  <p:stCondLst>
                                    <p:cond delay="0"/>
                                  </p:stCondLst>
                                  <p:childTnLst>
                                    <p:set>
                                      <p:cBhvr>
                                        <p:cTn id="6" dur="1" fill="hold">
                                          <p:stCondLst>
                                            <p:cond delay="0"/>
                                          </p:stCondLst>
                                        </p:cTn>
                                        <p:tgtEl>
                                          <p:spTgt spid="165"/>
                                        </p:tgtEl>
                                        <p:attrNameLst>
                                          <p:attrName>style.visibility</p:attrName>
                                        </p:attrNameLst>
                                      </p:cBhvr>
                                      <p:to>
                                        <p:strVal val="visible"/>
                                      </p:to>
                                    </p:set>
                                    <p:anim calcmode="lin" valueType="num">
                                      <p:cBhvr>
                                        <p:cTn id="7" dur="500" fill="hold"/>
                                        <p:tgtEl>
                                          <p:spTgt spid="165"/>
                                        </p:tgtEl>
                                        <p:attrNameLst>
                                          <p:attrName>ppt_w</p:attrName>
                                        </p:attrNameLst>
                                      </p:cBhvr>
                                      <p:tavLst>
                                        <p:tav tm="0">
                                          <p:val>
                                            <p:fltVal val="0"/>
                                          </p:val>
                                        </p:tav>
                                        <p:tav tm="100000">
                                          <p:val>
                                            <p:strVal val="#ppt_w"/>
                                          </p:val>
                                        </p:tav>
                                      </p:tavLst>
                                    </p:anim>
                                    <p:anim calcmode="lin" valueType="num">
                                      <p:cBhvr>
                                        <p:cTn id="8" dur="500" fill="hold"/>
                                        <p:tgtEl>
                                          <p:spTgt spid="165"/>
                                        </p:tgtEl>
                                        <p:attrNameLst>
                                          <p:attrName>ppt_h</p:attrName>
                                        </p:attrNameLst>
                                      </p:cBhvr>
                                      <p:tavLst>
                                        <p:tav tm="0">
                                          <p:val>
                                            <p:fltVal val="0"/>
                                          </p:val>
                                        </p:tav>
                                        <p:tav tm="100000">
                                          <p:val>
                                            <p:strVal val="#ppt_h"/>
                                          </p:val>
                                        </p:tav>
                                      </p:tavLst>
                                    </p:anim>
                                    <p:animEffect transition="in" filter="fade">
                                      <p:cBhvr>
                                        <p:cTn id="9" dur="500"/>
                                        <p:tgtEl>
                                          <p:spTgt spid="16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prstGeom prst="rect">
            <a:avLst/>
          </a:prstGeom>
        </p:spPr>
        <p:txBody>
          <a:bodyPr/>
          <a:lstStyle/>
          <a:p>
            <a:r>
              <a:rPr lang="en-US" dirty="0"/>
              <a:t>Virtual </a:t>
            </a:r>
            <a:r>
              <a:rPr lang="en-US" altLang="zh-CN" dirty="0"/>
              <a:t>Networks</a:t>
            </a:r>
            <a:endParaRPr lang="en-US" dirty="0"/>
          </a:p>
        </p:txBody>
      </p:sp>
    </p:spTree>
    <p:extLst>
      <p:ext uri="{BB962C8B-B14F-4D97-AF65-F5344CB8AC3E}">
        <p14:creationId xmlns:p14="http://schemas.microsoft.com/office/powerpoint/2010/main" val="19077443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650632" y="2070511"/>
            <a:ext cx="2848714" cy="917575"/>
          </a:xfrm>
          <a:prstGeom prst="rect">
            <a:avLst/>
          </a:prstGeom>
        </p:spPr>
        <p:txBody>
          <a:bodyPr>
            <a:normAutofit fontScale="90000"/>
          </a:bodyPr>
          <a:lstStyle/>
          <a:p>
            <a:r>
              <a:rPr lang="en-US" dirty="0"/>
              <a:t>Azure </a:t>
            </a:r>
            <a:r>
              <a:rPr lang="en-US" altLang="zh-CN" dirty="0"/>
              <a:t>Virtual Networks</a:t>
            </a:r>
            <a:endParaRPr lang="en-US" dirty="0"/>
          </a:p>
        </p:txBody>
      </p:sp>
      <p:sp>
        <p:nvSpPr>
          <p:cNvPr id="6" name="Subtitle 5"/>
          <p:cNvSpPr>
            <a:spLocks noGrp="1"/>
          </p:cNvSpPr>
          <p:nvPr>
            <p:ph sz="quarter" idx="10"/>
          </p:nvPr>
        </p:nvSpPr>
        <p:spPr>
          <a:prstGeom prst="rect">
            <a:avLst/>
          </a:prstGeom>
        </p:spPr>
        <p:txBody>
          <a:bodyPr anchor="ctr">
            <a:noAutofit/>
          </a:bodyPr>
          <a:lstStyle/>
          <a:p>
            <a:pPr marL="571500" indent="-571500">
              <a:lnSpc>
                <a:spcPct val="250000"/>
              </a:lnSpc>
              <a:buClr>
                <a:srgbClr val="92D050"/>
              </a:buClr>
              <a:buFont typeface="Wingdings" panose="05000000000000000000" pitchFamily="2" charset="2"/>
              <a:buChar char="à"/>
            </a:pPr>
            <a:r>
              <a:rPr lang="en-US" altLang="zh-CN" sz="3200" dirty="0">
                <a:sym typeface="Wingdings" panose="05000000000000000000" pitchFamily="2" charset="2"/>
              </a:rPr>
              <a:t>A protected private virtual network in cloud</a:t>
            </a:r>
            <a:endParaRPr lang="en-US" sz="3200" dirty="0"/>
          </a:p>
          <a:p>
            <a:pPr marL="571500" indent="-571500">
              <a:lnSpc>
                <a:spcPct val="250000"/>
              </a:lnSpc>
              <a:buClr>
                <a:srgbClr val="92D050"/>
              </a:buClr>
              <a:buFont typeface="Wingdings" panose="05000000000000000000" pitchFamily="2" charset="2"/>
              <a:buChar char="à"/>
            </a:pPr>
            <a:r>
              <a:rPr lang="en-US" sz="3200" dirty="0">
                <a:sym typeface="Wingdings" panose="05000000000000000000" pitchFamily="2" charset="2"/>
              </a:rPr>
              <a:t>Extend enterprise networks into Azure</a:t>
            </a:r>
            <a:endParaRPr lang="en-US" sz="3200" dirty="0"/>
          </a:p>
          <a:p>
            <a:pPr marL="571500" indent="-571500">
              <a:lnSpc>
                <a:spcPct val="250000"/>
              </a:lnSpc>
              <a:buClr>
                <a:srgbClr val="92D050"/>
              </a:buClr>
              <a:buFont typeface="Wingdings" panose="05000000000000000000" pitchFamily="2" charset="2"/>
              <a:buChar char="à"/>
            </a:pPr>
            <a:r>
              <a:rPr lang="en-US" sz="3200" dirty="0">
                <a:sym typeface="Wingdings" panose="05000000000000000000" pitchFamily="2" charset="2"/>
              </a:rPr>
              <a:t>Cross-premises connectivity</a:t>
            </a:r>
          </a:p>
        </p:txBody>
      </p:sp>
    </p:spTree>
    <p:extLst>
      <p:ext uri="{BB962C8B-B14F-4D97-AF65-F5344CB8AC3E}">
        <p14:creationId xmlns:p14="http://schemas.microsoft.com/office/powerpoint/2010/main" val="8761110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fade">
                                      <p:cBhvr>
                                        <p:cTn id="7" dur="500"/>
                                        <p:tgtEl>
                                          <p:spTgt spid="6">
                                            <p:txEl>
                                              <p:pRg st="0" end="0"/>
                                            </p:txEl>
                                          </p:spTgt>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animEffect transition="in" filter="fade">
                                      <p:cBhvr>
                                        <p:cTn id="11" dur="500"/>
                                        <p:tgtEl>
                                          <p:spTgt spid="6">
                                            <p:txEl>
                                              <p:pRg st="1" end="1"/>
                                            </p:txEl>
                                          </p:spTgt>
                                        </p:tgtEl>
                                      </p:cBhvr>
                                    </p:animEffect>
                                  </p:childTnLst>
                                </p:cTn>
                              </p:par>
                            </p:childTnLst>
                          </p:cTn>
                        </p:par>
                        <p:par>
                          <p:cTn id="12" fill="hold">
                            <p:stCondLst>
                              <p:cond delay="1000"/>
                            </p:stCondLst>
                            <p:childTnLst>
                              <p:par>
                                <p:cTn id="13" presetID="10" presetClass="entr" presetSubtype="0" fill="hold" grpId="0" nodeType="after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animEffect transition="in" filter="fade">
                                      <p:cBhvr>
                                        <p:cTn id="15" dur="500"/>
                                        <p:tgtEl>
                                          <p:spTgt spid="6">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3280" y="500034"/>
            <a:ext cx="8772126" cy="917575"/>
          </a:xfrm>
          <a:prstGeom prst="rect">
            <a:avLst/>
          </a:prstGeom>
        </p:spPr>
        <p:txBody>
          <a:bodyPr/>
          <a:lstStyle/>
          <a:p>
            <a:r>
              <a:rPr lang="en-US" dirty="0"/>
              <a:t>Virtual Network Scenarios</a:t>
            </a:r>
          </a:p>
        </p:txBody>
      </p:sp>
      <p:sp>
        <p:nvSpPr>
          <p:cNvPr id="3" name="Content Placeholder 2"/>
          <p:cNvSpPr>
            <a:spLocks noGrp="1"/>
          </p:cNvSpPr>
          <p:nvPr>
            <p:ph sz="quarter" idx="10"/>
          </p:nvPr>
        </p:nvSpPr>
        <p:spPr>
          <a:xfrm>
            <a:off x="598120" y="1665212"/>
            <a:ext cx="10923320" cy="4343400"/>
          </a:xfrm>
          <a:prstGeom prst="rect">
            <a:avLst/>
          </a:prstGeom>
        </p:spPr>
        <p:txBody>
          <a:bodyPr>
            <a:noAutofit/>
          </a:bodyPr>
          <a:lstStyle/>
          <a:p>
            <a:r>
              <a:rPr lang="en-US" sz="2800" dirty="0"/>
              <a:t>Hybrid Public/Private Cloud</a:t>
            </a:r>
          </a:p>
          <a:p>
            <a:pPr marL="457200" lvl="1" indent="0">
              <a:buNone/>
            </a:pPr>
            <a:r>
              <a:rPr lang="en-US" dirty="0"/>
              <a:t>Enterprise app in Microsoft Azure</a:t>
            </a:r>
            <a:r>
              <a:rPr lang="en-US" altLang="zh-CN" dirty="0"/>
              <a:t> requiring connectivity to </a:t>
            </a:r>
            <a:r>
              <a:rPr lang="en-US" altLang="zh-CN" dirty="0" err="1"/>
              <a:t>on-premise</a:t>
            </a:r>
            <a:r>
              <a:rPr lang="en-US" altLang="zh-CN" dirty="0"/>
              <a:t> resources</a:t>
            </a:r>
            <a:endParaRPr lang="en-US" dirty="0"/>
          </a:p>
          <a:p>
            <a:r>
              <a:rPr lang="en-US" sz="2800" dirty="0"/>
              <a:t>Enterprise Identity and Access Control</a:t>
            </a:r>
          </a:p>
          <a:p>
            <a:pPr marL="457200" lvl="1" indent="0">
              <a:buNone/>
            </a:pPr>
            <a:r>
              <a:rPr lang="en-US" dirty="0"/>
              <a:t>Manage identity and access control with </a:t>
            </a:r>
            <a:r>
              <a:rPr lang="en-US" dirty="0" err="1"/>
              <a:t>on-premise</a:t>
            </a:r>
            <a:r>
              <a:rPr lang="en-US" dirty="0"/>
              <a:t> resources (on-premises Active Directory)</a:t>
            </a:r>
          </a:p>
          <a:p>
            <a:r>
              <a:rPr lang="en-US" sz="2800" dirty="0"/>
              <a:t>Monitoring and Management</a:t>
            </a:r>
          </a:p>
          <a:p>
            <a:pPr marL="457200" lvl="1" indent="0">
              <a:buNone/>
            </a:pPr>
            <a:r>
              <a:rPr lang="en-US" dirty="0"/>
              <a:t>Remote monitoring and trouble-shooting of resources running in Azure</a:t>
            </a:r>
          </a:p>
          <a:p>
            <a:r>
              <a:rPr lang="en-US" sz="2800" dirty="0"/>
              <a:t>Advanced Connectivity Requirements</a:t>
            </a:r>
          </a:p>
          <a:p>
            <a:pPr marL="457200" lvl="1" indent="0">
              <a:buNone/>
            </a:pPr>
            <a:r>
              <a:rPr lang="en-US" dirty="0"/>
              <a:t>Cloud deployments requiring IP addresses and direct connectivity across services</a:t>
            </a:r>
          </a:p>
        </p:txBody>
      </p:sp>
      <p:sp>
        <p:nvSpPr>
          <p:cNvPr id="8" name="TextBox 7"/>
          <p:cNvSpPr txBox="1"/>
          <p:nvPr/>
        </p:nvSpPr>
        <p:spPr>
          <a:xfrm>
            <a:off x="598120" y="6256216"/>
            <a:ext cx="1792863" cy="369332"/>
          </a:xfrm>
          <a:prstGeom prst="rect">
            <a:avLst/>
          </a:prstGeom>
          <a:noFill/>
        </p:spPr>
        <p:txBody>
          <a:bodyPr wrap="none" rtlCol="0">
            <a:spAutoFit/>
          </a:bodyPr>
          <a:lstStyle/>
          <a:p>
            <a:r>
              <a:rPr lang="en-US" dirty="0">
                <a:solidFill>
                  <a:schemeClr val="bg1"/>
                </a:solidFill>
              </a:rPr>
              <a:t>Microsoft Azure</a:t>
            </a:r>
          </a:p>
        </p:txBody>
      </p:sp>
    </p:spTree>
    <p:extLst>
      <p:ext uri="{BB962C8B-B14F-4D97-AF65-F5344CB8AC3E}">
        <p14:creationId xmlns:p14="http://schemas.microsoft.com/office/powerpoint/2010/main" val="5820870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prstGeom prst="rect">
            <a:avLst/>
          </a:prstGeom>
        </p:spPr>
        <p:txBody>
          <a:bodyPr/>
          <a:lstStyle/>
          <a:p>
            <a:r>
              <a:rPr lang="en-US" dirty="0"/>
              <a:t>Cross-premises Connectivity</a:t>
            </a:r>
          </a:p>
        </p:txBody>
      </p:sp>
      <p:sp>
        <p:nvSpPr>
          <p:cNvPr id="3" name="Content Placeholder 2"/>
          <p:cNvSpPr>
            <a:spLocks noGrp="1"/>
          </p:cNvSpPr>
          <p:nvPr>
            <p:ph sz="quarter" idx="10"/>
          </p:nvPr>
        </p:nvSpPr>
        <p:spPr>
          <a:xfrm>
            <a:off x="274391" y="1620252"/>
            <a:ext cx="11614318" cy="5005295"/>
          </a:xfrm>
          <a:prstGeom prst="rect">
            <a:avLst/>
          </a:prstGeom>
        </p:spPr>
        <p:txBody>
          <a:bodyPr>
            <a:noAutofit/>
          </a:bodyPr>
          <a:lstStyle/>
          <a:p>
            <a:r>
              <a:rPr lang="en-US" sz="3200" dirty="0"/>
              <a:t>Site-to</a:t>
            </a:r>
            <a:r>
              <a:rPr lang="en-US" altLang="zh-CN" sz="3200" dirty="0"/>
              <a:t>-site</a:t>
            </a:r>
          </a:p>
          <a:p>
            <a:pPr marL="457200" lvl="1" indent="0">
              <a:buNone/>
            </a:pPr>
            <a:r>
              <a:rPr lang="en-US" altLang="zh-CN" sz="2000" dirty="0"/>
              <a:t>Create a secure connection between your on-premises site and your virtual network</a:t>
            </a:r>
          </a:p>
          <a:p>
            <a:pPr marL="457200" lvl="1" indent="0">
              <a:buNone/>
            </a:pPr>
            <a:endParaRPr lang="en-US" altLang="zh-CN" sz="2000" dirty="0"/>
          </a:p>
          <a:p>
            <a:r>
              <a:rPr lang="en-US" altLang="zh-CN" sz="3200" dirty="0"/>
              <a:t>Point-to-site</a:t>
            </a:r>
          </a:p>
          <a:p>
            <a:pPr marL="457200" lvl="1" indent="0">
              <a:buNone/>
            </a:pPr>
            <a:r>
              <a:rPr lang="en-US" altLang="zh-CN" sz="2000" dirty="0"/>
              <a:t>Create a secure connection via VPN to your virtual network</a:t>
            </a:r>
          </a:p>
          <a:p>
            <a:pPr marL="457200" lvl="1" indent="0">
              <a:buNone/>
            </a:pPr>
            <a:endParaRPr lang="en-US" altLang="zh-CN" sz="2000" dirty="0"/>
          </a:p>
          <a:p>
            <a:r>
              <a:rPr lang="en-US" altLang="zh-CN" sz="3200" dirty="0"/>
              <a:t>ExpressRoute</a:t>
            </a:r>
            <a:r>
              <a:rPr lang="en-US" altLang="zh-CN" sz="3200" baseline="30000" dirty="0"/>
              <a:t>TM</a:t>
            </a:r>
          </a:p>
          <a:p>
            <a:pPr marL="457200" lvl="1" indent="0">
              <a:buNone/>
            </a:pPr>
            <a:br>
              <a:rPr lang="en-US" altLang="zh-CN" sz="2800" baseline="30000" dirty="0"/>
            </a:br>
            <a:r>
              <a:rPr lang="en-US" altLang="zh-CN" sz="2800" baseline="30000" dirty="0"/>
              <a:t>Create a private connection between Azure </a:t>
            </a:r>
            <a:br>
              <a:rPr lang="en-US" altLang="zh-CN" sz="2800" baseline="30000" dirty="0"/>
            </a:br>
            <a:r>
              <a:rPr lang="en-US" altLang="zh-CN" sz="2800" baseline="30000" dirty="0"/>
              <a:t>data centers and infrastructures on </a:t>
            </a:r>
            <a:br>
              <a:rPr lang="en-US" altLang="zh-CN" sz="2800" baseline="30000" dirty="0"/>
            </a:br>
            <a:r>
              <a:rPr lang="en-US" altLang="zh-CN" sz="2800" baseline="30000" dirty="0"/>
              <a:t>your premises or in a co-location environment.</a:t>
            </a:r>
          </a:p>
          <a:p>
            <a:pPr lvl="2"/>
            <a:r>
              <a:rPr lang="en-US" altLang="zh-CN" sz="2400" baseline="30000" dirty="0"/>
              <a:t>Connect at an </a:t>
            </a:r>
            <a:r>
              <a:rPr lang="en-US" altLang="zh-CN" sz="2400" baseline="30000" dirty="0" err="1"/>
              <a:t>ExpressRoute</a:t>
            </a:r>
            <a:r>
              <a:rPr lang="en-US" altLang="zh-CN" sz="2400" baseline="30000" dirty="0"/>
              <a:t> location (Exchange Provider facility)</a:t>
            </a:r>
          </a:p>
          <a:p>
            <a:pPr lvl="2"/>
            <a:r>
              <a:rPr lang="en-US" altLang="zh-CN" sz="2400" baseline="30000" dirty="0"/>
              <a:t>Direct connect via a Network Service Provider</a:t>
            </a:r>
          </a:p>
          <a:p>
            <a:pPr lvl="1"/>
            <a:endParaRPr lang="en-US" altLang="zh-CN" sz="2400" baseline="30000" dirty="0"/>
          </a:p>
        </p:txBody>
      </p:sp>
      <p:sp>
        <p:nvSpPr>
          <p:cNvPr id="8" name="TextBox 7"/>
          <p:cNvSpPr txBox="1"/>
          <p:nvPr/>
        </p:nvSpPr>
        <p:spPr>
          <a:xfrm>
            <a:off x="598120" y="6256216"/>
            <a:ext cx="1792863" cy="369332"/>
          </a:xfrm>
          <a:prstGeom prst="rect">
            <a:avLst/>
          </a:prstGeom>
          <a:noFill/>
        </p:spPr>
        <p:txBody>
          <a:bodyPr wrap="none" rtlCol="0">
            <a:spAutoFit/>
          </a:bodyPr>
          <a:lstStyle/>
          <a:p>
            <a:r>
              <a:rPr lang="en-US" dirty="0">
                <a:solidFill>
                  <a:schemeClr val="bg1"/>
                </a:solidFill>
              </a:rPr>
              <a:t>Microsoft Azure</a:t>
            </a:r>
          </a:p>
        </p:txBody>
      </p:sp>
      <p:grpSp>
        <p:nvGrpSpPr>
          <p:cNvPr id="6" name="Group 5"/>
          <p:cNvGrpSpPr/>
          <p:nvPr/>
        </p:nvGrpSpPr>
        <p:grpSpPr>
          <a:xfrm>
            <a:off x="6538750" y="3995760"/>
            <a:ext cx="4911570" cy="1571921"/>
            <a:chOff x="6810148" y="4977493"/>
            <a:chExt cx="4214130" cy="1295615"/>
          </a:xfrm>
        </p:grpSpPr>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10148" y="4977493"/>
              <a:ext cx="495300" cy="495300"/>
            </a:xfrm>
            <a:prstGeom prst="rect">
              <a:avLst/>
            </a:prstGeom>
          </p:spPr>
        </p:pic>
        <p:pic>
          <p:nvPicPr>
            <p:cNvPr id="9" name="Picture 8"/>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554458" y="5025118"/>
              <a:ext cx="933450" cy="447675"/>
            </a:xfrm>
            <a:prstGeom prst="rect">
              <a:avLst/>
            </a:prstGeom>
          </p:spPr>
        </p:pic>
        <p:pic>
          <p:nvPicPr>
            <p:cNvPr id="10" name="Picture 9"/>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736918" y="5065993"/>
              <a:ext cx="885825" cy="428625"/>
            </a:xfrm>
            <a:prstGeom prst="rect">
              <a:avLst/>
            </a:prstGeom>
          </p:spPr>
        </p:pic>
        <p:pic>
          <p:nvPicPr>
            <p:cNvPr id="11" name="Picture 10"/>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871753" y="5096555"/>
              <a:ext cx="1152525" cy="304800"/>
            </a:xfrm>
            <a:prstGeom prst="rect">
              <a:avLst/>
            </a:prstGeom>
          </p:spPr>
        </p:pic>
        <p:pic>
          <p:nvPicPr>
            <p:cNvPr id="12" name="Picture 11"/>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7308168" y="5796858"/>
              <a:ext cx="1428750" cy="476250"/>
            </a:xfrm>
            <a:prstGeom prst="rect">
              <a:avLst/>
            </a:prstGeom>
          </p:spPr>
        </p:pic>
        <p:pic>
          <p:nvPicPr>
            <p:cNvPr id="13" name="Picture 12"/>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9109753" y="5796858"/>
              <a:ext cx="762000" cy="419100"/>
            </a:xfrm>
            <a:prstGeom prst="rect">
              <a:avLst/>
            </a:prstGeom>
          </p:spPr>
        </p:pic>
      </p:grpSp>
    </p:spTree>
    <p:extLst>
      <p:ext uri="{BB962C8B-B14F-4D97-AF65-F5344CB8AC3E}">
        <p14:creationId xmlns:p14="http://schemas.microsoft.com/office/powerpoint/2010/main" val="610619639"/>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2"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Scale>
                                      <p:cBhvr>
                                        <p:cTn id="7" dur="500" decel="50000" fill="hold">
                                          <p:stCondLst>
                                            <p:cond delay="0"/>
                                          </p:stCondLst>
                                        </p:cTn>
                                        <p:tgtEl>
                                          <p:spTgt spid="6"/>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8" dur="500" decel="50000" fill="hold">
                                          <p:stCondLst>
                                            <p:cond delay="0"/>
                                          </p:stCondLst>
                                        </p:cTn>
                                        <p:tgtEl>
                                          <p:spTgt spid="6"/>
                                        </p:tgtEl>
                                        <p:attrNameLst>
                                          <p:attrName>ppt_x</p:attrName>
                                          <p:attrName>ppt_y</p:attrName>
                                        </p:attrNameLst>
                                      </p:cBhvr>
                                    </p:animMotion>
                                    <p:animEffect transition="in" filter="fade">
                                      <p:cBhvr>
                                        <p:cTn id="9"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52741" y="2431734"/>
            <a:ext cx="10086517" cy="917575"/>
          </a:xfrm>
          <a:prstGeom prst="rect">
            <a:avLst/>
          </a:prstGeom>
        </p:spPr>
        <p:txBody>
          <a:bodyPr/>
          <a:lstStyle/>
          <a:p>
            <a:r>
              <a:rPr lang="en-US" dirty="0"/>
              <a:t>Demo: Virtual Network Point-to-Site Connection</a:t>
            </a:r>
          </a:p>
        </p:txBody>
      </p:sp>
    </p:spTree>
    <p:extLst>
      <p:ext uri="{BB962C8B-B14F-4D97-AF65-F5344CB8AC3E}">
        <p14:creationId xmlns:p14="http://schemas.microsoft.com/office/powerpoint/2010/main" val="34100905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prstGeom prst="rect">
            <a:avLst/>
          </a:prstGeom>
        </p:spPr>
        <p:txBody>
          <a:bodyPr/>
          <a:lstStyle/>
          <a:p>
            <a:r>
              <a:rPr lang="en-US" dirty="0"/>
              <a:t>Azure Resource Manager</a:t>
            </a:r>
          </a:p>
        </p:txBody>
      </p:sp>
    </p:spTree>
    <p:extLst>
      <p:ext uri="{BB962C8B-B14F-4D97-AF65-F5344CB8AC3E}">
        <p14:creationId xmlns:p14="http://schemas.microsoft.com/office/powerpoint/2010/main" val="22623483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p:cNvSpPr>
            <a:spLocks noGrp="1"/>
          </p:cNvSpPr>
          <p:nvPr>
            <p:ph type="body" sz="quarter" idx="10"/>
          </p:nvPr>
        </p:nvSpPr>
        <p:spPr>
          <a:xfrm>
            <a:off x="5976510" y="1011572"/>
            <a:ext cx="5509807" cy="5024147"/>
          </a:xfrm>
        </p:spPr>
        <p:txBody>
          <a:bodyPr/>
          <a:lstStyle/>
          <a:p>
            <a:pPr marL="457200" indent="-457200">
              <a:buFont typeface="Wingdings" panose="05000000000000000000" pitchFamily="2" charset="2"/>
              <a:buChar char="§"/>
            </a:pPr>
            <a:r>
              <a:rPr lang="en-US" sz="3137" dirty="0">
                <a:solidFill>
                  <a:schemeClr val="tx1"/>
                </a:solidFill>
              </a:rPr>
              <a:t>Manage resources as a single unit</a:t>
            </a:r>
          </a:p>
          <a:p>
            <a:pPr marL="457200" indent="-457200">
              <a:buFont typeface="Wingdings" panose="05000000000000000000" pitchFamily="2" charset="2"/>
              <a:buChar char="§"/>
            </a:pPr>
            <a:endParaRPr lang="en-US" sz="3137" dirty="0">
              <a:solidFill>
                <a:schemeClr val="tx1"/>
              </a:solidFill>
            </a:endParaRPr>
          </a:p>
          <a:p>
            <a:pPr marL="457200" indent="-457200">
              <a:buFont typeface="Wingdings" panose="05000000000000000000" pitchFamily="2" charset="2"/>
              <a:buChar char="§"/>
            </a:pPr>
            <a:r>
              <a:rPr lang="en-US" sz="3137" dirty="0">
                <a:solidFill>
                  <a:schemeClr val="tx1"/>
                </a:solidFill>
              </a:rPr>
              <a:t>Role based access and control (RBAC) on groups or resources</a:t>
            </a:r>
          </a:p>
          <a:p>
            <a:pPr marL="457200" indent="-457200">
              <a:buFont typeface="Wingdings" panose="05000000000000000000" pitchFamily="2" charset="2"/>
              <a:buChar char="§"/>
            </a:pPr>
            <a:endParaRPr lang="en-US" sz="3137" dirty="0">
              <a:solidFill>
                <a:schemeClr val="tx1"/>
              </a:solidFill>
            </a:endParaRPr>
          </a:p>
          <a:p>
            <a:pPr marL="457200" indent="-457200">
              <a:buFont typeface="Wingdings" panose="05000000000000000000" pitchFamily="2" charset="2"/>
              <a:buChar char="§"/>
            </a:pPr>
            <a:r>
              <a:rPr lang="en-US" sz="3137" dirty="0">
                <a:solidFill>
                  <a:schemeClr val="tx1"/>
                </a:solidFill>
              </a:rPr>
              <a:t>Billing integrated tagging on groups or resources</a:t>
            </a:r>
          </a:p>
        </p:txBody>
      </p:sp>
      <p:sp>
        <p:nvSpPr>
          <p:cNvPr id="5" name="Title 4"/>
          <p:cNvSpPr>
            <a:spLocks noGrp="1"/>
          </p:cNvSpPr>
          <p:nvPr>
            <p:ph type="title" idx="4294967295"/>
          </p:nvPr>
        </p:nvSpPr>
        <p:spPr>
          <a:xfrm>
            <a:off x="377754" y="289958"/>
            <a:ext cx="11814248" cy="899537"/>
          </a:xfrm>
        </p:spPr>
        <p:txBody>
          <a:bodyPr/>
          <a:lstStyle/>
          <a:p>
            <a:pPr algn="l"/>
            <a:r>
              <a:rPr lang="en-US" sz="3137" dirty="0">
                <a:solidFill>
                  <a:schemeClr val="tx1"/>
                </a:solidFill>
              </a:rPr>
              <a:t>Azure Resource Manager &amp; Resource Groups</a:t>
            </a:r>
          </a:p>
        </p:txBody>
      </p:sp>
      <p:grpSp>
        <p:nvGrpSpPr>
          <p:cNvPr id="7" name="Group 6"/>
          <p:cNvGrpSpPr>
            <a:grpSpLocks noChangeAspect="1"/>
          </p:cNvGrpSpPr>
          <p:nvPr/>
        </p:nvGrpSpPr>
        <p:grpSpPr bwMode="auto">
          <a:xfrm>
            <a:off x="377753" y="1146503"/>
            <a:ext cx="4946135" cy="4723977"/>
            <a:chOff x="405" y="668"/>
            <a:chExt cx="3117" cy="2977"/>
          </a:xfrm>
        </p:grpSpPr>
        <p:sp>
          <p:nvSpPr>
            <p:cNvPr id="8" name="AutoShape 3"/>
            <p:cNvSpPr>
              <a:spLocks noChangeAspect="1" noChangeArrowheads="1" noTextEdit="1"/>
            </p:cNvSpPr>
            <p:nvPr/>
          </p:nvSpPr>
          <p:spPr bwMode="auto">
            <a:xfrm>
              <a:off x="406" y="668"/>
              <a:ext cx="3116" cy="29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00" tIns="45701" rIns="91400" bIns="45701" numCol="1" anchor="t" anchorCtr="0" compatLnSpc="1">
              <a:prstTxWarp prst="textNoShape">
                <a:avLst/>
              </a:prstTxWarp>
            </a:bodyPr>
            <a:lstStyle/>
            <a:p>
              <a:pPr defTabSz="913990"/>
              <a:endParaRPr lang="en-US">
                <a:solidFill>
                  <a:srgbClr val="000000"/>
                </a:solidFill>
              </a:endParaRPr>
            </a:p>
          </p:txBody>
        </p:sp>
        <p:sp>
          <p:nvSpPr>
            <p:cNvPr id="9" name="Freeform 5"/>
            <p:cNvSpPr>
              <a:spLocks/>
            </p:cNvSpPr>
            <p:nvPr/>
          </p:nvSpPr>
          <p:spPr bwMode="auto">
            <a:xfrm>
              <a:off x="412" y="676"/>
              <a:ext cx="3102" cy="2962"/>
            </a:xfrm>
            <a:custGeom>
              <a:avLst/>
              <a:gdLst>
                <a:gd name="T0" fmla="*/ 2649 w 2649"/>
                <a:gd name="T1" fmla="*/ 2496 h 2529"/>
                <a:gd name="T2" fmla="*/ 2616 w 2649"/>
                <a:gd name="T3" fmla="*/ 2529 h 2529"/>
                <a:gd name="T4" fmla="*/ 33 w 2649"/>
                <a:gd name="T5" fmla="*/ 2529 h 2529"/>
                <a:gd name="T6" fmla="*/ 0 w 2649"/>
                <a:gd name="T7" fmla="*/ 2496 h 2529"/>
                <a:gd name="T8" fmla="*/ 0 w 2649"/>
                <a:gd name="T9" fmla="*/ 33 h 2529"/>
                <a:gd name="T10" fmla="*/ 33 w 2649"/>
                <a:gd name="T11" fmla="*/ 0 h 2529"/>
                <a:gd name="T12" fmla="*/ 2616 w 2649"/>
                <a:gd name="T13" fmla="*/ 0 h 2529"/>
                <a:gd name="T14" fmla="*/ 2649 w 2649"/>
                <a:gd name="T15" fmla="*/ 33 h 2529"/>
                <a:gd name="T16" fmla="*/ 2649 w 2649"/>
                <a:gd name="T17" fmla="*/ 2496 h 25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649" h="2529">
                  <a:moveTo>
                    <a:pt x="2649" y="2496"/>
                  </a:moveTo>
                  <a:cubicBezTo>
                    <a:pt x="2649" y="2514"/>
                    <a:pt x="2634" y="2529"/>
                    <a:pt x="2616" y="2529"/>
                  </a:cubicBezTo>
                  <a:cubicBezTo>
                    <a:pt x="33" y="2529"/>
                    <a:pt x="33" y="2529"/>
                    <a:pt x="33" y="2529"/>
                  </a:cubicBezTo>
                  <a:cubicBezTo>
                    <a:pt x="15" y="2529"/>
                    <a:pt x="0" y="2514"/>
                    <a:pt x="0" y="2496"/>
                  </a:cubicBezTo>
                  <a:cubicBezTo>
                    <a:pt x="0" y="33"/>
                    <a:pt x="0" y="33"/>
                    <a:pt x="0" y="33"/>
                  </a:cubicBezTo>
                  <a:cubicBezTo>
                    <a:pt x="0" y="14"/>
                    <a:pt x="15" y="0"/>
                    <a:pt x="33" y="0"/>
                  </a:cubicBezTo>
                  <a:cubicBezTo>
                    <a:pt x="2616" y="0"/>
                    <a:pt x="2616" y="0"/>
                    <a:pt x="2616" y="0"/>
                  </a:cubicBezTo>
                  <a:cubicBezTo>
                    <a:pt x="2634" y="0"/>
                    <a:pt x="2649" y="14"/>
                    <a:pt x="2649" y="33"/>
                  </a:cubicBezTo>
                  <a:cubicBezTo>
                    <a:pt x="2649" y="2496"/>
                    <a:pt x="2649" y="2496"/>
                    <a:pt x="2649" y="2496"/>
                  </a:cubicBezTo>
                </a:path>
              </a:pathLst>
            </a:custGeom>
            <a:solidFill>
              <a:srgbClr val="022D7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00" tIns="45701" rIns="91400" bIns="45701" numCol="1" anchor="t" anchorCtr="0" compatLnSpc="1">
              <a:prstTxWarp prst="textNoShape">
                <a:avLst/>
              </a:prstTxWarp>
            </a:bodyPr>
            <a:lstStyle/>
            <a:p>
              <a:pPr defTabSz="913990"/>
              <a:endParaRPr lang="en-US">
                <a:solidFill>
                  <a:srgbClr val="000000"/>
                </a:solidFill>
              </a:endParaRPr>
            </a:p>
          </p:txBody>
        </p:sp>
        <p:sp>
          <p:nvSpPr>
            <p:cNvPr id="10" name="Freeform 6"/>
            <p:cNvSpPr>
              <a:spLocks/>
            </p:cNvSpPr>
            <p:nvPr/>
          </p:nvSpPr>
          <p:spPr bwMode="auto">
            <a:xfrm>
              <a:off x="405" y="669"/>
              <a:ext cx="3116" cy="2976"/>
            </a:xfrm>
            <a:custGeom>
              <a:avLst/>
              <a:gdLst>
                <a:gd name="T0" fmla="*/ 2655 w 2661"/>
                <a:gd name="T1" fmla="*/ 2502 h 2541"/>
                <a:gd name="T2" fmla="*/ 2649 w 2661"/>
                <a:gd name="T3" fmla="*/ 2502 h 2541"/>
                <a:gd name="T4" fmla="*/ 2641 w 2661"/>
                <a:gd name="T5" fmla="*/ 2521 h 2541"/>
                <a:gd name="T6" fmla="*/ 2622 w 2661"/>
                <a:gd name="T7" fmla="*/ 2529 h 2541"/>
                <a:gd name="T8" fmla="*/ 39 w 2661"/>
                <a:gd name="T9" fmla="*/ 2529 h 2541"/>
                <a:gd name="T10" fmla="*/ 20 w 2661"/>
                <a:gd name="T11" fmla="*/ 2521 h 2541"/>
                <a:gd name="T12" fmla="*/ 12 w 2661"/>
                <a:gd name="T13" fmla="*/ 2502 h 2541"/>
                <a:gd name="T14" fmla="*/ 12 w 2661"/>
                <a:gd name="T15" fmla="*/ 39 h 2541"/>
                <a:gd name="T16" fmla="*/ 20 w 2661"/>
                <a:gd name="T17" fmla="*/ 20 h 2541"/>
                <a:gd name="T18" fmla="*/ 39 w 2661"/>
                <a:gd name="T19" fmla="*/ 12 h 2541"/>
                <a:gd name="T20" fmla="*/ 2622 w 2661"/>
                <a:gd name="T21" fmla="*/ 12 h 2541"/>
                <a:gd name="T22" fmla="*/ 2641 w 2661"/>
                <a:gd name="T23" fmla="*/ 20 h 2541"/>
                <a:gd name="T24" fmla="*/ 2649 w 2661"/>
                <a:gd name="T25" fmla="*/ 39 h 2541"/>
                <a:gd name="T26" fmla="*/ 2649 w 2661"/>
                <a:gd name="T27" fmla="*/ 2502 h 2541"/>
                <a:gd name="T28" fmla="*/ 2655 w 2661"/>
                <a:gd name="T29" fmla="*/ 2502 h 2541"/>
                <a:gd name="T30" fmla="*/ 2661 w 2661"/>
                <a:gd name="T31" fmla="*/ 2502 h 2541"/>
                <a:gd name="T32" fmla="*/ 2661 w 2661"/>
                <a:gd name="T33" fmla="*/ 39 h 2541"/>
                <a:gd name="T34" fmla="*/ 2622 w 2661"/>
                <a:gd name="T35" fmla="*/ 0 h 2541"/>
                <a:gd name="T36" fmla="*/ 39 w 2661"/>
                <a:gd name="T37" fmla="*/ 0 h 2541"/>
                <a:gd name="T38" fmla="*/ 0 w 2661"/>
                <a:gd name="T39" fmla="*/ 39 h 2541"/>
                <a:gd name="T40" fmla="*/ 0 w 2661"/>
                <a:gd name="T41" fmla="*/ 2502 h 2541"/>
                <a:gd name="T42" fmla="*/ 39 w 2661"/>
                <a:gd name="T43" fmla="*/ 2541 h 2541"/>
                <a:gd name="T44" fmla="*/ 2622 w 2661"/>
                <a:gd name="T45" fmla="*/ 2541 h 2541"/>
                <a:gd name="T46" fmla="*/ 2661 w 2661"/>
                <a:gd name="T47" fmla="*/ 2502 h 2541"/>
                <a:gd name="T48" fmla="*/ 2655 w 2661"/>
                <a:gd name="T49" fmla="*/ 2502 h 25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661" h="2541">
                  <a:moveTo>
                    <a:pt x="2655" y="2502"/>
                  </a:moveTo>
                  <a:cubicBezTo>
                    <a:pt x="2649" y="2502"/>
                    <a:pt x="2649" y="2502"/>
                    <a:pt x="2649" y="2502"/>
                  </a:cubicBezTo>
                  <a:cubicBezTo>
                    <a:pt x="2649" y="2509"/>
                    <a:pt x="2646" y="2516"/>
                    <a:pt x="2641" y="2521"/>
                  </a:cubicBezTo>
                  <a:cubicBezTo>
                    <a:pt x="2636" y="2526"/>
                    <a:pt x="2629" y="2529"/>
                    <a:pt x="2622" y="2529"/>
                  </a:cubicBezTo>
                  <a:cubicBezTo>
                    <a:pt x="39" y="2529"/>
                    <a:pt x="39" y="2529"/>
                    <a:pt x="39" y="2529"/>
                  </a:cubicBezTo>
                  <a:cubicBezTo>
                    <a:pt x="32" y="2529"/>
                    <a:pt x="25" y="2526"/>
                    <a:pt x="20" y="2521"/>
                  </a:cubicBezTo>
                  <a:cubicBezTo>
                    <a:pt x="15" y="2516"/>
                    <a:pt x="12" y="2509"/>
                    <a:pt x="12" y="2502"/>
                  </a:cubicBezTo>
                  <a:cubicBezTo>
                    <a:pt x="12" y="39"/>
                    <a:pt x="12" y="39"/>
                    <a:pt x="12" y="39"/>
                  </a:cubicBezTo>
                  <a:cubicBezTo>
                    <a:pt x="12" y="31"/>
                    <a:pt x="15" y="25"/>
                    <a:pt x="20" y="20"/>
                  </a:cubicBezTo>
                  <a:cubicBezTo>
                    <a:pt x="25" y="15"/>
                    <a:pt x="32" y="12"/>
                    <a:pt x="39" y="12"/>
                  </a:cubicBezTo>
                  <a:cubicBezTo>
                    <a:pt x="2622" y="12"/>
                    <a:pt x="2622" y="12"/>
                    <a:pt x="2622" y="12"/>
                  </a:cubicBezTo>
                  <a:cubicBezTo>
                    <a:pt x="2629" y="12"/>
                    <a:pt x="2636" y="15"/>
                    <a:pt x="2641" y="20"/>
                  </a:cubicBezTo>
                  <a:cubicBezTo>
                    <a:pt x="2646" y="25"/>
                    <a:pt x="2649" y="31"/>
                    <a:pt x="2649" y="39"/>
                  </a:cubicBezTo>
                  <a:cubicBezTo>
                    <a:pt x="2649" y="2502"/>
                    <a:pt x="2649" y="2502"/>
                    <a:pt x="2649" y="2502"/>
                  </a:cubicBezTo>
                  <a:cubicBezTo>
                    <a:pt x="2655" y="2502"/>
                    <a:pt x="2655" y="2502"/>
                    <a:pt x="2655" y="2502"/>
                  </a:cubicBezTo>
                  <a:cubicBezTo>
                    <a:pt x="2661" y="2502"/>
                    <a:pt x="2661" y="2502"/>
                    <a:pt x="2661" y="2502"/>
                  </a:cubicBezTo>
                  <a:cubicBezTo>
                    <a:pt x="2661" y="39"/>
                    <a:pt x="2661" y="39"/>
                    <a:pt x="2661" y="39"/>
                  </a:cubicBezTo>
                  <a:cubicBezTo>
                    <a:pt x="2661" y="17"/>
                    <a:pt x="2643" y="0"/>
                    <a:pt x="2622" y="0"/>
                  </a:cubicBezTo>
                  <a:cubicBezTo>
                    <a:pt x="39" y="0"/>
                    <a:pt x="39" y="0"/>
                    <a:pt x="39" y="0"/>
                  </a:cubicBezTo>
                  <a:cubicBezTo>
                    <a:pt x="18" y="0"/>
                    <a:pt x="0" y="17"/>
                    <a:pt x="0" y="39"/>
                  </a:cubicBezTo>
                  <a:cubicBezTo>
                    <a:pt x="0" y="2502"/>
                    <a:pt x="0" y="2502"/>
                    <a:pt x="0" y="2502"/>
                  </a:cubicBezTo>
                  <a:cubicBezTo>
                    <a:pt x="0" y="2523"/>
                    <a:pt x="18" y="2541"/>
                    <a:pt x="39" y="2541"/>
                  </a:cubicBezTo>
                  <a:cubicBezTo>
                    <a:pt x="2622" y="2541"/>
                    <a:pt x="2622" y="2541"/>
                    <a:pt x="2622" y="2541"/>
                  </a:cubicBezTo>
                  <a:cubicBezTo>
                    <a:pt x="2643" y="2541"/>
                    <a:pt x="2661" y="2523"/>
                    <a:pt x="2661" y="2502"/>
                  </a:cubicBezTo>
                  <a:lnTo>
                    <a:pt x="2655" y="2502"/>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00" tIns="45701" rIns="91400" bIns="45701" numCol="1" anchor="t" anchorCtr="0" compatLnSpc="1">
              <a:prstTxWarp prst="textNoShape">
                <a:avLst/>
              </a:prstTxWarp>
            </a:bodyPr>
            <a:lstStyle/>
            <a:p>
              <a:pPr defTabSz="913990"/>
              <a:endParaRPr lang="en-US">
                <a:solidFill>
                  <a:srgbClr val="000000"/>
                </a:solidFill>
              </a:endParaRPr>
            </a:p>
          </p:txBody>
        </p:sp>
        <p:sp>
          <p:nvSpPr>
            <p:cNvPr id="11" name="Freeform 7"/>
            <p:cNvSpPr>
              <a:spLocks/>
            </p:cNvSpPr>
            <p:nvPr/>
          </p:nvSpPr>
          <p:spPr bwMode="auto">
            <a:xfrm>
              <a:off x="999" y="1251"/>
              <a:ext cx="1928" cy="1927"/>
            </a:xfrm>
            <a:custGeom>
              <a:avLst/>
              <a:gdLst>
                <a:gd name="T0" fmla="*/ 878 w 1647"/>
                <a:gd name="T1" fmla="*/ 19 h 1645"/>
                <a:gd name="T2" fmla="*/ 1628 w 1647"/>
                <a:gd name="T3" fmla="*/ 821 h 1645"/>
                <a:gd name="T4" fmla="*/ 1392 w 1647"/>
                <a:gd name="T5" fmla="*/ 1390 h 1645"/>
                <a:gd name="T6" fmla="*/ 823 w 1647"/>
                <a:gd name="T7" fmla="*/ 1626 h 1645"/>
                <a:gd name="T8" fmla="*/ 255 w 1647"/>
                <a:gd name="T9" fmla="*/ 1390 h 1645"/>
                <a:gd name="T10" fmla="*/ 19 w 1647"/>
                <a:gd name="T11" fmla="*/ 821 h 1645"/>
                <a:gd name="T12" fmla="*/ 54 w 1647"/>
                <a:gd name="T13" fmla="*/ 587 h 1645"/>
                <a:gd name="T14" fmla="*/ 35 w 1647"/>
                <a:gd name="T15" fmla="*/ 581 h 1645"/>
                <a:gd name="T16" fmla="*/ 0 w 1647"/>
                <a:gd name="T17" fmla="*/ 821 h 1645"/>
                <a:gd name="T18" fmla="*/ 823 w 1647"/>
                <a:gd name="T19" fmla="*/ 1645 h 1645"/>
                <a:gd name="T20" fmla="*/ 1647 w 1647"/>
                <a:gd name="T21" fmla="*/ 821 h 1645"/>
                <a:gd name="T22" fmla="*/ 879 w 1647"/>
                <a:gd name="T23" fmla="*/ 0 h 1645"/>
                <a:gd name="T24" fmla="*/ 878 w 1647"/>
                <a:gd name="T25" fmla="*/ 19 h 1645"/>
                <a:gd name="T26" fmla="*/ 878 w 1647"/>
                <a:gd name="T27" fmla="*/ 19 h 16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647" h="1645">
                  <a:moveTo>
                    <a:pt x="878" y="19"/>
                  </a:moveTo>
                  <a:cubicBezTo>
                    <a:pt x="1297" y="46"/>
                    <a:pt x="1628" y="395"/>
                    <a:pt x="1628" y="821"/>
                  </a:cubicBezTo>
                  <a:cubicBezTo>
                    <a:pt x="1628" y="1043"/>
                    <a:pt x="1538" y="1245"/>
                    <a:pt x="1392" y="1390"/>
                  </a:cubicBezTo>
                  <a:cubicBezTo>
                    <a:pt x="1247" y="1536"/>
                    <a:pt x="1046" y="1626"/>
                    <a:pt x="823" y="1626"/>
                  </a:cubicBezTo>
                  <a:cubicBezTo>
                    <a:pt x="601" y="1626"/>
                    <a:pt x="400" y="1536"/>
                    <a:pt x="255" y="1390"/>
                  </a:cubicBezTo>
                  <a:cubicBezTo>
                    <a:pt x="109" y="1245"/>
                    <a:pt x="19" y="1043"/>
                    <a:pt x="19" y="821"/>
                  </a:cubicBezTo>
                  <a:cubicBezTo>
                    <a:pt x="19" y="740"/>
                    <a:pt x="31" y="661"/>
                    <a:pt x="54" y="587"/>
                  </a:cubicBezTo>
                  <a:cubicBezTo>
                    <a:pt x="35" y="581"/>
                    <a:pt x="35" y="581"/>
                    <a:pt x="35" y="581"/>
                  </a:cubicBezTo>
                  <a:cubicBezTo>
                    <a:pt x="12" y="657"/>
                    <a:pt x="0" y="738"/>
                    <a:pt x="0" y="821"/>
                  </a:cubicBezTo>
                  <a:cubicBezTo>
                    <a:pt x="0" y="1276"/>
                    <a:pt x="369" y="1645"/>
                    <a:pt x="823" y="1645"/>
                  </a:cubicBezTo>
                  <a:cubicBezTo>
                    <a:pt x="1278" y="1645"/>
                    <a:pt x="1647" y="1276"/>
                    <a:pt x="1647" y="821"/>
                  </a:cubicBezTo>
                  <a:cubicBezTo>
                    <a:pt x="1647" y="385"/>
                    <a:pt x="1308" y="28"/>
                    <a:pt x="879" y="0"/>
                  </a:cubicBezTo>
                  <a:cubicBezTo>
                    <a:pt x="878" y="19"/>
                    <a:pt x="878" y="19"/>
                    <a:pt x="878" y="19"/>
                  </a:cubicBezTo>
                  <a:cubicBezTo>
                    <a:pt x="878" y="19"/>
                    <a:pt x="878" y="19"/>
                    <a:pt x="878" y="19"/>
                  </a:cubicBezTo>
                </a:path>
              </a:pathLst>
            </a:custGeom>
            <a:solidFill>
              <a:srgbClr val="7CCAF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00" tIns="45701" rIns="91400" bIns="45701" numCol="1" anchor="t" anchorCtr="0" compatLnSpc="1">
              <a:prstTxWarp prst="textNoShape">
                <a:avLst/>
              </a:prstTxWarp>
            </a:bodyPr>
            <a:lstStyle/>
            <a:p>
              <a:pPr defTabSz="913990"/>
              <a:endParaRPr lang="en-US">
                <a:solidFill>
                  <a:srgbClr val="000000"/>
                </a:solidFill>
              </a:endParaRPr>
            </a:p>
          </p:txBody>
        </p:sp>
        <p:sp>
          <p:nvSpPr>
            <p:cNvPr id="12" name="Freeform 8"/>
            <p:cNvSpPr>
              <a:spLocks/>
            </p:cNvSpPr>
            <p:nvPr/>
          </p:nvSpPr>
          <p:spPr bwMode="auto">
            <a:xfrm>
              <a:off x="1962" y="1219"/>
              <a:ext cx="80" cy="89"/>
            </a:xfrm>
            <a:custGeom>
              <a:avLst/>
              <a:gdLst>
                <a:gd name="T0" fmla="*/ 76 w 80"/>
                <a:gd name="T1" fmla="*/ 89 h 89"/>
                <a:gd name="T2" fmla="*/ 0 w 80"/>
                <a:gd name="T3" fmla="*/ 41 h 89"/>
                <a:gd name="T4" fmla="*/ 80 w 80"/>
                <a:gd name="T5" fmla="*/ 0 h 89"/>
                <a:gd name="T6" fmla="*/ 76 w 80"/>
                <a:gd name="T7" fmla="*/ 89 h 89"/>
              </a:gdLst>
              <a:ahLst/>
              <a:cxnLst>
                <a:cxn ang="0">
                  <a:pos x="T0" y="T1"/>
                </a:cxn>
                <a:cxn ang="0">
                  <a:pos x="T2" y="T3"/>
                </a:cxn>
                <a:cxn ang="0">
                  <a:pos x="T4" y="T5"/>
                </a:cxn>
                <a:cxn ang="0">
                  <a:pos x="T6" y="T7"/>
                </a:cxn>
              </a:cxnLst>
              <a:rect l="0" t="0" r="r" b="b"/>
              <a:pathLst>
                <a:path w="80" h="89">
                  <a:moveTo>
                    <a:pt x="76" y="89"/>
                  </a:moveTo>
                  <a:lnTo>
                    <a:pt x="0" y="41"/>
                  </a:lnTo>
                  <a:lnTo>
                    <a:pt x="80" y="0"/>
                  </a:lnTo>
                  <a:lnTo>
                    <a:pt x="76" y="89"/>
                  </a:lnTo>
                  <a:close/>
                </a:path>
              </a:pathLst>
            </a:custGeom>
            <a:solidFill>
              <a:srgbClr val="7CCAF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00" tIns="45701" rIns="91400" bIns="45701" numCol="1" anchor="t" anchorCtr="0" compatLnSpc="1">
              <a:prstTxWarp prst="textNoShape">
                <a:avLst/>
              </a:prstTxWarp>
            </a:bodyPr>
            <a:lstStyle/>
            <a:p>
              <a:pPr defTabSz="913990"/>
              <a:endParaRPr lang="en-US">
                <a:solidFill>
                  <a:srgbClr val="000000"/>
                </a:solidFill>
              </a:endParaRPr>
            </a:p>
          </p:txBody>
        </p:sp>
        <p:sp>
          <p:nvSpPr>
            <p:cNvPr id="13" name="Freeform 9"/>
            <p:cNvSpPr>
              <a:spLocks/>
            </p:cNvSpPr>
            <p:nvPr/>
          </p:nvSpPr>
          <p:spPr bwMode="auto">
            <a:xfrm>
              <a:off x="1003" y="1891"/>
              <a:ext cx="94" cy="93"/>
            </a:xfrm>
            <a:custGeom>
              <a:avLst/>
              <a:gdLst>
                <a:gd name="T0" fmla="*/ 74 w 80"/>
                <a:gd name="T1" fmla="*/ 51 h 80"/>
                <a:gd name="T2" fmla="*/ 51 w 80"/>
                <a:gd name="T3" fmla="*/ 6 h 80"/>
                <a:gd name="T4" fmla="*/ 6 w 80"/>
                <a:gd name="T5" fmla="*/ 29 h 80"/>
                <a:gd name="T6" fmla="*/ 29 w 80"/>
                <a:gd name="T7" fmla="*/ 74 h 80"/>
                <a:gd name="T8" fmla="*/ 74 w 80"/>
                <a:gd name="T9" fmla="*/ 51 h 80"/>
              </a:gdLst>
              <a:ahLst/>
              <a:cxnLst>
                <a:cxn ang="0">
                  <a:pos x="T0" y="T1"/>
                </a:cxn>
                <a:cxn ang="0">
                  <a:pos x="T2" y="T3"/>
                </a:cxn>
                <a:cxn ang="0">
                  <a:pos x="T4" y="T5"/>
                </a:cxn>
                <a:cxn ang="0">
                  <a:pos x="T6" y="T7"/>
                </a:cxn>
                <a:cxn ang="0">
                  <a:pos x="T8" y="T9"/>
                </a:cxn>
              </a:cxnLst>
              <a:rect l="0" t="0" r="r" b="b"/>
              <a:pathLst>
                <a:path w="80" h="80">
                  <a:moveTo>
                    <a:pt x="74" y="51"/>
                  </a:moveTo>
                  <a:cubicBezTo>
                    <a:pt x="80" y="32"/>
                    <a:pt x="70" y="12"/>
                    <a:pt x="51" y="6"/>
                  </a:cubicBezTo>
                  <a:cubicBezTo>
                    <a:pt x="32" y="0"/>
                    <a:pt x="12" y="10"/>
                    <a:pt x="6" y="29"/>
                  </a:cubicBezTo>
                  <a:cubicBezTo>
                    <a:pt x="0" y="47"/>
                    <a:pt x="10" y="68"/>
                    <a:pt x="29" y="74"/>
                  </a:cubicBezTo>
                  <a:cubicBezTo>
                    <a:pt x="48" y="80"/>
                    <a:pt x="68" y="70"/>
                    <a:pt x="74" y="51"/>
                  </a:cubicBezTo>
                  <a:close/>
                </a:path>
              </a:pathLst>
            </a:custGeom>
            <a:solidFill>
              <a:srgbClr val="7CCAF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00" tIns="45701" rIns="91400" bIns="45701" numCol="1" anchor="t" anchorCtr="0" compatLnSpc="1">
              <a:prstTxWarp prst="textNoShape">
                <a:avLst/>
              </a:prstTxWarp>
            </a:bodyPr>
            <a:lstStyle/>
            <a:p>
              <a:pPr defTabSz="913990"/>
              <a:endParaRPr lang="en-US">
                <a:solidFill>
                  <a:srgbClr val="000000"/>
                </a:solidFill>
              </a:endParaRPr>
            </a:p>
          </p:txBody>
        </p:sp>
        <p:sp>
          <p:nvSpPr>
            <p:cNvPr id="14" name="Freeform 10"/>
            <p:cNvSpPr>
              <a:spLocks/>
            </p:cNvSpPr>
            <p:nvPr/>
          </p:nvSpPr>
          <p:spPr bwMode="auto">
            <a:xfrm>
              <a:off x="757" y="1125"/>
              <a:ext cx="824" cy="728"/>
            </a:xfrm>
            <a:custGeom>
              <a:avLst/>
              <a:gdLst>
                <a:gd name="T0" fmla="*/ 540 w 703"/>
                <a:gd name="T1" fmla="*/ 558 h 622"/>
                <a:gd name="T2" fmla="*/ 352 w 703"/>
                <a:gd name="T3" fmla="*/ 622 h 622"/>
                <a:gd name="T4" fmla="*/ 104 w 703"/>
                <a:gd name="T5" fmla="*/ 500 h 622"/>
                <a:gd name="T6" fmla="*/ 162 w 703"/>
                <a:gd name="T7" fmla="*/ 64 h 622"/>
                <a:gd name="T8" fmla="*/ 351 w 703"/>
                <a:gd name="T9" fmla="*/ 0 h 622"/>
                <a:gd name="T10" fmla="*/ 598 w 703"/>
                <a:gd name="T11" fmla="*/ 122 h 622"/>
                <a:gd name="T12" fmla="*/ 540 w 703"/>
                <a:gd name="T13" fmla="*/ 558 h 622"/>
              </a:gdLst>
              <a:ahLst/>
              <a:cxnLst>
                <a:cxn ang="0">
                  <a:pos x="T0" y="T1"/>
                </a:cxn>
                <a:cxn ang="0">
                  <a:pos x="T2" y="T3"/>
                </a:cxn>
                <a:cxn ang="0">
                  <a:pos x="T4" y="T5"/>
                </a:cxn>
                <a:cxn ang="0">
                  <a:pos x="T6" y="T7"/>
                </a:cxn>
                <a:cxn ang="0">
                  <a:pos x="T8" y="T9"/>
                </a:cxn>
                <a:cxn ang="0">
                  <a:pos x="T10" y="T11"/>
                </a:cxn>
                <a:cxn ang="0">
                  <a:pos x="T12" y="T13"/>
                </a:cxn>
              </a:cxnLst>
              <a:rect l="0" t="0" r="r" b="b"/>
              <a:pathLst>
                <a:path w="703" h="622">
                  <a:moveTo>
                    <a:pt x="540" y="558"/>
                  </a:moveTo>
                  <a:cubicBezTo>
                    <a:pt x="484" y="601"/>
                    <a:pt x="418" y="622"/>
                    <a:pt x="352" y="622"/>
                  </a:cubicBezTo>
                  <a:cubicBezTo>
                    <a:pt x="258" y="622"/>
                    <a:pt x="166" y="580"/>
                    <a:pt x="104" y="500"/>
                  </a:cubicBezTo>
                  <a:cubicBezTo>
                    <a:pt x="0" y="364"/>
                    <a:pt x="26" y="169"/>
                    <a:pt x="162" y="64"/>
                  </a:cubicBezTo>
                  <a:cubicBezTo>
                    <a:pt x="219" y="21"/>
                    <a:pt x="285" y="0"/>
                    <a:pt x="351" y="0"/>
                  </a:cubicBezTo>
                  <a:cubicBezTo>
                    <a:pt x="445" y="0"/>
                    <a:pt x="537" y="42"/>
                    <a:pt x="598" y="122"/>
                  </a:cubicBezTo>
                  <a:cubicBezTo>
                    <a:pt x="703" y="259"/>
                    <a:pt x="677" y="454"/>
                    <a:pt x="540" y="558"/>
                  </a:cubicBezTo>
                  <a:close/>
                </a:path>
              </a:pathLst>
            </a:custGeom>
            <a:solidFill>
              <a:srgbClr val="59B4D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00" tIns="45701" rIns="91400" bIns="45701" numCol="1" anchor="t" anchorCtr="0" compatLnSpc="1">
              <a:prstTxWarp prst="textNoShape">
                <a:avLst/>
              </a:prstTxWarp>
            </a:bodyPr>
            <a:lstStyle/>
            <a:p>
              <a:pPr defTabSz="913990"/>
              <a:endParaRPr lang="en-US">
                <a:solidFill>
                  <a:srgbClr val="000000"/>
                </a:solidFill>
              </a:endParaRPr>
            </a:p>
          </p:txBody>
        </p:sp>
        <p:sp>
          <p:nvSpPr>
            <p:cNvPr id="15" name="Freeform 11"/>
            <p:cNvSpPr>
              <a:spLocks/>
            </p:cNvSpPr>
            <p:nvPr/>
          </p:nvSpPr>
          <p:spPr bwMode="auto">
            <a:xfrm>
              <a:off x="757" y="1125"/>
              <a:ext cx="824" cy="728"/>
            </a:xfrm>
            <a:custGeom>
              <a:avLst/>
              <a:gdLst>
                <a:gd name="T0" fmla="*/ 540 w 703"/>
                <a:gd name="T1" fmla="*/ 558 h 622"/>
                <a:gd name="T2" fmla="*/ 352 w 703"/>
                <a:gd name="T3" fmla="*/ 622 h 622"/>
                <a:gd name="T4" fmla="*/ 104 w 703"/>
                <a:gd name="T5" fmla="*/ 500 h 622"/>
                <a:gd name="T6" fmla="*/ 162 w 703"/>
                <a:gd name="T7" fmla="*/ 64 h 622"/>
                <a:gd name="T8" fmla="*/ 351 w 703"/>
                <a:gd name="T9" fmla="*/ 0 h 622"/>
                <a:gd name="T10" fmla="*/ 598 w 703"/>
                <a:gd name="T11" fmla="*/ 122 h 622"/>
                <a:gd name="T12" fmla="*/ 540 w 703"/>
                <a:gd name="T13" fmla="*/ 558 h 622"/>
              </a:gdLst>
              <a:ahLst/>
              <a:cxnLst>
                <a:cxn ang="0">
                  <a:pos x="T0" y="T1"/>
                </a:cxn>
                <a:cxn ang="0">
                  <a:pos x="T2" y="T3"/>
                </a:cxn>
                <a:cxn ang="0">
                  <a:pos x="T4" y="T5"/>
                </a:cxn>
                <a:cxn ang="0">
                  <a:pos x="T6" y="T7"/>
                </a:cxn>
                <a:cxn ang="0">
                  <a:pos x="T8" y="T9"/>
                </a:cxn>
                <a:cxn ang="0">
                  <a:pos x="T10" y="T11"/>
                </a:cxn>
                <a:cxn ang="0">
                  <a:pos x="T12" y="T13"/>
                </a:cxn>
              </a:cxnLst>
              <a:rect l="0" t="0" r="r" b="b"/>
              <a:pathLst>
                <a:path w="703" h="622">
                  <a:moveTo>
                    <a:pt x="540" y="558"/>
                  </a:moveTo>
                  <a:cubicBezTo>
                    <a:pt x="484" y="601"/>
                    <a:pt x="418" y="622"/>
                    <a:pt x="352" y="622"/>
                  </a:cubicBezTo>
                  <a:cubicBezTo>
                    <a:pt x="258" y="622"/>
                    <a:pt x="166" y="580"/>
                    <a:pt x="104" y="500"/>
                  </a:cubicBezTo>
                  <a:cubicBezTo>
                    <a:pt x="0" y="364"/>
                    <a:pt x="26" y="169"/>
                    <a:pt x="162" y="64"/>
                  </a:cubicBezTo>
                  <a:cubicBezTo>
                    <a:pt x="219" y="21"/>
                    <a:pt x="285" y="0"/>
                    <a:pt x="351" y="0"/>
                  </a:cubicBezTo>
                  <a:cubicBezTo>
                    <a:pt x="445" y="0"/>
                    <a:pt x="537" y="42"/>
                    <a:pt x="598" y="122"/>
                  </a:cubicBezTo>
                  <a:cubicBezTo>
                    <a:pt x="703" y="259"/>
                    <a:pt x="677" y="454"/>
                    <a:pt x="540" y="558"/>
                  </a:cubicBezTo>
                  <a:close/>
                </a:path>
              </a:pathLst>
            </a:custGeom>
            <a:solidFill>
              <a:srgbClr val="59B4D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00" tIns="45701" rIns="91400" bIns="45701" numCol="1" anchor="t" anchorCtr="0" compatLnSpc="1">
              <a:prstTxWarp prst="textNoShape">
                <a:avLst/>
              </a:prstTxWarp>
            </a:bodyPr>
            <a:lstStyle/>
            <a:p>
              <a:pPr defTabSz="913990"/>
              <a:endParaRPr lang="en-US">
                <a:solidFill>
                  <a:srgbClr val="000000"/>
                </a:solidFill>
              </a:endParaRPr>
            </a:p>
          </p:txBody>
        </p:sp>
        <p:sp>
          <p:nvSpPr>
            <p:cNvPr id="16" name="Freeform 12"/>
            <p:cNvSpPr>
              <a:spLocks/>
            </p:cNvSpPr>
            <p:nvPr/>
          </p:nvSpPr>
          <p:spPr bwMode="auto">
            <a:xfrm>
              <a:off x="857" y="1234"/>
              <a:ext cx="99" cy="262"/>
            </a:xfrm>
            <a:custGeom>
              <a:avLst/>
              <a:gdLst>
                <a:gd name="T0" fmla="*/ 54 w 85"/>
                <a:gd name="T1" fmla="*/ 224 h 224"/>
                <a:gd name="T2" fmla="*/ 85 w 85"/>
                <a:gd name="T3" fmla="*/ 172 h 224"/>
                <a:gd name="T4" fmla="*/ 44 w 85"/>
                <a:gd name="T5" fmla="*/ 0 h 224"/>
                <a:gd name="T6" fmla="*/ 10 w 85"/>
                <a:gd name="T7" fmla="*/ 41 h 224"/>
                <a:gd name="T8" fmla="*/ 54 w 85"/>
                <a:gd name="T9" fmla="*/ 224 h 224"/>
              </a:gdLst>
              <a:ahLst/>
              <a:cxnLst>
                <a:cxn ang="0">
                  <a:pos x="T0" y="T1"/>
                </a:cxn>
                <a:cxn ang="0">
                  <a:pos x="T2" y="T3"/>
                </a:cxn>
                <a:cxn ang="0">
                  <a:pos x="T4" y="T5"/>
                </a:cxn>
                <a:cxn ang="0">
                  <a:pos x="T6" y="T7"/>
                </a:cxn>
                <a:cxn ang="0">
                  <a:pos x="T8" y="T9"/>
                </a:cxn>
              </a:cxnLst>
              <a:rect l="0" t="0" r="r" b="b"/>
              <a:pathLst>
                <a:path w="85" h="224">
                  <a:moveTo>
                    <a:pt x="54" y="224"/>
                  </a:moveTo>
                  <a:cubicBezTo>
                    <a:pt x="63" y="207"/>
                    <a:pt x="73" y="189"/>
                    <a:pt x="85" y="172"/>
                  </a:cubicBezTo>
                  <a:cubicBezTo>
                    <a:pt x="36" y="94"/>
                    <a:pt x="38" y="30"/>
                    <a:pt x="44" y="0"/>
                  </a:cubicBezTo>
                  <a:cubicBezTo>
                    <a:pt x="31" y="13"/>
                    <a:pt x="20" y="27"/>
                    <a:pt x="10" y="41"/>
                  </a:cubicBezTo>
                  <a:cubicBezTo>
                    <a:pt x="0" y="81"/>
                    <a:pt x="0" y="146"/>
                    <a:pt x="54" y="224"/>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00" tIns="45701" rIns="91400" bIns="45701" numCol="1" anchor="t" anchorCtr="0" compatLnSpc="1">
              <a:prstTxWarp prst="textNoShape">
                <a:avLst/>
              </a:prstTxWarp>
            </a:bodyPr>
            <a:lstStyle/>
            <a:p>
              <a:pPr defTabSz="913990"/>
              <a:endParaRPr lang="en-US">
                <a:solidFill>
                  <a:srgbClr val="000000"/>
                </a:solidFill>
              </a:endParaRPr>
            </a:p>
          </p:txBody>
        </p:sp>
        <p:sp>
          <p:nvSpPr>
            <p:cNvPr id="17" name="Freeform 13"/>
            <p:cNvSpPr>
              <a:spLocks/>
            </p:cNvSpPr>
            <p:nvPr/>
          </p:nvSpPr>
          <p:spPr bwMode="auto">
            <a:xfrm>
              <a:off x="980" y="1508"/>
              <a:ext cx="490" cy="243"/>
            </a:xfrm>
            <a:custGeom>
              <a:avLst/>
              <a:gdLst>
                <a:gd name="T0" fmla="*/ 88 w 419"/>
                <a:gd name="T1" fmla="*/ 54 h 208"/>
                <a:gd name="T2" fmla="*/ 29 w 419"/>
                <a:gd name="T3" fmla="*/ 0 h 208"/>
                <a:gd name="T4" fmla="*/ 0 w 419"/>
                <a:gd name="T5" fmla="*/ 49 h 208"/>
                <a:gd name="T6" fmla="*/ 54 w 419"/>
                <a:gd name="T7" fmla="*/ 97 h 208"/>
                <a:gd name="T8" fmla="*/ 379 w 419"/>
                <a:gd name="T9" fmla="*/ 208 h 208"/>
                <a:gd name="T10" fmla="*/ 419 w 419"/>
                <a:gd name="T11" fmla="*/ 159 h 208"/>
                <a:gd name="T12" fmla="*/ 88 w 419"/>
                <a:gd name="T13" fmla="*/ 54 h 208"/>
              </a:gdLst>
              <a:ahLst/>
              <a:cxnLst>
                <a:cxn ang="0">
                  <a:pos x="T0" y="T1"/>
                </a:cxn>
                <a:cxn ang="0">
                  <a:pos x="T2" y="T3"/>
                </a:cxn>
                <a:cxn ang="0">
                  <a:pos x="T4" y="T5"/>
                </a:cxn>
                <a:cxn ang="0">
                  <a:pos x="T6" y="T7"/>
                </a:cxn>
                <a:cxn ang="0">
                  <a:pos x="T8" y="T9"/>
                </a:cxn>
                <a:cxn ang="0">
                  <a:pos x="T10" y="T11"/>
                </a:cxn>
                <a:cxn ang="0">
                  <a:pos x="T12" y="T13"/>
                </a:cxn>
              </a:cxnLst>
              <a:rect l="0" t="0" r="r" b="b"/>
              <a:pathLst>
                <a:path w="419" h="208">
                  <a:moveTo>
                    <a:pt x="88" y="54"/>
                  </a:moveTo>
                  <a:cubicBezTo>
                    <a:pt x="65" y="36"/>
                    <a:pt x="46" y="17"/>
                    <a:pt x="29" y="0"/>
                  </a:cubicBezTo>
                  <a:cubicBezTo>
                    <a:pt x="18" y="16"/>
                    <a:pt x="8" y="33"/>
                    <a:pt x="0" y="49"/>
                  </a:cubicBezTo>
                  <a:cubicBezTo>
                    <a:pt x="15" y="65"/>
                    <a:pt x="33" y="81"/>
                    <a:pt x="54" y="97"/>
                  </a:cubicBezTo>
                  <a:cubicBezTo>
                    <a:pt x="181" y="198"/>
                    <a:pt x="308" y="208"/>
                    <a:pt x="379" y="208"/>
                  </a:cubicBezTo>
                  <a:cubicBezTo>
                    <a:pt x="384" y="208"/>
                    <a:pt x="406" y="177"/>
                    <a:pt x="419" y="159"/>
                  </a:cubicBezTo>
                  <a:cubicBezTo>
                    <a:pt x="387" y="165"/>
                    <a:pt x="251" y="183"/>
                    <a:pt x="88" y="54"/>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00" tIns="45701" rIns="91400" bIns="45701" numCol="1" anchor="t" anchorCtr="0" compatLnSpc="1">
              <a:prstTxWarp prst="textNoShape">
                <a:avLst/>
              </a:prstTxWarp>
            </a:bodyPr>
            <a:lstStyle/>
            <a:p>
              <a:pPr defTabSz="913990"/>
              <a:endParaRPr lang="en-US">
                <a:solidFill>
                  <a:srgbClr val="000000"/>
                </a:solidFill>
              </a:endParaRPr>
            </a:p>
          </p:txBody>
        </p:sp>
        <p:sp>
          <p:nvSpPr>
            <p:cNvPr id="18" name="Freeform 14"/>
            <p:cNvSpPr>
              <a:spLocks/>
            </p:cNvSpPr>
            <p:nvPr/>
          </p:nvSpPr>
          <p:spPr bwMode="auto">
            <a:xfrm>
              <a:off x="1175" y="1324"/>
              <a:ext cx="348" cy="292"/>
            </a:xfrm>
            <a:custGeom>
              <a:avLst/>
              <a:gdLst>
                <a:gd name="T0" fmla="*/ 0 w 297"/>
                <a:gd name="T1" fmla="*/ 26 h 249"/>
                <a:gd name="T2" fmla="*/ 289 w 297"/>
                <a:gd name="T3" fmla="*/ 249 h 249"/>
                <a:gd name="T4" fmla="*/ 297 w 297"/>
                <a:gd name="T5" fmla="*/ 223 h 249"/>
                <a:gd name="T6" fmla="*/ 43 w 297"/>
                <a:gd name="T7" fmla="*/ 0 h 249"/>
                <a:gd name="T8" fmla="*/ 0 w 297"/>
                <a:gd name="T9" fmla="*/ 26 h 249"/>
              </a:gdLst>
              <a:ahLst/>
              <a:cxnLst>
                <a:cxn ang="0">
                  <a:pos x="T0" y="T1"/>
                </a:cxn>
                <a:cxn ang="0">
                  <a:pos x="T2" y="T3"/>
                </a:cxn>
                <a:cxn ang="0">
                  <a:pos x="T4" y="T5"/>
                </a:cxn>
                <a:cxn ang="0">
                  <a:pos x="T6" y="T7"/>
                </a:cxn>
                <a:cxn ang="0">
                  <a:pos x="T8" y="T9"/>
                </a:cxn>
              </a:cxnLst>
              <a:rect l="0" t="0" r="r" b="b"/>
              <a:pathLst>
                <a:path w="297" h="249">
                  <a:moveTo>
                    <a:pt x="0" y="26"/>
                  </a:moveTo>
                  <a:cubicBezTo>
                    <a:pt x="116" y="134"/>
                    <a:pt x="254" y="225"/>
                    <a:pt x="289" y="249"/>
                  </a:cubicBezTo>
                  <a:cubicBezTo>
                    <a:pt x="293" y="240"/>
                    <a:pt x="295" y="232"/>
                    <a:pt x="297" y="223"/>
                  </a:cubicBezTo>
                  <a:cubicBezTo>
                    <a:pt x="260" y="195"/>
                    <a:pt x="161" y="118"/>
                    <a:pt x="43" y="0"/>
                  </a:cubicBezTo>
                  <a:cubicBezTo>
                    <a:pt x="29" y="8"/>
                    <a:pt x="15" y="16"/>
                    <a:pt x="0" y="26"/>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00" tIns="45701" rIns="91400" bIns="45701" numCol="1" anchor="t" anchorCtr="0" compatLnSpc="1">
              <a:prstTxWarp prst="textNoShape">
                <a:avLst/>
              </a:prstTxWarp>
            </a:bodyPr>
            <a:lstStyle/>
            <a:p>
              <a:pPr defTabSz="913990"/>
              <a:endParaRPr lang="en-US">
                <a:solidFill>
                  <a:srgbClr val="000000"/>
                </a:solidFill>
              </a:endParaRPr>
            </a:p>
          </p:txBody>
        </p:sp>
        <p:sp>
          <p:nvSpPr>
            <p:cNvPr id="19" name="Freeform 15"/>
            <p:cNvSpPr>
              <a:spLocks/>
            </p:cNvSpPr>
            <p:nvPr/>
          </p:nvSpPr>
          <p:spPr bwMode="auto">
            <a:xfrm>
              <a:off x="1008" y="1141"/>
              <a:ext cx="150" cy="145"/>
            </a:xfrm>
            <a:custGeom>
              <a:avLst/>
              <a:gdLst>
                <a:gd name="T0" fmla="*/ 128 w 128"/>
                <a:gd name="T1" fmla="*/ 96 h 124"/>
                <a:gd name="T2" fmla="*/ 41 w 128"/>
                <a:gd name="T3" fmla="*/ 0 h 124"/>
                <a:gd name="T4" fmla="*/ 0 w 128"/>
                <a:gd name="T5" fmla="*/ 17 h 124"/>
                <a:gd name="T6" fmla="*/ 84 w 128"/>
                <a:gd name="T7" fmla="*/ 124 h 124"/>
                <a:gd name="T8" fmla="*/ 128 w 128"/>
                <a:gd name="T9" fmla="*/ 96 h 124"/>
              </a:gdLst>
              <a:ahLst/>
              <a:cxnLst>
                <a:cxn ang="0">
                  <a:pos x="T0" y="T1"/>
                </a:cxn>
                <a:cxn ang="0">
                  <a:pos x="T2" y="T3"/>
                </a:cxn>
                <a:cxn ang="0">
                  <a:pos x="T4" y="T5"/>
                </a:cxn>
                <a:cxn ang="0">
                  <a:pos x="T6" y="T7"/>
                </a:cxn>
                <a:cxn ang="0">
                  <a:pos x="T8" y="T9"/>
                </a:cxn>
              </a:cxnLst>
              <a:rect l="0" t="0" r="r" b="b"/>
              <a:pathLst>
                <a:path w="128" h="124">
                  <a:moveTo>
                    <a:pt x="128" y="96"/>
                  </a:moveTo>
                  <a:cubicBezTo>
                    <a:pt x="100" y="67"/>
                    <a:pt x="71" y="35"/>
                    <a:pt x="41" y="0"/>
                  </a:cubicBezTo>
                  <a:cubicBezTo>
                    <a:pt x="27" y="5"/>
                    <a:pt x="13" y="11"/>
                    <a:pt x="0" y="17"/>
                  </a:cubicBezTo>
                  <a:cubicBezTo>
                    <a:pt x="22" y="53"/>
                    <a:pt x="51" y="89"/>
                    <a:pt x="84" y="124"/>
                  </a:cubicBezTo>
                  <a:cubicBezTo>
                    <a:pt x="99" y="113"/>
                    <a:pt x="113" y="104"/>
                    <a:pt x="128" y="96"/>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00" tIns="45701" rIns="91400" bIns="45701" numCol="1" anchor="t" anchorCtr="0" compatLnSpc="1">
              <a:prstTxWarp prst="textNoShape">
                <a:avLst/>
              </a:prstTxWarp>
            </a:bodyPr>
            <a:lstStyle/>
            <a:p>
              <a:pPr defTabSz="913990"/>
              <a:endParaRPr lang="en-US">
                <a:solidFill>
                  <a:srgbClr val="000000"/>
                </a:solidFill>
              </a:endParaRPr>
            </a:p>
          </p:txBody>
        </p:sp>
        <p:sp>
          <p:nvSpPr>
            <p:cNvPr id="20" name="Freeform 16"/>
            <p:cNvSpPr>
              <a:spLocks/>
            </p:cNvSpPr>
            <p:nvPr/>
          </p:nvSpPr>
          <p:spPr bwMode="auto">
            <a:xfrm>
              <a:off x="870" y="1496"/>
              <a:ext cx="110" cy="277"/>
            </a:xfrm>
            <a:custGeom>
              <a:avLst/>
              <a:gdLst>
                <a:gd name="T0" fmla="*/ 43 w 94"/>
                <a:gd name="T1" fmla="*/ 0 h 236"/>
                <a:gd name="T2" fmla="*/ 0 w 94"/>
                <a:gd name="T3" fmla="*/ 173 h 236"/>
                <a:gd name="T4" fmla="*/ 6 w 94"/>
                <a:gd name="T5" fmla="*/ 185 h 236"/>
                <a:gd name="T6" fmla="*/ 58 w 94"/>
                <a:gd name="T7" fmla="*/ 236 h 236"/>
                <a:gd name="T8" fmla="*/ 94 w 94"/>
                <a:gd name="T9" fmla="*/ 59 h 236"/>
                <a:gd name="T10" fmla="*/ 43 w 94"/>
                <a:gd name="T11" fmla="*/ 0 h 236"/>
              </a:gdLst>
              <a:ahLst/>
              <a:cxnLst>
                <a:cxn ang="0">
                  <a:pos x="T0" y="T1"/>
                </a:cxn>
                <a:cxn ang="0">
                  <a:pos x="T2" y="T3"/>
                </a:cxn>
                <a:cxn ang="0">
                  <a:pos x="T4" y="T5"/>
                </a:cxn>
                <a:cxn ang="0">
                  <a:pos x="T6" y="T7"/>
                </a:cxn>
                <a:cxn ang="0">
                  <a:pos x="T8" y="T9"/>
                </a:cxn>
                <a:cxn ang="0">
                  <a:pos x="T10" y="T11"/>
                </a:cxn>
              </a:cxnLst>
              <a:rect l="0" t="0" r="r" b="b"/>
              <a:pathLst>
                <a:path w="94" h="236">
                  <a:moveTo>
                    <a:pt x="43" y="0"/>
                  </a:moveTo>
                  <a:cubicBezTo>
                    <a:pt x="13" y="61"/>
                    <a:pt x="3" y="123"/>
                    <a:pt x="0" y="173"/>
                  </a:cubicBezTo>
                  <a:cubicBezTo>
                    <a:pt x="3" y="177"/>
                    <a:pt x="3" y="181"/>
                    <a:pt x="6" y="185"/>
                  </a:cubicBezTo>
                  <a:cubicBezTo>
                    <a:pt x="21" y="204"/>
                    <a:pt x="40" y="222"/>
                    <a:pt x="58" y="236"/>
                  </a:cubicBezTo>
                  <a:cubicBezTo>
                    <a:pt x="55" y="195"/>
                    <a:pt x="59" y="129"/>
                    <a:pt x="94" y="59"/>
                  </a:cubicBezTo>
                  <a:cubicBezTo>
                    <a:pt x="73" y="39"/>
                    <a:pt x="57" y="19"/>
                    <a:pt x="43"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00" tIns="45701" rIns="91400" bIns="45701" numCol="1" anchor="t" anchorCtr="0" compatLnSpc="1">
              <a:prstTxWarp prst="textNoShape">
                <a:avLst/>
              </a:prstTxWarp>
            </a:bodyPr>
            <a:lstStyle/>
            <a:p>
              <a:pPr defTabSz="913990"/>
              <a:endParaRPr lang="en-US">
                <a:solidFill>
                  <a:srgbClr val="000000"/>
                </a:solidFill>
              </a:endParaRPr>
            </a:p>
          </p:txBody>
        </p:sp>
        <p:sp>
          <p:nvSpPr>
            <p:cNvPr id="21" name="Freeform 17"/>
            <p:cNvSpPr>
              <a:spLocks/>
            </p:cNvSpPr>
            <p:nvPr/>
          </p:nvSpPr>
          <p:spPr bwMode="auto">
            <a:xfrm>
              <a:off x="920" y="1286"/>
              <a:ext cx="255" cy="279"/>
            </a:xfrm>
            <a:custGeom>
              <a:avLst/>
              <a:gdLst>
                <a:gd name="T0" fmla="*/ 159 w 218"/>
                <a:gd name="T1" fmla="*/ 0 h 238"/>
                <a:gd name="T2" fmla="*/ 73 w 218"/>
                <a:gd name="T3" fmla="*/ 75 h 238"/>
                <a:gd name="T4" fmla="*/ 31 w 218"/>
                <a:gd name="T5" fmla="*/ 127 h 238"/>
                <a:gd name="T6" fmla="*/ 31 w 218"/>
                <a:gd name="T7" fmla="*/ 127 h 238"/>
                <a:gd name="T8" fmla="*/ 0 w 218"/>
                <a:gd name="T9" fmla="*/ 179 h 238"/>
                <a:gd name="T10" fmla="*/ 51 w 218"/>
                <a:gd name="T11" fmla="*/ 238 h 238"/>
                <a:gd name="T12" fmla="*/ 80 w 218"/>
                <a:gd name="T13" fmla="*/ 189 h 238"/>
                <a:gd name="T14" fmla="*/ 80 w 218"/>
                <a:gd name="T15" fmla="*/ 189 h 238"/>
                <a:gd name="T16" fmla="*/ 137 w 218"/>
                <a:gd name="T17" fmla="*/ 124 h 238"/>
                <a:gd name="T18" fmla="*/ 218 w 218"/>
                <a:gd name="T19" fmla="*/ 58 h 238"/>
                <a:gd name="T20" fmla="*/ 159 w 218"/>
                <a:gd name="T21" fmla="*/ 0 h 2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18" h="238">
                  <a:moveTo>
                    <a:pt x="159" y="0"/>
                  </a:moveTo>
                  <a:cubicBezTo>
                    <a:pt x="131" y="19"/>
                    <a:pt x="102" y="44"/>
                    <a:pt x="73" y="75"/>
                  </a:cubicBezTo>
                  <a:cubicBezTo>
                    <a:pt x="57" y="92"/>
                    <a:pt x="43" y="109"/>
                    <a:pt x="31" y="127"/>
                  </a:cubicBezTo>
                  <a:cubicBezTo>
                    <a:pt x="31" y="127"/>
                    <a:pt x="31" y="127"/>
                    <a:pt x="31" y="127"/>
                  </a:cubicBezTo>
                  <a:cubicBezTo>
                    <a:pt x="19" y="144"/>
                    <a:pt x="9" y="162"/>
                    <a:pt x="0" y="179"/>
                  </a:cubicBezTo>
                  <a:cubicBezTo>
                    <a:pt x="14" y="198"/>
                    <a:pt x="30" y="218"/>
                    <a:pt x="51" y="238"/>
                  </a:cubicBezTo>
                  <a:cubicBezTo>
                    <a:pt x="59" y="222"/>
                    <a:pt x="69" y="205"/>
                    <a:pt x="80" y="189"/>
                  </a:cubicBezTo>
                  <a:cubicBezTo>
                    <a:pt x="80" y="189"/>
                    <a:pt x="80" y="189"/>
                    <a:pt x="80" y="189"/>
                  </a:cubicBezTo>
                  <a:cubicBezTo>
                    <a:pt x="96" y="167"/>
                    <a:pt x="114" y="145"/>
                    <a:pt x="137" y="124"/>
                  </a:cubicBezTo>
                  <a:cubicBezTo>
                    <a:pt x="166" y="97"/>
                    <a:pt x="193" y="76"/>
                    <a:pt x="218" y="58"/>
                  </a:cubicBezTo>
                  <a:cubicBezTo>
                    <a:pt x="198" y="39"/>
                    <a:pt x="178" y="20"/>
                    <a:pt x="159"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00" tIns="45701" rIns="91400" bIns="45701" numCol="1" anchor="t" anchorCtr="0" compatLnSpc="1">
              <a:prstTxWarp prst="textNoShape">
                <a:avLst/>
              </a:prstTxWarp>
            </a:bodyPr>
            <a:lstStyle/>
            <a:p>
              <a:pPr defTabSz="913990"/>
              <a:endParaRPr lang="en-US">
                <a:solidFill>
                  <a:srgbClr val="000000"/>
                </a:solidFill>
              </a:endParaRPr>
            </a:p>
          </p:txBody>
        </p:sp>
        <p:sp>
          <p:nvSpPr>
            <p:cNvPr id="22" name="Freeform 18"/>
            <p:cNvSpPr>
              <a:spLocks/>
            </p:cNvSpPr>
            <p:nvPr/>
          </p:nvSpPr>
          <p:spPr bwMode="auto">
            <a:xfrm>
              <a:off x="1106" y="1200"/>
              <a:ext cx="348" cy="154"/>
            </a:xfrm>
            <a:custGeom>
              <a:avLst/>
              <a:gdLst>
                <a:gd name="T0" fmla="*/ 252 w 297"/>
                <a:gd name="T1" fmla="*/ 8 h 132"/>
                <a:gd name="T2" fmla="*/ 44 w 297"/>
                <a:gd name="T3" fmla="*/ 47 h 132"/>
                <a:gd name="T4" fmla="*/ 44 w 297"/>
                <a:gd name="T5" fmla="*/ 46 h 132"/>
                <a:gd name="T6" fmla="*/ 0 w 297"/>
                <a:gd name="T7" fmla="*/ 74 h 132"/>
                <a:gd name="T8" fmla="*/ 59 w 297"/>
                <a:gd name="T9" fmla="*/ 132 h 132"/>
                <a:gd name="T10" fmla="*/ 102 w 297"/>
                <a:gd name="T11" fmla="*/ 106 h 132"/>
                <a:gd name="T12" fmla="*/ 102 w 297"/>
                <a:gd name="T13" fmla="*/ 106 h 132"/>
                <a:gd name="T14" fmla="*/ 297 w 297"/>
                <a:gd name="T15" fmla="*/ 54 h 132"/>
                <a:gd name="T16" fmla="*/ 252 w 297"/>
                <a:gd name="T17" fmla="*/ 8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7" h="132">
                  <a:moveTo>
                    <a:pt x="252" y="8"/>
                  </a:moveTo>
                  <a:cubicBezTo>
                    <a:pt x="204" y="0"/>
                    <a:pt x="130" y="1"/>
                    <a:pt x="44" y="47"/>
                  </a:cubicBezTo>
                  <a:cubicBezTo>
                    <a:pt x="44" y="46"/>
                    <a:pt x="44" y="46"/>
                    <a:pt x="44" y="46"/>
                  </a:cubicBezTo>
                  <a:cubicBezTo>
                    <a:pt x="30" y="54"/>
                    <a:pt x="15" y="63"/>
                    <a:pt x="0" y="74"/>
                  </a:cubicBezTo>
                  <a:cubicBezTo>
                    <a:pt x="19" y="94"/>
                    <a:pt x="39" y="113"/>
                    <a:pt x="59" y="132"/>
                  </a:cubicBezTo>
                  <a:cubicBezTo>
                    <a:pt x="74" y="122"/>
                    <a:pt x="88" y="114"/>
                    <a:pt x="102" y="106"/>
                  </a:cubicBezTo>
                  <a:cubicBezTo>
                    <a:pt x="102" y="106"/>
                    <a:pt x="102" y="106"/>
                    <a:pt x="102" y="106"/>
                  </a:cubicBezTo>
                  <a:cubicBezTo>
                    <a:pt x="216" y="45"/>
                    <a:pt x="297" y="54"/>
                    <a:pt x="297" y="54"/>
                  </a:cubicBezTo>
                  <a:cubicBezTo>
                    <a:pt x="284" y="36"/>
                    <a:pt x="268" y="21"/>
                    <a:pt x="252" y="8"/>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00" tIns="45701" rIns="91400" bIns="45701" numCol="1" anchor="t" anchorCtr="0" compatLnSpc="1">
              <a:prstTxWarp prst="textNoShape">
                <a:avLst/>
              </a:prstTxWarp>
            </a:bodyPr>
            <a:lstStyle/>
            <a:p>
              <a:pPr defTabSz="913990"/>
              <a:endParaRPr lang="en-US">
                <a:solidFill>
                  <a:srgbClr val="000000"/>
                </a:solidFill>
              </a:endParaRPr>
            </a:p>
          </p:txBody>
        </p:sp>
        <p:sp>
          <p:nvSpPr>
            <p:cNvPr id="23" name="Freeform 19"/>
            <p:cNvSpPr>
              <a:spLocks/>
            </p:cNvSpPr>
            <p:nvPr/>
          </p:nvSpPr>
          <p:spPr bwMode="auto">
            <a:xfrm>
              <a:off x="1297" y="1418"/>
              <a:ext cx="177" cy="176"/>
            </a:xfrm>
            <a:custGeom>
              <a:avLst/>
              <a:gdLst>
                <a:gd name="T0" fmla="*/ 35 w 151"/>
                <a:gd name="T1" fmla="*/ 22 h 151"/>
                <a:gd name="T2" fmla="*/ 22 w 151"/>
                <a:gd name="T3" fmla="*/ 116 h 151"/>
                <a:gd name="T4" fmla="*/ 116 w 151"/>
                <a:gd name="T5" fmla="*/ 128 h 151"/>
                <a:gd name="T6" fmla="*/ 129 w 151"/>
                <a:gd name="T7" fmla="*/ 35 h 151"/>
                <a:gd name="T8" fmla="*/ 35 w 151"/>
                <a:gd name="T9" fmla="*/ 22 h 151"/>
              </a:gdLst>
              <a:ahLst/>
              <a:cxnLst>
                <a:cxn ang="0">
                  <a:pos x="T0" y="T1"/>
                </a:cxn>
                <a:cxn ang="0">
                  <a:pos x="T2" y="T3"/>
                </a:cxn>
                <a:cxn ang="0">
                  <a:pos x="T4" y="T5"/>
                </a:cxn>
                <a:cxn ang="0">
                  <a:pos x="T6" y="T7"/>
                </a:cxn>
                <a:cxn ang="0">
                  <a:pos x="T8" y="T9"/>
                </a:cxn>
              </a:cxnLst>
              <a:rect l="0" t="0" r="r" b="b"/>
              <a:pathLst>
                <a:path w="151" h="151">
                  <a:moveTo>
                    <a:pt x="35" y="22"/>
                  </a:moveTo>
                  <a:cubicBezTo>
                    <a:pt x="6" y="45"/>
                    <a:pt x="0" y="86"/>
                    <a:pt x="22" y="116"/>
                  </a:cubicBezTo>
                  <a:cubicBezTo>
                    <a:pt x="45" y="145"/>
                    <a:pt x="87" y="151"/>
                    <a:pt x="116" y="128"/>
                  </a:cubicBezTo>
                  <a:cubicBezTo>
                    <a:pt x="145" y="106"/>
                    <a:pt x="151" y="64"/>
                    <a:pt x="129" y="35"/>
                  </a:cubicBezTo>
                  <a:cubicBezTo>
                    <a:pt x="106" y="5"/>
                    <a:pt x="64" y="0"/>
                    <a:pt x="35" y="22"/>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00" tIns="45701" rIns="91400" bIns="45701" numCol="1" anchor="t" anchorCtr="0" compatLnSpc="1">
              <a:prstTxWarp prst="textNoShape">
                <a:avLst/>
              </a:prstTxWarp>
            </a:bodyPr>
            <a:lstStyle/>
            <a:p>
              <a:pPr defTabSz="913990"/>
              <a:endParaRPr lang="en-US">
                <a:solidFill>
                  <a:srgbClr val="000000"/>
                </a:solidFill>
              </a:endParaRPr>
            </a:p>
          </p:txBody>
        </p:sp>
        <p:sp>
          <p:nvSpPr>
            <p:cNvPr id="24" name="Freeform 20"/>
            <p:cNvSpPr>
              <a:spLocks/>
            </p:cNvSpPr>
            <p:nvPr/>
          </p:nvSpPr>
          <p:spPr bwMode="auto">
            <a:xfrm>
              <a:off x="1139" y="1614"/>
              <a:ext cx="163" cy="164"/>
            </a:xfrm>
            <a:custGeom>
              <a:avLst/>
              <a:gdLst>
                <a:gd name="T0" fmla="*/ 32 w 139"/>
                <a:gd name="T1" fmla="*/ 21 h 140"/>
                <a:gd name="T2" fmla="*/ 20 w 139"/>
                <a:gd name="T3" fmla="*/ 108 h 140"/>
                <a:gd name="T4" fmla="*/ 107 w 139"/>
                <a:gd name="T5" fmla="*/ 119 h 140"/>
                <a:gd name="T6" fmla="*/ 119 w 139"/>
                <a:gd name="T7" fmla="*/ 33 h 140"/>
                <a:gd name="T8" fmla="*/ 32 w 139"/>
                <a:gd name="T9" fmla="*/ 21 h 140"/>
              </a:gdLst>
              <a:ahLst/>
              <a:cxnLst>
                <a:cxn ang="0">
                  <a:pos x="T0" y="T1"/>
                </a:cxn>
                <a:cxn ang="0">
                  <a:pos x="T2" y="T3"/>
                </a:cxn>
                <a:cxn ang="0">
                  <a:pos x="T4" y="T5"/>
                </a:cxn>
                <a:cxn ang="0">
                  <a:pos x="T6" y="T7"/>
                </a:cxn>
                <a:cxn ang="0">
                  <a:pos x="T8" y="T9"/>
                </a:cxn>
              </a:cxnLst>
              <a:rect l="0" t="0" r="r" b="b"/>
              <a:pathLst>
                <a:path w="139" h="140">
                  <a:moveTo>
                    <a:pt x="32" y="21"/>
                  </a:moveTo>
                  <a:cubicBezTo>
                    <a:pt x="5" y="42"/>
                    <a:pt x="0" y="81"/>
                    <a:pt x="20" y="108"/>
                  </a:cubicBezTo>
                  <a:cubicBezTo>
                    <a:pt x="41" y="135"/>
                    <a:pt x="80" y="140"/>
                    <a:pt x="107" y="119"/>
                  </a:cubicBezTo>
                  <a:cubicBezTo>
                    <a:pt x="134" y="98"/>
                    <a:pt x="139" y="60"/>
                    <a:pt x="119" y="33"/>
                  </a:cubicBezTo>
                  <a:cubicBezTo>
                    <a:pt x="98" y="5"/>
                    <a:pt x="59" y="0"/>
                    <a:pt x="32" y="21"/>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00" tIns="45701" rIns="91400" bIns="45701" numCol="1" anchor="t" anchorCtr="0" compatLnSpc="1">
              <a:prstTxWarp prst="textNoShape">
                <a:avLst/>
              </a:prstTxWarp>
            </a:bodyPr>
            <a:lstStyle/>
            <a:p>
              <a:pPr defTabSz="913990"/>
              <a:endParaRPr lang="en-US">
                <a:solidFill>
                  <a:srgbClr val="000000"/>
                </a:solidFill>
              </a:endParaRPr>
            </a:p>
          </p:txBody>
        </p:sp>
        <p:sp>
          <p:nvSpPr>
            <p:cNvPr id="25" name="Freeform 21"/>
            <p:cNvSpPr>
              <a:spLocks/>
            </p:cNvSpPr>
            <p:nvPr/>
          </p:nvSpPr>
          <p:spPr bwMode="auto">
            <a:xfrm>
              <a:off x="846" y="1371"/>
              <a:ext cx="249" cy="249"/>
            </a:xfrm>
            <a:custGeom>
              <a:avLst/>
              <a:gdLst>
                <a:gd name="T0" fmla="*/ 49 w 212"/>
                <a:gd name="T1" fmla="*/ 32 h 213"/>
                <a:gd name="T2" fmla="*/ 31 w 212"/>
                <a:gd name="T3" fmla="*/ 163 h 213"/>
                <a:gd name="T4" fmla="*/ 163 w 212"/>
                <a:gd name="T5" fmla="*/ 181 h 213"/>
                <a:gd name="T6" fmla="*/ 181 w 212"/>
                <a:gd name="T7" fmla="*/ 49 h 213"/>
                <a:gd name="T8" fmla="*/ 49 w 212"/>
                <a:gd name="T9" fmla="*/ 32 h 213"/>
              </a:gdLst>
              <a:ahLst/>
              <a:cxnLst>
                <a:cxn ang="0">
                  <a:pos x="T0" y="T1"/>
                </a:cxn>
                <a:cxn ang="0">
                  <a:pos x="T2" y="T3"/>
                </a:cxn>
                <a:cxn ang="0">
                  <a:pos x="T4" y="T5"/>
                </a:cxn>
                <a:cxn ang="0">
                  <a:pos x="T6" y="T7"/>
                </a:cxn>
                <a:cxn ang="0">
                  <a:pos x="T8" y="T9"/>
                </a:cxn>
              </a:cxnLst>
              <a:rect l="0" t="0" r="r" b="b"/>
              <a:pathLst>
                <a:path w="212" h="213">
                  <a:moveTo>
                    <a:pt x="49" y="32"/>
                  </a:moveTo>
                  <a:cubicBezTo>
                    <a:pt x="8" y="63"/>
                    <a:pt x="0" y="122"/>
                    <a:pt x="31" y="163"/>
                  </a:cubicBezTo>
                  <a:cubicBezTo>
                    <a:pt x="63" y="205"/>
                    <a:pt x="122" y="213"/>
                    <a:pt x="163" y="181"/>
                  </a:cubicBezTo>
                  <a:cubicBezTo>
                    <a:pt x="204" y="149"/>
                    <a:pt x="212" y="91"/>
                    <a:pt x="181" y="49"/>
                  </a:cubicBezTo>
                  <a:cubicBezTo>
                    <a:pt x="149" y="8"/>
                    <a:pt x="90" y="0"/>
                    <a:pt x="49" y="32"/>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00" tIns="45701" rIns="91400" bIns="45701" numCol="1" anchor="t" anchorCtr="0" compatLnSpc="1">
              <a:prstTxWarp prst="textNoShape">
                <a:avLst/>
              </a:prstTxWarp>
            </a:bodyPr>
            <a:lstStyle/>
            <a:p>
              <a:pPr defTabSz="913990"/>
              <a:endParaRPr lang="en-US">
                <a:solidFill>
                  <a:srgbClr val="000000"/>
                </a:solidFill>
              </a:endParaRPr>
            </a:p>
          </p:txBody>
        </p:sp>
        <p:sp>
          <p:nvSpPr>
            <p:cNvPr id="26" name="Freeform 22"/>
            <p:cNvSpPr>
              <a:spLocks/>
            </p:cNvSpPr>
            <p:nvPr/>
          </p:nvSpPr>
          <p:spPr bwMode="auto">
            <a:xfrm>
              <a:off x="2428" y="1228"/>
              <a:ext cx="272" cy="622"/>
            </a:xfrm>
            <a:custGeom>
              <a:avLst/>
              <a:gdLst>
                <a:gd name="T0" fmla="*/ 0 w 232"/>
                <a:gd name="T1" fmla="*/ 0 h 531"/>
                <a:gd name="T2" fmla="*/ 0 w 232"/>
                <a:gd name="T3" fmla="*/ 447 h 531"/>
                <a:gd name="T4" fmla="*/ 232 w 232"/>
                <a:gd name="T5" fmla="*/ 531 h 531"/>
                <a:gd name="T6" fmla="*/ 232 w 232"/>
                <a:gd name="T7" fmla="*/ 0 h 531"/>
                <a:gd name="T8" fmla="*/ 0 w 232"/>
                <a:gd name="T9" fmla="*/ 0 h 531"/>
              </a:gdLst>
              <a:ahLst/>
              <a:cxnLst>
                <a:cxn ang="0">
                  <a:pos x="T0" y="T1"/>
                </a:cxn>
                <a:cxn ang="0">
                  <a:pos x="T2" y="T3"/>
                </a:cxn>
                <a:cxn ang="0">
                  <a:pos x="T4" y="T5"/>
                </a:cxn>
                <a:cxn ang="0">
                  <a:pos x="T6" y="T7"/>
                </a:cxn>
                <a:cxn ang="0">
                  <a:pos x="T8" y="T9"/>
                </a:cxn>
              </a:cxnLst>
              <a:rect l="0" t="0" r="r" b="b"/>
              <a:pathLst>
                <a:path w="232" h="531">
                  <a:moveTo>
                    <a:pt x="0" y="0"/>
                  </a:moveTo>
                  <a:cubicBezTo>
                    <a:pt x="0" y="447"/>
                    <a:pt x="0" y="447"/>
                    <a:pt x="0" y="447"/>
                  </a:cubicBezTo>
                  <a:cubicBezTo>
                    <a:pt x="0" y="493"/>
                    <a:pt x="104" y="531"/>
                    <a:pt x="232" y="531"/>
                  </a:cubicBezTo>
                  <a:cubicBezTo>
                    <a:pt x="232" y="0"/>
                    <a:pt x="232" y="0"/>
                    <a:pt x="232" y="0"/>
                  </a:cubicBezTo>
                  <a:lnTo>
                    <a:pt x="0" y="0"/>
                  </a:lnTo>
                  <a:close/>
                </a:path>
              </a:pathLst>
            </a:custGeom>
            <a:solidFill>
              <a:srgbClr val="00BCF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00" tIns="45701" rIns="91400" bIns="45701" numCol="1" anchor="t" anchorCtr="0" compatLnSpc="1">
              <a:prstTxWarp prst="textNoShape">
                <a:avLst/>
              </a:prstTxWarp>
            </a:bodyPr>
            <a:lstStyle/>
            <a:p>
              <a:pPr defTabSz="913990"/>
              <a:endParaRPr lang="en-US">
                <a:solidFill>
                  <a:srgbClr val="000000"/>
                </a:solidFill>
              </a:endParaRPr>
            </a:p>
          </p:txBody>
        </p:sp>
        <p:sp>
          <p:nvSpPr>
            <p:cNvPr id="27" name="Freeform 23"/>
            <p:cNvSpPr>
              <a:spLocks/>
            </p:cNvSpPr>
            <p:nvPr/>
          </p:nvSpPr>
          <p:spPr bwMode="auto">
            <a:xfrm>
              <a:off x="2697" y="1228"/>
              <a:ext cx="275" cy="622"/>
            </a:xfrm>
            <a:custGeom>
              <a:avLst/>
              <a:gdLst>
                <a:gd name="T0" fmla="*/ 0 w 235"/>
                <a:gd name="T1" fmla="*/ 531 h 531"/>
                <a:gd name="T2" fmla="*/ 3 w 235"/>
                <a:gd name="T3" fmla="*/ 531 h 531"/>
                <a:gd name="T4" fmla="*/ 235 w 235"/>
                <a:gd name="T5" fmla="*/ 447 h 531"/>
                <a:gd name="T6" fmla="*/ 235 w 235"/>
                <a:gd name="T7" fmla="*/ 0 h 531"/>
                <a:gd name="T8" fmla="*/ 0 w 235"/>
                <a:gd name="T9" fmla="*/ 0 h 531"/>
                <a:gd name="T10" fmla="*/ 0 w 235"/>
                <a:gd name="T11" fmla="*/ 531 h 531"/>
              </a:gdLst>
              <a:ahLst/>
              <a:cxnLst>
                <a:cxn ang="0">
                  <a:pos x="T0" y="T1"/>
                </a:cxn>
                <a:cxn ang="0">
                  <a:pos x="T2" y="T3"/>
                </a:cxn>
                <a:cxn ang="0">
                  <a:pos x="T4" y="T5"/>
                </a:cxn>
                <a:cxn ang="0">
                  <a:pos x="T6" y="T7"/>
                </a:cxn>
                <a:cxn ang="0">
                  <a:pos x="T8" y="T9"/>
                </a:cxn>
                <a:cxn ang="0">
                  <a:pos x="T10" y="T11"/>
                </a:cxn>
              </a:cxnLst>
              <a:rect l="0" t="0" r="r" b="b"/>
              <a:pathLst>
                <a:path w="235" h="531">
                  <a:moveTo>
                    <a:pt x="0" y="531"/>
                  </a:moveTo>
                  <a:cubicBezTo>
                    <a:pt x="3" y="531"/>
                    <a:pt x="3" y="531"/>
                    <a:pt x="3" y="531"/>
                  </a:cubicBezTo>
                  <a:cubicBezTo>
                    <a:pt x="131" y="531"/>
                    <a:pt x="235" y="493"/>
                    <a:pt x="235" y="447"/>
                  </a:cubicBezTo>
                  <a:cubicBezTo>
                    <a:pt x="235" y="0"/>
                    <a:pt x="235" y="0"/>
                    <a:pt x="235" y="0"/>
                  </a:cubicBezTo>
                  <a:cubicBezTo>
                    <a:pt x="0" y="0"/>
                    <a:pt x="0" y="0"/>
                    <a:pt x="0" y="0"/>
                  </a:cubicBezTo>
                  <a:lnTo>
                    <a:pt x="0" y="531"/>
                  </a:lnTo>
                  <a:close/>
                </a:path>
              </a:pathLst>
            </a:custGeom>
            <a:solidFill>
              <a:srgbClr val="29C7F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00" tIns="45701" rIns="91400" bIns="45701" numCol="1" anchor="t" anchorCtr="0" compatLnSpc="1">
              <a:prstTxWarp prst="textNoShape">
                <a:avLst/>
              </a:prstTxWarp>
            </a:bodyPr>
            <a:lstStyle/>
            <a:p>
              <a:pPr defTabSz="913990"/>
              <a:endParaRPr lang="en-US">
                <a:solidFill>
                  <a:srgbClr val="000000"/>
                </a:solidFill>
              </a:endParaRPr>
            </a:p>
          </p:txBody>
        </p:sp>
        <p:sp>
          <p:nvSpPr>
            <p:cNvPr id="28" name="Oval 24"/>
            <p:cNvSpPr>
              <a:spLocks noChangeArrowheads="1"/>
            </p:cNvSpPr>
            <p:nvPr/>
          </p:nvSpPr>
          <p:spPr bwMode="auto">
            <a:xfrm>
              <a:off x="2428" y="1130"/>
              <a:ext cx="544" cy="196"/>
            </a:xfrm>
            <a:prstGeom prst="ellipse">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00" tIns="45701" rIns="91400" bIns="45701" numCol="1" anchor="t" anchorCtr="0" compatLnSpc="1">
              <a:prstTxWarp prst="textNoShape">
                <a:avLst/>
              </a:prstTxWarp>
            </a:bodyPr>
            <a:lstStyle/>
            <a:p>
              <a:pPr defTabSz="913990"/>
              <a:endParaRPr lang="en-US">
                <a:solidFill>
                  <a:srgbClr val="000000"/>
                </a:solidFill>
              </a:endParaRPr>
            </a:p>
          </p:txBody>
        </p:sp>
        <p:sp>
          <p:nvSpPr>
            <p:cNvPr id="29" name="Oval 25"/>
            <p:cNvSpPr>
              <a:spLocks noChangeArrowheads="1"/>
            </p:cNvSpPr>
            <p:nvPr/>
          </p:nvSpPr>
          <p:spPr bwMode="auto">
            <a:xfrm>
              <a:off x="2483" y="1156"/>
              <a:ext cx="434" cy="130"/>
            </a:xfrm>
            <a:prstGeom prst="ellipse">
              <a:avLst/>
            </a:prstGeom>
            <a:solidFill>
              <a:srgbClr val="85B35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00" tIns="45701" rIns="91400" bIns="45701" numCol="1" anchor="t" anchorCtr="0" compatLnSpc="1">
              <a:prstTxWarp prst="textNoShape">
                <a:avLst/>
              </a:prstTxWarp>
            </a:bodyPr>
            <a:lstStyle/>
            <a:p>
              <a:pPr defTabSz="913990"/>
              <a:endParaRPr lang="en-US">
                <a:solidFill>
                  <a:srgbClr val="000000"/>
                </a:solidFill>
              </a:endParaRPr>
            </a:p>
          </p:txBody>
        </p:sp>
        <p:sp>
          <p:nvSpPr>
            <p:cNvPr id="30" name="Freeform 26"/>
            <p:cNvSpPr>
              <a:spLocks/>
            </p:cNvSpPr>
            <p:nvPr/>
          </p:nvSpPr>
          <p:spPr bwMode="auto">
            <a:xfrm>
              <a:off x="2483" y="1156"/>
              <a:ext cx="434" cy="106"/>
            </a:xfrm>
            <a:custGeom>
              <a:avLst/>
              <a:gdLst>
                <a:gd name="T0" fmla="*/ 331 w 370"/>
                <a:gd name="T1" fmla="*/ 90 h 90"/>
                <a:gd name="T2" fmla="*/ 370 w 370"/>
                <a:gd name="T3" fmla="*/ 56 h 90"/>
                <a:gd name="T4" fmla="*/ 185 w 370"/>
                <a:gd name="T5" fmla="*/ 0 h 90"/>
                <a:gd name="T6" fmla="*/ 0 w 370"/>
                <a:gd name="T7" fmla="*/ 56 h 90"/>
                <a:gd name="T8" fmla="*/ 39 w 370"/>
                <a:gd name="T9" fmla="*/ 90 h 90"/>
                <a:gd name="T10" fmla="*/ 185 w 370"/>
                <a:gd name="T11" fmla="*/ 68 h 90"/>
                <a:gd name="T12" fmla="*/ 331 w 370"/>
                <a:gd name="T13" fmla="*/ 90 h 90"/>
              </a:gdLst>
              <a:ahLst/>
              <a:cxnLst>
                <a:cxn ang="0">
                  <a:pos x="T0" y="T1"/>
                </a:cxn>
                <a:cxn ang="0">
                  <a:pos x="T2" y="T3"/>
                </a:cxn>
                <a:cxn ang="0">
                  <a:pos x="T4" y="T5"/>
                </a:cxn>
                <a:cxn ang="0">
                  <a:pos x="T6" y="T7"/>
                </a:cxn>
                <a:cxn ang="0">
                  <a:pos x="T8" y="T9"/>
                </a:cxn>
                <a:cxn ang="0">
                  <a:pos x="T10" y="T11"/>
                </a:cxn>
                <a:cxn ang="0">
                  <a:pos x="T12" y="T13"/>
                </a:cxn>
              </a:cxnLst>
              <a:rect l="0" t="0" r="r" b="b"/>
              <a:pathLst>
                <a:path w="370" h="90">
                  <a:moveTo>
                    <a:pt x="331" y="90"/>
                  </a:moveTo>
                  <a:cubicBezTo>
                    <a:pt x="355" y="80"/>
                    <a:pt x="370" y="69"/>
                    <a:pt x="370" y="56"/>
                  </a:cubicBezTo>
                  <a:cubicBezTo>
                    <a:pt x="370" y="25"/>
                    <a:pt x="287" y="0"/>
                    <a:pt x="185" y="0"/>
                  </a:cubicBezTo>
                  <a:cubicBezTo>
                    <a:pt x="83" y="0"/>
                    <a:pt x="0" y="25"/>
                    <a:pt x="0" y="56"/>
                  </a:cubicBezTo>
                  <a:cubicBezTo>
                    <a:pt x="0" y="69"/>
                    <a:pt x="15" y="80"/>
                    <a:pt x="39" y="90"/>
                  </a:cubicBezTo>
                  <a:cubicBezTo>
                    <a:pt x="73" y="77"/>
                    <a:pt x="125" y="68"/>
                    <a:pt x="185" y="68"/>
                  </a:cubicBezTo>
                  <a:cubicBezTo>
                    <a:pt x="244" y="68"/>
                    <a:pt x="297" y="77"/>
                    <a:pt x="331" y="90"/>
                  </a:cubicBezTo>
                  <a:close/>
                </a:path>
              </a:pathLst>
            </a:custGeom>
            <a:solidFill>
              <a:srgbClr val="BAC84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00" tIns="45701" rIns="91400" bIns="45701" numCol="1" anchor="t" anchorCtr="0" compatLnSpc="1">
              <a:prstTxWarp prst="textNoShape">
                <a:avLst/>
              </a:prstTxWarp>
            </a:bodyPr>
            <a:lstStyle/>
            <a:p>
              <a:pPr defTabSz="913990"/>
              <a:endParaRPr lang="en-US">
                <a:solidFill>
                  <a:srgbClr val="000000"/>
                </a:solidFill>
              </a:endParaRPr>
            </a:p>
          </p:txBody>
        </p:sp>
        <p:sp>
          <p:nvSpPr>
            <p:cNvPr id="31" name="Freeform 27"/>
            <p:cNvSpPr>
              <a:spLocks noEditPoints="1"/>
            </p:cNvSpPr>
            <p:nvPr/>
          </p:nvSpPr>
          <p:spPr bwMode="auto">
            <a:xfrm>
              <a:off x="2502" y="1448"/>
              <a:ext cx="396" cy="223"/>
            </a:xfrm>
            <a:custGeom>
              <a:avLst/>
              <a:gdLst>
                <a:gd name="T0" fmla="*/ 319 w 338"/>
                <a:gd name="T1" fmla="*/ 174 h 190"/>
                <a:gd name="T2" fmla="*/ 268 w 338"/>
                <a:gd name="T3" fmla="*/ 190 h 190"/>
                <a:gd name="T4" fmla="*/ 195 w 338"/>
                <a:gd name="T5" fmla="*/ 190 h 190"/>
                <a:gd name="T6" fmla="*/ 195 w 338"/>
                <a:gd name="T7" fmla="*/ 0 h 190"/>
                <a:gd name="T8" fmla="*/ 264 w 338"/>
                <a:gd name="T9" fmla="*/ 0 h 190"/>
                <a:gd name="T10" fmla="*/ 314 w 338"/>
                <a:gd name="T11" fmla="*/ 12 h 190"/>
                <a:gd name="T12" fmla="*/ 330 w 338"/>
                <a:gd name="T13" fmla="*/ 44 h 190"/>
                <a:gd name="T14" fmla="*/ 318 w 338"/>
                <a:gd name="T15" fmla="*/ 73 h 190"/>
                <a:gd name="T16" fmla="*/ 293 w 338"/>
                <a:gd name="T17" fmla="*/ 87 h 190"/>
                <a:gd name="T18" fmla="*/ 293 w 338"/>
                <a:gd name="T19" fmla="*/ 87 h 190"/>
                <a:gd name="T20" fmla="*/ 326 w 338"/>
                <a:gd name="T21" fmla="*/ 103 h 190"/>
                <a:gd name="T22" fmla="*/ 338 w 338"/>
                <a:gd name="T23" fmla="*/ 133 h 190"/>
                <a:gd name="T24" fmla="*/ 319 w 338"/>
                <a:gd name="T25" fmla="*/ 174 h 190"/>
                <a:gd name="T26" fmla="*/ 141 w 338"/>
                <a:gd name="T27" fmla="*/ 163 h 190"/>
                <a:gd name="T28" fmla="*/ 68 w 338"/>
                <a:gd name="T29" fmla="*/ 190 h 190"/>
                <a:gd name="T30" fmla="*/ 0 w 338"/>
                <a:gd name="T31" fmla="*/ 190 h 190"/>
                <a:gd name="T32" fmla="*/ 0 w 338"/>
                <a:gd name="T33" fmla="*/ 0 h 190"/>
                <a:gd name="T34" fmla="*/ 68 w 338"/>
                <a:gd name="T35" fmla="*/ 0 h 190"/>
                <a:gd name="T36" fmla="*/ 169 w 338"/>
                <a:gd name="T37" fmla="*/ 92 h 190"/>
                <a:gd name="T38" fmla="*/ 141 w 338"/>
                <a:gd name="T39" fmla="*/ 163 h 1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338" h="190">
                  <a:moveTo>
                    <a:pt x="319" y="174"/>
                  </a:moveTo>
                  <a:cubicBezTo>
                    <a:pt x="306" y="185"/>
                    <a:pt x="290" y="190"/>
                    <a:pt x="268" y="190"/>
                  </a:cubicBezTo>
                  <a:cubicBezTo>
                    <a:pt x="195" y="190"/>
                    <a:pt x="195" y="190"/>
                    <a:pt x="195" y="190"/>
                  </a:cubicBezTo>
                  <a:cubicBezTo>
                    <a:pt x="195" y="0"/>
                    <a:pt x="195" y="0"/>
                    <a:pt x="195" y="0"/>
                  </a:cubicBezTo>
                  <a:cubicBezTo>
                    <a:pt x="264" y="0"/>
                    <a:pt x="264" y="0"/>
                    <a:pt x="264" y="0"/>
                  </a:cubicBezTo>
                  <a:cubicBezTo>
                    <a:pt x="286" y="0"/>
                    <a:pt x="302" y="3"/>
                    <a:pt x="314" y="12"/>
                  </a:cubicBezTo>
                  <a:cubicBezTo>
                    <a:pt x="325" y="19"/>
                    <a:pt x="330" y="30"/>
                    <a:pt x="330" y="44"/>
                  </a:cubicBezTo>
                  <a:cubicBezTo>
                    <a:pt x="330" y="55"/>
                    <a:pt x="326" y="64"/>
                    <a:pt x="318" y="73"/>
                  </a:cubicBezTo>
                  <a:cubicBezTo>
                    <a:pt x="311" y="79"/>
                    <a:pt x="303" y="84"/>
                    <a:pt x="293" y="87"/>
                  </a:cubicBezTo>
                  <a:cubicBezTo>
                    <a:pt x="293" y="87"/>
                    <a:pt x="293" y="87"/>
                    <a:pt x="293" y="87"/>
                  </a:cubicBezTo>
                  <a:cubicBezTo>
                    <a:pt x="307" y="89"/>
                    <a:pt x="318" y="94"/>
                    <a:pt x="326" y="103"/>
                  </a:cubicBezTo>
                  <a:cubicBezTo>
                    <a:pt x="334" y="111"/>
                    <a:pt x="338" y="121"/>
                    <a:pt x="338" y="133"/>
                  </a:cubicBezTo>
                  <a:cubicBezTo>
                    <a:pt x="338" y="150"/>
                    <a:pt x="331" y="164"/>
                    <a:pt x="319" y="174"/>
                  </a:cubicBezTo>
                  <a:close/>
                  <a:moveTo>
                    <a:pt x="141" y="163"/>
                  </a:moveTo>
                  <a:cubicBezTo>
                    <a:pt x="123" y="181"/>
                    <a:pt x="98" y="190"/>
                    <a:pt x="68" y="190"/>
                  </a:cubicBezTo>
                  <a:cubicBezTo>
                    <a:pt x="0" y="190"/>
                    <a:pt x="0" y="190"/>
                    <a:pt x="0" y="190"/>
                  </a:cubicBezTo>
                  <a:cubicBezTo>
                    <a:pt x="0" y="0"/>
                    <a:pt x="0" y="0"/>
                    <a:pt x="0" y="0"/>
                  </a:cubicBezTo>
                  <a:cubicBezTo>
                    <a:pt x="68" y="0"/>
                    <a:pt x="68" y="0"/>
                    <a:pt x="68" y="0"/>
                  </a:cubicBezTo>
                  <a:cubicBezTo>
                    <a:pt x="135" y="0"/>
                    <a:pt x="169" y="30"/>
                    <a:pt x="169" y="92"/>
                  </a:cubicBezTo>
                  <a:cubicBezTo>
                    <a:pt x="169" y="122"/>
                    <a:pt x="160" y="145"/>
                    <a:pt x="141" y="163"/>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00" tIns="45701" rIns="91400" bIns="45701" numCol="1" anchor="t" anchorCtr="0" compatLnSpc="1">
              <a:prstTxWarp prst="textNoShape">
                <a:avLst/>
              </a:prstTxWarp>
            </a:bodyPr>
            <a:lstStyle/>
            <a:p>
              <a:pPr defTabSz="913990"/>
              <a:endParaRPr lang="en-US">
                <a:solidFill>
                  <a:srgbClr val="000000"/>
                </a:solidFill>
              </a:endParaRPr>
            </a:p>
          </p:txBody>
        </p:sp>
        <p:sp>
          <p:nvSpPr>
            <p:cNvPr id="32" name="Freeform 28"/>
            <p:cNvSpPr>
              <a:spLocks/>
            </p:cNvSpPr>
            <p:nvPr/>
          </p:nvSpPr>
          <p:spPr bwMode="auto">
            <a:xfrm>
              <a:off x="2552" y="1488"/>
              <a:ext cx="95" cy="142"/>
            </a:xfrm>
            <a:custGeom>
              <a:avLst/>
              <a:gdLst>
                <a:gd name="T0" fmla="*/ 21 w 81"/>
                <a:gd name="T1" fmla="*/ 0 h 121"/>
                <a:gd name="T2" fmla="*/ 0 w 81"/>
                <a:gd name="T3" fmla="*/ 0 h 121"/>
                <a:gd name="T4" fmla="*/ 0 w 81"/>
                <a:gd name="T5" fmla="*/ 121 h 121"/>
                <a:gd name="T6" fmla="*/ 21 w 81"/>
                <a:gd name="T7" fmla="*/ 121 h 121"/>
                <a:gd name="T8" fmla="*/ 65 w 81"/>
                <a:gd name="T9" fmla="*/ 104 h 121"/>
                <a:gd name="T10" fmla="*/ 81 w 81"/>
                <a:gd name="T11" fmla="*/ 59 h 121"/>
                <a:gd name="T12" fmla="*/ 66 w 81"/>
                <a:gd name="T13" fmla="*/ 16 h 121"/>
                <a:gd name="T14" fmla="*/ 21 w 81"/>
                <a:gd name="T15" fmla="*/ 0 h 12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81" h="121">
                  <a:moveTo>
                    <a:pt x="21" y="0"/>
                  </a:moveTo>
                  <a:cubicBezTo>
                    <a:pt x="0" y="0"/>
                    <a:pt x="0" y="0"/>
                    <a:pt x="0" y="0"/>
                  </a:cubicBezTo>
                  <a:cubicBezTo>
                    <a:pt x="0" y="121"/>
                    <a:pt x="0" y="121"/>
                    <a:pt x="0" y="121"/>
                  </a:cubicBezTo>
                  <a:cubicBezTo>
                    <a:pt x="21" y="121"/>
                    <a:pt x="21" y="121"/>
                    <a:pt x="21" y="121"/>
                  </a:cubicBezTo>
                  <a:cubicBezTo>
                    <a:pt x="40" y="121"/>
                    <a:pt x="55" y="115"/>
                    <a:pt x="65" y="104"/>
                  </a:cubicBezTo>
                  <a:cubicBezTo>
                    <a:pt x="76" y="93"/>
                    <a:pt x="81" y="78"/>
                    <a:pt x="81" y="59"/>
                  </a:cubicBezTo>
                  <a:cubicBezTo>
                    <a:pt x="81" y="41"/>
                    <a:pt x="76" y="27"/>
                    <a:pt x="66" y="16"/>
                  </a:cubicBezTo>
                  <a:cubicBezTo>
                    <a:pt x="55" y="6"/>
                    <a:pt x="40" y="0"/>
                    <a:pt x="21" y="0"/>
                  </a:cubicBezTo>
                  <a:close/>
                </a:path>
              </a:pathLst>
            </a:custGeom>
            <a:solidFill>
              <a:srgbClr val="00BCF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00" tIns="45701" rIns="91400" bIns="45701" numCol="1" anchor="t" anchorCtr="0" compatLnSpc="1">
              <a:prstTxWarp prst="textNoShape">
                <a:avLst/>
              </a:prstTxWarp>
            </a:bodyPr>
            <a:lstStyle/>
            <a:p>
              <a:pPr defTabSz="913990"/>
              <a:endParaRPr lang="en-US">
                <a:solidFill>
                  <a:srgbClr val="000000"/>
                </a:solidFill>
              </a:endParaRPr>
            </a:p>
          </p:txBody>
        </p:sp>
        <p:sp>
          <p:nvSpPr>
            <p:cNvPr id="33" name="Freeform 29"/>
            <p:cNvSpPr>
              <a:spLocks/>
            </p:cNvSpPr>
            <p:nvPr/>
          </p:nvSpPr>
          <p:spPr bwMode="auto">
            <a:xfrm>
              <a:off x="2781" y="1484"/>
              <a:ext cx="55" cy="53"/>
            </a:xfrm>
            <a:custGeom>
              <a:avLst/>
              <a:gdLst>
                <a:gd name="T0" fmla="*/ 39 w 47"/>
                <a:gd name="T1" fmla="*/ 39 h 45"/>
                <a:gd name="T2" fmla="*/ 47 w 47"/>
                <a:gd name="T3" fmla="*/ 21 h 45"/>
                <a:gd name="T4" fmla="*/ 16 w 47"/>
                <a:gd name="T5" fmla="*/ 0 h 45"/>
                <a:gd name="T6" fmla="*/ 0 w 47"/>
                <a:gd name="T7" fmla="*/ 0 h 45"/>
                <a:gd name="T8" fmla="*/ 0 w 47"/>
                <a:gd name="T9" fmla="*/ 45 h 45"/>
                <a:gd name="T10" fmla="*/ 19 w 47"/>
                <a:gd name="T11" fmla="*/ 45 h 45"/>
                <a:gd name="T12" fmla="*/ 39 w 47"/>
                <a:gd name="T13" fmla="*/ 39 h 45"/>
              </a:gdLst>
              <a:ahLst/>
              <a:cxnLst>
                <a:cxn ang="0">
                  <a:pos x="T0" y="T1"/>
                </a:cxn>
                <a:cxn ang="0">
                  <a:pos x="T2" y="T3"/>
                </a:cxn>
                <a:cxn ang="0">
                  <a:pos x="T4" y="T5"/>
                </a:cxn>
                <a:cxn ang="0">
                  <a:pos x="T6" y="T7"/>
                </a:cxn>
                <a:cxn ang="0">
                  <a:pos x="T8" y="T9"/>
                </a:cxn>
                <a:cxn ang="0">
                  <a:pos x="T10" y="T11"/>
                </a:cxn>
                <a:cxn ang="0">
                  <a:pos x="T12" y="T13"/>
                </a:cxn>
              </a:cxnLst>
              <a:rect l="0" t="0" r="r" b="b"/>
              <a:pathLst>
                <a:path w="47" h="45">
                  <a:moveTo>
                    <a:pt x="39" y="39"/>
                  </a:moveTo>
                  <a:cubicBezTo>
                    <a:pt x="44" y="34"/>
                    <a:pt x="47" y="28"/>
                    <a:pt x="47" y="21"/>
                  </a:cubicBezTo>
                  <a:cubicBezTo>
                    <a:pt x="47" y="7"/>
                    <a:pt x="37" y="0"/>
                    <a:pt x="16" y="0"/>
                  </a:cubicBezTo>
                  <a:cubicBezTo>
                    <a:pt x="0" y="0"/>
                    <a:pt x="0" y="0"/>
                    <a:pt x="0" y="0"/>
                  </a:cubicBezTo>
                  <a:cubicBezTo>
                    <a:pt x="0" y="45"/>
                    <a:pt x="0" y="45"/>
                    <a:pt x="0" y="45"/>
                  </a:cubicBezTo>
                  <a:cubicBezTo>
                    <a:pt x="19" y="45"/>
                    <a:pt x="19" y="45"/>
                    <a:pt x="19" y="45"/>
                  </a:cubicBezTo>
                  <a:cubicBezTo>
                    <a:pt x="27" y="45"/>
                    <a:pt x="34" y="43"/>
                    <a:pt x="39" y="39"/>
                  </a:cubicBezTo>
                  <a:close/>
                </a:path>
              </a:pathLst>
            </a:custGeom>
            <a:solidFill>
              <a:srgbClr val="29C7F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00" tIns="45701" rIns="91400" bIns="45701" numCol="1" anchor="t" anchorCtr="0" compatLnSpc="1">
              <a:prstTxWarp prst="textNoShape">
                <a:avLst/>
              </a:prstTxWarp>
            </a:bodyPr>
            <a:lstStyle/>
            <a:p>
              <a:pPr defTabSz="913990"/>
              <a:endParaRPr lang="en-US">
                <a:solidFill>
                  <a:srgbClr val="000000"/>
                </a:solidFill>
              </a:endParaRPr>
            </a:p>
          </p:txBody>
        </p:sp>
        <p:sp>
          <p:nvSpPr>
            <p:cNvPr id="34" name="Freeform 30"/>
            <p:cNvSpPr>
              <a:spLocks/>
            </p:cNvSpPr>
            <p:nvPr/>
          </p:nvSpPr>
          <p:spPr bwMode="auto">
            <a:xfrm>
              <a:off x="2780" y="1575"/>
              <a:ext cx="65" cy="58"/>
            </a:xfrm>
            <a:custGeom>
              <a:avLst/>
              <a:gdLst>
                <a:gd name="T0" fmla="*/ 47 w 56"/>
                <a:gd name="T1" fmla="*/ 6 h 50"/>
                <a:gd name="T2" fmla="*/ 24 w 56"/>
                <a:gd name="T3" fmla="*/ 0 h 50"/>
                <a:gd name="T4" fmla="*/ 0 w 56"/>
                <a:gd name="T5" fmla="*/ 0 h 50"/>
                <a:gd name="T6" fmla="*/ 0 w 56"/>
                <a:gd name="T7" fmla="*/ 50 h 50"/>
                <a:gd name="T8" fmla="*/ 24 w 56"/>
                <a:gd name="T9" fmla="*/ 50 h 50"/>
                <a:gd name="T10" fmla="*/ 47 w 56"/>
                <a:gd name="T11" fmla="*/ 43 h 50"/>
                <a:gd name="T12" fmla="*/ 56 w 56"/>
                <a:gd name="T13" fmla="*/ 24 h 50"/>
                <a:gd name="T14" fmla="*/ 47 w 56"/>
                <a:gd name="T15" fmla="*/ 6 h 5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6" h="50">
                  <a:moveTo>
                    <a:pt x="47" y="6"/>
                  </a:moveTo>
                  <a:cubicBezTo>
                    <a:pt x="42" y="2"/>
                    <a:pt x="34" y="0"/>
                    <a:pt x="24" y="0"/>
                  </a:cubicBezTo>
                  <a:cubicBezTo>
                    <a:pt x="0" y="0"/>
                    <a:pt x="0" y="0"/>
                    <a:pt x="0" y="0"/>
                  </a:cubicBezTo>
                  <a:cubicBezTo>
                    <a:pt x="0" y="50"/>
                    <a:pt x="0" y="50"/>
                    <a:pt x="0" y="50"/>
                  </a:cubicBezTo>
                  <a:cubicBezTo>
                    <a:pt x="24" y="50"/>
                    <a:pt x="24" y="50"/>
                    <a:pt x="24" y="50"/>
                  </a:cubicBezTo>
                  <a:cubicBezTo>
                    <a:pt x="34" y="50"/>
                    <a:pt x="42" y="48"/>
                    <a:pt x="47" y="43"/>
                  </a:cubicBezTo>
                  <a:cubicBezTo>
                    <a:pt x="53" y="38"/>
                    <a:pt x="56" y="32"/>
                    <a:pt x="56" y="24"/>
                  </a:cubicBezTo>
                  <a:cubicBezTo>
                    <a:pt x="56" y="17"/>
                    <a:pt x="53" y="11"/>
                    <a:pt x="47" y="6"/>
                  </a:cubicBezTo>
                  <a:close/>
                </a:path>
              </a:pathLst>
            </a:custGeom>
            <a:solidFill>
              <a:srgbClr val="29C7F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00" tIns="45701" rIns="91400" bIns="45701" numCol="1" anchor="t" anchorCtr="0" compatLnSpc="1">
              <a:prstTxWarp prst="textNoShape">
                <a:avLst/>
              </a:prstTxWarp>
            </a:bodyPr>
            <a:lstStyle/>
            <a:p>
              <a:pPr defTabSz="913990"/>
              <a:endParaRPr lang="en-US">
                <a:solidFill>
                  <a:srgbClr val="000000"/>
                </a:solidFill>
              </a:endParaRPr>
            </a:p>
          </p:txBody>
        </p:sp>
        <p:sp>
          <p:nvSpPr>
            <p:cNvPr id="35" name="Freeform 31"/>
            <p:cNvSpPr>
              <a:spLocks/>
            </p:cNvSpPr>
            <p:nvPr/>
          </p:nvSpPr>
          <p:spPr bwMode="auto">
            <a:xfrm>
              <a:off x="2460" y="2814"/>
              <a:ext cx="479" cy="140"/>
            </a:xfrm>
            <a:custGeom>
              <a:avLst/>
              <a:gdLst>
                <a:gd name="T0" fmla="*/ 298 w 409"/>
                <a:gd name="T1" fmla="*/ 0 h 120"/>
                <a:gd name="T2" fmla="*/ 283 w 409"/>
                <a:gd name="T3" fmla="*/ 0 h 120"/>
                <a:gd name="T4" fmla="*/ 135 w 409"/>
                <a:gd name="T5" fmla="*/ 0 h 120"/>
                <a:gd name="T6" fmla="*/ 128 w 409"/>
                <a:gd name="T7" fmla="*/ 0 h 120"/>
                <a:gd name="T8" fmla="*/ 0 w 409"/>
                <a:gd name="T9" fmla="*/ 82 h 120"/>
                <a:gd name="T10" fmla="*/ 0 w 409"/>
                <a:gd name="T11" fmla="*/ 120 h 120"/>
                <a:gd name="T12" fmla="*/ 153 w 409"/>
                <a:gd name="T13" fmla="*/ 120 h 120"/>
                <a:gd name="T14" fmla="*/ 265 w 409"/>
                <a:gd name="T15" fmla="*/ 120 h 120"/>
                <a:gd name="T16" fmla="*/ 409 w 409"/>
                <a:gd name="T17" fmla="*/ 120 h 120"/>
                <a:gd name="T18" fmla="*/ 409 w 409"/>
                <a:gd name="T19" fmla="*/ 82 h 120"/>
                <a:gd name="T20" fmla="*/ 298 w 409"/>
                <a:gd name="T21" fmla="*/ 0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09" h="120">
                  <a:moveTo>
                    <a:pt x="298" y="0"/>
                  </a:moveTo>
                  <a:cubicBezTo>
                    <a:pt x="283" y="0"/>
                    <a:pt x="283" y="0"/>
                    <a:pt x="283" y="0"/>
                  </a:cubicBezTo>
                  <a:cubicBezTo>
                    <a:pt x="135" y="0"/>
                    <a:pt x="135" y="0"/>
                    <a:pt x="135" y="0"/>
                  </a:cubicBezTo>
                  <a:cubicBezTo>
                    <a:pt x="128" y="0"/>
                    <a:pt x="128" y="0"/>
                    <a:pt x="128" y="0"/>
                  </a:cubicBezTo>
                  <a:cubicBezTo>
                    <a:pt x="148" y="72"/>
                    <a:pt x="121" y="82"/>
                    <a:pt x="0" y="82"/>
                  </a:cubicBezTo>
                  <a:cubicBezTo>
                    <a:pt x="0" y="120"/>
                    <a:pt x="0" y="120"/>
                    <a:pt x="0" y="120"/>
                  </a:cubicBezTo>
                  <a:cubicBezTo>
                    <a:pt x="153" y="120"/>
                    <a:pt x="153" y="120"/>
                    <a:pt x="153" y="120"/>
                  </a:cubicBezTo>
                  <a:cubicBezTo>
                    <a:pt x="265" y="120"/>
                    <a:pt x="265" y="120"/>
                    <a:pt x="265" y="120"/>
                  </a:cubicBezTo>
                  <a:cubicBezTo>
                    <a:pt x="409" y="120"/>
                    <a:pt x="409" y="120"/>
                    <a:pt x="409" y="120"/>
                  </a:cubicBezTo>
                  <a:cubicBezTo>
                    <a:pt x="409" y="82"/>
                    <a:pt x="409" y="82"/>
                    <a:pt x="409" y="82"/>
                  </a:cubicBezTo>
                  <a:cubicBezTo>
                    <a:pt x="289" y="82"/>
                    <a:pt x="277" y="72"/>
                    <a:pt x="298" y="0"/>
                  </a:cubicBezTo>
                  <a:close/>
                </a:path>
              </a:pathLst>
            </a:custGeom>
            <a:solidFill>
              <a:srgbClr val="91919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00" tIns="45701" rIns="91400" bIns="45701" numCol="1" anchor="t" anchorCtr="0" compatLnSpc="1">
              <a:prstTxWarp prst="textNoShape">
                <a:avLst/>
              </a:prstTxWarp>
            </a:bodyPr>
            <a:lstStyle/>
            <a:p>
              <a:pPr defTabSz="913990"/>
              <a:endParaRPr lang="en-US">
                <a:solidFill>
                  <a:srgbClr val="000000"/>
                </a:solidFill>
              </a:endParaRPr>
            </a:p>
          </p:txBody>
        </p:sp>
        <p:sp>
          <p:nvSpPr>
            <p:cNvPr id="36" name="Freeform 32"/>
            <p:cNvSpPr>
              <a:spLocks noEditPoints="1"/>
            </p:cNvSpPr>
            <p:nvPr/>
          </p:nvSpPr>
          <p:spPr bwMode="auto">
            <a:xfrm>
              <a:off x="2334" y="2278"/>
              <a:ext cx="733" cy="536"/>
            </a:xfrm>
            <a:custGeom>
              <a:avLst/>
              <a:gdLst>
                <a:gd name="T0" fmla="*/ 588 w 626"/>
                <a:gd name="T1" fmla="*/ 0 h 457"/>
                <a:gd name="T2" fmla="*/ 34 w 626"/>
                <a:gd name="T3" fmla="*/ 0 h 457"/>
                <a:gd name="T4" fmla="*/ 0 w 626"/>
                <a:gd name="T5" fmla="*/ 35 h 457"/>
                <a:gd name="T6" fmla="*/ 0 w 626"/>
                <a:gd name="T7" fmla="*/ 422 h 457"/>
                <a:gd name="T8" fmla="*/ 34 w 626"/>
                <a:gd name="T9" fmla="*/ 457 h 457"/>
                <a:gd name="T10" fmla="*/ 588 w 626"/>
                <a:gd name="T11" fmla="*/ 457 h 457"/>
                <a:gd name="T12" fmla="*/ 626 w 626"/>
                <a:gd name="T13" fmla="*/ 422 h 457"/>
                <a:gd name="T14" fmla="*/ 626 w 626"/>
                <a:gd name="T15" fmla="*/ 35 h 457"/>
                <a:gd name="T16" fmla="*/ 588 w 626"/>
                <a:gd name="T17" fmla="*/ 0 h 457"/>
                <a:gd name="T18" fmla="*/ 578 w 626"/>
                <a:gd name="T19" fmla="*/ 48 h 457"/>
                <a:gd name="T20" fmla="*/ 578 w 626"/>
                <a:gd name="T21" fmla="*/ 409 h 457"/>
                <a:gd name="T22" fmla="*/ 48 w 626"/>
                <a:gd name="T23" fmla="*/ 409 h 457"/>
                <a:gd name="T24" fmla="*/ 48 w 626"/>
                <a:gd name="T25" fmla="*/ 48 h 457"/>
                <a:gd name="T26" fmla="*/ 579 w 626"/>
                <a:gd name="T27" fmla="*/ 47 h 457"/>
                <a:gd name="T28" fmla="*/ 578 w 626"/>
                <a:gd name="T29" fmla="*/ 48 h 4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626" h="457">
                  <a:moveTo>
                    <a:pt x="588" y="0"/>
                  </a:moveTo>
                  <a:cubicBezTo>
                    <a:pt x="34" y="0"/>
                    <a:pt x="34" y="0"/>
                    <a:pt x="34" y="0"/>
                  </a:cubicBezTo>
                  <a:cubicBezTo>
                    <a:pt x="15" y="0"/>
                    <a:pt x="0" y="16"/>
                    <a:pt x="0" y="35"/>
                  </a:cubicBezTo>
                  <a:cubicBezTo>
                    <a:pt x="0" y="422"/>
                    <a:pt x="0" y="422"/>
                    <a:pt x="0" y="422"/>
                  </a:cubicBezTo>
                  <a:cubicBezTo>
                    <a:pt x="0" y="440"/>
                    <a:pt x="15" y="457"/>
                    <a:pt x="34" y="457"/>
                  </a:cubicBezTo>
                  <a:cubicBezTo>
                    <a:pt x="588" y="457"/>
                    <a:pt x="588" y="457"/>
                    <a:pt x="588" y="457"/>
                  </a:cubicBezTo>
                  <a:cubicBezTo>
                    <a:pt x="607" y="457"/>
                    <a:pt x="626" y="440"/>
                    <a:pt x="626" y="422"/>
                  </a:cubicBezTo>
                  <a:cubicBezTo>
                    <a:pt x="626" y="35"/>
                    <a:pt x="626" y="35"/>
                    <a:pt x="626" y="35"/>
                  </a:cubicBezTo>
                  <a:cubicBezTo>
                    <a:pt x="626" y="16"/>
                    <a:pt x="607" y="0"/>
                    <a:pt x="588" y="0"/>
                  </a:cubicBezTo>
                  <a:close/>
                  <a:moveTo>
                    <a:pt x="578" y="48"/>
                  </a:moveTo>
                  <a:cubicBezTo>
                    <a:pt x="578" y="409"/>
                    <a:pt x="578" y="409"/>
                    <a:pt x="578" y="409"/>
                  </a:cubicBezTo>
                  <a:cubicBezTo>
                    <a:pt x="48" y="409"/>
                    <a:pt x="48" y="409"/>
                    <a:pt x="48" y="409"/>
                  </a:cubicBezTo>
                  <a:cubicBezTo>
                    <a:pt x="48" y="48"/>
                    <a:pt x="48" y="48"/>
                    <a:pt x="48" y="48"/>
                  </a:cubicBezTo>
                  <a:cubicBezTo>
                    <a:pt x="579" y="47"/>
                    <a:pt x="579" y="47"/>
                    <a:pt x="579" y="47"/>
                  </a:cubicBezTo>
                  <a:lnTo>
                    <a:pt x="578" y="48"/>
                  </a:lnTo>
                  <a:close/>
                </a:path>
              </a:pathLst>
            </a:custGeom>
            <a:solidFill>
              <a:srgbClr val="C5C5C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00" tIns="45701" rIns="91400" bIns="45701" numCol="1" anchor="t" anchorCtr="0" compatLnSpc="1">
              <a:prstTxWarp prst="textNoShape">
                <a:avLst/>
              </a:prstTxWarp>
            </a:bodyPr>
            <a:lstStyle/>
            <a:p>
              <a:pPr defTabSz="913990"/>
              <a:endParaRPr lang="en-US">
                <a:solidFill>
                  <a:srgbClr val="000000"/>
                </a:solidFill>
              </a:endParaRPr>
            </a:p>
          </p:txBody>
        </p:sp>
        <p:sp>
          <p:nvSpPr>
            <p:cNvPr id="37" name="Freeform 33"/>
            <p:cNvSpPr>
              <a:spLocks/>
            </p:cNvSpPr>
            <p:nvPr/>
          </p:nvSpPr>
          <p:spPr bwMode="auto">
            <a:xfrm>
              <a:off x="2389" y="2334"/>
              <a:ext cx="621" cy="423"/>
            </a:xfrm>
            <a:custGeom>
              <a:avLst/>
              <a:gdLst>
                <a:gd name="T0" fmla="*/ 620 w 621"/>
                <a:gd name="T1" fmla="*/ 1 h 423"/>
                <a:gd name="T2" fmla="*/ 620 w 621"/>
                <a:gd name="T3" fmla="*/ 423 h 423"/>
                <a:gd name="T4" fmla="*/ 0 w 621"/>
                <a:gd name="T5" fmla="*/ 423 h 423"/>
                <a:gd name="T6" fmla="*/ 0 w 621"/>
                <a:gd name="T7" fmla="*/ 1 h 423"/>
                <a:gd name="T8" fmla="*/ 621 w 621"/>
                <a:gd name="T9" fmla="*/ 0 h 423"/>
                <a:gd name="T10" fmla="*/ 620 w 621"/>
                <a:gd name="T11" fmla="*/ 1 h 423"/>
              </a:gdLst>
              <a:ahLst/>
              <a:cxnLst>
                <a:cxn ang="0">
                  <a:pos x="T0" y="T1"/>
                </a:cxn>
                <a:cxn ang="0">
                  <a:pos x="T2" y="T3"/>
                </a:cxn>
                <a:cxn ang="0">
                  <a:pos x="T4" y="T5"/>
                </a:cxn>
                <a:cxn ang="0">
                  <a:pos x="T6" y="T7"/>
                </a:cxn>
                <a:cxn ang="0">
                  <a:pos x="T8" y="T9"/>
                </a:cxn>
                <a:cxn ang="0">
                  <a:pos x="T10" y="T11"/>
                </a:cxn>
              </a:cxnLst>
              <a:rect l="0" t="0" r="r" b="b"/>
              <a:pathLst>
                <a:path w="621" h="423">
                  <a:moveTo>
                    <a:pt x="620" y="1"/>
                  </a:moveTo>
                  <a:lnTo>
                    <a:pt x="620" y="423"/>
                  </a:lnTo>
                  <a:lnTo>
                    <a:pt x="0" y="423"/>
                  </a:lnTo>
                  <a:lnTo>
                    <a:pt x="0" y="1"/>
                  </a:lnTo>
                  <a:lnTo>
                    <a:pt x="621" y="0"/>
                  </a:lnTo>
                  <a:lnTo>
                    <a:pt x="620" y="1"/>
                  </a:lnTo>
                  <a:close/>
                </a:path>
              </a:pathLst>
            </a:custGeom>
            <a:solidFill>
              <a:srgbClr val="00BBF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00" tIns="45701" rIns="91400" bIns="45701" numCol="1" anchor="t" anchorCtr="0" compatLnSpc="1">
              <a:prstTxWarp prst="textNoShape">
                <a:avLst/>
              </a:prstTxWarp>
            </a:bodyPr>
            <a:lstStyle/>
            <a:p>
              <a:pPr defTabSz="913990"/>
              <a:endParaRPr lang="en-US">
                <a:solidFill>
                  <a:srgbClr val="000000"/>
                </a:solidFill>
              </a:endParaRPr>
            </a:p>
          </p:txBody>
        </p:sp>
        <p:sp>
          <p:nvSpPr>
            <p:cNvPr id="38" name="Freeform 34"/>
            <p:cNvSpPr>
              <a:spLocks/>
            </p:cNvSpPr>
            <p:nvPr/>
          </p:nvSpPr>
          <p:spPr bwMode="auto">
            <a:xfrm>
              <a:off x="2389" y="2334"/>
              <a:ext cx="621" cy="423"/>
            </a:xfrm>
            <a:custGeom>
              <a:avLst/>
              <a:gdLst>
                <a:gd name="T0" fmla="*/ 620 w 621"/>
                <a:gd name="T1" fmla="*/ 1 h 423"/>
                <a:gd name="T2" fmla="*/ 620 w 621"/>
                <a:gd name="T3" fmla="*/ 423 h 423"/>
                <a:gd name="T4" fmla="*/ 0 w 621"/>
                <a:gd name="T5" fmla="*/ 423 h 423"/>
                <a:gd name="T6" fmla="*/ 0 w 621"/>
                <a:gd name="T7" fmla="*/ 1 h 423"/>
                <a:gd name="T8" fmla="*/ 621 w 621"/>
                <a:gd name="T9" fmla="*/ 0 h 423"/>
                <a:gd name="T10" fmla="*/ 620 w 621"/>
                <a:gd name="T11" fmla="*/ 1 h 423"/>
              </a:gdLst>
              <a:ahLst/>
              <a:cxnLst>
                <a:cxn ang="0">
                  <a:pos x="T0" y="T1"/>
                </a:cxn>
                <a:cxn ang="0">
                  <a:pos x="T2" y="T3"/>
                </a:cxn>
                <a:cxn ang="0">
                  <a:pos x="T4" y="T5"/>
                </a:cxn>
                <a:cxn ang="0">
                  <a:pos x="T6" y="T7"/>
                </a:cxn>
                <a:cxn ang="0">
                  <a:pos x="T8" y="T9"/>
                </a:cxn>
                <a:cxn ang="0">
                  <a:pos x="T10" y="T11"/>
                </a:cxn>
              </a:cxnLst>
              <a:rect l="0" t="0" r="r" b="b"/>
              <a:pathLst>
                <a:path w="621" h="423">
                  <a:moveTo>
                    <a:pt x="620" y="1"/>
                  </a:moveTo>
                  <a:lnTo>
                    <a:pt x="620" y="423"/>
                  </a:lnTo>
                  <a:lnTo>
                    <a:pt x="0" y="423"/>
                  </a:lnTo>
                  <a:lnTo>
                    <a:pt x="0" y="1"/>
                  </a:lnTo>
                  <a:lnTo>
                    <a:pt x="621" y="0"/>
                  </a:lnTo>
                  <a:lnTo>
                    <a:pt x="620" y="1"/>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00" tIns="45701" rIns="91400" bIns="45701" numCol="1" anchor="t" anchorCtr="0" compatLnSpc="1">
              <a:prstTxWarp prst="textNoShape">
                <a:avLst/>
              </a:prstTxWarp>
            </a:bodyPr>
            <a:lstStyle/>
            <a:p>
              <a:pPr defTabSz="913990"/>
              <a:endParaRPr lang="en-US">
                <a:solidFill>
                  <a:srgbClr val="000000"/>
                </a:solidFill>
              </a:endParaRPr>
            </a:p>
          </p:txBody>
        </p:sp>
        <p:sp>
          <p:nvSpPr>
            <p:cNvPr id="39" name="Freeform 35"/>
            <p:cNvSpPr>
              <a:spLocks/>
            </p:cNvSpPr>
            <p:nvPr/>
          </p:nvSpPr>
          <p:spPr bwMode="auto">
            <a:xfrm>
              <a:off x="2334" y="2278"/>
              <a:ext cx="688" cy="536"/>
            </a:xfrm>
            <a:custGeom>
              <a:avLst/>
              <a:gdLst>
                <a:gd name="T0" fmla="*/ 48 w 588"/>
                <a:gd name="T1" fmla="*/ 409 h 457"/>
                <a:gd name="T2" fmla="*/ 47 w 588"/>
                <a:gd name="T3" fmla="*/ 409 h 457"/>
                <a:gd name="T4" fmla="*/ 47 w 588"/>
                <a:gd name="T5" fmla="*/ 48 h 457"/>
                <a:gd name="T6" fmla="*/ 532 w 588"/>
                <a:gd name="T7" fmla="*/ 47 h 457"/>
                <a:gd name="T8" fmla="*/ 588 w 588"/>
                <a:gd name="T9" fmla="*/ 0 h 457"/>
                <a:gd name="T10" fmla="*/ 588 w 588"/>
                <a:gd name="T11" fmla="*/ 0 h 457"/>
                <a:gd name="T12" fmla="*/ 34 w 588"/>
                <a:gd name="T13" fmla="*/ 0 h 457"/>
                <a:gd name="T14" fmla="*/ 0 w 588"/>
                <a:gd name="T15" fmla="*/ 35 h 457"/>
                <a:gd name="T16" fmla="*/ 0 w 588"/>
                <a:gd name="T17" fmla="*/ 422 h 457"/>
                <a:gd name="T18" fmla="*/ 34 w 588"/>
                <a:gd name="T19" fmla="*/ 457 h 457"/>
                <a:gd name="T20" fmla="*/ 47 w 588"/>
                <a:gd name="T21" fmla="*/ 457 h 457"/>
                <a:gd name="T22" fmla="*/ 104 w 588"/>
                <a:gd name="T23" fmla="*/ 409 h 457"/>
                <a:gd name="T24" fmla="*/ 48 w 588"/>
                <a:gd name="T25" fmla="*/ 409 h 4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88" h="457">
                  <a:moveTo>
                    <a:pt x="48" y="409"/>
                  </a:moveTo>
                  <a:cubicBezTo>
                    <a:pt x="47" y="409"/>
                    <a:pt x="47" y="409"/>
                    <a:pt x="47" y="409"/>
                  </a:cubicBezTo>
                  <a:cubicBezTo>
                    <a:pt x="47" y="48"/>
                    <a:pt x="47" y="48"/>
                    <a:pt x="47" y="48"/>
                  </a:cubicBezTo>
                  <a:cubicBezTo>
                    <a:pt x="532" y="47"/>
                    <a:pt x="532" y="47"/>
                    <a:pt x="532" y="47"/>
                  </a:cubicBezTo>
                  <a:cubicBezTo>
                    <a:pt x="588" y="0"/>
                    <a:pt x="588" y="0"/>
                    <a:pt x="588" y="0"/>
                  </a:cubicBezTo>
                  <a:cubicBezTo>
                    <a:pt x="588" y="0"/>
                    <a:pt x="588" y="0"/>
                    <a:pt x="588" y="0"/>
                  </a:cubicBezTo>
                  <a:cubicBezTo>
                    <a:pt x="34" y="0"/>
                    <a:pt x="34" y="0"/>
                    <a:pt x="34" y="0"/>
                  </a:cubicBezTo>
                  <a:cubicBezTo>
                    <a:pt x="15" y="0"/>
                    <a:pt x="0" y="16"/>
                    <a:pt x="0" y="35"/>
                  </a:cubicBezTo>
                  <a:cubicBezTo>
                    <a:pt x="0" y="422"/>
                    <a:pt x="0" y="422"/>
                    <a:pt x="0" y="422"/>
                  </a:cubicBezTo>
                  <a:cubicBezTo>
                    <a:pt x="0" y="440"/>
                    <a:pt x="15" y="457"/>
                    <a:pt x="34" y="457"/>
                  </a:cubicBezTo>
                  <a:cubicBezTo>
                    <a:pt x="47" y="457"/>
                    <a:pt x="47" y="457"/>
                    <a:pt x="47" y="457"/>
                  </a:cubicBezTo>
                  <a:cubicBezTo>
                    <a:pt x="104" y="409"/>
                    <a:pt x="104" y="409"/>
                    <a:pt x="104" y="409"/>
                  </a:cubicBezTo>
                  <a:lnTo>
                    <a:pt x="48" y="409"/>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00" tIns="45701" rIns="91400" bIns="45701" numCol="1" anchor="t" anchorCtr="0" compatLnSpc="1">
              <a:prstTxWarp prst="textNoShape">
                <a:avLst/>
              </a:prstTxWarp>
            </a:bodyPr>
            <a:lstStyle/>
            <a:p>
              <a:pPr defTabSz="913990"/>
              <a:endParaRPr lang="en-US">
                <a:solidFill>
                  <a:srgbClr val="000000"/>
                </a:solidFill>
              </a:endParaRPr>
            </a:p>
          </p:txBody>
        </p:sp>
        <p:sp>
          <p:nvSpPr>
            <p:cNvPr id="40" name="Freeform 36"/>
            <p:cNvSpPr>
              <a:spLocks/>
            </p:cNvSpPr>
            <p:nvPr/>
          </p:nvSpPr>
          <p:spPr bwMode="auto">
            <a:xfrm>
              <a:off x="2389" y="2334"/>
              <a:ext cx="568" cy="423"/>
            </a:xfrm>
            <a:custGeom>
              <a:avLst/>
              <a:gdLst>
                <a:gd name="T0" fmla="*/ 0 w 568"/>
                <a:gd name="T1" fmla="*/ 423 h 423"/>
                <a:gd name="T2" fmla="*/ 1 w 568"/>
                <a:gd name="T3" fmla="*/ 423 h 423"/>
                <a:gd name="T4" fmla="*/ 1 w 568"/>
                <a:gd name="T5" fmla="*/ 1 h 423"/>
                <a:gd name="T6" fmla="*/ 568 w 568"/>
                <a:gd name="T7" fmla="*/ 0 h 423"/>
                <a:gd name="T8" fmla="*/ 568 w 568"/>
                <a:gd name="T9" fmla="*/ 0 h 423"/>
                <a:gd name="T10" fmla="*/ 0 w 568"/>
                <a:gd name="T11" fmla="*/ 1 h 423"/>
                <a:gd name="T12" fmla="*/ 0 w 568"/>
                <a:gd name="T13" fmla="*/ 423 h 423"/>
              </a:gdLst>
              <a:ahLst/>
              <a:cxnLst>
                <a:cxn ang="0">
                  <a:pos x="T0" y="T1"/>
                </a:cxn>
                <a:cxn ang="0">
                  <a:pos x="T2" y="T3"/>
                </a:cxn>
                <a:cxn ang="0">
                  <a:pos x="T4" y="T5"/>
                </a:cxn>
                <a:cxn ang="0">
                  <a:pos x="T6" y="T7"/>
                </a:cxn>
                <a:cxn ang="0">
                  <a:pos x="T8" y="T9"/>
                </a:cxn>
                <a:cxn ang="0">
                  <a:pos x="T10" y="T11"/>
                </a:cxn>
                <a:cxn ang="0">
                  <a:pos x="T12" y="T13"/>
                </a:cxn>
              </a:cxnLst>
              <a:rect l="0" t="0" r="r" b="b"/>
              <a:pathLst>
                <a:path w="568" h="423">
                  <a:moveTo>
                    <a:pt x="0" y="423"/>
                  </a:moveTo>
                  <a:lnTo>
                    <a:pt x="1" y="423"/>
                  </a:lnTo>
                  <a:lnTo>
                    <a:pt x="1" y="1"/>
                  </a:lnTo>
                  <a:lnTo>
                    <a:pt x="568" y="0"/>
                  </a:lnTo>
                  <a:lnTo>
                    <a:pt x="568" y="0"/>
                  </a:lnTo>
                  <a:lnTo>
                    <a:pt x="0" y="1"/>
                  </a:lnTo>
                  <a:lnTo>
                    <a:pt x="0" y="423"/>
                  </a:lnTo>
                  <a:close/>
                </a:path>
              </a:pathLst>
            </a:custGeom>
            <a:solidFill>
              <a:srgbClr val="59B4D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00" tIns="45701" rIns="91400" bIns="45701" numCol="1" anchor="t" anchorCtr="0" compatLnSpc="1">
              <a:prstTxWarp prst="textNoShape">
                <a:avLst/>
              </a:prstTxWarp>
            </a:bodyPr>
            <a:lstStyle/>
            <a:p>
              <a:pPr defTabSz="913990"/>
              <a:endParaRPr lang="en-US">
                <a:solidFill>
                  <a:srgbClr val="000000"/>
                </a:solidFill>
              </a:endParaRPr>
            </a:p>
          </p:txBody>
        </p:sp>
        <p:sp>
          <p:nvSpPr>
            <p:cNvPr id="41" name="Rectangle 37"/>
            <p:cNvSpPr>
              <a:spLocks noChangeArrowheads="1"/>
            </p:cNvSpPr>
            <p:nvPr/>
          </p:nvSpPr>
          <p:spPr bwMode="auto">
            <a:xfrm>
              <a:off x="2460" y="2910"/>
              <a:ext cx="479" cy="44"/>
            </a:xfrm>
            <a:prstGeom prst="rect">
              <a:avLst/>
            </a:prstGeom>
            <a:solidFill>
              <a:srgbClr val="B0B0B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00" tIns="45701" rIns="91400" bIns="45701" numCol="1" anchor="t" anchorCtr="0" compatLnSpc="1">
              <a:prstTxWarp prst="textNoShape">
                <a:avLst/>
              </a:prstTxWarp>
            </a:bodyPr>
            <a:lstStyle/>
            <a:p>
              <a:pPr defTabSz="913990"/>
              <a:endParaRPr lang="en-US">
                <a:solidFill>
                  <a:srgbClr val="000000"/>
                </a:solidFill>
              </a:endParaRPr>
            </a:p>
          </p:txBody>
        </p:sp>
        <p:sp>
          <p:nvSpPr>
            <p:cNvPr id="42" name="Oval 38"/>
            <p:cNvSpPr>
              <a:spLocks noChangeArrowheads="1"/>
            </p:cNvSpPr>
            <p:nvPr/>
          </p:nvSpPr>
          <p:spPr bwMode="auto">
            <a:xfrm>
              <a:off x="2687" y="2298"/>
              <a:ext cx="20" cy="21"/>
            </a:xfrm>
            <a:prstGeom prst="ellipse">
              <a:avLst/>
            </a:prstGeom>
            <a:solidFill>
              <a:srgbClr val="BAC84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00" tIns="45701" rIns="91400" bIns="45701" numCol="1" anchor="t" anchorCtr="0" compatLnSpc="1">
              <a:prstTxWarp prst="textNoShape">
                <a:avLst/>
              </a:prstTxWarp>
            </a:bodyPr>
            <a:lstStyle/>
            <a:p>
              <a:pPr defTabSz="913990"/>
              <a:endParaRPr lang="en-US">
                <a:solidFill>
                  <a:srgbClr val="000000"/>
                </a:solidFill>
              </a:endParaRPr>
            </a:p>
          </p:txBody>
        </p:sp>
        <p:sp>
          <p:nvSpPr>
            <p:cNvPr id="43" name="Freeform 39"/>
            <p:cNvSpPr>
              <a:spLocks/>
            </p:cNvSpPr>
            <p:nvPr/>
          </p:nvSpPr>
          <p:spPr bwMode="auto">
            <a:xfrm>
              <a:off x="2567" y="2383"/>
              <a:ext cx="264" cy="155"/>
            </a:xfrm>
            <a:custGeom>
              <a:avLst/>
              <a:gdLst>
                <a:gd name="T0" fmla="*/ 113 w 226"/>
                <a:gd name="T1" fmla="*/ 0 h 133"/>
                <a:gd name="T2" fmla="*/ 111 w 226"/>
                <a:gd name="T3" fmla="*/ 0 h 133"/>
                <a:gd name="T4" fmla="*/ 2 w 226"/>
                <a:gd name="T5" fmla="*/ 63 h 133"/>
                <a:gd name="T6" fmla="*/ 0 w 226"/>
                <a:gd name="T7" fmla="*/ 66 h 133"/>
                <a:gd name="T8" fmla="*/ 2 w 226"/>
                <a:gd name="T9" fmla="*/ 69 h 133"/>
                <a:gd name="T10" fmla="*/ 112 w 226"/>
                <a:gd name="T11" fmla="*/ 133 h 133"/>
                <a:gd name="T12" fmla="*/ 114 w 226"/>
                <a:gd name="T13" fmla="*/ 133 h 133"/>
                <a:gd name="T14" fmla="*/ 115 w 226"/>
                <a:gd name="T15" fmla="*/ 133 h 133"/>
                <a:gd name="T16" fmla="*/ 225 w 226"/>
                <a:gd name="T17" fmla="*/ 69 h 133"/>
                <a:gd name="T18" fmla="*/ 226 w 226"/>
                <a:gd name="T19" fmla="*/ 67 h 133"/>
                <a:gd name="T20" fmla="*/ 225 w 226"/>
                <a:gd name="T21" fmla="*/ 64 h 133"/>
                <a:gd name="T22" fmla="*/ 115 w 226"/>
                <a:gd name="T23" fmla="*/ 0 h 133"/>
                <a:gd name="T24" fmla="*/ 113 w 226"/>
                <a:gd name="T25" fmla="*/ 0 h 1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26" h="133">
                  <a:moveTo>
                    <a:pt x="113" y="0"/>
                  </a:moveTo>
                  <a:cubicBezTo>
                    <a:pt x="112" y="0"/>
                    <a:pt x="112" y="0"/>
                    <a:pt x="111" y="0"/>
                  </a:cubicBezTo>
                  <a:cubicBezTo>
                    <a:pt x="2" y="63"/>
                    <a:pt x="2" y="63"/>
                    <a:pt x="2" y="63"/>
                  </a:cubicBezTo>
                  <a:cubicBezTo>
                    <a:pt x="1" y="64"/>
                    <a:pt x="0" y="65"/>
                    <a:pt x="0" y="66"/>
                  </a:cubicBezTo>
                  <a:cubicBezTo>
                    <a:pt x="0" y="67"/>
                    <a:pt x="1" y="68"/>
                    <a:pt x="2" y="69"/>
                  </a:cubicBezTo>
                  <a:cubicBezTo>
                    <a:pt x="112" y="133"/>
                    <a:pt x="112" y="133"/>
                    <a:pt x="112" y="133"/>
                  </a:cubicBezTo>
                  <a:cubicBezTo>
                    <a:pt x="112" y="133"/>
                    <a:pt x="113" y="133"/>
                    <a:pt x="114" y="133"/>
                  </a:cubicBezTo>
                  <a:cubicBezTo>
                    <a:pt x="114" y="133"/>
                    <a:pt x="115" y="133"/>
                    <a:pt x="115" y="133"/>
                  </a:cubicBezTo>
                  <a:cubicBezTo>
                    <a:pt x="225" y="69"/>
                    <a:pt x="225" y="69"/>
                    <a:pt x="225" y="69"/>
                  </a:cubicBezTo>
                  <a:cubicBezTo>
                    <a:pt x="226" y="69"/>
                    <a:pt x="226" y="68"/>
                    <a:pt x="226" y="67"/>
                  </a:cubicBezTo>
                  <a:cubicBezTo>
                    <a:pt x="226" y="65"/>
                    <a:pt x="226" y="64"/>
                    <a:pt x="225" y="64"/>
                  </a:cubicBezTo>
                  <a:cubicBezTo>
                    <a:pt x="115" y="0"/>
                    <a:pt x="115" y="0"/>
                    <a:pt x="115" y="0"/>
                  </a:cubicBezTo>
                  <a:cubicBezTo>
                    <a:pt x="114" y="0"/>
                    <a:pt x="114" y="0"/>
                    <a:pt x="113" y="0"/>
                  </a:cubicBezTo>
                </a:path>
              </a:pathLst>
            </a:custGeom>
            <a:solidFill>
              <a:srgbClr val="E5F8F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00" tIns="45701" rIns="91400" bIns="45701" numCol="1" anchor="t" anchorCtr="0" compatLnSpc="1">
              <a:prstTxWarp prst="textNoShape">
                <a:avLst/>
              </a:prstTxWarp>
            </a:bodyPr>
            <a:lstStyle/>
            <a:p>
              <a:pPr defTabSz="913990"/>
              <a:endParaRPr lang="en-US">
                <a:solidFill>
                  <a:srgbClr val="000000"/>
                </a:solidFill>
              </a:endParaRPr>
            </a:p>
          </p:txBody>
        </p:sp>
        <p:sp>
          <p:nvSpPr>
            <p:cNvPr id="44" name="Freeform 40"/>
            <p:cNvSpPr>
              <a:spLocks/>
            </p:cNvSpPr>
            <p:nvPr/>
          </p:nvSpPr>
          <p:spPr bwMode="auto">
            <a:xfrm>
              <a:off x="2549" y="2488"/>
              <a:ext cx="136" cy="232"/>
            </a:xfrm>
            <a:custGeom>
              <a:avLst/>
              <a:gdLst>
                <a:gd name="T0" fmla="*/ 3 w 116"/>
                <a:gd name="T1" fmla="*/ 0 h 198"/>
                <a:gd name="T2" fmla="*/ 1 w 116"/>
                <a:gd name="T3" fmla="*/ 1 h 198"/>
                <a:gd name="T4" fmla="*/ 0 w 116"/>
                <a:gd name="T5" fmla="*/ 4 h 198"/>
                <a:gd name="T6" fmla="*/ 0 w 116"/>
                <a:gd name="T7" fmla="*/ 131 h 198"/>
                <a:gd name="T8" fmla="*/ 1 w 116"/>
                <a:gd name="T9" fmla="*/ 134 h 198"/>
                <a:gd name="T10" fmla="*/ 111 w 116"/>
                <a:gd name="T11" fmla="*/ 197 h 198"/>
                <a:gd name="T12" fmla="*/ 113 w 116"/>
                <a:gd name="T13" fmla="*/ 198 h 198"/>
                <a:gd name="T14" fmla="*/ 114 w 116"/>
                <a:gd name="T15" fmla="*/ 197 h 198"/>
                <a:gd name="T16" fmla="*/ 116 w 116"/>
                <a:gd name="T17" fmla="*/ 194 h 198"/>
                <a:gd name="T18" fmla="*/ 116 w 116"/>
                <a:gd name="T19" fmla="*/ 67 h 198"/>
                <a:gd name="T20" fmla="*/ 114 w 116"/>
                <a:gd name="T21" fmla="*/ 64 h 198"/>
                <a:gd name="T22" fmla="*/ 5 w 116"/>
                <a:gd name="T23" fmla="*/ 1 h 198"/>
                <a:gd name="T24" fmla="*/ 3 w 116"/>
                <a:gd name="T25" fmla="*/ 0 h 1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16" h="198">
                  <a:moveTo>
                    <a:pt x="3" y="0"/>
                  </a:moveTo>
                  <a:cubicBezTo>
                    <a:pt x="2" y="0"/>
                    <a:pt x="2" y="0"/>
                    <a:pt x="1" y="1"/>
                  </a:cubicBezTo>
                  <a:cubicBezTo>
                    <a:pt x="0" y="1"/>
                    <a:pt x="0" y="2"/>
                    <a:pt x="0" y="4"/>
                  </a:cubicBezTo>
                  <a:cubicBezTo>
                    <a:pt x="0" y="131"/>
                    <a:pt x="0" y="131"/>
                    <a:pt x="0" y="131"/>
                  </a:cubicBezTo>
                  <a:cubicBezTo>
                    <a:pt x="0" y="132"/>
                    <a:pt x="0" y="133"/>
                    <a:pt x="1" y="134"/>
                  </a:cubicBezTo>
                  <a:cubicBezTo>
                    <a:pt x="111" y="197"/>
                    <a:pt x="111" y="197"/>
                    <a:pt x="111" y="197"/>
                  </a:cubicBezTo>
                  <a:cubicBezTo>
                    <a:pt x="112" y="197"/>
                    <a:pt x="112" y="198"/>
                    <a:pt x="113" y="198"/>
                  </a:cubicBezTo>
                  <a:cubicBezTo>
                    <a:pt x="113" y="198"/>
                    <a:pt x="114" y="197"/>
                    <a:pt x="114" y="197"/>
                  </a:cubicBezTo>
                  <a:cubicBezTo>
                    <a:pt x="115" y="197"/>
                    <a:pt x="116" y="196"/>
                    <a:pt x="116" y="194"/>
                  </a:cubicBezTo>
                  <a:cubicBezTo>
                    <a:pt x="116" y="67"/>
                    <a:pt x="116" y="67"/>
                    <a:pt x="116" y="67"/>
                  </a:cubicBezTo>
                  <a:cubicBezTo>
                    <a:pt x="116" y="66"/>
                    <a:pt x="115" y="65"/>
                    <a:pt x="114" y="64"/>
                  </a:cubicBezTo>
                  <a:cubicBezTo>
                    <a:pt x="5" y="1"/>
                    <a:pt x="5" y="1"/>
                    <a:pt x="5" y="1"/>
                  </a:cubicBezTo>
                  <a:cubicBezTo>
                    <a:pt x="4" y="0"/>
                    <a:pt x="3" y="0"/>
                    <a:pt x="3" y="0"/>
                  </a:cubicBezTo>
                </a:path>
              </a:pathLst>
            </a:custGeom>
            <a:solidFill>
              <a:srgbClr val="CCF1F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00" tIns="45701" rIns="91400" bIns="45701" numCol="1" anchor="t" anchorCtr="0" compatLnSpc="1">
              <a:prstTxWarp prst="textNoShape">
                <a:avLst/>
              </a:prstTxWarp>
            </a:bodyPr>
            <a:lstStyle/>
            <a:p>
              <a:pPr defTabSz="913990"/>
              <a:endParaRPr lang="en-US">
                <a:solidFill>
                  <a:srgbClr val="000000"/>
                </a:solidFill>
              </a:endParaRPr>
            </a:p>
          </p:txBody>
        </p:sp>
        <p:sp>
          <p:nvSpPr>
            <p:cNvPr id="45" name="Freeform 41"/>
            <p:cNvSpPr>
              <a:spLocks/>
            </p:cNvSpPr>
            <p:nvPr/>
          </p:nvSpPr>
          <p:spPr bwMode="auto">
            <a:xfrm>
              <a:off x="2714" y="2489"/>
              <a:ext cx="136" cy="231"/>
            </a:xfrm>
            <a:custGeom>
              <a:avLst/>
              <a:gdLst>
                <a:gd name="T0" fmla="*/ 113 w 116"/>
                <a:gd name="T1" fmla="*/ 0 h 197"/>
                <a:gd name="T2" fmla="*/ 111 w 116"/>
                <a:gd name="T3" fmla="*/ 1 h 197"/>
                <a:gd name="T4" fmla="*/ 1 w 116"/>
                <a:gd name="T5" fmla="*/ 64 h 197"/>
                <a:gd name="T6" fmla="*/ 0 w 116"/>
                <a:gd name="T7" fmla="*/ 67 h 197"/>
                <a:gd name="T8" fmla="*/ 0 w 116"/>
                <a:gd name="T9" fmla="*/ 193 h 197"/>
                <a:gd name="T10" fmla="*/ 1 w 116"/>
                <a:gd name="T11" fmla="*/ 196 h 197"/>
                <a:gd name="T12" fmla="*/ 3 w 116"/>
                <a:gd name="T13" fmla="*/ 197 h 197"/>
                <a:gd name="T14" fmla="*/ 5 w 116"/>
                <a:gd name="T15" fmla="*/ 196 h 197"/>
                <a:gd name="T16" fmla="*/ 114 w 116"/>
                <a:gd name="T17" fmla="*/ 133 h 197"/>
                <a:gd name="T18" fmla="*/ 116 w 116"/>
                <a:gd name="T19" fmla="*/ 130 h 197"/>
                <a:gd name="T20" fmla="*/ 116 w 116"/>
                <a:gd name="T21" fmla="*/ 3 h 197"/>
                <a:gd name="T22" fmla="*/ 114 w 116"/>
                <a:gd name="T23" fmla="*/ 1 h 197"/>
                <a:gd name="T24" fmla="*/ 113 w 116"/>
                <a:gd name="T25" fmla="*/ 0 h 1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16" h="197">
                  <a:moveTo>
                    <a:pt x="113" y="0"/>
                  </a:moveTo>
                  <a:cubicBezTo>
                    <a:pt x="112" y="0"/>
                    <a:pt x="112" y="0"/>
                    <a:pt x="111" y="1"/>
                  </a:cubicBezTo>
                  <a:cubicBezTo>
                    <a:pt x="1" y="64"/>
                    <a:pt x="1" y="64"/>
                    <a:pt x="1" y="64"/>
                  </a:cubicBezTo>
                  <a:cubicBezTo>
                    <a:pt x="0" y="65"/>
                    <a:pt x="0" y="66"/>
                    <a:pt x="0" y="67"/>
                  </a:cubicBezTo>
                  <a:cubicBezTo>
                    <a:pt x="0" y="193"/>
                    <a:pt x="0" y="193"/>
                    <a:pt x="0" y="193"/>
                  </a:cubicBezTo>
                  <a:cubicBezTo>
                    <a:pt x="0" y="195"/>
                    <a:pt x="0" y="196"/>
                    <a:pt x="1" y="196"/>
                  </a:cubicBezTo>
                  <a:cubicBezTo>
                    <a:pt x="2" y="196"/>
                    <a:pt x="2" y="197"/>
                    <a:pt x="3" y="197"/>
                  </a:cubicBezTo>
                  <a:cubicBezTo>
                    <a:pt x="3" y="197"/>
                    <a:pt x="4" y="196"/>
                    <a:pt x="5" y="196"/>
                  </a:cubicBezTo>
                  <a:cubicBezTo>
                    <a:pt x="114" y="133"/>
                    <a:pt x="114" y="133"/>
                    <a:pt x="114" y="133"/>
                  </a:cubicBezTo>
                  <a:cubicBezTo>
                    <a:pt x="115" y="132"/>
                    <a:pt x="116" y="131"/>
                    <a:pt x="116" y="130"/>
                  </a:cubicBezTo>
                  <a:cubicBezTo>
                    <a:pt x="116" y="3"/>
                    <a:pt x="116" y="3"/>
                    <a:pt x="116" y="3"/>
                  </a:cubicBezTo>
                  <a:cubicBezTo>
                    <a:pt x="116" y="2"/>
                    <a:pt x="115" y="1"/>
                    <a:pt x="114" y="1"/>
                  </a:cubicBezTo>
                  <a:cubicBezTo>
                    <a:pt x="114" y="0"/>
                    <a:pt x="113" y="0"/>
                    <a:pt x="113" y="0"/>
                  </a:cubicBezTo>
                </a:path>
              </a:pathLst>
            </a:custGeom>
            <a:solidFill>
              <a:srgbClr val="80DDF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00" tIns="45701" rIns="91400" bIns="45701" numCol="1" anchor="t" anchorCtr="0" compatLnSpc="1">
              <a:prstTxWarp prst="textNoShape">
                <a:avLst/>
              </a:prstTxWarp>
            </a:bodyPr>
            <a:lstStyle/>
            <a:p>
              <a:pPr defTabSz="913990"/>
              <a:endParaRPr lang="en-US">
                <a:solidFill>
                  <a:srgbClr val="000000"/>
                </a:solidFill>
              </a:endParaRPr>
            </a:p>
          </p:txBody>
        </p:sp>
        <p:sp>
          <p:nvSpPr>
            <p:cNvPr id="46" name="Freeform 42"/>
            <p:cNvSpPr>
              <a:spLocks/>
            </p:cNvSpPr>
            <p:nvPr/>
          </p:nvSpPr>
          <p:spPr bwMode="auto">
            <a:xfrm>
              <a:off x="818" y="2424"/>
              <a:ext cx="702" cy="492"/>
            </a:xfrm>
            <a:custGeom>
              <a:avLst/>
              <a:gdLst>
                <a:gd name="T0" fmla="*/ 0 w 599"/>
                <a:gd name="T1" fmla="*/ 398 h 420"/>
                <a:gd name="T2" fmla="*/ 22 w 599"/>
                <a:gd name="T3" fmla="*/ 420 h 420"/>
                <a:gd name="T4" fmla="*/ 577 w 599"/>
                <a:gd name="T5" fmla="*/ 420 h 420"/>
                <a:gd name="T6" fmla="*/ 599 w 599"/>
                <a:gd name="T7" fmla="*/ 398 h 420"/>
                <a:gd name="T8" fmla="*/ 599 w 599"/>
                <a:gd name="T9" fmla="*/ 0 h 420"/>
                <a:gd name="T10" fmla="*/ 0 w 599"/>
                <a:gd name="T11" fmla="*/ 0 h 420"/>
                <a:gd name="T12" fmla="*/ 0 w 599"/>
                <a:gd name="T13" fmla="*/ 398 h 420"/>
              </a:gdLst>
              <a:ahLst/>
              <a:cxnLst>
                <a:cxn ang="0">
                  <a:pos x="T0" y="T1"/>
                </a:cxn>
                <a:cxn ang="0">
                  <a:pos x="T2" y="T3"/>
                </a:cxn>
                <a:cxn ang="0">
                  <a:pos x="T4" y="T5"/>
                </a:cxn>
                <a:cxn ang="0">
                  <a:pos x="T6" y="T7"/>
                </a:cxn>
                <a:cxn ang="0">
                  <a:pos x="T8" y="T9"/>
                </a:cxn>
                <a:cxn ang="0">
                  <a:pos x="T10" y="T11"/>
                </a:cxn>
                <a:cxn ang="0">
                  <a:pos x="T12" y="T13"/>
                </a:cxn>
              </a:cxnLst>
              <a:rect l="0" t="0" r="r" b="b"/>
              <a:pathLst>
                <a:path w="599" h="420">
                  <a:moveTo>
                    <a:pt x="0" y="398"/>
                  </a:moveTo>
                  <a:cubicBezTo>
                    <a:pt x="0" y="410"/>
                    <a:pt x="10" y="420"/>
                    <a:pt x="22" y="420"/>
                  </a:cubicBezTo>
                  <a:cubicBezTo>
                    <a:pt x="577" y="420"/>
                    <a:pt x="577" y="420"/>
                    <a:pt x="577" y="420"/>
                  </a:cubicBezTo>
                  <a:cubicBezTo>
                    <a:pt x="589" y="420"/>
                    <a:pt x="599" y="410"/>
                    <a:pt x="599" y="398"/>
                  </a:cubicBezTo>
                  <a:cubicBezTo>
                    <a:pt x="599" y="0"/>
                    <a:pt x="599" y="0"/>
                    <a:pt x="599" y="0"/>
                  </a:cubicBezTo>
                  <a:cubicBezTo>
                    <a:pt x="0" y="0"/>
                    <a:pt x="0" y="0"/>
                    <a:pt x="0" y="0"/>
                  </a:cubicBezTo>
                  <a:cubicBezTo>
                    <a:pt x="0" y="398"/>
                    <a:pt x="0" y="398"/>
                    <a:pt x="0" y="398"/>
                  </a:cubicBezTo>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00" tIns="45701" rIns="91400" bIns="45701" numCol="1" anchor="t" anchorCtr="0" compatLnSpc="1">
              <a:prstTxWarp prst="textNoShape">
                <a:avLst/>
              </a:prstTxWarp>
            </a:bodyPr>
            <a:lstStyle/>
            <a:p>
              <a:pPr defTabSz="913990"/>
              <a:endParaRPr lang="en-US">
                <a:solidFill>
                  <a:srgbClr val="000000"/>
                </a:solidFill>
              </a:endParaRPr>
            </a:p>
          </p:txBody>
        </p:sp>
        <p:sp>
          <p:nvSpPr>
            <p:cNvPr id="47" name="Freeform 43"/>
            <p:cNvSpPr>
              <a:spLocks/>
            </p:cNvSpPr>
            <p:nvPr/>
          </p:nvSpPr>
          <p:spPr bwMode="auto">
            <a:xfrm>
              <a:off x="818" y="2317"/>
              <a:ext cx="702" cy="107"/>
            </a:xfrm>
            <a:custGeom>
              <a:avLst/>
              <a:gdLst>
                <a:gd name="T0" fmla="*/ 577 w 599"/>
                <a:gd name="T1" fmla="*/ 0 h 91"/>
                <a:gd name="T2" fmla="*/ 22 w 599"/>
                <a:gd name="T3" fmla="*/ 0 h 91"/>
                <a:gd name="T4" fmla="*/ 0 w 599"/>
                <a:gd name="T5" fmla="*/ 22 h 91"/>
                <a:gd name="T6" fmla="*/ 0 w 599"/>
                <a:gd name="T7" fmla="*/ 91 h 91"/>
                <a:gd name="T8" fmla="*/ 599 w 599"/>
                <a:gd name="T9" fmla="*/ 91 h 91"/>
                <a:gd name="T10" fmla="*/ 599 w 599"/>
                <a:gd name="T11" fmla="*/ 22 h 91"/>
                <a:gd name="T12" fmla="*/ 577 w 599"/>
                <a:gd name="T13" fmla="*/ 0 h 91"/>
              </a:gdLst>
              <a:ahLst/>
              <a:cxnLst>
                <a:cxn ang="0">
                  <a:pos x="T0" y="T1"/>
                </a:cxn>
                <a:cxn ang="0">
                  <a:pos x="T2" y="T3"/>
                </a:cxn>
                <a:cxn ang="0">
                  <a:pos x="T4" y="T5"/>
                </a:cxn>
                <a:cxn ang="0">
                  <a:pos x="T6" y="T7"/>
                </a:cxn>
                <a:cxn ang="0">
                  <a:pos x="T8" y="T9"/>
                </a:cxn>
                <a:cxn ang="0">
                  <a:pos x="T10" y="T11"/>
                </a:cxn>
                <a:cxn ang="0">
                  <a:pos x="T12" y="T13"/>
                </a:cxn>
              </a:cxnLst>
              <a:rect l="0" t="0" r="r" b="b"/>
              <a:pathLst>
                <a:path w="599" h="91">
                  <a:moveTo>
                    <a:pt x="577" y="0"/>
                  </a:moveTo>
                  <a:cubicBezTo>
                    <a:pt x="22" y="0"/>
                    <a:pt x="22" y="0"/>
                    <a:pt x="22" y="0"/>
                  </a:cubicBezTo>
                  <a:cubicBezTo>
                    <a:pt x="10" y="0"/>
                    <a:pt x="0" y="10"/>
                    <a:pt x="0" y="22"/>
                  </a:cubicBezTo>
                  <a:cubicBezTo>
                    <a:pt x="0" y="91"/>
                    <a:pt x="0" y="91"/>
                    <a:pt x="0" y="91"/>
                  </a:cubicBezTo>
                  <a:cubicBezTo>
                    <a:pt x="599" y="91"/>
                    <a:pt x="599" y="91"/>
                    <a:pt x="599" y="91"/>
                  </a:cubicBezTo>
                  <a:cubicBezTo>
                    <a:pt x="599" y="22"/>
                    <a:pt x="599" y="22"/>
                    <a:pt x="599" y="22"/>
                  </a:cubicBezTo>
                  <a:cubicBezTo>
                    <a:pt x="599" y="10"/>
                    <a:pt x="589" y="0"/>
                    <a:pt x="577" y="0"/>
                  </a:cubicBezTo>
                </a:path>
              </a:pathLst>
            </a:custGeom>
            <a:solidFill>
              <a:srgbClr val="8DC63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00" tIns="45701" rIns="91400" bIns="45701" numCol="1" anchor="t" anchorCtr="0" compatLnSpc="1">
              <a:prstTxWarp prst="textNoShape">
                <a:avLst/>
              </a:prstTxWarp>
            </a:bodyPr>
            <a:lstStyle/>
            <a:p>
              <a:pPr defTabSz="913990"/>
              <a:endParaRPr lang="en-US">
                <a:solidFill>
                  <a:srgbClr val="000000"/>
                </a:solidFill>
              </a:endParaRPr>
            </a:p>
          </p:txBody>
        </p:sp>
        <p:sp>
          <p:nvSpPr>
            <p:cNvPr id="48" name="Rectangle 44"/>
            <p:cNvSpPr>
              <a:spLocks noChangeArrowheads="1"/>
            </p:cNvSpPr>
            <p:nvPr/>
          </p:nvSpPr>
          <p:spPr bwMode="auto">
            <a:xfrm>
              <a:off x="1025" y="2577"/>
              <a:ext cx="130" cy="79"/>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00" tIns="45701" rIns="91400" bIns="45701" numCol="1" anchor="t" anchorCtr="0" compatLnSpc="1">
              <a:prstTxWarp prst="textNoShape">
                <a:avLst/>
              </a:prstTxWarp>
            </a:bodyPr>
            <a:lstStyle/>
            <a:p>
              <a:pPr defTabSz="913990"/>
              <a:endParaRPr lang="en-US">
                <a:solidFill>
                  <a:srgbClr val="000000"/>
                </a:solidFill>
              </a:endParaRPr>
            </a:p>
          </p:txBody>
        </p:sp>
        <p:sp>
          <p:nvSpPr>
            <p:cNvPr id="49" name="Rectangle 45"/>
            <p:cNvSpPr>
              <a:spLocks noChangeArrowheads="1"/>
            </p:cNvSpPr>
            <p:nvPr/>
          </p:nvSpPr>
          <p:spPr bwMode="auto">
            <a:xfrm>
              <a:off x="1025" y="2577"/>
              <a:ext cx="130" cy="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00" tIns="45701" rIns="91400" bIns="45701" numCol="1" anchor="t" anchorCtr="0" compatLnSpc="1">
              <a:prstTxWarp prst="textNoShape">
                <a:avLst/>
              </a:prstTxWarp>
            </a:bodyPr>
            <a:lstStyle/>
            <a:p>
              <a:pPr defTabSz="913990"/>
              <a:endParaRPr lang="en-US">
                <a:solidFill>
                  <a:srgbClr val="000000"/>
                </a:solidFill>
              </a:endParaRPr>
            </a:p>
          </p:txBody>
        </p:sp>
        <p:sp>
          <p:nvSpPr>
            <p:cNvPr id="50" name="Rectangle 46"/>
            <p:cNvSpPr>
              <a:spLocks noChangeArrowheads="1"/>
            </p:cNvSpPr>
            <p:nvPr/>
          </p:nvSpPr>
          <p:spPr bwMode="auto">
            <a:xfrm>
              <a:off x="1025" y="2473"/>
              <a:ext cx="130" cy="7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00" tIns="45701" rIns="91400" bIns="45701" numCol="1" anchor="t" anchorCtr="0" compatLnSpc="1">
              <a:prstTxWarp prst="textNoShape">
                <a:avLst/>
              </a:prstTxWarp>
            </a:bodyPr>
            <a:lstStyle/>
            <a:p>
              <a:pPr defTabSz="913990"/>
              <a:endParaRPr lang="en-US">
                <a:solidFill>
                  <a:srgbClr val="000000"/>
                </a:solidFill>
              </a:endParaRPr>
            </a:p>
          </p:txBody>
        </p:sp>
        <p:sp>
          <p:nvSpPr>
            <p:cNvPr id="51" name="Rectangle 47"/>
            <p:cNvSpPr>
              <a:spLocks noChangeArrowheads="1"/>
            </p:cNvSpPr>
            <p:nvPr/>
          </p:nvSpPr>
          <p:spPr bwMode="auto">
            <a:xfrm>
              <a:off x="1025" y="2473"/>
              <a:ext cx="130" cy="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00" tIns="45701" rIns="91400" bIns="45701" numCol="1" anchor="t" anchorCtr="0" compatLnSpc="1">
              <a:prstTxWarp prst="textNoShape">
                <a:avLst/>
              </a:prstTxWarp>
            </a:bodyPr>
            <a:lstStyle/>
            <a:p>
              <a:pPr defTabSz="913990"/>
              <a:endParaRPr lang="en-US">
                <a:solidFill>
                  <a:srgbClr val="000000"/>
                </a:solidFill>
              </a:endParaRPr>
            </a:p>
          </p:txBody>
        </p:sp>
        <p:sp>
          <p:nvSpPr>
            <p:cNvPr id="52" name="Rectangle 48"/>
            <p:cNvSpPr>
              <a:spLocks noChangeArrowheads="1"/>
            </p:cNvSpPr>
            <p:nvPr/>
          </p:nvSpPr>
          <p:spPr bwMode="auto">
            <a:xfrm>
              <a:off x="1025" y="2681"/>
              <a:ext cx="130" cy="79"/>
            </a:xfrm>
            <a:prstGeom prst="rect">
              <a:avLst/>
            </a:prstGeom>
            <a:solidFill>
              <a:srgbClr val="8DC63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00" tIns="45701" rIns="91400" bIns="45701" numCol="1" anchor="t" anchorCtr="0" compatLnSpc="1">
              <a:prstTxWarp prst="textNoShape">
                <a:avLst/>
              </a:prstTxWarp>
            </a:bodyPr>
            <a:lstStyle/>
            <a:p>
              <a:pPr defTabSz="913990"/>
              <a:endParaRPr lang="en-US">
                <a:solidFill>
                  <a:srgbClr val="000000"/>
                </a:solidFill>
              </a:endParaRPr>
            </a:p>
          </p:txBody>
        </p:sp>
        <p:sp>
          <p:nvSpPr>
            <p:cNvPr id="53" name="Rectangle 49"/>
            <p:cNvSpPr>
              <a:spLocks noChangeArrowheads="1"/>
            </p:cNvSpPr>
            <p:nvPr/>
          </p:nvSpPr>
          <p:spPr bwMode="auto">
            <a:xfrm>
              <a:off x="1025" y="2681"/>
              <a:ext cx="130" cy="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00" tIns="45701" rIns="91400" bIns="45701" numCol="1" anchor="t" anchorCtr="0" compatLnSpc="1">
              <a:prstTxWarp prst="textNoShape">
                <a:avLst/>
              </a:prstTxWarp>
            </a:bodyPr>
            <a:lstStyle/>
            <a:p>
              <a:pPr defTabSz="913990"/>
              <a:endParaRPr lang="en-US">
                <a:solidFill>
                  <a:srgbClr val="000000"/>
                </a:solidFill>
              </a:endParaRPr>
            </a:p>
          </p:txBody>
        </p:sp>
        <p:sp>
          <p:nvSpPr>
            <p:cNvPr id="54" name="Rectangle 50"/>
            <p:cNvSpPr>
              <a:spLocks noChangeArrowheads="1"/>
            </p:cNvSpPr>
            <p:nvPr/>
          </p:nvSpPr>
          <p:spPr bwMode="auto">
            <a:xfrm>
              <a:off x="1181" y="2681"/>
              <a:ext cx="130" cy="79"/>
            </a:xfrm>
            <a:prstGeom prst="rect">
              <a:avLst/>
            </a:prstGeom>
            <a:solidFill>
              <a:srgbClr val="8DC63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00" tIns="45701" rIns="91400" bIns="45701" numCol="1" anchor="t" anchorCtr="0" compatLnSpc="1">
              <a:prstTxWarp prst="textNoShape">
                <a:avLst/>
              </a:prstTxWarp>
            </a:bodyPr>
            <a:lstStyle/>
            <a:p>
              <a:pPr defTabSz="913990"/>
              <a:endParaRPr lang="en-US">
                <a:solidFill>
                  <a:srgbClr val="000000"/>
                </a:solidFill>
              </a:endParaRPr>
            </a:p>
          </p:txBody>
        </p:sp>
        <p:sp>
          <p:nvSpPr>
            <p:cNvPr id="55" name="Rectangle 51"/>
            <p:cNvSpPr>
              <a:spLocks noChangeArrowheads="1"/>
            </p:cNvSpPr>
            <p:nvPr/>
          </p:nvSpPr>
          <p:spPr bwMode="auto">
            <a:xfrm>
              <a:off x="1181" y="2577"/>
              <a:ext cx="130" cy="79"/>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00" tIns="45701" rIns="91400" bIns="45701" numCol="1" anchor="t" anchorCtr="0" compatLnSpc="1">
              <a:prstTxWarp prst="textNoShape">
                <a:avLst/>
              </a:prstTxWarp>
            </a:bodyPr>
            <a:lstStyle/>
            <a:p>
              <a:pPr defTabSz="913990"/>
              <a:endParaRPr lang="en-US">
                <a:solidFill>
                  <a:srgbClr val="000000"/>
                </a:solidFill>
              </a:endParaRPr>
            </a:p>
          </p:txBody>
        </p:sp>
        <p:sp>
          <p:nvSpPr>
            <p:cNvPr id="56" name="Rectangle 52"/>
            <p:cNvSpPr>
              <a:spLocks noChangeArrowheads="1"/>
            </p:cNvSpPr>
            <p:nvPr/>
          </p:nvSpPr>
          <p:spPr bwMode="auto">
            <a:xfrm>
              <a:off x="1181" y="2577"/>
              <a:ext cx="130" cy="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00" tIns="45701" rIns="91400" bIns="45701" numCol="1" anchor="t" anchorCtr="0" compatLnSpc="1">
              <a:prstTxWarp prst="textNoShape">
                <a:avLst/>
              </a:prstTxWarp>
            </a:bodyPr>
            <a:lstStyle/>
            <a:p>
              <a:pPr defTabSz="913990"/>
              <a:endParaRPr lang="en-US">
                <a:solidFill>
                  <a:srgbClr val="000000"/>
                </a:solidFill>
              </a:endParaRPr>
            </a:p>
          </p:txBody>
        </p:sp>
        <p:sp>
          <p:nvSpPr>
            <p:cNvPr id="57" name="Rectangle 53"/>
            <p:cNvSpPr>
              <a:spLocks noChangeArrowheads="1"/>
            </p:cNvSpPr>
            <p:nvPr/>
          </p:nvSpPr>
          <p:spPr bwMode="auto">
            <a:xfrm>
              <a:off x="1181" y="2473"/>
              <a:ext cx="130" cy="7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00" tIns="45701" rIns="91400" bIns="45701" numCol="1" anchor="t" anchorCtr="0" compatLnSpc="1">
              <a:prstTxWarp prst="textNoShape">
                <a:avLst/>
              </a:prstTxWarp>
            </a:bodyPr>
            <a:lstStyle/>
            <a:p>
              <a:pPr defTabSz="913990"/>
              <a:endParaRPr lang="en-US">
                <a:solidFill>
                  <a:srgbClr val="000000"/>
                </a:solidFill>
              </a:endParaRPr>
            </a:p>
          </p:txBody>
        </p:sp>
        <p:sp>
          <p:nvSpPr>
            <p:cNvPr id="58" name="Rectangle 54"/>
            <p:cNvSpPr>
              <a:spLocks noChangeArrowheads="1"/>
            </p:cNvSpPr>
            <p:nvPr/>
          </p:nvSpPr>
          <p:spPr bwMode="auto">
            <a:xfrm>
              <a:off x="1181" y="2473"/>
              <a:ext cx="130" cy="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00" tIns="45701" rIns="91400" bIns="45701" numCol="1" anchor="t" anchorCtr="0" compatLnSpc="1">
              <a:prstTxWarp prst="textNoShape">
                <a:avLst/>
              </a:prstTxWarp>
            </a:bodyPr>
            <a:lstStyle/>
            <a:p>
              <a:pPr defTabSz="913990"/>
              <a:endParaRPr lang="en-US">
                <a:solidFill>
                  <a:srgbClr val="000000"/>
                </a:solidFill>
              </a:endParaRPr>
            </a:p>
          </p:txBody>
        </p:sp>
        <p:sp>
          <p:nvSpPr>
            <p:cNvPr id="59" name="Rectangle 55"/>
            <p:cNvSpPr>
              <a:spLocks noChangeArrowheads="1"/>
            </p:cNvSpPr>
            <p:nvPr/>
          </p:nvSpPr>
          <p:spPr bwMode="auto">
            <a:xfrm>
              <a:off x="870" y="2473"/>
              <a:ext cx="130" cy="7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00" tIns="45701" rIns="91400" bIns="45701" numCol="1" anchor="t" anchorCtr="0" compatLnSpc="1">
              <a:prstTxWarp prst="textNoShape">
                <a:avLst/>
              </a:prstTxWarp>
            </a:bodyPr>
            <a:lstStyle/>
            <a:p>
              <a:pPr defTabSz="913990"/>
              <a:endParaRPr lang="en-US">
                <a:solidFill>
                  <a:srgbClr val="000000"/>
                </a:solidFill>
              </a:endParaRPr>
            </a:p>
          </p:txBody>
        </p:sp>
        <p:sp>
          <p:nvSpPr>
            <p:cNvPr id="60" name="Rectangle 56"/>
            <p:cNvSpPr>
              <a:spLocks noChangeArrowheads="1"/>
            </p:cNvSpPr>
            <p:nvPr/>
          </p:nvSpPr>
          <p:spPr bwMode="auto">
            <a:xfrm>
              <a:off x="870" y="2473"/>
              <a:ext cx="130" cy="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00" tIns="45701" rIns="91400" bIns="45701" numCol="1" anchor="t" anchorCtr="0" compatLnSpc="1">
              <a:prstTxWarp prst="textNoShape">
                <a:avLst/>
              </a:prstTxWarp>
            </a:bodyPr>
            <a:lstStyle/>
            <a:p>
              <a:pPr defTabSz="913990"/>
              <a:endParaRPr lang="en-US">
                <a:solidFill>
                  <a:srgbClr val="000000"/>
                </a:solidFill>
              </a:endParaRPr>
            </a:p>
          </p:txBody>
        </p:sp>
        <p:sp>
          <p:nvSpPr>
            <p:cNvPr id="61" name="Rectangle 57"/>
            <p:cNvSpPr>
              <a:spLocks noChangeArrowheads="1"/>
            </p:cNvSpPr>
            <p:nvPr/>
          </p:nvSpPr>
          <p:spPr bwMode="auto">
            <a:xfrm>
              <a:off x="870" y="2577"/>
              <a:ext cx="130" cy="79"/>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00" tIns="45701" rIns="91400" bIns="45701" numCol="1" anchor="t" anchorCtr="0" compatLnSpc="1">
              <a:prstTxWarp prst="textNoShape">
                <a:avLst/>
              </a:prstTxWarp>
            </a:bodyPr>
            <a:lstStyle/>
            <a:p>
              <a:pPr defTabSz="913990"/>
              <a:endParaRPr lang="en-US">
                <a:solidFill>
                  <a:srgbClr val="000000"/>
                </a:solidFill>
              </a:endParaRPr>
            </a:p>
          </p:txBody>
        </p:sp>
        <p:sp>
          <p:nvSpPr>
            <p:cNvPr id="62" name="Rectangle 58"/>
            <p:cNvSpPr>
              <a:spLocks noChangeArrowheads="1"/>
            </p:cNvSpPr>
            <p:nvPr/>
          </p:nvSpPr>
          <p:spPr bwMode="auto">
            <a:xfrm>
              <a:off x="870" y="2577"/>
              <a:ext cx="130" cy="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00" tIns="45701" rIns="91400" bIns="45701" numCol="1" anchor="t" anchorCtr="0" compatLnSpc="1">
              <a:prstTxWarp prst="textNoShape">
                <a:avLst/>
              </a:prstTxWarp>
            </a:bodyPr>
            <a:lstStyle/>
            <a:p>
              <a:pPr defTabSz="913990"/>
              <a:endParaRPr lang="en-US">
                <a:solidFill>
                  <a:srgbClr val="000000"/>
                </a:solidFill>
              </a:endParaRPr>
            </a:p>
          </p:txBody>
        </p:sp>
        <p:sp>
          <p:nvSpPr>
            <p:cNvPr id="63" name="Rectangle 59"/>
            <p:cNvSpPr>
              <a:spLocks noChangeArrowheads="1"/>
            </p:cNvSpPr>
            <p:nvPr/>
          </p:nvSpPr>
          <p:spPr bwMode="auto">
            <a:xfrm>
              <a:off x="870" y="2681"/>
              <a:ext cx="130" cy="79"/>
            </a:xfrm>
            <a:prstGeom prst="rect">
              <a:avLst/>
            </a:prstGeom>
            <a:solidFill>
              <a:srgbClr val="8DC63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00" tIns="45701" rIns="91400" bIns="45701" numCol="1" anchor="t" anchorCtr="0" compatLnSpc="1">
              <a:prstTxWarp prst="textNoShape">
                <a:avLst/>
              </a:prstTxWarp>
            </a:bodyPr>
            <a:lstStyle/>
            <a:p>
              <a:pPr defTabSz="913990"/>
              <a:endParaRPr lang="en-US">
                <a:solidFill>
                  <a:srgbClr val="000000"/>
                </a:solidFill>
              </a:endParaRPr>
            </a:p>
          </p:txBody>
        </p:sp>
        <p:sp>
          <p:nvSpPr>
            <p:cNvPr id="64" name="Rectangle 60"/>
            <p:cNvSpPr>
              <a:spLocks noChangeArrowheads="1"/>
            </p:cNvSpPr>
            <p:nvPr/>
          </p:nvSpPr>
          <p:spPr bwMode="auto">
            <a:xfrm>
              <a:off x="870" y="2681"/>
              <a:ext cx="130" cy="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00" tIns="45701" rIns="91400" bIns="45701" numCol="1" anchor="t" anchorCtr="0" compatLnSpc="1">
              <a:prstTxWarp prst="textNoShape">
                <a:avLst/>
              </a:prstTxWarp>
            </a:bodyPr>
            <a:lstStyle/>
            <a:p>
              <a:pPr defTabSz="913990"/>
              <a:endParaRPr lang="en-US">
                <a:solidFill>
                  <a:srgbClr val="000000"/>
                </a:solidFill>
              </a:endParaRPr>
            </a:p>
          </p:txBody>
        </p:sp>
        <p:sp>
          <p:nvSpPr>
            <p:cNvPr id="65" name="Rectangle 61"/>
            <p:cNvSpPr>
              <a:spLocks noChangeArrowheads="1"/>
            </p:cNvSpPr>
            <p:nvPr/>
          </p:nvSpPr>
          <p:spPr bwMode="auto">
            <a:xfrm>
              <a:off x="870" y="2786"/>
              <a:ext cx="130" cy="77"/>
            </a:xfrm>
            <a:prstGeom prst="rect">
              <a:avLst/>
            </a:prstGeom>
            <a:solidFill>
              <a:srgbClr val="8DC63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00" tIns="45701" rIns="91400" bIns="45701" numCol="1" anchor="t" anchorCtr="0" compatLnSpc="1">
              <a:prstTxWarp prst="textNoShape">
                <a:avLst/>
              </a:prstTxWarp>
            </a:bodyPr>
            <a:lstStyle/>
            <a:p>
              <a:pPr defTabSz="913990"/>
              <a:endParaRPr lang="en-US">
                <a:solidFill>
                  <a:srgbClr val="000000"/>
                </a:solidFill>
              </a:endParaRPr>
            </a:p>
          </p:txBody>
        </p:sp>
        <p:sp>
          <p:nvSpPr>
            <p:cNvPr id="66" name="Rectangle 62"/>
            <p:cNvSpPr>
              <a:spLocks noChangeArrowheads="1"/>
            </p:cNvSpPr>
            <p:nvPr/>
          </p:nvSpPr>
          <p:spPr bwMode="auto">
            <a:xfrm>
              <a:off x="870" y="2786"/>
              <a:ext cx="130" cy="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00" tIns="45701" rIns="91400" bIns="45701" numCol="1" anchor="t" anchorCtr="0" compatLnSpc="1">
              <a:prstTxWarp prst="textNoShape">
                <a:avLst/>
              </a:prstTxWarp>
            </a:bodyPr>
            <a:lstStyle/>
            <a:p>
              <a:pPr defTabSz="913990"/>
              <a:endParaRPr lang="en-US">
                <a:solidFill>
                  <a:srgbClr val="000000"/>
                </a:solidFill>
              </a:endParaRPr>
            </a:p>
          </p:txBody>
        </p:sp>
        <p:sp>
          <p:nvSpPr>
            <p:cNvPr id="67" name="Rectangle 63"/>
            <p:cNvSpPr>
              <a:spLocks noChangeArrowheads="1"/>
            </p:cNvSpPr>
            <p:nvPr/>
          </p:nvSpPr>
          <p:spPr bwMode="auto">
            <a:xfrm>
              <a:off x="1025" y="2786"/>
              <a:ext cx="130" cy="77"/>
            </a:xfrm>
            <a:prstGeom prst="rect">
              <a:avLst/>
            </a:prstGeom>
            <a:solidFill>
              <a:srgbClr val="8DC63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00" tIns="45701" rIns="91400" bIns="45701" numCol="1" anchor="t" anchorCtr="0" compatLnSpc="1">
              <a:prstTxWarp prst="textNoShape">
                <a:avLst/>
              </a:prstTxWarp>
            </a:bodyPr>
            <a:lstStyle/>
            <a:p>
              <a:pPr defTabSz="913990"/>
              <a:endParaRPr lang="en-US">
                <a:solidFill>
                  <a:srgbClr val="000000"/>
                </a:solidFill>
              </a:endParaRPr>
            </a:p>
          </p:txBody>
        </p:sp>
        <p:sp>
          <p:nvSpPr>
            <p:cNvPr id="68" name="Rectangle 64"/>
            <p:cNvSpPr>
              <a:spLocks noChangeArrowheads="1"/>
            </p:cNvSpPr>
            <p:nvPr/>
          </p:nvSpPr>
          <p:spPr bwMode="auto">
            <a:xfrm>
              <a:off x="1181" y="2786"/>
              <a:ext cx="130" cy="77"/>
            </a:xfrm>
            <a:prstGeom prst="rect">
              <a:avLst/>
            </a:prstGeom>
            <a:solidFill>
              <a:srgbClr val="8DC63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00" tIns="45701" rIns="91400" bIns="45701" numCol="1" anchor="t" anchorCtr="0" compatLnSpc="1">
              <a:prstTxWarp prst="textNoShape">
                <a:avLst/>
              </a:prstTxWarp>
            </a:bodyPr>
            <a:lstStyle/>
            <a:p>
              <a:pPr defTabSz="913990"/>
              <a:endParaRPr lang="en-US">
                <a:solidFill>
                  <a:srgbClr val="000000"/>
                </a:solidFill>
              </a:endParaRPr>
            </a:p>
          </p:txBody>
        </p:sp>
        <p:sp>
          <p:nvSpPr>
            <p:cNvPr id="69" name="Rectangle 65"/>
            <p:cNvSpPr>
              <a:spLocks noChangeArrowheads="1"/>
            </p:cNvSpPr>
            <p:nvPr/>
          </p:nvSpPr>
          <p:spPr bwMode="auto">
            <a:xfrm>
              <a:off x="1338" y="2681"/>
              <a:ext cx="130" cy="79"/>
            </a:xfrm>
            <a:prstGeom prst="rect">
              <a:avLst/>
            </a:prstGeom>
            <a:solidFill>
              <a:srgbClr val="8DC63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00" tIns="45701" rIns="91400" bIns="45701" numCol="1" anchor="t" anchorCtr="0" compatLnSpc="1">
              <a:prstTxWarp prst="textNoShape">
                <a:avLst/>
              </a:prstTxWarp>
            </a:bodyPr>
            <a:lstStyle/>
            <a:p>
              <a:pPr defTabSz="913990"/>
              <a:endParaRPr lang="en-US">
                <a:solidFill>
                  <a:srgbClr val="000000"/>
                </a:solidFill>
              </a:endParaRPr>
            </a:p>
          </p:txBody>
        </p:sp>
        <p:sp>
          <p:nvSpPr>
            <p:cNvPr id="70" name="Rectangle 66"/>
            <p:cNvSpPr>
              <a:spLocks noChangeArrowheads="1"/>
            </p:cNvSpPr>
            <p:nvPr/>
          </p:nvSpPr>
          <p:spPr bwMode="auto">
            <a:xfrm>
              <a:off x="1338" y="2577"/>
              <a:ext cx="130" cy="79"/>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00" tIns="45701" rIns="91400" bIns="45701" numCol="1" anchor="t" anchorCtr="0" compatLnSpc="1">
              <a:prstTxWarp prst="textNoShape">
                <a:avLst/>
              </a:prstTxWarp>
            </a:bodyPr>
            <a:lstStyle/>
            <a:p>
              <a:pPr defTabSz="913990"/>
              <a:endParaRPr lang="en-US">
                <a:solidFill>
                  <a:srgbClr val="000000"/>
                </a:solidFill>
              </a:endParaRPr>
            </a:p>
          </p:txBody>
        </p:sp>
        <p:sp>
          <p:nvSpPr>
            <p:cNvPr id="71" name="Rectangle 67"/>
            <p:cNvSpPr>
              <a:spLocks noChangeArrowheads="1"/>
            </p:cNvSpPr>
            <p:nvPr/>
          </p:nvSpPr>
          <p:spPr bwMode="auto">
            <a:xfrm>
              <a:off x="1338" y="2473"/>
              <a:ext cx="130" cy="7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00" tIns="45701" rIns="91400" bIns="45701" numCol="1" anchor="t" anchorCtr="0" compatLnSpc="1">
              <a:prstTxWarp prst="textNoShape">
                <a:avLst/>
              </a:prstTxWarp>
            </a:bodyPr>
            <a:lstStyle/>
            <a:p>
              <a:pPr defTabSz="913990"/>
              <a:endParaRPr lang="en-US">
                <a:solidFill>
                  <a:srgbClr val="000000"/>
                </a:solidFill>
              </a:endParaRPr>
            </a:p>
          </p:txBody>
        </p:sp>
        <p:sp>
          <p:nvSpPr>
            <p:cNvPr id="72" name="Rectangle 68"/>
            <p:cNvSpPr>
              <a:spLocks noChangeArrowheads="1"/>
            </p:cNvSpPr>
            <p:nvPr/>
          </p:nvSpPr>
          <p:spPr bwMode="auto">
            <a:xfrm>
              <a:off x="1338" y="2786"/>
              <a:ext cx="130" cy="77"/>
            </a:xfrm>
            <a:prstGeom prst="rect">
              <a:avLst/>
            </a:prstGeom>
            <a:solidFill>
              <a:srgbClr val="8DC63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00" tIns="45701" rIns="91400" bIns="45701" numCol="1" anchor="t" anchorCtr="0" compatLnSpc="1">
              <a:prstTxWarp prst="textNoShape">
                <a:avLst/>
              </a:prstTxWarp>
            </a:bodyPr>
            <a:lstStyle/>
            <a:p>
              <a:pPr defTabSz="913990"/>
              <a:endParaRPr lang="en-US">
                <a:solidFill>
                  <a:srgbClr val="000000"/>
                </a:solidFill>
              </a:endParaRPr>
            </a:p>
          </p:txBody>
        </p:sp>
        <p:sp>
          <p:nvSpPr>
            <p:cNvPr id="73" name="Freeform 69"/>
            <p:cNvSpPr>
              <a:spLocks noEditPoints="1"/>
            </p:cNvSpPr>
            <p:nvPr/>
          </p:nvSpPr>
          <p:spPr bwMode="auto">
            <a:xfrm>
              <a:off x="840" y="2317"/>
              <a:ext cx="591" cy="0"/>
            </a:xfrm>
            <a:custGeom>
              <a:avLst/>
              <a:gdLst>
                <a:gd name="T0" fmla="*/ 140 w 504"/>
                <a:gd name="T1" fmla="*/ 5 w 504"/>
                <a:gd name="T2" fmla="*/ 0 w 504"/>
                <a:gd name="T3" fmla="*/ 3 w 504"/>
                <a:gd name="T4" fmla="*/ 140 w 504"/>
                <a:gd name="T5" fmla="*/ 140 w 504"/>
                <a:gd name="T6" fmla="*/ 504 w 504"/>
                <a:gd name="T7" fmla="*/ 159 w 504"/>
                <a:gd name="T8" fmla="*/ 159 w 504"/>
                <a:gd name="T9" fmla="*/ 503 w 504"/>
                <a:gd name="T10" fmla="*/ 504 w 504"/>
              </a:gdLst>
              <a:ahLst/>
              <a:cxnLst>
                <a:cxn ang="0">
                  <a:pos x="T0" y="0"/>
                </a:cxn>
                <a:cxn ang="0">
                  <a:pos x="T1" y="0"/>
                </a:cxn>
                <a:cxn ang="0">
                  <a:pos x="T2" y="0"/>
                </a:cxn>
                <a:cxn ang="0">
                  <a:pos x="T3" y="0"/>
                </a:cxn>
                <a:cxn ang="0">
                  <a:pos x="T4" y="0"/>
                </a:cxn>
                <a:cxn ang="0">
                  <a:pos x="T5" y="0"/>
                </a:cxn>
                <a:cxn ang="0">
                  <a:pos x="T6" y="0"/>
                </a:cxn>
                <a:cxn ang="0">
                  <a:pos x="T7" y="0"/>
                </a:cxn>
                <a:cxn ang="0">
                  <a:pos x="T8" y="0"/>
                </a:cxn>
                <a:cxn ang="0">
                  <a:pos x="T9" y="0"/>
                </a:cxn>
                <a:cxn ang="0">
                  <a:pos x="T10" y="0"/>
                </a:cxn>
              </a:cxnLst>
              <a:rect l="0" t="0" r="r" b="b"/>
              <a:pathLst>
                <a:path w="504">
                  <a:moveTo>
                    <a:pt x="140" y="0"/>
                  </a:moveTo>
                  <a:cubicBezTo>
                    <a:pt x="5" y="0"/>
                    <a:pt x="5" y="0"/>
                    <a:pt x="5" y="0"/>
                  </a:cubicBezTo>
                  <a:cubicBezTo>
                    <a:pt x="3" y="0"/>
                    <a:pt x="1" y="0"/>
                    <a:pt x="0" y="0"/>
                  </a:cubicBezTo>
                  <a:cubicBezTo>
                    <a:pt x="1" y="0"/>
                    <a:pt x="2" y="0"/>
                    <a:pt x="3" y="0"/>
                  </a:cubicBezTo>
                  <a:cubicBezTo>
                    <a:pt x="140" y="0"/>
                    <a:pt x="140" y="0"/>
                    <a:pt x="140" y="0"/>
                  </a:cubicBezTo>
                  <a:cubicBezTo>
                    <a:pt x="140" y="0"/>
                    <a:pt x="140" y="0"/>
                    <a:pt x="140" y="0"/>
                  </a:cubicBezTo>
                  <a:moveTo>
                    <a:pt x="504" y="0"/>
                  </a:moveTo>
                  <a:cubicBezTo>
                    <a:pt x="159" y="0"/>
                    <a:pt x="159" y="0"/>
                    <a:pt x="159" y="0"/>
                  </a:cubicBezTo>
                  <a:cubicBezTo>
                    <a:pt x="159" y="0"/>
                    <a:pt x="159" y="0"/>
                    <a:pt x="159" y="0"/>
                  </a:cubicBezTo>
                  <a:cubicBezTo>
                    <a:pt x="503" y="0"/>
                    <a:pt x="503" y="0"/>
                    <a:pt x="503" y="0"/>
                  </a:cubicBezTo>
                  <a:cubicBezTo>
                    <a:pt x="504" y="0"/>
                    <a:pt x="504" y="0"/>
                    <a:pt x="504" y="0"/>
                  </a:cubicBezTo>
                </a:path>
              </a:pathLst>
            </a:custGeom>
            <a:solidFill>
              <a:srgbClr val="1C427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00" tIns="45701" rIns="91400" bIns="45701" numCol="1" anchor="t" anchorCtr="0" compatLnSpc="1">
              <a:prstTxWarp prst="textNoShape">
                <a:avLst/>
              </a:prstTxWarp>
            </a:bodyPr>
            <a:lstStyle/>
            <a:p>
              <a:pPr defTabSz="913990"/>
              <a:endParaRPr lang="en-US">
                <a:solidFill>
                  <a:srgbClr val="000000"/>
                </a:solidFill>
              </a:endParaRPr>
            </a:p>
          </p:txBody>
        </p:sp>
        <p:sp>
          <p:nvSpPr>
            <p:cNvPr id="74" name="Freeform 70"/>
            <p:cNvSpPr>
              <a:spLocks/>
            </p:cNvSpPr>
            <p:nvPr/>
          </p:nvSpPr>
          <p:spPr bwMode="auto">
            <a:xfrm>
              <a:off x="1004" y="2317"/>
              <a:ext cx="23" cy="0"/>
            </a:xfrm>
            <a:custGeom>
              <a:avLst/>
              <a:gdLst>
                <a:gd name="T0" fmla="*/ 19 w 19"/>
                <a:gd name="T1" fmla="*/ 0 w 19"/>
                <a:gd name="T2" fmla="*/ 0 w 19"/>
                <a:gd name="T3" fmla="*/ 19 w 19"/>
                <a:gd name="T4" fmla="*/ 19 w 19"/>
              </a:gdLst>
              <a:ahLst/>
              <a:cxnLst>
                <a:cxn ang="0">
                  <a:pos x="T0" y="0"/>
                </a:cxn>
                <a:cxn ang="0">
                  <a:pos x="T1" y="0"/>
                </a:cxn>
                <a:cxn ang="0">
                  <a:pos x="T2" y="0"/>
                </a:cxn>
                <a:cxn ang="0">
                  <a:pos x="T3" y="0"/>
                </a:cxn>
                <a:cxn ang="0">
                  <a:pos x="T4" y="0"/>
                </a:cxn>
              </a:cxnLst>
              <a:rect l="0" t="0" r="r" b="b"/>
              <a:pathLst>
                <a:path w="19">
                  <a:moveTo>
                    <a:pt x="19" y="0"/>
                  </a:moveTo>
                  <a:cubicBezTo>
                    <a:pt x="0" y="0"/>
                    <a:pt x="0" y="0"/>
                    <a:pt x="0" y="0"/>
                  </a:cubicBezTo>
                  <a:cubicBezTo>
                    <a:pt x="0" y="0"/>
                    <a:pt x="0" y="0"/>
                    <a:pt x="0" y="0"/>
                  </a:cubicBezTo>
                  <a:cubicBezTo>
                    <a:pt x="19" y="0"/>
                    <a:pt x="19" y="0"/>
                    <a:pt x="19" y="0"/>
                  </a:cubicBezTo>
                  <a:cubicBezTo>
                    <a:pt x="19" y="0"/>
                    <a:pt x="19" y="0"/>
                    <a:pt x="19" y="0"/>
                  </a:cubicBezTo>
                </a:path>
              </a:pathLst>
            </a:custGeom>
            <a:solidFill>
              <a:srgbClr val="89CFF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00" tIns="45701" rIns="91400" bIns="45701" numCol="1" anchor="t" anchorCtr="0" compatLnSpc="1">
              <a:prstTxWarp prst="textNoShape">
                <a:avLst/>
              </a:prstTxWarp>
            </a:bodyPr>
            <a:lstStyle/>
            <a:p>
              <a:pPr defTabSz="913990"/>
              <a:endParaRPr lang="en-US">
                <a:solidFill>
                  <a:srgbClr val="000000"/>
                </a:solidFill>
              </a:endParaRPr>
            </a:p>
          </p:txBody>
        </p:sp>
        <p:sp>
          <p:nvSpPr>
            <p:cNvPr id="75" name="Freeform 71"/>
            <p:cNvSpPr>
              <a:spLocks/>
            </p:cNvSpPr>
            <p:nvPr/>
          </p:nvSpPr>
          <p:spPr bwMode="auto">
            <a:xfrm>
              <a:off x="842" y="2916"/>
              <a:ext cx="35" cy="0"/>
            </a:xfrm>
            <a:custGeom>
              <a:avLst/>
              <a:gdLst>
                <a:gd name="T0" fmla="*/ 0 w 30"/>
                <a:gd name="T1" fmla="*/ 4 w 30"/>
                <a:gd name="T2" fmla="*/ 30 w 30"/>
                <a:gd name="T3" fmla="*/ 30 w 30"/>
                <a:gd name="T4" fmla="*/ 2 w 30"/>
                <a:gd name="T5" fmla="*/ 0 w 30"/>
              </a:gdLst>
              <a:ahLst/>
              <a:cxnLst>
                <a:cxn ang="0">
                  <a:pos x="T0" y="0"/>
                </a:cxn>
                <a:cxn ang="0">
                  <a:pos x="T1" y="0"/>
                </a:cxn>
                <a:cxn ang="0">
                  <a:pos x="T2" y="0"/>
                </a:cxn>
                <a:cxn ang="0">
                  <a:pos x="T3" y="0"/>
                </a:cxn>
                <a:cxn ang="0">
                  <a:pos x="T4" y="0"/>
                </a:cxn>
                <a:cxn ang="0">
                  <a:pos x="T5" y="0"/>
                </a:cxn>
              </a:cxnLst>
              <a:rect l="0" t="0" r="r" b="b"/>
              <a:pathLst>
                <a:path w="30">
                  <a:moveTo>
                    <a:pt x="0" y="0"/>
                  </a:moveTo>
                  <a:cubicBezTo>
                    <a:pt x="1" y="0"/>
                    <a:pt x="2" y="0"/>
                    <a:pt x="4" y="0"/>
                  </a:cubicBezTo>
                  <a:cubicBezTo>
                    <a:pt x="30" y="0"/>
                    <a:pt x="30" y="0"/>
                    <a:pt x="30" y="0"/>
                  </a:cubicBezTo>
                  <a:cubicBezTo>
                    <a:pt x="30" y="0"/>
                    <a:pt x="30" y="0"/>
                    <a:pt x="30" y="0"/>
                  </a:cubicBezTo>
                  <a:cubicBezTo>
                    <a:pt x="2" y="0"/>
                    <a:pt x="2" y="0"/>
                    <a:pt x="2" y="0"/>
                  </a:cubicBezTo>
                  <a:cubicBezTo>
                    <a:pt x="1" y="0"/>
                    <a:pt x="0" y="0"/>
                    <a:pt x="0" y="0"/>
                  </a:cubicBezTo>
                </a:path>
              </a:pathLst>
            </a:custGeom>
            <a:solidFill>
              <a:srgbClr val="1C427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00" tIns="45701" rIns="91400" bIns="45701" numCol="1" anchor="t" anchorCtr="0" compatLnSpc="1">
              <a:prstTxWarp prst="textNoShape">
                <a:avLst/>
              </a:prstTxWarp>
            </a:bodyPr>
            <a:lstStyle/>
            <a:p>
              <a:pPr defTabSz="913990"/>
              <a:endParaRPr lang="en-US">
                <a:solidFill>
                  <a:srgbClr val="000000"/>
                </a:solidFill>
              </a:endParaRPr>
            </a:p>
          </p:txBody>
        </p:sp>
        <p:sp>
          <p:nvSpPr>
            <p:cNvPr id="76" name="Freeform 72"/>
            <p:cNvSpPr>
              <a:spLocks noEditPoints="1"/>
            </p:cNvSpPr>
            <p:nvPr/>
          </p:nvSpPr>
          <p:spPr bwMode="auto">
            <a:xfrm>
              <a:off x="818" y="2424"/>
              <a:ext cx="513" cy="492"/>
            </a:xfrm>
            <a:custGeom>
              <a:avLst/>
              <a:gdLst>
                <a:gd name="T0" fmla="*/ 44 w 438"/>
                <a:gd name="T1" fmla="*/ 287 h 420"/>
                <a:gd name="T2" fmla="*/ 44 w 438"/>
                <a:gd name="T3" fmla="*/ 220 h 420"/>
                <a:gd name="T4" fmla="*/ 155 w 438"/>
                <a:gd name="T5" fmla="*/ 220 h 420"/>
                <a:gd name="T6" fmla="*/ 155 w 438"/>
                <a:gd name="T7" fmla="*/ 287 h 420"/>
                <a:gd name="T8" fmla="*/ 44 w 438"/>
                <a:gd name="T9" fmla="*/ 287 h 420"/>
                <a:gd name="T10" fmla="*/ 44 w 438"/>
                <a:gd name="T11" fmla="*/ 198 h 420"/>
                <a:gd name="T12" fmla="*/ 44 w 438"/>
                <a:gd name="T13" fmla="*/ 131 h 420"/>
                <a:gd name="T14" fmla="*/ 155 w 438"/>
                <a:gd name="T15" fmla="*/ 131 h 420"/>
                <a:gd name="T16" fmla="*/ 155 w 438"/>
                <a:gd name="T17" fmla="*/ 198 h 420"/>
                <a:gd name="T18" fmla="*/ 44 w 438"/>
                <a:gd name="T19" fmla="*/ 198 h 420"/>
                <a:gd name="T20" fmla="*/ 44 w 438"/>
                <a:gd name="T21" fmla="*/ 109 h 420"/>
                <a:gd name="T22" fmla="*/ 44 w 438"/>
                <a:gd name="T23" fmla="*/ 42 h 420"/>
                <a:gd name="T24" fmla="*/ 155 w 438"/>
                <a:gd name="T25" fmla="*/ 42 h 420"/>
                <a:gd name="T26" fmla="*/ 155 w 438"/>
                <a:gd name="T27" fmla="*/ 109 h 420"/>
                <a:gd name="T28" fmla="*/ 44 w 438"/>
                <a:gd name="T29" fmla="*/ 109 h 420"/>
                <a:gd name="T30" fmla="*/ 177 w 438"/>
                <a:gd name="T31" fmla="*/ 109 h 420"/>
                <a:gd name="T32" fmla="*/ 177 w 438"/>
                <a:gd name="T33" fmla="*/ 42 h 420"/>
                <a:gd name="T34" fmla="*/ 288 w 438"/>
                <a:gd name="T35" fmla="*/ 42 h 420"/>
                <a:gd name="T36" fmla="*/ 288 w 438"/>
                <a:gd name="T37" fmla="*/ 109 h 420"/>
                <a:gd name="T38" fmla="*/ 177 w 438"/>
                <a:gd name="T39" fmla="*/ 109 h 420"/>
                <a:gd name="T40" fmla="*/ 438 w 438"/>
                <a:gd name="T41" fmla="*/ 0 h 420"/>
                <a:gd name="T42" fmla="*/ 0 w 438"/>
                <a:gd name="T43" fmla="*/ 0 h 420"/>
                <a:gd name="T44" fmla="*/ 0 w 438"/>
                <a:gd name="T45" fmla="*/ 20 h 420"/>
                <a:gd name="T46" fmla="*/ 0 w 438"/>
                <a:gd name="T47" fmla="*/ 60 h 420"/>
                <a:gd name="T48" fmla="*/ 0 w 438"/>
                <a:gd name="T49" fmla="*/ 396 h 420"/>
                <a:gd name="T50" fmla="*/ 20 w 438"/>
                <a:gd name="T51" fmla="*/ 420 h 420"/>
                <a:gd name="T52" fmla="*/ 22 w 438"/>
                <a:gd name="T53" fmla="*/ 420 h 420"/>
                <a:gd name="T54" fmla="*/ 50 w 438"/>
                <a:gd name="T55" fmla="*/ 420 h 420"/>
                <a:gd name="T56" fmla="*/ 91 w 438"/>
                <a:gd name="T57" fmla="*/ 375 h 420"/>
                <a:gd name="T58" fmla="*/ 44 w 438"/>
                <a:gd name="T59" fmla="*/ 375 h 420"/>
                <a:gd name="T60" fmla="*/ 44 w 438"/>
                <a:gd name="T61" fmla="*/ 309 h 420"/>
                <a:gd name="T62" fmla="*/ 153 w 438"/>
                <a:gd name="T63" fmla="*/ 309 h 420"/>
                <a:gd name="T64" fmla="*/ 177 w 438"/>
                <a:gd name="T65" fmla="*/ 282 h 420"/>
                <a:gd name="T66" fmla="*/ 177 w 438"/>
                <a:gd name="T67" fmla="*/ 220 h 420"/>
                <a:gd name="T68" fmla="*/ 235 w 438"/>
                <a:gd name="T69" fmla="*/ 220 h 420"/>
                <a:gd name="T70" fmla="*/ 255 w 438"/>
                <a:gd name="T71" fmla="*/ 198 h 420"/>
                <a:gd name="T72" fmla="*/ 177 w 438"/>
                <a:gd name="T73" fmla="*/ 198 h 420"/>
                <a:gd name="T74" fmla="*/ 177 w 438"/>
                <a:gd name="T75" fmla="*/ 131 h 420"/>
                <a:gd name="T76" fmla="*/ 288 w 438"/>
                <a:gd name="T77" fmla="*/ 131 h 420"/>
                <a:gd name="T78" fmla="*/ 288 w 438"/>
                <a:gd name="T79" fmla="*/ 162 h 420"/>
                <a:gd name="T80" fmla="*/ 310 w 438"/>
                <a:gd name="T81" fmla="*/ 138 h 420"/>
                <a:gd name="T82" fmla="*/ 310 w 438"/>
                <a:gd name="T83" fmla="*/ 131 h 420"/>
                <a:gd name="T84" fmla="*/ 317 w 438"/>
                <a:gd name="T85" fmla="*/ 131 h 420"/>
                <a:gd name="T86" fmla="*/ 338 w 438"/>
                <a:gd name="T87" fmla="*/ 109 h 420"/>
                <a:gd name="T88" fmla="*/ 310 w 438"/>
                <a:gd name="T89" fmla="*/ 109 h 420"/>
                <a:gd name="T90" fmla="*/ 310 w 438"/>
                <a:gd name="T91" fmla="*/ 42 h 420"/>
                <a:gd name="T92" fmla="*/ 399 w 438"/>
                <a:gd name="T93" fmla="*/ 42 h 420"/>
                <a:gd name="T94" fmla="*/ 438 w 438"/>
                <a:gd name="T95" fmla="*/ 0 h 4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438" h="420">
                  <a:moveTo>
                    <a:pt x="44" y="287"/>
                  </a:moveTo>
                  <a:cubicBezTo>
                    <a:pt x="44" y="220"/>
                    <a:pt x="44" y="220"/>
                    <a:pt x="44" y="220"/>
                  </a:cubicBezTo>
                  <a:cubicBezTo>
                    <a:pt x="155" y="220"/>
                    <a:pt x="155" y="220"/>
                    <a:pt x="155" y="220"/>
                  </a:cubicBezTo>
                  <a:cubicBezTo>
                    <a:pt x="155" y="287"/>
                    <a:pt x="155" y="287"/>
                    <a:pt x="155" y="287"/>
                  </a:cubicBezTo>
                  <a:cubicBezTo>
                    <a:pt x="44" y="287"/>
                    <a:pt x="44" y="287"/>
                    <a:pt x="44" y="287"/>
                  </a:cubicBezTo>
                  <a:moveTo>
                    <a:pt x="44" y="198"/>
                  </a:moveTo>
                  <a:cubicBezTo>
                    <a:pt x="44" y="131"/>
                    <a:pt x="44" y="131"/>
                    <a:pt x="44" y="131"/>
                  </a:cubicBezTo>
                  <a:cubicBezTo>
                    <a:pt x="155" y="131"/>
                    <a:pt x="155" y="131"/>
                    <a:pt x="155" y="131"/>
                  </a:cubicBezTo>
                  <a:cubicBezTo>
                    <a:pt x="155" y="198"/>
                    <a:pt x="155" y="198"/>
                    <a:pt x="155" y="198"/>
                  </a:cubicBezTo>
                  <a:cubicBezTo>
                    <a:pt x="44" y="198"/>
                    <a:pt x="44" y="198"/>
                    <a:pt x="44" y="198"/>
                  </a:cubicBezTo>
                  <a:moveTo>
                    <a:pt x="44" y="109"/>
                  </a:moveTo>
                  <a:cubicBezTo>
                    <a:pt x="44" y="42"/>
                    <a:pt x="44" y="42"/>
                    <a:pt x="44" y="42"/>
                  </a:cubicBezTo>
                  <a:cubicBezTo>
                    <a:pt x="155" y="42"/>
                    <a:pt x="155" y="42"/>
                    <a:pt x="155" y="42"/>
                  </a:cubicBezTo>
                  <a:cubicBezTo>
                    <a:pt x="155" y="109"/>
                    <a:pt x="155" y="109"/>
                    <a:pt x="155" y="109"/>
                  </a:cubicBezTo>
                  <a:cubicBezTo>
                    <a:pt x="44" y="109"/>
                    <a:pt x="44" y="109"/>
                    <a:pt x="44" y="109"/>
                  </a:cubicBezTo>
                  <a:moveTo>
                    <a:pt x="177" y="109"/>
                  </a:moveTo>
                  <a:cubicBezTo>
                    <a:pt x="177" y="42"/>
                    <a:pt x="177" y="42"/>
                    <a:pt x="177" y="42"/>
                  </a:cubicBezTo>
                  <a:cubicBezTo>
                    <a:pt x="288" y="42"/>
                    <a:pt x="288" y="42"/>
                    <a:pt x="288" y="42"/>
                  </a:cubicBezTo>
                  <a:cubicBezTo>
                    <a:pt x="288" y="109"/>
                    <a:pt x="288" y="109"/>
                    <a:pt x="288" y="109"/>
                  </a:cubicBezTo>
                  <a:cubicBezTo>
                    <a:pt x="177" y="109"/>
                    <a:pt x="177" y="109"/>
                    <a:pt x="177" y="109"/>
                  </a:cubicBezTo>
                  <a:moveTo>
                    <a:pt x="438" y="0"/>
                  </a:moveTo>
                  <a:cubicBezTo>
                    <a:pt x="0" y="0"/>
                    <a:pt x="0" y="0"/>
                    <a:pt x="0" y="0"/>
                  </a:cubicBezTo>
                  <a:cubicBezTo>
                    <a:pt x="0" y="20"/>
                    <a:pt x="0" y="20"/>
                    <a:pt x="0" y="20"/>
                  </a:cubicBezTo>
                  <a:cubicBezTo>
                    <a:pt x="0" y="60"/>
                    <a:pt x="0" y="60"/>
                    <a:pt x="0" y="60"/>
                  </a:cubicBezTo>
                  <a:cubicBezTo>
                    <a:pt x="0" y="396"/>
                    <a:pt x="0" y="396"/>
                    <a:pt x="0" y="396"/>
                  </a:cubicBezTo>
                  <a:cubicBezTo>
                    <a:pt x="0" y="408"/>
                    <a:pt x="8" y="418"/>
                    <a:pt x="20" y="420"/>
                  </a:cubicBezTo>
                  <a:cubicBezTo>
                    <a:pt x="20" y="420"/>
                    <a:pt x="21" y="420"/>
                    <a:pt x="22" y="420"/>
                  </a:cubicBezTo>
                  <a:cubicBezTo>
                    <a:pt x="50" y="420"/>
                    <a:pt x="50" y="420"/>
                    <a:pt x="50" y="420"/>
                  </a:cubicBezTo>
                  <a:cubicBezTo>
                    <a:pt x="91" y="375"/>
                    <a:pt x="91" y="375"/>
                    <a:pt x="91" y="375"/>
                  </a:cubicBezTo>
                  <a:cubicBezTo>
                    <a:pt x="44" y="375"/>
                    <a:pt x="44" y="375"/>
                    <a:pt x="44" y="375"/>
                  </a:cubicBezTo>
                  <a:cubicBezTo>
                    <a:pt x="44" y="309"/>
                    <a:pt x="44" y="309"/>
                    <a:pt x="44" y="309"/>
                  </a:cubicBezTo>
                  <a:cubicBezTo>
                    <a:pt x="153" y="309"/>
                    <a:pt x="153" y="309"/>
                    <a:pt x="153" y="309"/>
                  </a:cubicBezTo>
                  <a:cubicBezTo>
                    <a:pt x="177" y="282"/>
                    <a:pt x="177" y="282"/>
                    <a:pt x="177" y="282"/>
                  </a:cubicBezTo>
                  <a:cubicBezTo>
                    <a:pt x="177" y="220"/>
                    <a:pt x="177" y="220"/>
                    <a:pt x="177" y="220"/>
                  </a:cubicBezTo>
                  <a:cubicBezTo>
                    <a:pt x="235" y="220"/>
                    <a:pt x="235" y="220"/>
                    <a:pt x="235" y="220"/>
                  </a:cubicBezTo>
                  <a:cubicBezTo>
                    <a:pt x="255" y="198"/>
                    <a:pt x="255" y="198"/>
                    <a:pt x="255" y="198"/>
                  </a:cubicBezTo>
                  <a:cubicBezTo>
                    <a:pt x="177" y="198"/>
                    <a:pt x="177" y="198"/>
                    <a:pt x="177" y="198"/>
                  </a:cubicBezTo>
                  <a:cubicBezTo>
                    <a:pt x="177" y="131"/>
                    <a:pt x="177" y="131"/>
                    <a:pt x="177" y="131"/>
                  </a:cubicBezTo>
                  <a:cubicBezTo>
                    <a:pt x="288" y="131"/>
                    <a:pt x="288" y="131"/>
                    <a:pt x="288" y="131"/>
                  </a:cubicBezTo>
                  <a:cubicBezTo>
                    <a:pt x="288" y="162"/>
                    <a:pt x="288" y="162"/>
                    <a:pt x="288" y="162"/>
                  </a:cubicBezTo>
                  <a:cubicBezTo>
                    <a:pt x="310" y="138"/>
                    <a:pt x="310" y="138"/>
                    <a:pt x="310" y="138"/>
                  </a:cubicBezTo>
                  <a:cubicBezTo>
                    <a:pt x="310" y="131"/>
                    <a:pt x="310" y="131"/>
                    <a:pt x="310" y="131"/>
                  </a:cubicBezTo>
                  <a:cubicBezTo>
                    <a:pt x="317" y="131"/>
                    <a:pt x="317" y="131"/>
                    <a:pt x="317" y="131"/>
                  </a:cubicBezTo>
                  <a:cubicBezTo>
                    <a:pt x="338" y="109"/>
                    <a:pt x="338" y="109"/>
                    <a:pt x="338" y="109"/>
                  </a:cubicBezTo>
                  <a:cubicBezTo>
                    <a:pt x="310" y="109"/>
                    <a:pt x="310" y="109"/>
                    <a:pt x="310" y="109"/>
                  </a:cubicBezTo>
                  <a:cubicBezTo>
                    <a:pt x="310" y="42"/>
                    <a:pt x="310" y="42"/>
                    <a:pt x="310" y="42"/>
                  </a:cubicBezTo>
                  <a:cubicBezTo>
                    <a:pt x="399" y="42"/>
                    <a:pt x="399" y="42"/>
                    <a:pt x="399" y="42"/>
                  </a:cubicBezTo>
                  <a:cubicBezTo>
                    <a:pt x="438" y="0"/>
                    <a:pt x="438" y="0"/>
                    <a:pt x="438" y="0"/>
                  </a:cubicBezTo>
                </a:path>
              </a:pathLst>
            </a:custGeom>
            <a:solidFill>
              <a:srgbClr val="E3E3E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00" tIns="45701" rIns="91400" bIns="45701" numCol="1" anchor="t" anchorCtr="0" compatLnSpc="1">
              <a:prstTxWarp prst="textNoShape">
                <a:avLst/>
              </a:prstTxWarp>
            </a:bodyPr>
            <a:lstStyle/>
            <a:p>
              <a:pPr defTabSz="913990"/>
              <a:endParaRPr lang="en-US">
                <a:solidFill>
                  <a:srgbClr val="000000"/>
                </a:solidFill>
              </a:endParaRPr>
            </a:p>
          </p:txBody>
        </p:sp>
        <p:sp>
          <p:nvSpPr>
            <p:cNvPr id="77" name="Freeform 73"/>
            <p:cNvSpPr>
              <a:spLocks/>
            </p:cNvSpPr>
            <p:nvPr/>
          </p:nvSpPr>
          <p:spPr bwMode="auto">
            <a:xfrm>
              <a:off x="818" y="2317"/>
              <a:ext cx="611" cy="107"/>
            </a:xfrm>
            <a:custGeom>
              <a:avLst/>
              <a:gdLst>
                <a:gd name="T0" fmla="*/ 522 w 522"/>
                <a:gd name="T1" fmla="*/ 0 h 91"/>
                <a:gd name="T2" fmla="*/ 178 w 522"/>
                <a:gd name="T3" fmla="*/ 0 h 91"/>
                <a:gd name="T4" fmla="*/ 159 w 522"/>
                <a:gd name="T5" fmla="*/ 0 h 91"/>
                <a:gd name="T6" fmla="*/ 22 w 522"/>
                <a:gd name="T7" fmla="*/ 0 h 91"/>
                <a:gd name="T8" fmla="*/ 19 w 522"/>
                <a:gd name="T9" fmla="*/ 0 h 91"/>
                <a:gd name="T10" fmla="*/ 0 w 522"/>
                <a:gd name="T11" fmla="*/ 24 h 91"/>
                <a:gd name="T12" fmla="*/ 0 w 522"/>
                <a:gd name="T13" fmla="*/ 91 h 91"/>
                <a:gd name="T14" fmla="*/ 438 w 522"/>
                <a:gd name="T15" fmla="*/ 91 h 91"/>
                <a:gd name="T16" fmla="*/ 522 w 522"/>
                <a:gd name="T17" fmla="*/ 0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22" h="91">
                  <a:moveTo>
                    <a:pt x="522" y="0"/>
                  </a:moveTo>
                  <a:cubicBezTo>
                    <a:pt x="178" y="0"/>
                    <a:pt x="178" y="0"/>
                    <a:pt x="178" y="0"/>
                  </a:cubicBezTo>
                  <a:cubicBezTo>
                    <a:pt x="159" y="0"/>
                    <a:pt x="159" y="0"/>
                    <a:pt x="159" y="0"/>
                  </a:cubicBezTo>
                  <a:cubicBezTo>
                    <a:pt x="22" y="0"/>
                    <a:pt x="22" y="0"/>
                    <a:pt x="22" y="0"/>
                  </a:cubicBezTo>
                  <a:cubicBezTo>
                    <a:pt x="21" y="0"/>
                    <a:pt x="20" y="0"/>
                    <a:pt x="19" y="0"/>
                  </a:cubicBezTo>
                  <a:cubicBezTo>
                    <a:pt x="8" y="3"/>
                    <a:pt x="0" y="12"/>
                    <a:pt x="0" y="24"/>
                  </a:cubicBezTo>
                  <a:cubicBezTo>
                    <a:pt x="0" y="91"/>
                    <a:pt x="0" y="91"/>
                    <a:pt x="0" y="91"/>
                  </a:cubicBezTo>
                  <a:cubicBezTo>
                    <a:pt x="438" y="91"/>
                    <a:pt x="438" y="91"/>
                    <a:pt x="438" y="91"/>
                  </a:cubicBezTo>
                  <a:cubicBezTo>
                    <a:pt x="522" y="0"/>
                    <a:pt x="522" y="0"/>
                    <a:pt x="522" y="0"/>
                  </a:cubicBezTo>
                </a:path>
              </a:pathLst>
            </a:custGeom>
            <a:solidFill>
              <a:srgbClr val="99CC5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00" tIns="45701" rIns="91400" bIns="45701" numCol="1" anchor="t" anchorCtr="0" compatLnSpc="1">
              <a:prstTxWarp prst="textNoShape">
                <a:avLst/>
              </a:prstTxWarp>
            </a:bodyPr>
            <a:lstStyle/>
            <a:p>
              <a:pPr defTabSz="913990"/>
              <a:endParaRPr lang="en-US">
                <a:solidFill>
                  <a:srgbClr val="000000"/>
                </a:solidFill>
              </a:endParaRPr>
            </a:p>
          </p:txBody>
        </p:sp>
        <p:sp>
          <p:nvSpPr>
            <p:cNvPr id="78" name="Freeform 74"/>
            <p:cNvSpPr>
              <a:spLocks/>
            </p:cNvSpPr>
            <p:nvPr/>
          </p:nvSpPr>
          <p:spPr bwMode="auto">
            <a:xfrm>
              <a:off x="1025" y="2577"/>
              <a:ext cx="130" cy="79"/>
            </a:xfrm>
            <a:custGeom>
              <a:avLst/>
              <a:gdLst>
                <a:gd name="T0" fmla="*/ 130 w 130"/>
                <a:gd name="T1" fmla="*/ 0 h 79"/>
                <a:gd name="T2" fmla="*/ 0 w 130"/>
                <a:gd name="T3" fmla="*/ 0 h 79"/>
                <a:gd name="T4" fmla="*/ 0 w 130"/>
                <a:gd name="T5" fmla="*/ 79 h 79"/>
                <a:gd name="T6" fmla="*/ 92 w 130"/>
                <a:gd name="T7" fmla="*/ 79 h 79"/>
                <a:gd name="T8" fmla="*/ 130 w 130"/>
                <a:gd name="T9" fmla="*/ 36 h 79"/>
                <a:gd name="T10" fmla="*/ 130 w 130"/>
                <a:gd name="T11" fmla="*/ 0 h 79"/>
              </a:gdLst>
              <a:ahLst/>
              <a:cxnLst>
                <a:cxn ang="0">
                  <a:pos x="T0" y="T1"/>
                </a:cxn>
                <a:cxn ang="0">
                  <a:pos x="T2" y="T3"/>
                </a:cxn>
                <a:cxn ang="0">
                  <a:pos x="T4" y="T5"/>
                </a:cxn>
                <a:cxn ang="0">
                  <a:pos x="T6" y="T7"/>
                </a:cxn>
                <a:cxn ang="0">
                  <a:pos x="T8" y="T9"/>
                </a:cxn>
                <a:cxn ang="0">
                  <a:pos x="T10" y="T11"/>
                </a:cxn>
              </a:cxnLst>
              <a:rect l="0" t="0" r="r" b="b"/>
              <a:pathLst>
                <a:path w="130" h="79">
                  <a:moveTo>
                    <a:pt x="130" y="0"/>
                  </a:moveTo>
                  <a:lnTo>
                    <a:pt x="0" y="0"/>
                  </a:lnTo>
                  <a:lnTo>
                    <a:pt x="0" y="79"/>
                  </a:lnTo>
                  <a:lnTo>
                    <a:pt x="92" y="79"/>
                  </a:lnTo>
                  <a:lnTo>
                    <a:pt x="130" y="36"/>
                  </a:lnTo>
                  <a:lnTo>
                    <a:pt x="13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00" tIns="45701" rIns="91400" bIns="45701" numCol="1" anchor="t" anchorCtr="0" compatLnSpc="1">
              <a:prstTxWarp prst="textNoShape">
                <a:avLst/>
              </a:prstTxWarp>
            </a:bodyPr>
            <a:lstStyle/>
            <a:p>
              <a:pPr defTabSz="913990"/>
              <a:endParaRPr lang="en-US">
                <a:solidFill>
                  <a:srgbClr val="000000"/>
                </a:solidFill>
              </a:endParaRPr>
            </a:p>
          </p:txBody>
        </p:sp>
        <p:sp>
          <p:nvSpPr>
            <p:cNvPr id="79" name="Freeform 75"/>
            <p:cNvSpPr>
              <a:spLocks/>
            </p:cNvSpPr>
            <p:nvPr/>
          </p:nvSpPr>
          <p:spPr bwMode="auto">
            <a:xfrm>
              <a:off x="1025" y="2577"/>
              <a:ext cx="130" cy="79"/>
            </a:xfrm>
            <a:custGeom>
              <a:avLst/>
              <a:gdLst>
                <a:gd name="T0" fmla="*/ 130 w 130"/>
                <a:gd name="T1" fmla="*/ 0 h 79"/>
                <a:gd name="T2" fmla="*/ 0 w 130"/>
                <a:gd name="T3" fmla="*/ 0 h 79"/>
                <a:gd name="T4" fmla="*/ 0 w 130"/>
                <a:gd name="T5" fmla="*/ 79 h 79"/>
                <a:gd name="T6" fmla="*/ 92 w 130"/>
                <a:gd name="T7" fmla="*/ 79 h 79"/>
                <a:gd name="T8" fmla="*/ 130 w 130"/>
                <a:gd name="T9" fmla="*/ 36 h 79"/>
                <a:gd name="T10" fmla="*/ 130 w 130"/>
                <a:gd name="T11" fmla="*/ 0 h 79"/>
              </a:gdLst>
              <a:ahLst/>
              <a:cxnLst>
                <a:cxn ang="0">
                  <a:pos x="T0" y="T1"/>
                </a:cxn>
                <a:cxn ang="0">
                  <a:pos x="T2" y="T3"/>
                </a:cxn>
                <a:cxn ang="0">
                  <a:pos x="T4" y="T5"/>
                </a:cxn>
                <a:cxn ang="0">
                  <a:pos x="T6" y="T7"/>
                </a:cxn>
                <a:cxn ang="0">
                  <a:pos x="T8" y="T9"/>
                </a:cxn>
                <a:cxn ang="0">
                  <a:pos x="T10" y="T11"/>
                </a:cxn>
              </a:cxnLst>
              <a:rect l="0" t="0" r="r" b="b"/>
              <a:pathLst>
                <a:path w="130" h="79">
                  <a:moveTo>
                    <a:pt x="130" y="0"/>
                  </a:moveTo>
                  <a:lnTo>
                    <a:pt x="0" y="0"/>
                  </a:lnTo>
                  <a:lnTo>
                    <a:pt x="0" y="79"/>
                  </a:lnTo>
                  <a:lnTo>
                    <a:pt x="92" y="79"/>
                  </a:lnTo>
                  <a:lnTo>
                    <a:pt x="130" y="36"/>
                  </a:lnTo>
                  <a:lnTo>
                    <a:pt x="13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00" tIns="45701" rIns="91400" bIns="45701" numCol="1" anchor="t" anchorCtr="0" compatLnSpc="1">
              <a:prstTxWarp prst="textNoShape">
                <a:avLst/>
              </a:prstTxWarp>
            </a:bodyPr>
            <a:lstStyle/>
            <a:p>
              <a:pPr defTabSz="913990"/>
              <a:endParaRPr lang="en-US">
                <a:solidFill>
                  <a:srgbClr val="000000"/>
                </a:solidFill>
              </a:endParaRPr>
            </a:p>
          </p:txBody>
        </p:sp>
        <p:sp>
          <p:nvSpPr>
            <p:cNvPr id="80" name="Rectangle 76"/>
            <p:cNvSpPr>
              <a:spLocks noChangeArrowheads="1"/>
            </p:cNvSpPr>
            <p:nvPr/>
          </p:nvSpPr>
          <p:spPr bwMode="auto">
            <a:xfrm>
              <a:off x="1025" y="2473"/>
              <a:ext cx="130" cy="7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00" tIns="45701" rIns="91400" bIns="45701" numCol="1" anchor="t" anchorCtr="0" compatLnSpc="1">
              <a:prstTxWarp prst="textNoShape">
                <a:avLst/>
              </a:prstTxWarp>
            </a:bodyPr>
            <a:lstStyle/>
            <a:p>
              <a:pPr defTabSz="913990"/>
              <a:endParaRPr lang="en-US">
                <a:solidFill>
                  <a:srgbClr val="000000"/>
                </a:solidFill>
              </a:endParaRPr>
            </a:p>
          </p:txBody>
        </p:sp>
        <p:sp>
          <p:nvSpPr>
            <p:cNvPr id="81" name="Rectangle 77"/>
            <p:cNvSpPr>
              <a:spLocks noChangeArrowheads="1"/>
            </p:cNvSpPr>
            <p:nvPr/>
          </p:nvSpPr>
          <p:spPr bwMode="auto">
            <a:xfrm>
              <a:off x="1025" y="2473"/>
              <a:ext cx="130" cy="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00" tIns="45701" rIns="91400" bIns="45701" numCol="1" anchor="t" anchorCtr="0" compatLnSpc="1">
              <a:prstTxWarp prst="textNoShape">
                <a:avLst/>
              </a:prstTxWarp>
            </a:bodyPr>
            <a:lstStyle/>
            <a:p>
              <a:pPr defTabSz="913990"/>
              <a:endParaRPr lang="en-US">
                <a:solidFill>
                  <a:srgbClr val="000000"/>
                </a:solidFill>
              </a:endParaRPr>
            </a:p>
          </p:txBody>
        </p:sp>
        <p:sp>
          <p:nvSpPr>
            <p:cNvPr id="82" name="Freeform 78"/>
            <p:cNvSpPr>
              <a:spLocks/>
            </p:cNvSpPr>
            <p:nvPr/>
          </p:nvSpPr>
          <p:spPr bwMode="auto">
            <a:xfrm>
              <a:off x="1025" y="2681"/>
              <a:ext cx="68" cy="73"/>
            </a:xfrm>
            <a:custGeom>
              <a:avLst/>
              <a:gdLst>
                <a:gd name="T0" fmla="*/ 68 w 68"/>
                <a:gd name="T1" fmla="*/ 0 h 73"/>
                <a:gd name="T2" fmla="*/ 0 w 68"/>
                <a:gd name="T3" fmla="*/ 0 h 73"/>
                <a:gd name="T4" fmla="*/ 0 w 68"/>
                <a:gd name="T5" fmla="*/ 73 h 73"/>
                <a:gd name="T6" fmla="*/ 68 w 68"/>
                <a:gd name="T7" fmla="*/ 0 h 73"/>
              </a:gdLst>
              <a:ahLst/>
              <a:cxnLst>
                <a:cxn ang="0">
                  <a:pos x="T0" y="T1"/>
                </a:cxn>
                <a:cxn ang="0">
                  <a:pos x="T2" y="T3"/>
                </a:cxn>
                <a:cxn ang="0">
                  <a:pos x="T4" y="T5"/>
                </a:cxn>
                <a:cxn ang="0">
                  <a:pos x="T6" y="T7"/>
                </a:cxn>
              </a:cxnLst>
              <a:rect l="0" t="0" r="r" b="b"/>
              <a:pathLst>
                <a:path w="68" h="73">
                  <a:moveTo>
                    <a:pt x="68" y="0"/>
                  </a:moveTo>
                  <a:lnTo>
                    <a:pt x="0" y="0"/>
                  </a:lnTo>
                  <a:lnTo>
                    <a:pt x="0" y="73"/>
                  </a:lnTo>
                  <a:lnTo>
                    <a:pt x="68" y="0"/>
                  </a:lnTo>
                  <a:close/>
                </a:path>
              </a:pathLst>
            </a:custGeom>
            <a:solidFill>
              <a:srgbClr val="99CC5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00" tIns="45701" rIns="91400" bIns="45701" numCol="1" anchor="t" anchorCtr="0" compatLnSpc="1">
              <a:prstTxWarp prst="textNoShape">
                <a:avLst/>
              </a:prstTxWarp>
            </a:bodyPr>
            <a:lstStyle/>
            <a:p>
              <a:pPr defTabSz="913990"/>
              <a:endParaRPr lang="en-US">
                <a:solidFill>
                  <a:srgbClr val="000000"/>
                </a:solidFill>
              </a:endParaRPr>
            </a:p>
          </p:txBody>
        </p:sp>
        <p:sp>
          <p:nvSpPr>
            <p:cNvPr id="83" name="Freeform 79"/>
            <p:cNvSpPr>
              <a:spLocks/>
            </p:cNvSpPr>
            <p:nvPr/>
          </p:nvSpPr>
          <p:spPr bwMode="auto">
            <a:xfrm>
              <a:off x="1025" y="2681"/>
              <a:ext cx="68" cy="73"/>
            </a:xfrm>
            <a:custGeom>
              <a:avLst/>
              <a:gdLst>
                <a:gd name="T0" fmla="*/ 68 w 68"/>
                <a:gd name="T1" fmla="*/ 0 h 73"/>
                <a:gd name="T2" fmla="*/ 0 w 68"/>
                <a:gd name="T3" fmla="*/ 0 h 73"/>
                <a:gd name="T4" fmla="*/ 0 w 68"/>
                <a:gd name="T5" fmla="*/ 73 h 73"/>
                <a:gd name="T6" fmla="*/ 68 w 68"/>
                <a:gd name="T7" fmla="*/ 0 h 73"/>
              </a:gdLst>
              <a:ahLst/>
              <a:cxnLst>
                <a:cxn ang="0">
                  <a:pos x="T0" y="T1"/>
                </a:cxn>
                <a:cxn ang="0">
                  <a:pos x="T2" y="T3"/>
                </a:cxn>
                <a:cxn ang="0">
                  <a:pos x="T4" y="T5"/>
                </a:cxn>
                <a:cxn ang="0">
                  <a:pos x="T6" y="T7"/>
                </a:cxn>
              </a:cxnLst>
              <a:rect l="0" t="0" r="r" b="b"/>
              <a:pathLst>
                <a:path w="68" h="73">
                  <a:moveTo>
                    <a:pt x="68" y="0"/>
                  </a:moveTo>
                  <a:lnTo>
                    <a:pt x="0" y="0"/>
                  </a:lnTo>
                  <a:lnTo>
                    <a:pt x="0" y="73"/>
                  </a:lnTo>
                  <a:lnTo>
                    <a:pt x="68"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00" tIns="45701" rIns="91400" bIns="45701" numCol="1" anchor="t" anchorCtr="0" compatLnSpc="1">
              <a:prstTxWarp prst="textNoShape">
                <a:avLst/>
              </a:prstTxWarp>
            </a:bodyPr>
            <a:lstStyle/>
            <a:p>
              <a:pPr defTabSz="913990"/>
              <a:endParaRPr lang="en-US">
                <a:solidFill>
                  <a:srgbClr val="000000"/>
                </a:solidFill>
              </a:endParaRPr>
            </a:p>
          </p:txBody>
        </p:sp>
        <p:sp>
          <p:nvSpPr>
            <p:cNvPr id="84" name="Freeform 80"/>
            <p:cNvSpPr>
              <a:spLocks/>
            </p:cNvSpPr>
            <p:nvPr/>
          </p:nvSpPr>
          <p:spPr bwMode="auto">
            <a:xfrm>
              <a:off x="1181" y="2577"/>
              <a:ext cx="8" cy="8"/>
            </a:xfrm>
            <a:custGeom>
              <a:avLst/>
              <a:gdLst>
                <a:gd name="T0" fmla="*/ 8 w 8"/>
                <a:gd name="T1" fmla="*/ 0 h 8"/>
                <a:gd name="T2" fmla="*/ 0 w 8"/>
                <a:gd name="T3" fmla="*/ 0 h 8"/>
                <a:gd name="T4" fmla="*/ 0 w 8"/>
                <a:gd name="T5" fmla="*/ 8 h 8"/>
                <a:gd name="T6" fmla="*/ 8 w 8"/>
                <a:gd name="T7" fmla="*/ 0 h 8"/>
              </a:gdLst>
              <a:ahLst/>
              <a:cxnLst>
                <a:cxn ang="0">
                  <a:pos x="T0" y="T1"/>
                </a:cxn>
                <a:cxn ang="0">
                  <a:pos x="T2" y="T3"/>
                </a:cxn>
                <a:cxn ang="0">
                  <a:pos x="T4" y="T5"/>
                </a:cxn>
                <a:cxn ang="0">
                  <a:pos x="T6" y="T7"/>
                </a:cxn>
              </a:cxnLst>
              <a:rect l="0" t="0" r="r" b="b"/>
              <a:pathLst>
                <a:path w="8" h="8">
                  <a:moveTo>
                    <a:pt x="8" y="0"/>
                  </a:moveTo>
                  <a:lnTo>
                    <a:pt x="0" y="0"/>
                  </a:lnTo>
                  <a:lnTo>
                    <a:pt x="0" y="8"/>
                  </a:lnTo>
                  <a:lnTo>
                    <a:pt x="8"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00" tIns="45701" rIns="91400" bIns="45701" numCol="1" anchor="t" anchorCtr="0" compatLnSpc="1">
              <a:prstTxWarp prst="textNoShape">
                <a:avLst/>
              </a:prstTxWarp>
            </a:bodyPr>
            <a:lstStyle/>
            <a:p>
              <a:pPr defTabSz="913990"/>
              <a:endParaRPr lang="en-US">
                <a:solidFill>
                  <a:srgbClr val="000000"/>
                </a:solidFill>
              </a:endParaRPr>
            </a:p>
          </p:txBody>
        </p:sp>
        <p:sp>
          <p:nvSpPr>
            <p:cNvPr id="85" name="Freeform 81"/>
            <p:cNvSpPr>
              <a:spLocks/>
            </p:cNvSpPr>
            <p:nvPr/>
          </p:nvSpPr>
          <p:spPr bwMode="auto">
            <a:xfrm>
              <a:off x="1181" y="2577"/>
              <a:ext cx="8" cy="8"/>
            </a:xfrm>
            <a:custGeom>
              <a:avLst/>
              <a:gdLst>
                <a:gd name="T0" fmla="*/ 8 w 8"/>
                <a:gd name="T1" fmla="*/ 0 h 8"/>
                <a:gd name="T2" fmla="*/ 0 w 8"/>
                <a:gd name="T3" fmla="*/ 0 h 8"/>
                <a:gd name="T4" fmla="*/ 0 w 8"/>
                <a:gd name="T5" fmla="*/ 8 h 8"/>
                <a:gd name="T6" fmla="*/ 8 w 8"/>
                <a:gd name="T7" fmla="*/ 0 h 8"/>
              </a:gdLst>
              <a:ahLst/>
              <a:cxnLst>
                <a:cxn ang="0">
                  <a:pos x="T0" y="T1"/>
                </a:cxn>
                <a:cxn ang="0">
                  <a:pos x="T2" y="T3"/>
                </a:cxn>
                <a:cxn ang="0">
                  <a:pos x="T4" y="T5"/>
                </a:cxn>
                <a:cxn ang="0">
                  <a:pos x="T6" y="T7"/>
                </a:cxn>
              </a:cxnLst>
              <a:rect l="0" t="0" r="r" b="b"/>
              <a:pathLst>
                <a:path w="8" h="8">
                  <a:moveTo>
                    <a:pt x="8" y="0"/>
                  </a:moveTo>
                  <a:lnTo>
                    <a:pt x="0" y="0"/>
                  </a:lnTo>
                  <a:lnTo>
                    <a:pt x="0" y="8"/>
                  </a:lnTo>
                  <a:lnTo>
                    <a:pt x="8"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00" tIns="45701" rIns="91400" bIns="45701" numCol="1" anchor="t" anchorCtr="0" compatLnSpc="1">
              <a:prstTxWarp prst="textNoShape">
                <a:avLst/>
              </a:prstTxWarp>
            </a:bodyPr>
            <a:lstStyle/>
            <a:p>
              <a:pPr defTabSz="913990"/>
              <a:endParaRPr lang="en-US">
                <a:solidFill>
                  <a:srgbClr val="000000"/>
                </a:solidFill>
              </a:endParaRPr>
            </a:p>
          </p:txBody>
        </p:sp>
        <p:sp>
          <p:nvSpPr>
            <p:cNvPr id="86" name="Freeform 82"/>
            <p:cNvSpPr>
              <a:spLocks/>
            </p:cNvSpPr>
            <p:nvPr/>
          </p:nvSpPr>
          <p:spPr bwMode="auto">
            <a:xfrm>
              <a:off x="1181" y="2473"/>
              <a:ext cx="104" cy="78"/>
            </a:xfrm>
            <a:custGeom>
              <a:avLst/>
              <a:gdLst>
                <a:gd name="T0" fmla="*/ 104 w 104"/>
                <a:gd name="T1" fmla="*/ 0 h 78"/>
                <a:gd name="T2" fmla="*/ 0 w 104"/>
                <a:gd name="T3" fmla="*/ 0 h 78"/>
                <a:gd name="T4" fmla="*/ 0 w 104"/>
                <a:gd name="T5" fmla="*/ 78 h 78"/>
                <a:gd name="T6" fmla="*/ 33 w 104"/>
                <a:gd name="T7" fmla="*/ 78 h 78"/>
                <a:gd name="T8" fmla="*/ 104 w 104"/>
                <a:gd name="T9" fmla="*/ 0 h 78"/>
              </a:gdLst>
              <a:ahLst/>
              <a:cxnLst>
                <a:cxn ang="0">
                  <a:pos x="T0" y="T1"/>
                </a:cxn>
                <a:cxn ang="0">
                  <a:pos x="T2" y="T3"/>
                </a:cxn>
                <a:cxn ang="0">
                  <a:pos x="T4" y="T5"/>
                </a:cxn>
                <a:cxn ang="0">
                  <a:pos x="T6" y="T7"/>
                </a:cxn>
                <a:cxn ang="0">
                  <a:pos x="T8" y="T9"/>
                </a:cxn>
              </a:cxnLst>
              <a:rect l="0" t="0" r="r" b="b"/>
              <a:pathLst>
                <a:path w="104" h="78">
                  <a:moveTo>
                    <a:pt x="104" y="0"/>
                  </a:moveTo>
                  <a:lnTo>
                    <a:pt x="0" y="0"/>
                  </a:lnTo>
                  <a:lnTo>
                    <a:pt x="0" y="78"/>
                  </a:lnTo>
                  <a:lnTo>
                    <a:pt x="33" y="78"/>
                  </a:lnTo>
                  <a:lnTo>
                    <a:pt x="104"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00" tIns="45701" rIns="91400" bIns="45701" numCol="1" anchor="t" anchorCtr="0" compatLnSpc="1">
              <a:prstTxWarp prst="textNoShape">
                <a:avLst/>
              </a:prstTxWarp>
            </a:bodyPr>
            <a:lstStyle/>
            <a:p>
              <a:pPr defTabSz="913990"/>
              <a:endParaRPr lang="en-US">
                <a:solidFill>
                  <a:srgbClr val="000000"/>
                </a:solidFill>
              </a:endParaRPr>
            </a:p>
          </p:txBody>
        </p:sp>
        <p:sp>
          <p:nvSpPr>
            <p:cNvPr id="87" name="Freeform 83"/>
            <p:cNvSpPr>
              <a:spLocks/>
            </p:cNvSpPr>
            <p:nvPr/>
          </p:nvSpPr>
          <p:spPr bwMode="auto">
            <a:xfrm>
              <a:off x="1181" y="2473"/>
              <a:ext cx="104" cy="78"/>
            </a:xfrm>
            <a:custGeom>
              <a:avLst/>
              <a:gdLst>
                <a:gd name="T0" fmla="*/ 104 w 104"/>
                <a:gd name="T1" fmla="*/ 0 h 78"/>
                <a:gd name="T2" fmla="*/ 0 w 104"/>
                <a:gd name="T3" fmla="*/ 0 h 78"/>
                <a:gd name="T4" fmla="*/ 0 w 104"/>
                <a:gd name="T5" fmla="*/ 78 h 78"/>
                <a:gd name="T6" fmla="*/ 33 w 104"/>
                <a:gd name="T7" fmla="*/ 78 h 78"/>
                <a:gd name="T8" fmla="*/ 104 w 104"/>
                <a:gd name="T9" fmla="*/ 0 h 78"/>
              </a:gdLst>
              <a:ahLst/>
              <a:cxnLst>
                <a:cxn ang="0">
                  <a:pos x="T0" y="T1"/>
                </a:cxn>
                <a:cxn ang="0">
                  <a:pos x="T2" y="T3"/>
                </a:cxn>
                <a:cxn ang="0">
                  <a:pos x="T4" y="T5"/>
                </a:cxn>
                <a:cxn ang="0">
                  <a:pos x="T6" y="T7"/>
                </a:cxn>
                <a:cxn ang="0">
                  <a:pos x="T8" y="T9"/>
                </a:cxn>
              </a:cxnLst>
              <a:rect l="0" t="0" r="r" b="b"/>
              <a:pathLst>
                <a:path w="104" h="78">
                  <a:moveTo>
                    <a:pt x="104" y="0"/>
                  </a:moveTo>
                  <a:lnTo>
                    <a:pt x="0" y="0"/>
                  </a:lnTo>
                  <a:lnTo>
                    <a:pt x="0" y="78"/>
                  </a:lnTo>
                  <a:lnTo>
                    <a:pt x="33" y="78"/>
                  </a:lnTo>
                  <a:lnTo>
                    <a:pt x="104"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00" tIns="45701" rIns="91400" bIns="45701" numCol="1" anchor="t" anchorCtr="0" compatLnSpc="1">
              <a:prstTxWarp prst="textNoShape">
                <a:avLst/>
              </a:prstTxWarp>
            </a:bodyPr>
            <a:lstStyle/>
            <a:p>
              <a:pPr defTabSz="913990"/>
              <a:endParaRPr lang="en-US">
                <a:solidFill>
                  <a:srgbClr val="000000"/>
                </a:solidFill>
              </a:endParaRPr>
            </a:p>
          </p:txBody>
        </p:sp>
        <p:sp>
          <p:nvSpPr>
            <p:cNvPr id="88" name="Rectangle 84"/>
            <p:cNvSpPr>
              <a:spLocks noChangeArrowheads="1"/>
            </p:cNvSpPr>
            <p:nvPr/>
          </p:nvSpPr>
          <p:spPr bwMode="auto">
            <a:xfrm>
              <a:off x="870" y="2473"/>
              <a:ext cx="130" cy="7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00" tIns="45701" rIns="91400" bIns="45701" numCol="1" anchor="t" anchorCtr="0" compatLnSpc="1">
              <a:prstTxWarp prst="textNoShape">
                <a:avLst/>
              </a:prstTxWarp>
            </a:bodyPr>
            <a:lstStyle/>
            <a:p>
              <a:pPr defTabSz="913990"/>
              <a:endParaRPr lang="en-US">
                <a:solidFill>
                  <a:srgbClr val="000000"/>
                </a:solidFill>
              </a:endParaRPr>
            </a:p>
          </p:txBody>
        </p:sp>
        <p:sp>
          <p:nvSpPr>
            <p:cNvPr id="89" name="Rectangle 85"/>
            <p:cNvSpPr>
              <a:spLocks noChangeArrowheads="1"/>
            </p:cNvSpPr>
            <p:nvPr/>
          </p:nvSpPr>
          <p:spPr bwMode="auto">
            <a:xfrm>
              <a:off x="870" y="2473"/>
              <a:ext cx="130" cy="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00" tIns="45701" rIns="91400" bIns="45701" numCol="1" anchor="t" anchorCtr="0" compatLnSpc="1">
              <a:prstTxWarp prst="textNoShape">
                <a:avLst/>
              </a:prstTxWarp>
            </a:bodyPr>
            <a:lstStyle/>
            <a:p>
              <a:pPr defTabSz="913990"/>
              <a:endParaRPr lang="en-US">
                <a:solidFill>
                  <a:srgbClr val="000000"/>
                </a:solidFill>
              </a:endParaRPr>
            </a:p>
          </p:txBody>
        </p:sp>
        <p:sp>
          <p:nvSpPr>
            <p:cNvPr id="90" name="Rectangle 86"/>
            <p:cNvSpPr>
              <a:spLocks noChangeArrowheads="1"/>
            </p:cNvSpPr>
            <p:nvPr/>
          </p:nvSpPr>
          <p:spPr bwMode="auto">
            <a:xfrm>
              <a:off x="870" y="2577"/>
              <a:ext cx="130" cy="79"/>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00" tIns="45701" rIns="91400" bIns="45701" numCol="1" anchor="t" anchorCtr="0" compatLnSpc="1">
              <a:prstTxWarp prst="textNoShape">
                <a:avLst/>
              </a:prstTxWarp>
            </a:bodyPr>
            <a:lstStyle/>
            <a:p>
              <a:pPr defTabSz="913990"/>
              <a:endParaRPr lang="en-US">
                <a:solidFill>
                  <a:srgbClr val="000000"/>
                </a:solidFill>
              </a:endParaRPr>
            </a:p>
          </p:txBody>
        </p:sp>
        <p:sp>
          <p:nvSpPr>
            <p:cNvPr id="91" name="Rectangle 87"/>
            <p:cNvSpPr>
              <a:spLocks noChangeArrowheads="1"/>
            </p:cNvSpPr>
            <p:nvPr/>
          </p:nvSpPr>
          <p:spPr bwMode="auto">
            <a:xfrm>
              <a:off x="870" y="2577"/>
              <a:ext cx="130" cy="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00" tIns="45701" rIns="91400" bIns="45701" numCol="1" anchor="t" anchorCtr="0" compatLnSpc="1">
              <a:prstTxWarp prst="textNoShape">
                <a:avLst/>
              </a:prstTxWarp>
            </a:bodyPr>
            <a:lstStyle/>
            <a:p>
              <a:pPr defTabSz="913990"/>
              <a:endParaRPr lang="en-US">
                <a:solidFill>
                  <a:srgbClr val="000000"/>
                </a:solidFill>
              </a:endParaRPr>
            </a:p>
          </p:txBody>
        </p:sp>
        <p:sp>
          <p:nvSpPr>
            <p:cNvPr id="92" name="Rectangle 88"/>
            <p:cNvSpPr>
              <a:spLocks noChangeArrowheads="1"/>
            </p:cNvSpPr>
            <p:nvPr/>
          </p:nvSpPr>
          <p:spPr bwMode="auto">
            <a:xfrm>
              <a:off x="870" y="2681"/>
              <a:ext cx="130" cy="79"/>
            </a:xfrm>
            <a:prstGeom prst="rect">
              <a:avLst/>
            </a:prstGeom>
            <a:solidFill>
              <a:srgbClr val="99CC53"/>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00" tIns="45701" rIns="91400" bIns="45701" numCol="1" anchor="t" anchorCtr="0" compatLnSpc="1">
              <a:prstTxWarp prst="textNoShape">
                <a:avLst/>
              </a:prstTxWarp>
            </a:bodyPr>
            <a:lstStyle/>
            <a:p>
              <a:pPr defTabSz="913990"/>
              <a:endParaRPr lang="en-US">
                <a:solidFill>
                  <a:srgbClr val="000000"/>
                </a:solidFill>
              </a:endParaRPr>
            </a:p>
          </p:txBody>
        </p:sp>
        <p:sp>
          <p:nvSpPr>
            <p:cNvPr id="93" name="Rectangle 89"/>
            <p:cNvSpPr>
              <a:spLocks noChangeArrowheads="1"/>
            </p:cNvSpPr>
            <p:nvPr/>
          </p:nvSpPr>
          <p:spPr bwMode="auto">
            <a:xfrm>
              <a:off x="870" y="2681"/>
              <a:ext cx="130" cy="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00" tIns="45701" rIns="91400" bIns="45701" numCol="1" anchor="t" anchorCtr="0" compatLnSpc="1">
              <a:prstTxWarp prst="textNoShape">
                <a:avLst/>
              </a:prstTxWarp>
            </a:bodyPr>
            <a:lstStyle/>
            <a:p>
              <a:pPr defTabSz="913990"/>
              <a:endParaRPr lang="en-US">
                <a:solidFill>
                  <a:srgbClr val="000000"/>
                </a:solidFill>
              </a:endParaRPr>
            </a:p>
          </p:txBody>
        </p:sp>
        <p:sp>
          <p:nvSpPr>
            <p:cNvPr id="94" name="Freeform 90"/>
            <p:cNvSpPr>
              <a:spLocks/>
            </p:cNvSpPr>
            <p:nvPr/>
          </p:nvSpPr>
          <p:spPr bwMode="auto">
            <a:xfrm>
              <a:off x="870" y="2786"/>
              <a:ext cx="127" cy="77"/>
            </a:xfrm>
            <a:custGeom>
              <a:avLst/>
              <a:gdLst>
                <a:gd name="T0" fmla="*/ 127 w 127"/>
                <a:gd name="T1" fmla="*/ 0 h 77"/>
                <a:gd name="T2" fmla="*/ 0 w 127"/>
                <a:gd name="T3" fmla="*/ 0 h 77"/>
                <a:gd name="T4" fmla="*/ 0 w 127"/>
                <a:gd name="T5" fmla="*/ 77 h 77"/>
                <a:gd name="T6" fmla="*/ 55 w 127"/>
                <a:gd name="T7" fmla="*/ 77 h 77"/>
                <a:gd name="T8" fmla="*/ 127 w 127"/>
                <a:gd name="T9" fmla="*/ 0 h 77"/>
              </a:gdLst>
              <a:ahLst/>
              <a:cxnLst>
                <a:cxn ang="0">
                  <a:pos x="T0" y="T1"/>
                </a:cxn>
                <a:cxn ang="0">
                  <a:pos x="T2" y="T3"/>
                </a:cxn>
                <a:cxn ang="0">
                  <a:pos x="T4" y="T5"/>
                </a:cxn>
                <a:cxn ang="0">
                  <a:pos x="T6" y="T7"/>
                </a:cxn>
                <a:cxn ang="0">
                  <a:pos x="T8" y="T9"/>
                </a:cxn>
              </a:cxnLst>
              <a:rect l="0" t="0" r="r" b="b"/>
              <a:pathLst>
                <a:path w="127" h="77">
                  <a:moveTo>
                    <a:pt x="127" y="0"/>
                  </a:moveTo>
                  <a:lnTo>
                    <a:pt x="0" y="0"/>
                  </a:lnTo>
                  <a:lnTo>
                    <a:pt x="0" y="77"/>
                  </a:lnTo>
                  <a:lnTo>
                    <a:pt x="55" y="77"/>
                  </a:lnTo>
                  <a:lnTo>
                    <a:pt x="127" y="0"/>
                  </a:lnTo>
                  <a:close/>
                </a:path>
              </a:pathLst>
            </a:custGeom>
            <a:solidFill>
              <a:srgbClr val="99CC5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00" tIns="45701" rIns="91400" bIns="45701" numCol="1" anchor="t" anchorCtr="0" compatLnSpc="1">
              <a:prstTxWarp prst="textNoShape">
                <a:avLst/>
              </a:prstTxWarp>
            </a:bodyPr>
            <a:lstStyle/>
            <a:p>
              <a:pPr defTabSz="913990"/>
              <a:endParaRPr lang="en-US">
                <a:solidFill>
                  <a:srgbClr val="000000"/>
                </a:solidFill>
              </a:endParaRPr>
            </a:p>
          </p:txBody>
        </p:sp>
        <p:sp>
          <p:nvSpPr>
            <p:cNvPr id="95" name="Freeform 91"/>
            <p:cNvSpPr>
              <a:spLocks/>
            </p:cNvSpPr>
            <p:nvPr/>
          </p:nvSpPr>
          <p:spPr bwMode="auto">
            <a:xfrm>
              <a:off x="870" y="2786"/>
              <a:ext cx="127" cy="77"/>
            </a:xfrm>
            <a:custGeom>
              <a:avLst/>
              <a:gdLst>
                <a:gd name="T0" fmla="*/ 127 w 127"/>
                <a:gd name="T1" fmla="*/ 0 h 77"/>
                <a:gd name="T2" fmla="*/ 0 w 127"/>
                <a:gd name="T3" fmla="*/ 0 h 77"/>
                <a:gd name="T4" fmla="*/ 0 w 127"/>
                <a:gd name="T5" fmla="*/ 77 h 77"/>
                <a:gd name="T6" fmla="*/ 55 w 127"/>
                <a:gd name="T7" fmla="*/ 77 h 77"/>
                <a:gd name="T8" fmla="*/ 127 w 127"/>
                <a:gd name="T9" fmla="*/ 0 h 77"/>
              </a:gdLst>
              <a:ahLst/>
              <a:cxnLst>
                <a:cxn ang="0">
                  <a:pos x="T0" y="T1"/>
                </a:cxn>
                <a:cxn ang="0">
                  <a:pos x="T2" y="T3"/>
                </a:cxn>
                <a:cxn ang="0">
                  <a:pos x="T4" y="T5"/>
                </a:cxn>
                <a:cxn ang="0">
                  <a:pos x="T6" y="T7"/>
                </a:cxn>
                <a:cxn ang="0">
                  <a:pos x="T8" y="T9"/>
                </a:cxn>
              </a:cxnLst>
              <a:rect l="0" t="0" r="r" b="b"/>
              <a:pathLst>
                <a:path w="127" h="77">
                  <a:moveTo>
                    <a:pt x="127" y="0"/>
                  </a:moveTo>
                  <a:lnTo>
                    <a:pt x="0" y="0"/>
                  </a:lnTo>
                  <a:lnTo>
                    <a:pt x="0" y="77"/>
                  </a:lnTo>
                  <a:lnTo>
                    <a:pt x="55" y="77"/>
                  </a:lnTo>
                  <a:lnTo>
                    <a:pt x="127"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00" tIns="45701" rIns="91400" bIns="45701" numCol="1" anchor="t" anchorCtr="0" compatLnSpc="1">
              <a:prstTxWarp prst="textNoShape">
                <a:avLst/>
              </a:prstTxWarp>
            </a:bodyPr>
            <a:lstStyle/>
            <a:p>
              <a:pPr defTabSz="913990"/>
              <a:endParaRPr lang="en-US">
                <a:solidFill>
                  <a:srgbClr val="000000"/>
                </a:solidFill>
              </a:endParaRPr>
            </a:p>
          </p:txBody>
        </p:sp>
        <p:sp>
          <p:nvSpPr>
            <p:cNvPr id="96" name="Rectangle 92"/>
            <p:cNvSpPr>
              <a:spLocks noChangeArrowheads="1"/>
            </p:cNvSpPr>
            <p:nvPr/>
          </p:nvSpPr>
          <p:spPr bwMode="auto">
            <a:xfrm>
              <a:off x="1487" y="2092"/>
              <a:ext cx="355" cy="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defTabSz="913990"/>
              <a:r>
                <a:rPr lang="en-US" altLang="en-US" sz="1400" b="1" dirty="0">
                  <a:solidFill>
                    <a:schemeClr val="bg1"/>
                  </a:solidFill>
                  <a:latin typeface="Segoe UI Semibold" panose="020B0702040204020203" pitchFamily="34" charset="0"/>
                </a:rPr>
                <a:t>RESOU</a:t>
              </a:r>
              <a:endParaRPr lang="en-US" altLang="en-US" dirty="0">
                <a:solidFill>
                  <a:schemeClr val="bg1"/>
                </a:solidFill>
              </a:endParaRPr>
            </a:p>
          </p:txBody>
        </p:sp>
        <p:sp>
          <p:nvSpPr>
            <p:cNvPr id="97" name="Rectangle 93"/>
            <p:cNvSpPr>
              <a:spLocks noChangeArrowheads="1"/>
            </p:cNvSpPr>
            <p:nvPr/>
          </p:nvSpPr>
          <p:spPr bwMode="auto">
            <a:xfrm>
              <a:off x="1838" y="2092"/>
              <a:ext cx="71" cy="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defTabSz="913990"/>
              <a:r>
                <a:rPr lang="en-US" altLang="en-US" sz="1400" b="1" dirty="0">
                  <a:solidFill>
                    <a:schemeClr val="bg1"/>
                  </a:solidFill>
                  <a:latin typeface="Segoe UI Semibold" panose="020B0702040204020203" pitchFamily="34" charset="0"/>
                </a:rPr>
                <a:t>R</a:t>
              </a:r>
              <a:endParaRPr lang="en-US" altLang="en-US" dirty="0">
                <a:solidFill>
                  <a:schemeClr val="bg1"/>
                </a:solidFill>
              </a:endParaRPr>
            </a:p>
          </p:txBody>
        </p:sp>
        <p:sp>
          <p:nvSpPr>
            <p:cNvPr id="98" name="Rectangle 94"/>
            <p:cNvSpPr>
              <a:spLocks noChangeArrowheads="1"/>
            </p:cNvSpPr>
            <p:nvPr/>
          </p:nvSpPr>
          <p:spPr bwMode="auto">
            <a:xfrm>
              <a:off x="1906" y="2092"/>
              <a:ext cx="239" cy="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defTabSz="913990"/>
              <a:r>
                <a:rPr lang="en-US" altLang="en-US" sz="1400" b="1" dirty="0">
                  <a:solidFill>
                    <a:schemeClr val="bg1"/>
                  </a:solidFill>
                  <a:latin typeface="Segoe UI Semibold" panose="020B0702040204020203" pitchFamily="34" charset="0"/>
                </a:rPr>
                <a:t>CE G</a:t>
              </a:r>
              <a:endParaRPr lang="en-US" altLang="en-US" dirty="0">
                <a:solidFill>
                  <a:schemeClr val="bg1"/>
                </a:solidFill>
              </a:endParaRPr>
            </a:p>
          </p:txBody>
        </p:sp>
        <p:sp>
          <p:nvSpPr>
            <p:cNvPr id="99" name="Rectangle 95"/>
            <p:cNvSpPr>
              <a:spLocks noChangeArrowheads="1"/>
            </p:cNvSpPr>
            <p:nvPr/>
          </p:nvSpPr>
          <p:spPr bwMode="auto">
            <a:xfrm>
              <a:off x="2142" y="2092"/>
              <a:ext cx="71" cy="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defTabSz="913990"/>
              <a:r>
                <a:rPr lang="en-US" altLang="en-US" sz="1400" b="1" dirty="0">
                  <a:solidFill>
                    <a:schemeClr val="bg1"/>
                  </a:solidFill>
                  <a:latin typeface="Segoe UI Semibold" panose="020B0702040204020203" pitchFamily="34" charset="0"/>
                </a:rPr>
                <a:t>R</a:t>
              </a:r>
              <a:endParaRPr lang="en-US" altLang="en-US" dirty="0">
                <a:solidFill>
                  <a:schemeClr val="bg1"/>
                </a:solidFill>
              </a:endParaRPr>
            </a:p>
          </p:txBody>
        </p:sp>
        <p:sp>
          <p:nvSpPr>
            <p:cNvPr id="100" name="Rectangle 96"/>
            <p:cNvSpPr>
              <a:spLocks noChangeArrowheads="1"/>
            </p:cNvSpPr>
            <p:nvPr/>
          </p:nvSpPr>
          <p:spPr bwMode="auto">
            <a:xfrm>
              <a:off x="2210" y="2092"/>
              <a:ext cx="231" cy="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defTabSz="913990"/>
              <a:r>
                <a:rPr lang="en-US" altLang="en-US" sz="1400" b="1" dirty="0">
                  <a:solidFill>
                    <a:schemeClr val="bg1"/>
                  </a:solidFill>
                  <a:latin typeface="Segoe UI Semibold" panose="020B0702040204020203" pitchFamily="34" charset="0"/>
                </a:rPr>
                <a:t>OUP</a:t>
              </a:r>
              <a:endParaRPr lang="en-US" altLang="en-US" dirty="0">
                <a:solidFill>
                  <a:schemeClr val="bg1"/>
                </a:solidFill>
              </a:endParaRPr>
            </a:p>
          </p:txBody>
        </p:sp>
        <p:sp>
          <p:nvSpPr>
            <p:cNvPr id="101" name="Freeform 97"/>
            <p:cNvSpPr>
              <a:spLocks/>
            </p:cNvSpPr>
            <p:nvPr/>
          </p:nvSpPr>
          <p:spPr bwMode="auto">
            <a:xfrm>
              <a:off x="1735" y="1276"/>
              <a:ext cx="90" cy="16"/>
            </a:xfrm>
            <a:custGeom>
              <a:avLst/>
              <a:gdLst>
                <a:gd name="T0" fmla="*/ 7 w 77"/>
                <a:gd name="T1" fmla="*/ 14 h 14"/>
                <a:gd name="T2" fmla="*/ 0 w 77"/>
                <a:gd name="T3" fmla="*/ 7 h 14"/>
                <a:gd name="T4" fmla="*/ 7 w 77"/>
                <a:gd name="T5" fmla="*/ 0 h 14"/>
                <a:gd name="T6" fmla="*/ 70 w 77"/>
                <a:gd name="T7" fmla="*/ 0 h 14"/>
                <a:gd name="T8" fmla="*/ 77 w 77"/>
                <a:gd name="T9" fmla="*/ 7 h 14"/>
                <a:gd name="T10" fmla="*/ 70 w 77"/>
                <a:gd name="T11" fmla="*/ 14 h 14"/>
                <a:gd name="T12" fmla="*/ 7 w 77"/>
                <a:gd name="T13" fmla="*/ 14 h 14"/>
              </a:gdLst>
              <a:ahLst/>
              <a:cxnLst>
                <a:cxn ang="0">
                  <a:pos x="T0" y="T1"/>
                </a:cxn>
                <a:cxn ang="0">
                  <a:pos x="T2" y="T3"/>
                </a:cxn>
                <a:cxn ang="0">
                  <a:pos x="T4" y="T5"/>
                </a:cxn>
                <a:cxn ang="0">
                  <a:pos x="T6" y="T7"/>
                </a:cxn>
                <a:cxn ang="0">
                  <a:pos x="T8" y="T9"/>
                </a:cxn>
                <a:cxn ang="0">
                  <a:pos x="T10" y="T11"/>
                </a:cxn>
                <a:cxn ang="0">
                  <a:pos x="T12" y="T13"/>
                </a:cxn>
              </a:cxnLst>
              <a:rect l="0" t="0" r="r" b="b"/>
              <a:pathLst>
                <a:path w="77" h="14">
                  <a:moveTo>
                    <a:pt x="7" y="14"/>
                  </a:moveTo>
                  <a:cubicBezTo>
                    <a:pt x="3" y="14"/>
                    <a:pt x="0" y="11"/>
                    <a:pt x="0" y="7"/>
                  </a:cubicBezTo>
                  <a:cubicBezTo>
                    <a:pt x="0" y="3"/>
                    <a:pt x="3" y="0"/>
                    <a:pt x="7" y="0"/>
                  </a:cubicBezTo>
                  <a:cubicBezTo>
                    <a:pt x="70" y="0"/>
                    <a:pt x="70" y="0"/>
                    <a:pt x="70" y="0"/>
                  </a:cubicBezTo>
                  <a:cubicBezTo>
                    <a:pt x="74" y="0"/>
                    <a:pt x="77" y="3"/>
                    <a:pt x="77" y="7"/>
                  </a:cubicBezTo>
                  <a:cubicBezTo>
                    <a:pt x="77" y="11"/>
                    <a:pt x="74" y="14"/>
                    <a:pt x="70" y="14"/>
                  </a:cubicBezTo>
                  <a:lnTo>
                    <a:pt x="7" y="14"/>
                  </a:lnTo>
                  <a:close/>
                </a:path>
              </a:pathLst>
            </a:custGeom>
            <a:solidFill>
              <a:srgbClr val="7CCAF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00" tIns="45701" rIns="91400" bIns="45701" numCol="1" anchor="t" anchorCtr="0" compatLnSpc="1">
              <a:prstTxWarp prst="textNoShape">
                <a:avLst/>
              </a:prstTxWarp>
            </a:bodyPr>
            <a:lstStyle/>
            <a:p>
              <a:pPr defTabSz="913990"/>
              <a:endParaRPr lang="en-US">
                <a:solidFill>
                  <a:srgbClr val="000000"/>
                </a:solidFill>
              </a:endParaRPr>
            </a:p>
          </p:txBody>
        </p:sp>
        <p:sp>
          <p:nvSpPr>
            <p:cNvPr id="102" name="Freeform 98"/>
            <p:cNvSpPr>
              <a:spLocks/>
            </p:cNvSpPr>
            <p:nvPr/>
          </p:nvSpPr>
          <p:spPr bwMode="auto">
            <a:xfrm>
              <a:off x="1735" y="1276"/>
              <a:ext cx="28" cy="16"/>
            </a:xfrm>
            <a:custGeom>
              <a:avLst/>
              <a:gdLst>
                <a:gd name="T0" fmla="*/ 22 w 24"/>
                <a:gd name="T1" fmla="*/ 0 h 14"/>
                <a:gd name="T2" fmla="*/ 7 w 24"/>
                <a:gd name="T3" fmla="*/ 0 h 14"/>
                <a:gd name="T4" fmla="*/ 0 w 24"/>
                <a:gd name="T5" fmla="*/ 7 h 14"/>
                <a:gd name="T6" fmla="*/ 7 w 24"/>
                <a:gd name="T7" fmla="*/ 14 h 14"/>
                <a:gd name="T8" fmla="*/ 22 w 24"/>
                <a:gd name="T9" fmla="*/ 14 h 14"/>
                <a:gd name="T10" fmla="*/ 24 w 24"/>
                <a:gd name="T11" fmla="*/ 7 h 14"/>
                <a:gd name="T12" fmla="*/ 22 w 24"/>
                <a:gd name="T13" fmla="*/ 0 h 14"/>
              </a:gdLst>
              <a:ahLst/>
              <a:cxnLst>
                <a:cxn ang="0">
                  <a:pos x="T0" y="T1"/>
                </a:cxn>
                <a:cxn ang="0">
                  <a:pos x="T2" y="T3"/>
                </a:cxn>
                <a:cxn ang="0">
                  <a:pos x="T4" y="T5"/>
                </a:cxn>
                <a:cxn ang="0">
                  <a:pos x="T6" y="T7"/>
                </a:cxn>
                <a:cxn ang="0">
                  <a:pos x="T8" y="T9"/>
                </a:cxn>
                <a:cxn ang="0">
                  <a:pos x="T10" y="T11"/>
                </a:cxn>
                <a:cxn ang="0">
                  <a:pos x="T12" y="T13"/>
                </a:cxn>
              </a:cxnLst>
              <a:rect l="0" t="0" r="r" b="b"/>
              <a:pathLst>
                <a:path w="24" h="14">
                  <a:moveTo>
                    <a:pt x="22" y="0"/>
                  </a:moveTo>
                  <a:cubicBezTo>
                    <a:pt x="7" y="0"/>
                    <a:pt x="7" y="0"/>
                    <a:pt x="7" y="0"/>
                  </a:cubicBezTo>
                  <a:cubicBezTo>
                    <a:pt x="3" y="0"/>
                    <a:pt x="0" y="3"/>
                    <a:pt x="0" y="7"/>
                  </a:cubicBezTo>
                  <a:cubicBezTo>
                    <a:pt x="0" y="11"/>
                    <a:pt x="3" y="14"/>
                    <a:pt x="7" y="14"/>
                  </a:cubicBezTo>
                  <a:cubicBezTo>
                    <a:pt x="22" y="14"/>
                    <a:pt x="22" y="14"/>
                    <a:pt x="22" y="14"/>
                  </a:cubicBezTo>
                  <a:cubicBezTo>
                    <a:pt x="23" y="12"/>
                    <a:pt x="24" y="10"/>
                    <a:pt x="24" y="7"/>
                  </a:cubicBezTo>
                  <a:cubicBezTo>
                    <a:pt x="24" y="5"/>
                    <a:pt x="23" y="2"/>
                    <a:pt x="22" y="0"/>
                  </a:cubicBezTo>
                  <a:close/>
                </a:path>
              </a:pathLst>
            </a:custGeom>
            <a:solidFill>
              <a:srgbClr val="7CCAF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00" tIns="45701" rIns="91400" bIns="45701" numCol="1" anchor="t" anchorCtr="0" compatLnSpc="1">
              <a:prstTxWarp prst="textNoShape">
                <a:avLst/>
              </a:prstTxWarp>
            </a:bodyPr>
            <a:lstStyle/>
            <a:p>
              <a:pPr defTabSz="913990"/>
              <a:endParaRPr lang="en-US">
                <a:solidFill>
                  <a:srgbClr val="000000"/>
                </a:solidFill>
              </a:endParaRPr>
            </a:p>
          </p:txBody>
        </p:sp>
        <p:sp>
          <p:nvSpPr>
            <p:cNvPr id="103" name="Freeform 99"/>
            <p:cNvSpPr>
              <a:spLocks/>
            </p:cNvSpPr>
            <p:nvPr/>
          </p:nvSpPr>
          <p:spPr bwMode="auto">
            <a:xfrm>
              <a:off x="1776" y="1276"/>
              <a:ext cx="8" cy="16"/>
            </a:xfrm>
            <a:custGeom>
              <a:avLst/>
              <a:gdLst>
                <a:gd name="T0" fmla="*/ 7 w 7"/>
                <a:gd name="T1" fmla="*/ 0 h 14"/>
                <a:gd name="T2" fmla="*/ 0 w 7"/>
                <a:gd name="T3" fmla="*/ 0 h 14"/>
                <a:gd name="T4" fmla="*/ 1 w 7"/>
                <a:gd name="T5" fmla="*/ 7 h 14"/>
                <a:gd name="T6" fmla="*/ 0 w 7"/>
                <a:gd name="T7" fmla="*/ 14 h 14"/>
                <a:gd name="T8" fmla="*/ 7 w 7"/>
                <a:gd name="T9" fmla="*/ 14 h 14"/>
                <a:gd name="T10" fmla="*/ 6 w 7"/>
                <a:gd name="T11" fmla="*/ 7 h 14"/>
                <a:gd name="T12" fmla="*/ 7 w 7"/>
                <a:gd name="T13" fmla="*/ 0 h 14"/>
              </a:gdLst>
              <a:ahLst/>
              <a:cxnLst>
                <a:cxn ang="0">
                  <a:pos x="T0" y="T1"/>
                </a:cxn>
                <a:cxn ang="0">
                  <a:pos x="T2" y="T3"/>
                </a:cxn>
                <a:cxn ang="0">
                  <a:pos x="T4" y="T5"/>
                </a:cxn>
                <a:cxn ang="0">
                  <a:pos x="T6" y="T7"/>
                </a:cxn>
                <a:cxn ang="0">
                  <a:pos x="T8" y="T9"/>
                </a:cxn>
                <a:cxn ang="0">
                  <a:pos x="T10" y="T11"/>
                </a:cxn>
                <a:cxn ang="0">
                  <a:pos x="T12" y="T13"/>
                </a:cxn>
              </a:cxnLst>
              <a:rect l="0" t="0" r="r" b="b"/>
              <a:pathLst>
                <a:path w="7" h="14">
                  <a:moveTo>
                    <a:pt x="7" y="0"/>
                  </a:moveTo>
                  <a:cubicBezTo>
                    <a:pt x="0" y="0"/>
                    <a:pt x="0" y="0"/>
                    <a:pt x="0" y="0"/>
                  </a:cubicBezTo>
                  <a:cubicBezTo>
                    <a:pt x="1" y="2"/>
                    <a:pt x="1" y="5"/>
                    <a:pt x="1" y="7"/>
                  </a:cubicBezTo>
                  <a:cubicBezTo>
                    <a:pt x="1" y="10"/>
                    <a:pt x="1" y="12"/>
                    <a:pt x="0" y="14"/>
                  </a:cubicBezTo>
                  <a:cubicBezTo>
                    <a:pt x="7" y="14"/>
                    <a:pt x="7" y="14"/>
                    <a:pt x="7" y="14"/>
                  </a:cubicBezTo>
                  <a:cubicBezTo>
                    <a:pt x="6" y="12"/>
                    <a:pt x="6" y="10"/>
                    <a:pt x="6" y="7"/>
                  </a:cubicBezTo>
                  <a:cubicBezTo>
                    <a:pt x="6" y="5"/>
                    <a:pt x="6" y="2"/>
                    <a:pt x="7" y="0"/>
                  </a:cubicBezTo>
                  <a:close/>
                </a:path>
              </a:pathLst>
            </a:custGeom>
            <a:solidFill>
              <a:srgbClr val="7CCAF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00" tIns="45701" rIns="91400" bIns="45701" numCol="1" anchor="t" anchorCtr="0" compatLnSpc="1">
              <a:prstTxWarp prst="textNoShape">
                <a:avLst/>
              </a:prstTxWarp>
            </a:bodyPr>
            <a:lstStyle/>
            <a:p>
              <a:pPr defTabSz="913990"/>
              <a:endParaRPr lang="en-US">
                <a:solidFill>
                  <a:srgbClr val="000000"/>
                </a:solidFill>
              </a:endParaRPr>
            </a:p>
          </p:txBody>
        </p:sp>
        <p:sp>
          <p:nvSpPr>
            <p:cNvPr id="104" name="Freeform 100"/>
            <p:cNvSpPr>
              <a:spLocks/>
            </p:cNvSpPr>
            <p:nvPr/>
          </p:nvSpPr>
          <p:spPr bwMode="auto">
            <a:xfrm>
              <a:off x="1797" y="1276"/>
              <a:ext cx="28" cy="16"/>
            </a:xfrm>
            <a:custGeom>
              <a:avLst/>
              <a:gdLst>
                <a:gd name="T0" fmla="*/ 24 w 24"/>
                <a:gd name="T1" fmla="*/ 7 h 14"/>
                <a:gd name="T2" fmla="*/ 17 w 24"/>
                <a:gd name="T3" fmla="*/ 0 h 14"/>
                <a:gd name="T4" fmla="*/ 2 w 24"/>
                <a:gd name="T5" fmla="*/ 0 h 14"/>
                <a:gd name="T6" fmla="*/ 0 w 24"/>
                <a:gd name="T7" fmla="*/ 7 h 14"/>
                <a:gd name="T8" fmla="*/ 2 w 24"/>
                <a:gd name="T9" fmla="*/ 14 h 14"/>
                <a:gd name="T10" fmla="*/ 17 w 24"/>
                <a:gd name="T11" fmla="*/ 14 h 14"/>
                <a:gd name="T12" fmla="*/ 24 w 24"/>
                <a:gd name="T13" fmla="*/ 7 h 14"/>
              </a:gdLst>
              <a:ahLst/>
              <a:cxnLst>
                <a:cxn ang="0">
                  <a:pos x="T0" y="T1"/>
                </a:cxn>
                <a:cxn ang="0">
                  <a:pos x="T2" y="T3"/>
                </a:cxn>
                <a:cxn ang="0">
                  <a:pos x="T4" y="T5"/>
                </a:cxn>
                <a:cxn ang="0">
                  <a:pos x="T6" y="T7"/>
                </a:cxn>
                <a:cxn ang="0">
                  <a:pos x="T8" y="T9"/>
                </a:cxn>
                <a:cxn ang="0">
                  <a:pos x="T10" y="T11"/>
                </a:cxn>
                <a:cxn ang="0">
                  <a:pos x="T12" y="T13"/>
                </a:cxn>
              </a:cxnLst>
              <a:rect l="0" t="0" r="r" b="b"/>
              <a:pathLst>
                <a:path w="24" h="14">
                  <a:moveTo>
                    <a:pt x="24" y="7"/>
                  </a:moveTo>
                  <a:cubicBezTo>
                    <a:pt x="24" y="3"/>
                    <a:pt x="21" y="0"/>
                    <a:pt x="17" y="0"/>
                  </a:cubicBezTo>
                  <a:cubicBezTo>
                    <a:pt x="2" y="0"/>
                    <a:pt x="2" y="0"/>
                    <a:pt x="2" y="0"/>
                  </a:cubicBezTo>
                  <a:cubicBezTo>
                    <a:pt x="1" y="2"/>
                    <a:pt x="0" y="5"/>
                    <a:pt x="0" y="7"/>
                  </a:cubicBezTo>
                  <a:cubicBezTo>
                    <a:pt x="0" y="10"/>
                    <a:pt x="1" y="12"/>
                    <a:pt x="2" y="14"/>
                  </a:cubicBezTo>
                  <a:cubicBezTo>
                    <a:pt x="17" y="14"/>
                    <a:pt x="17" y="14"/>
                    <a:pt x="17" y="14"/>
                  </a:cubicBezTo>
                  <a:cubicBezTo>
                    <a:pt x="21" y="14"/>
                    <a:pt x="24" y="11"/>
                    <a:pt x="24" y="7"/>
                  </a:cubicBezTo>
                  <a:close/>
                </a:path>
              </a:pathLst>
            </a:custGeom>
            <a:solidFill>
              <a:srgbClr val="7CCAF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00" tIns="45701" rIns="91400" bIns="45701" numCol="1" anchor="t" anchorCtr="0" compatLnSpc="1">
              <a:prstTxWarp prst="textNoShape">
                <a:avLst/>
              </a:prstTxWarp>
            </a:bodyPr>
            <a:lstStyle/>
            <a:p>
              <a:pPr defTabSz="913990"/>
              <a:endParaRPr lang="en-US">
                <a:solidFill>
                  <a:srgbClr val="000000"/>
                </a:solidFill>
              </a:endParaRPr>
            </a:p>
          </p:txBody>
        </p:sp>
        <p:sp>
          <p:nvSpPr>
            <p:cNvPr id="105" name="Freeform 101"/>
            <p:cNvSpPr>
              <a:spLocks/>
            </p:cNvSpPr>
            <p:nvPr/>
          </p:nvSpPr>
          <p:spPr bwMode="auto">
            <a:xfrm>
              <a:off x="1761" y="1276"/>
              <a:ext cx="16" cy="16"/>
            </a:xfrm>
            <a:custGeom>
              <a:avLst/>
              <a:gdLst>
                <a:gd name="T0" fmla="*/ 13 w 14"/>
                <a:gd name="T1" fmla="*/ 0 h 14"/>
                <a:gd name="T2" fmla="*/ 0 w 14"/>
                <a:gd name="T3" fmla="*/ 0 h 14"/>
                <a:gd name="T4" fmla="*/ 2 w 14"/>
                <a:gd name="T5" fmla="*/ 7 h 14"/>
                <a:gd name="T6" fmla="*/ 0 w 14"/>
                <a:gd name="T7" fmla="*/ 14 h 14"/>
                <a:gd name="T8" fmla="*/ 13 w 14"/>
                <a:gd name="T9" fmla="*/ 14 h 14"/>
                <a:gd name="T10" fmla="*/ 14 w 14"/>
                <a:gd name="T11" fmla="*/ 7 h 14"/>
                <a:gd name="T12" fmla="*/ 13 w 14"/>
                <a:gd name="T13" fmla="*/ 0 h 14"/>
              </a:gdLst>
              <a:ahLst/>
              <a:cxnLst>
                <a:cxn ang="0">
                  <a:pos x="T0" y="T1"/>
                </a:cxn>
                <a:cxn ang="0">
                  <a:pos x="T2" y="T3"/>
                </a:cxn>
                <a:cxn ang="0">
                  <a:pos x="T4" y="T5"/>
                </a:cxn>
                <a:cxn ang="0">
                  <a:pos x="T6" y="T7"/>
                </a:cxn>
                <a:cxn ang="0">
                  <a:pos x="T8" y="T9"/>
                </a:cxn>
                <a:cxn ang="0">
                  <a:pos x="T10" y="T11"/>
                </a:cxn>
                <a:cxn ang="0">
                  <a:pos x="T12" y="T13"/>
                </a:cxn>
              </a:cxnLst>
              <a:rect l="0" t="0" r="r" b="b"/>
              <a:pathLst>
                <a:path w="14" h="14">
                  <a:moveTo>
                    <a:pt x="13" y="0"/>
                  </a:moveTo>
                  <a:cubicBezTo>
                    <a:pt x="0" y="0"/>
                    <a:pt x="0" y="0"/>
                    <a:pt x="0" y="0"/>
                  </a:cubicBezTo>
                  <a:cubicBezTo>
                    <a:pt x="1" y="2"/>
                    <a:pt x="2" y="5"/>
                    <a:pt x="2" y="7"/>
                  </a:cubicBezTo>
                  <a:cubicBezTo>
                    <a:pt x="2" y="10"/>
                    <a:pt x="1" y="12"/>
                    <a:pt x="0" y="14"/>
                  </a:cubicBezTo>
                  <a:cubicBezTo>
                    <a:pt x="13" y="14"/>
                    <a:pt x="13" y="14"/>
                    <a:pt x="13" y="14"/>
                  </a:cubicBezTo>
                  <a:cubicBezTo>
                    <a:pt x="14" y="12"/>
                    <a:pt x="14" y="10"/>
                    <a:pt x="14" y="7"/>
                  </a:cubicBezTo>
                  <a:cubicBezTo>
                    <a:pt x="14" y="5"/>
                    <a:pt x="14" y="2"/>
                    <a:pt x="13" y="0"/>
                  </a:cubicBezTo>
                  <a:close/>
                </a:path>
              </a:pathLst>
            </a:custGeom>
            <a:solidFill>
              <a:srgbClr val="7CCAF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00" tIns="45701" rIns="91400" bIns="45701" numCol="1" anchor="t" anchorCtr="0" compatLnSpc="1">
              <a:prstTxWarp prst="textNoShape">
                <a:avLst/>
              </a:prstTxWarp>
            </a:bodyPr>
            <a:lstStyle/>
            <a:p>
              <a:pPr defTabSz="913990"/>
              <a:endParaRPr lang="en-US">
                <a:solidFill>
                  <a:srgbClr val="000000"/>
                </a:solidFill>
              </a:endParaRPr>
            </a:p>
          </p:txBody>
        </p:sp>
        <p:sp>
          <p:nvSpPr>
            <p:cNvPr id="106" name="Freeform 102"/>
            <p:cNvSpPr>
              <a:spLocks/>
            </p:cNvSpPr>
            <p:nvPr/>
          </p:nvSpPr>
          <p:spPr bwMode="auto">
            <a:xfrm>
              <a:off x="1698" y="1257"/>
              <a:ext cx="76" cy="55"/>
            </a:xfrm>
            <a:custGeom>
              <a:avLst/>
              <a:gdLst>
                <a:gd name="T0" fmla="*/ 45 w 65"/>
                <a:gd name="T1" fmla="*/ 35 h 47"/>
                <a:gd name="T2" fmla="*/ 23 w 65"/>
                <a:gd name="T3" fmla="*/ 35 h 47"/>
                <a:gd name="T4" fmla="*/ 12 w 65"/>
                <a:gd name="T5" fmla="*/ 23 h 47"/>
                <a:gd name="T6" fmla="*/ 23 w 65"/>
                <a:gd name="T7" fmla="*/ 12 h 47"/>
                <a:gd name="T8" fmla="*/ 45 w 65"/>
                <a:gd name="T9" fmla="*/ 12 h 47"/>
                <a:gd name="T10" fmla="*/ 46 w 65"/>
                <a:gd name="T11" fmla="*/ 12 h 47"/>
                <a:gd name="T12" fmla="*/ 65 w 65"/>
                <a:gd name="T13" fmla="*/ 12 h 47"/>
                <a:gd name="T14" fmla="*/ 45 w 65"/>
                <a:gd name="T15" fmla="*/ 0 h 47"/>
                <a:gd name="T16" fmla="*/ 23 w 65"/>
                <a:gd name="T17" fmla="*/ 0 h 47"/>
                <a:gd name="T18" fmla="*/ 0 w 65"/>
                <a:gd name="T19" fmla="*/ 23 h 47"/>
                <a:gd name="T20" fmla="*/ 23 w 65"/>
                <a:gd name="T21" fmla="*/ 47 h 47"/>
                <a:gd name="T22" fmla="*/ 45 w 65"/>
                <a:gd name="T23" fmla="*/ 47 h 47"/>
                <a:gd name="T24" fmla="*/ 65 w 65"/>
                <a:gd name="T25" fmla="*/ 35 h 47"/>
                <a:gd name="T26" fmla="*/ 46 w 65"/>
                <a:gd name="T27" fmla="*/ 35 h 47"/>
                <a:gd name="T28" fmla="*/ 45 w 65"/>
                <a:gd name="T29" fmla="*/ 35 h 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65" h="47">
                  <a:moveTo>
                    <a:pt x="45" y="35"/>
                  </a:moveTo>
                  <a:cubicBezTo>
                    <a:pt x="23" y="35"/>
                    <a:pt x="23" y="35"/>
                    <a:pt x="23" y="35"/>
                  </a:cubicBezTo>
                  <a:cubicBezTo>
                    <a:pt x="17" y="35"/>
                    <a:pt x="12" y="30"/>
                    <a:pt x="12" y="23"/>
                  </a:cubicBezTo>
                  <a:cubicBezTo>
                    <a:pt x="12" y="17"/>
                    <a:pt x="17" y="12"/>
                    <a:pt x="23" y="12"/>
                  </a:cubicBezTo>
                  <a:cubicBezTo>
                    <a:pt x="45" y="12"/>
                    <a:pt x="45" y="12"/>
                    <a:pt x="45" y="12"/>
                  </a:cubicBezTo>
                  <a:cubicBezTo>
                    <a:pt x="45" y="12"/>
                    <a:pt x="46" y="12"/>
                    <a:pt x="46" y="12"/>
                  </a:cubicBezTo>
                  <a:cubicBezTo>
                    <a:pt x="65" y="12"/>
                    <a:pt x="65" y="12"/>
                    <a:pt x="65" y="12"/>
                  </a:cubicBezTo>
                  <a:cubicBezTo>
                    <a:pt x="61" y="5"/>
                    <a:pt x="54" y="0"/>
                    <a:pt x="45" y="0"/>
                  </a:cubicBezTo>
                  <a:cubicBezTo>
                    <a:pt x="23" y="0"/>
                    <a:pt x="23" y="0"/>
                    <a:pt x="23" y="0"/>
                  </a:cubicBezTo>
                  <a:cubicBezTo>
                    <a:pt x="10" y="0"/>
                    <a:pt x="0" y="10"/>
                    <a:pt x="0" y="23"/>
                  </a:cubicBezTo>
                  <a:cubicBezTo>
                    <a:pt x="0" y="36"/>
                    <a:pt x="10" y="47"/>
                    <a:pt x="23" y="47"/>
                  </a:cubicBezTo>
                  <a:cubicBezTo>
                    <a:pt x="45" y="47"/>
                    <a:pt x="45" y="47"/>
                    <a:pt x="45" y="47"/>
                  </a:cubicBezTo>
                  <a:cubicBezTo>
                    <a:pt x="54" y="47"/>
                    <a:pt x="61" y="42"/>
                    <a:pt x="65" y="35"/>
                  </a:cubicBezTo>
                  <a:cubicBezTo>
                    <a:pt x="46" y="35"/>
                    <a:pt x="46" y="35"/>
                    <a:pt x="46" y="35"/>
                  </a:cubicBezTo>
                  <a:cubicBezTo>
                    <a:pt x="46" y="35"/>
                    <a:pt x="45" y="35"/>
                    <a:pt x="45" y="35"/>
                  </a:cubicBezTo>
                  <a:close/>
                </a:path>
              </a:pathLst>
            </a:custGeom>
            <a:solidFill>
              <a:srgbClr val="7CCAF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00" tIns="45701" rIns="91400" bIns="45701" numCol="1" anchor="t" anchorCtr="0" compatLnSpc="1">
              <a:prstTxWarp prst="textNoShape">
                <a:avLst/>
              </a:prstTxWarp>
            </a:bodyPr>
            <a:lstStyle/>
            <a:p>
              <a:pPr defTabSz="913990"/>
              <a:endParaRPr lang="en-US">
                <a:solidFill>
                  <a:srgbClr val="000000"/>
                </a:solidFill>
              </a:endParaRPr>
            </a:p>
          </p:txBody>
        </p:sp>
        <p:sp>
          <p:nvSpPr>
            <p:cNvPr id="107" name="Freeform 103"/>
            <p:cNvSpPr>
              <a:spLocks/>
            </p:cNvSpPr>
            <p:nvPr/>
          </p:nvSpPr>
          <p:spPr bwMode="auto">
            <a:xfrm>
              <a:off x="1783" y="1276"/>
              <a:ext cx="17" cy="16"/>
            </a:xfrm>
            <a:custGeom>
              <a:avLst/>
              <a:gdLst>
                <a:gd name="T0" fmla="*/ 14 w 14"/>
                <a:gd name="T1" fmla="*/ 0 h 14"/>
                <a:gd name="T2" fmla="*/ 1 w 14"/>
                <a:gd name="T3" fmla="*/ 0 h 14"/>
                <a:gd name="T4" fmla="*/ 0 w 14"/>
                <a:gd name="T5" fmla="*/ 7 h 14"/>
                <a:gd name="T6" fmla="*/ 1 w 14"/>
                <a:gd name="T7" fmla="*/ 14 h 14"/>
                <a:gd name="T8" fmla="*/ 14 w 14"/>
                <a:gd name="T9" fmla="*/ 14 h 14"/>
                <a:gd name="T10" fmla="*/ 12 w 14"/>
                <a:gd name="T11" fmla="*/ 7 h 14"/>
                <a:gd name="T12" fmla="*/ 14 w 14"/>
                <a:gd name="T13" fmla="*/ 0 h 14"/>
              </a:gdLst>
              <a:ahLst/>
              <a:cxnLst>
                <a:cxn ang="0">
                  <a:pos x="T0" y="T1"/>
                </a:cxn>
                <a:cxn ang="0">
                  <a:pos x="T2" y="T3"/>
                </a:cxn>
                <a:cxn ang="0">
                  <a:pos x="T4" y="T5"/>
                </a:cxn>
                <a:cxn ang="0">
                  <a:pos x="T6" y="T7"/>
                </a:cxn>
                <a:cxn ang="0">
                  <a:pos x="T8" y="T9"/>
                </a:cxn>
                <a:cxn ang="0">
                  <a:pos x="T10" y="T11"/>
                </a:cxn>
                <a:cxn ang="0">
                  <a:pos x="T12" y="T13"/>
                </a:cxn>
              </a:cxnLst>
              <a:rect l="0" t="0" r="r" b="b"/>
              <a:pathLst>
                <a:path w="14" h="14">
                  <a:moveTo>
                    <a:pt x="14" y="0"/>
                  </a:moveTo>
                  <a:cubicBezTo>
                    <a:pt x="1" y="0"/>
                    <a:pt x="1" y="0"/>
                    <a:pt x="1" y="0"/>
                  </a:cubicBezTo>
                  <a:cubicBezTo>
                    <a:pt x="0" y="2"/>
                    <a:pt x="0" y="5"/>
                    <a:pt x="0" y="7"/>
                  </a:cubicBezTo>
                  <a:cubicBezTo>
                    <a:pt x="0" y="10"/>
                    <a:pt x="0" y="12"/>
                    <a:pt x="1" y="14"/>
                  </a:cubicBezTo>
                  <a:cubicBezTo>
                    <a:pt x="14" y="14"/>
                    <a:pt x="14" y="14"/>
                    <a:pt x="14" y="14"/>
                  </a:cubicBezTo>
                  <a:cubicBezTo>
                    <a:pt x="13" y="12"/>
                    <a:pt x="12" y="10"/>
                    <a:pt x="12" y="7"/>
                  </a:cubicBezTo>
                  <a:cubicBezTo>
                    <a:pt x="12" y="5"/>
                    <a:pt x="13" y="2"/>
                    <a:pt x="14" y="0"/>
                  </a:cubicBezTo>
                  <a:close/>
                </a:path>
              </a:pathLst>
            </a:custGeom>
            <a:solidFill>
              <a:srgbClr val="7CCAF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00" tIns="45701" rIns="91400" bIns="45701" numCol="1" anchor="t" anchorCtr="0" compatLnSpc="1">
              <a:prstTxWarp prst="textNoShape">
                <a:avLst/>
              </a:prstTxWarp>
            </a:bodyPr>
            <a:lstStyle/>
            <a:p>
              <a:pPr defTabSz="913990"/>
              <a:endParaRPr lang="en-US">
                <a:solidFill>
                  <a:srgbClr val="000000"/>
                </a:solidFill>
              </a:endParaRPr>
            </a:p>
          </p:txBody>
        </p:sp>
        <p:sp>
          <p:nvSpPr>
            <p:cNvPr id="108" name="Freeform 104"/>
            <p:cNvSpPr>
              <a:spLocks/>
            </p:cNvSpPr>
            <p:nvPr/>
          </p:nvSpPr>
          <p:spPr bwMode="auto">
            <a:xfrm>
              <a:off x="1787" y="1257"/>
              <a:ext cx="77" cy="55"/>
            </a:xfrm>
            <a:custGeom>
              <a:avLst/>
              <a:gdLst>
                <a:gd name="T0" fmla="*/ 42 w 66"/>
                <a:gd name="T1" fmla="*/ 0 h 47"/>
                <a:gd name="T2" fmla="*/ 20 w 66"/>
                <a:gd name="T3" fmla="*/ 0 h 47"/>
                <a:gd name="T4" fmla="*/ 0 w 66"/>
                <a:gd name="T5" fmla="*/ 12 h 47"/>
                <a:gd name="T6" fmla="*/ 19 w 66"/>
                <a:gd name="T7" fmla="*/ 12 h 47"/>
                <a:gd name="T8" fmla="*/ 20 w 66"/>
                <a:gd name="T9" fmla="*/ 12 h 47"/>
                <a:gd name="T10" fmla="*/ 42 w 66"/>
                <a:gd name="T11" fmla="*/ 12 h 47"/>
                <a:gd name="T12" fmla="*/ 54 w 66"/>
                <a:gd name="T13" fmla="*/ 23 h 47"/>
                <a:gd name="T14" fmla="*/ 42 w 66"/>
                <a:gd name="T15" fmla="*/ 35 h 47"/>
                <a:gd name="T16" fmla="*/ 20 w 66"/>
                <a:gd name="T17" fmla="*/ 35 h 47"/>
                <a:gd name="T18" fmla="*/ 19 w 66"/>
                <a:gd name="T19" fmla="*/ 35 h 47"/>
                <a:gd name="T20" fmla="*/ 0 w 66"/>
                <a:gd name="T21" fmla="*/ 35 h 47"/>
                <a:gd name="T22" fmla="*/ 20 w 66"/>
                <a:gd name="T23" fmla="*/ 47 h 47"/>
                <a:gd name="T24" fmla="*/ 42 w 66"/>
                <a:gd name="T25" fmla="*/ 47 h 47"/>
                <a:gd name="T26" fmla="*/ 66 w 66"/>
                <a:gd name="T27" fmla="*/ 23 h 47"/>
                <a:gd name="T28" fmla="*/ 42 w 66"/>
                <a:gd name="T29" fmla="*/ 0 h 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66" h="47">
                  <a:moveTo>
                    <a:pt x="42" y="0"/>
                  </a:moveTo>
                  <a:cubicBezTo>
                    <a:pt x="20" y="0"/>
                    <a:pt x="20" y="0"/>
                    <a:pt x="20" y="0"/>
                  </a:cubicBezTo>
                  <a:cubicBezTo>
                    <a:pt x="11" y="0"/>
                    <a:pt x="4" y="5"/>
                    <a:pt x="0" y="12"/>
                  </a:cubicBezTo>
                  <a:cubicBezTo>
                    <a:pt x="19" y="12"/>
                    <a:pt x="19" y="12"/>
                    <a:pt x="19" y="12"/>
                  </a:cubicBezTo>
                  <a:cubicBezTo>
                    <a:pt x="19" y="12"/>
                    <a:pt x="20" y="12"/>
                    <a:pt x="20" y="12"/>
                  </a:cubicBezTo>
                  <a:cubicBezTo>
                    <a:pt x="42" y="12"/>
                    <a:pt x="42" y="12"/>
                    <a:pt x="42" y="12"/>
                  </a:cubicBezTo>
                  <a:cubicBezTo>
                    <a:pt x="48" y="12"/>
                    <a:pt x="54" y="17"/>
                    <a:pt x="54" y="23"/>
                  </a:cubicBezTo>
                  <a:cubicBezTo>
                    <a:pt x="54" y="30"/>
                    <a:pt x="48" y="35"/>
                    <a:pt x="42" y="35"/>
                  </a:cubicBezTo>
                  <a:cubicBezTo>
                    <a:pt x="20" y="35"/>
                    <a:pt x="20" y="35"/>
                    <a:pt x="20" y="35"/>
                  </a:cubicBezTo>
                  <a:cubicBezTo>
                    <a:pt x="20" y="35"/>
                    <a:pt x="19" y="35"/>
                    <a:pt x="19" y="35"/>
                  </a:cubicBezTo>
                  <a:cubicBezTo>
                    <a:pt x="0" y="35"/>
                    <a:pt x="0" y="35"/>
                    <a:pt x="0" y="35"/>
                  </a:cubicBezTo>
                  <a:cubicBezTo>
                    <a:pt x="4" y="42"/>
                    <a:pt x="11" y="47"/>
                    <a:pt x="20" y="47"/>
                  </a:cubicBezTo>
                  <a:cubicBezTo>
                    <a:pt x="42" y="47"/>
                    <a:pt x="42" y="47"/>
                    <a:pt x="42" y="47"/>
                  </a:cubicBezTo>
                  <a:cubicBezTo>
                    <a:pt x="55" y="47"/>
                    <a:pt x="66" y="36"/>
                    <a:pt x="66" y="23"/>
                  </a:cubicBezTo>
                  <a:cubicBezTo>
                    <a:pt x="66" y="10"/>
                    <a:pt x="55" y="0"/>
                    <a:pt x="42" y="0"/>
                  </a:cubicBezTo>
                  <a:close/>
                </a:path>
              </a:pathLst>
            </a:custGeom>
            <a:solidFill>
              <a:srgbClr val="7CCAF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00" tIns="45701" rIns="91400" bIns="45701" numCol="1" anchor="t" anchorCtr="0" compatLnSpc="1">
              <a:prstTxWarp prst="textNoShape">
                <a:avLst/>
              </a:prstTxWarp>
            </a:bodyPr>
            <a:lstStyle/>
            <a:p>
              <a:pPr defTabSz="913990"/>
              <a:endParaRPr lang="en-US">
                <a:solidFill>
                  <a:srgbClr val="000000"/>
                </a:solidFill>
              </a:endParaRPr>
            </a:p>
          </p:txBody>
        </p:sp>
        <p:sp>
          <p:nvSpPr>
            <p:cNvPr id="109" name="Freeform 105"/>
            <p:cNvSpPr>
              <a:spLocks noEditPoints="1"/>
            </p:cNvSpPr>
            <p:nvPr/>
          </p:nvSpPr>
          <p:spPr bwMode="auto">
            <a:xfrm>
              <a:off x="1668" y="1172"/>
              <a:ext cx="225" cy="225"/>
            </a:xfrm>
            <a:custGeom>
              <a:avLst/>
              <a:gdLst>
                <a:gd name="T0" fmla="*/ 96 w 192"/>
                <a:gd name="T1" fmla="*/ 12 h 192"/>
                <a:gd name="T2" fmla="*/ 180 w 192"/>
                <a:gd name="T3" fmla="*/ 96 h 192"/>
                <a:gd name="T4" fmla="*/ 96 w 192"/>
                <a:gd name="T5" fmla="*/ 180 h 192"/>
                <a:gd name="T6" fmla="*/ 12 w 192"/>
                <a:gd name="T7" fmla="*/ 96 h 192"/>
                <a:gd name="T8" fmla="*/ 96 w 192"/>
                <a:gd name="T9" fmla="*/ 12 h 192"/>
                <a:gd name="T10" fmla="*/ 96 w 192"/>
                <a:gd name="T11" fmla="*/ 0 h 192"/>
                <a:gd name="T12" fmla="*/ 0 w 192"/>
                <a:gd name="T13" fmla="*/ 96 h 192"/>
                <a:gd name="T14" fmla="*/ 96 w 192"/>
                <a:gd name="T15" fmla="*/ 192 h 192"/>
                <a:gd name="T16" fmla="*/ 192 w 192"/>
                <a:gd name="T17" fmla="*/ 96 h 192"/>
                <a:gd name="T18" fmla="*/ 96 w 192"/>
                <a:gd name="T19" fmla="*/ 0 h 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2" h="192">
                  <a:moveTo>
                    <a:pt x="96" y="12"/>
                  </a:moveTo>
                  <a:cubicBezTo>
                    <a:pt x="142" y="12"/>
                    <a:pt x="180" y="50"/>
                    <a:pt x="180" y="96"/>
                  </a:cubicBezTo>
                  <a:cubicBezTo>
                    <a:pt x="180" y="143"/>
                    <a:pt x="142" y="180"/>
                    <a:pt x="96" y="180"/>
                  </a:cubicBezTo>
                  <a:cubicBezTo>
                    <a:pt x="49" y="180"/>
                    <a:pt x="12" y="143"/>
                    <a:pt x="12" y="96"/>
                  </a:cubicBezTo>
                  <a:cubicBezTo>
                    <a:pt x="12" y="50"/>
                    <a:pt x="49" y="12"/>
                    <a:pt x="96" y="12"/>
                  </a:cubicBezTo>
                  <a:moveTo>
                    <a:pt x="96" y="0"/>
                  </a:moveTo>
                  <a:cubicBezTo>
                    <a:pt x="43" y="0"/>
                    <a:pt x="0" y="43"/>
                    <a:pt x="0" y="96"/>
                  </a:cubicBezTo>
                  <a:cubicBezTo>
                    <a:pt x="0" y="149"/>
                    <a:pt x="43" y="192"/>
                    <a:pt x="96" y="192"/>
                  </a:cubicBezTo>
                  <a:cubicBezTo>
                    <a:pt x="149" y="192"/>
                    <a:pt x="192" y="149"/>
                    <a:pt x="192" y="96"/>
                  </a:cubicBezTo>
                  <a:cubicBezTo>
                    <a:pt x="192" y="43"/>
                    <a:pt x="149" y="0"/>
                    <a:pt x="96" y="0"/>
                  </a:cubicBezTo>
                  <a:close/>
                </a:path>
              </a:pathLst>
            </a:custGeom>
            <a:solidFill>
              <a:srgbClr val="7CCAF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00" tIns="45701" rIns="91400" bIns="45701" numCol="1" anchor="t" anchorCtr="0" compatLnSpc="1">
              <a:prstTxWarp prst="textNoShape">
                <a:avLst/>
              </a:prstTxWarp>
            </a:bodyPr>
            <a:lstStyle/>
            <a:p>
              <a:pPr defTabSz="913990"/>
              <a:endParaRPr lang="en-US">
                <a:solidFill>
                  <a:srgbClr val="000000"/>
                </a:solidFill>
              </a:endParaRPr>
            </a:p>
          </p:txBody>
        </p:sp>
      </p:grpSp>
    </p:spTree>
    <p:extLst>
      <p:ext uri="{BB962C8B-B14F-4D97-AF65-F5344CB8AC3E}">
        <p14:creationId xmlns:p14="http://schemas.microsoft.com/office/powerpoint/2010/main" val="271257063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21" name="Group 120"/>
          <p:cNvGrpSpPr/>
          <p:nvPr/>
        </p:nvGrpSpPr>
        <p:grpSpPr>
          <a:xfrm>
            <a:off x="449387" y="4805007"/>
            <a:ext cx="2175220" cy="1581769"/>
            <a:chOff x="457580" y="4901059"/>
            <a:chExt cx="2219153" cy="1613716"/>
          </a:xfrm>
        </p:grpSpPr>
        <p:grpSp>
          <p:nvGrpSpPr>
            <p:cNvPr id="468" name="Group 467"/>
            <p:cNvGrpSpPr/>
            <p:nvPr/>
          </p:nvGrpSpPr>
          <p:grpSpPr>
            <a:xfrm>
              <a:off x="457580" y="4901059"/>
              <a:ext cx="2219153" cy="1613716"/>
              <a:chOff x="661504" y="-474054"/>
              <a:chExt cx="2735061" cy="2136377"/>
            </a:xfrm>
            <a:solidFill>
              <a:schemeClr val="bg2">
                <a:alpha val="60000"/>
              </a:schemeClr>
            </a:solidFill>
          </p:grpSpPr>
          <p:sp>
            <p:nvSpPr>
              <p:cNvPr id="466" name="Flowchart: Stored Data 465"/>
              <p:cNvSpPr/>
              <p:nvPr/>
            </p:nvSpPr>
            <p:spPr bwMode="auto">
              <a:xfrm rot="16200000">
                <a:off x="1148505" y="-583839"/>
                <a:ext cx="1759162" cy="2733161"/>
              </a:xfrm>
              <a:prstGeom prst="flowChartOnlineStorage">
                <a:avLst/>
              </a:prstGeom>
              <a:grp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59" tIns="143407" rIns="179259" bIns="143407" numCol="1" spcCol="0" rtlCol="0" fromWordArt="0" anchor="t" anchorCtr="0" forceAA="0" compatLnSpc="1">
                <a:prstTxWarp prst="textNoShape">
                  <a:avLst/>
                </a:prstTxWarp>
                <a:noAutofit/>
              </a:bodyPr>
              <a:lstStyle/>
              <a:p>
                <a:pPr algn="ctr" defTabSz="914043" eaLnBrk="0" fontAlgn="base" hangingPunct="0">
                  <a:lnSpc>
                    <a:spcPct val="90000"/>
                  </a:lnSpc>
                  <a:spcBef>
                    <a:spcPct val="0"/>
                  </a:spcBef>
                  <a:spcAft>
                    <a:spcPct val="0"/>
                  </a:spcAft>
                  <a:defRPr/>
                </a:pPr>
                <a:endParaRPr lang="en-US" sz="2353" dirty="0" err="1">
                  <a:gradFill>
                    <a:gsLst>
                      <a:gs pos="0">
                        <a:srgbClr val="FFFFFF"/>
                      </a:gs>
                      <a:gs pos="100000">
                        <a:srgbClr val="FFFFFF"/>
                      </a:gs>
                    </a:gsLst>
                    <a:lin ang="5400000" scaled="0"/>
                  </a:gradFill>
                  <a:ea typeface="Segoe UI" pitchFamily="34" charset="0"/>
                  <a:cs typeface="Segoe UI" pitchFamily="34" charset="0"/>
                </a:endParaRPr>
              </a:p>
            </p:txBody>
          </p:sp>
          <p:sp>
            <p:nvSpPr>
              <p:cNvPr id="467" name="Oval 466"/>
              <p:cNvSpPr/>
              <p:nvPr/>
            </p:nvSpPr>
            <p:spPr bwMode="auto">
              <a:xfrm>
                <a:off x="661504" y="-474054"/>
                <a:ext cx="2735061" cy="616598"/>
              </a:xfrm>
              <a:prstGeom prst="ellipse">
                <a:avLst/>
              </a:prstGeom>
              <a:grp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59" tIns="143407" rIns="179259" bIns="143407" numCol="1" spcCol="0" rtlCol="0" fromWordArt="0" anchor="t" anchorCtr="0" forceAA="0" compatLnSpc="1">
                <a:prstTxWarp prst="textNoShape">
                  <a:avLst/>
                </a:prstTxWarp>
                <a:noAutofit/>
              </a:bodyPr>
              <a:lstStyle/>
              <a:p>
                <a:pPr algn="ctr" defTabSz="914043" eaLnBrk="0" fontAlgn="base" hangingPunct="0">
                  <a:lnSpc>
                    <a:spcPct val="90000"/>
                  </a:lnSpc>
                  <a:spcBef>
                    <a:spcPct val="0"/>
                  </a:spcBef>
                  <a:spcAft>
                    <a:spcPct val="0"/>
                  </a:spcAft>
                  <a:defRPr/>
                </a:pPr>
                <a:endParaRPr lang="en-US" sz="2353" dirty="0" err="1">
                  <a:gradFill>
                    <a:gsLst>
                      <a:gs pos="0">
                        <a:srgbClr val="FFFFFF"/>
                      </a:gs>
                      <a:gs pos="100000">
                        <a:srgbClr val="FFFFFF"/>
                      </a:gs>
                    </a:gsLst>
                    <a:lin ang="5400000" scaled="0"/>
                  </a:gradFill>
                  <a:ea typeface="Segoe UI" pitchFamily="34" charset="0"/>
                  <a:cs typeface="Segoe UI" pitchFamily="34" charset="0"/>
                </a:endParaRPr>
              </a:p>
            </p:txBody>
          </p:sp>
        </p:grpSp>
        <p:grpSp>
          <p:nvGrpSpPr>
            <p:cNvPr id="465" name="Group 464"/>
            <p:cNvGrpSpPr/>
            <p:nvPr/>
          </p:nvGrpSpPr>
          <p:grpSpPr>
            <a:xfrm>
              <a:off x="1194359" y="4963076"/>
              <a:ext cx="591775" cy="805580"/>
              <a:chOff x="3598863" y="-100013"/>
              <a:chExt cx="5241925" cy="7135814"/>
            </a:xfrm>
          </p:grpSpPr>
          <p:grpSp>
            <p:nvGrpSpPr>
              <p:cNvPr id="463" name="Group 462"/>
              <p:cNvGrpSpPr/>
              <p:nvPr/>
            </p:nvGrpSpPr>
            <p:grpSpPr>
              <a:xfrm>
                <a:off x="3598863" y="4624388"/>
                <a:ext cx="5241925" cy="1708150"/>
                <a:chOff x="3598863" y="4624388"/>
                <a:chExt cx="5241925" cy="1708150"/>
              </a:xfrm>
            </p:grpSpPr>
            <p:sp>
              <p:nvSpPr>
                <p:cNvPr id="20" name="Freeform 9"/>
                <p:cNvSpPr>
                  <a:spLocks noEditPoints="1"/>
                </p:cNvSpPr>
                <p:nvPr/>
              </p:nvSpPr>
              <p:spPr bwMode="auto">
                <a:xfrm>
                  <a:off x="3598863" y="4910138"/>
                  <a:ext cx="830263" cy="1422400"/>
                </a:xfrm>
                <a:custGeom>
                  <a:avLst/>
                  <a:gdLst>
                    <a:gd name="T0" fmla="*/ 66 w 221"/>
                    <a:gd name="T1" fmla="*/ 267 h 379"/>
                    <a:gd name="T2" fmla="*/ 66 w 221"/>
                    <a:gd name="T3" fmla="*/ 369 h 379"/>
                    <a:gd name="T4" fmla="*/ 0 w 221"/>
                    <a:gd name="T5" fmla="*/ 379 h 379"/>
                    <a:gd name="T6" fmla="*/ 0 w 221"/>
                    <a:gd name="T7" fmla="*/ 9 h 379"/>
                    <a:gd name="T8" fmla="*/ 57 w 221"/>
                    <a:gd name="T9" fmla="*/ 20 h 379"/>
                    <a:gd name="T10" fmla="*/ 139 w 221"/>
                    <a:gd name="T11" fmla="*/ 3 h 379"/>
                    <a:gd name="T12" fmla="*/ 216 w 221"/>
                    <a:gd name="T13" fmla="*/ 66 h 379"/>
                    <a:gd name="T14" fmla="*/ 216 w 221"/>
                    <a:gd name="T15" fmla="*/ 205 h 379"/>
                    <a:gd name="T16" fmla="*/ 142 w 221"/>
                    <a:gd name="T17" fmla="*/ 270 h 379"/>
                    <a:gd name="T18" fmla="*/ 66 w 221"/>
                    <a:gd name="T19" fmla="*/ 267 h 379"/>
                    <a:gd name="T20" fmla="*/ 66 w 221"/>
                    <a:gd name="T21" fmla="*/ 142 h 379"/>
                    <a:gd name="T22" fmla="*/ 66 w 221"/>
                    <a:gd name="T23" fmla="*/ 160 h 379"/>
                    <a:gd name="T24" fmla="*/ 123 w 221"/>
                    <a:gd name="T25" fmla="*/ 214 h 379"/>
                    <a:gd name="T26" fmla="*/ 152 w 221"/>
                    <a:gd name="T27" fmla="*/ 186 h 379"/>
                    <a:gd name="T28" fmla="*/ 152 w 221"/>
                    <a:gd name="T29" fmla="*/ 85 h 379"/>
                    <a:gd name="T30" fmla="*/ 137 w 221"/>
                    <a:gd name="T31" fmla="*/ 62 h 379"/>
                    <a:gd name="T32" fmla="*/ 77 w 221"/>
                    <a:gd name="T33" fmla="*/ 72 h 379"/>
                    <a:gd name="T34" fmla="*/ 66 w 221"/>
                    <a:gd name="T35" fmla="*/ 104 h 379"/>
                    <a:gd name="T36" fmla="*/ 66 w 221"/>
                    <a:gd name="T37" fmla="*/ 142 h 3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21" h="379">
                      <a:moveTo>
                        <a:pt x="66" y="267"/>
                      </a:moveTo>
                      <a:cubicBezTo>
                        <a:pt x="66" y="301"/>
                        <a:pt x="66" y="335"/>
                        <a:pt x="66" y="369"/>
                      </a:cubicBezTo>
                      <a:cubicBezTo>
                        <a:pt x="44" y="373"/>
                        <a:pt x="23" y="376"/>
                        <a:pt x="0" y="379"/>
                      </a:cubicBezTo>
                      <a:cubicBezTo>
                        <a:pt x="0" y="254"/>
                        <a:pt x="0" y="132"/>
                        <a:pt x="0" y="9"/>
                      </a:cubicBezTo>
                      <a:cubicBezTo>
                        <a:pt x="37" y="1"/>
                        <a:pt x="50" y="4"/>
                        <a:pt x="57" y="20"/>
                      </a:cubicBezTo>
                      <a:cubicBezTo>
                        <a:pt x="85" y="14"/>
                        <a:pt x="112" y="4"/>
                        <a:pt x="139" y="3"/>
                      </a:cubicBezTo>
                      <a:cubicBezTo>
                        <a:pt x="184" y="0"/>
                        <a:pt x="212" y="22"/>
                        <a:pt x="216" y="66"/>
                      </a:cubicBezTo>
                      <a:cubicBezTo>
                        <a:pt x="221" y="112"/>
                        <a:pt x="221" y="159"/>
                        <a:pt x="216" y="205"/>
                      </a:cubicBezTo>
                      <a:cubicBezTo>
                        <a:pt x="212" y="248"/>
                        <a:pt x="185" y="269"/>
                        <a:pt x="142" y="270"/>
                      </a:cubicBezTo>
                      <a:cubicBezTo>
                        <a:pt x="117" y="271"/>
                        <a:pt x="93" y="268"/>
                        <a:pt x="66" y="267"/>
                      </a:cubicBezTo>
                      <a:close/>
                      <a:moveTo>
                        <a:pt x="66" y="142"/>
                      </a:moveTo>
                      <a:cubicBezTo>
                        <a:pt x="66" y="148"/>
                        <a:pt x="66" y="154"/>
                        <a:pt x="66" y="160"/>
                      </a:cubicBezTo>
                      <a:cubicBezTo>
                        <a:pt x="66" y="214"/>
                        <a:pt x="68" y="216"/>
                        <a:pt x="123" y="214"/>
                      </a:cubicBezTo>
                      <a:cubicBezTo>
                        <a:pt x="142" y="214"/>
                        <a:pt x="152" y="205"/>
                        <a:pt x="152" y="186"/>
                      </a:cubicBezTo>
                      <a:cubicBezTo>
                        <a:pt x="152" y="153"/>
                        <a:pt x="153" y="119"/>
                        <a:pt x="152" y="85"/>
                      </a:cubicBezTo>
                      <a:cubicBezTo>
                        <a:pt x="151" y="77"/>
                        <a:pt x="144" y="65"/>
                        <a:pt x="137" y="62"/>
                      </a:cubicBezTo>
                      <a:cubicBezTo>
                        <a:pt x="116" y="51"/>
                        <a:pt x="97" y="62"/>
                        <a:pt x="77" y="72"/>
                      </a:cubicBezTo>
                      <a:cubicBezTo>
                        <a:pt x="62" y="79"/>
                        <a:pt x="66" y="92"/>
                        <a:pt x="66" y="104"/>
                      </a:cubicBezTo>
                      <a:cubicBezTo>
                        <a:pt x="65" y="117"/>
                        <a:pt x="66" y="130"/>
                        <a:pt x="66" y="142"/>
                      </a:cubicBezTo>
                      <a:close/>
                    </a:path>
                  </a:pathLst>
                </a:custGeom>
                <a:solidFill>
                  <a:srgbClr val="2F296F"/>
                </a:solidFill>
                <a:ln>
                  <a:noFill/>
                </a:ln>
              </p:spPr>
              <p:txBody>
                <a:bodyPr vert="horz" wrap="square" lIns="89630" tIns="44815" rIns="89630" bIns="44815" numCol="1" anchor="t" anchorCtr="0" compatLnSpc="1">
                  <a:prstTxWarp prst="textNoShape">
                    <a:avLst/>
                  </a:prstTxWarp>
                </a:bodyPr>
                <a:lstStyle/>
                <a:p>
                  <a:pPr defTabSz="1218996" eaLnBrk="0" fontAlgn="base" hangingPunct="0">
                    <a:spcBef>
                      <a:spcPct val="0"/>
                    </a:spcBef>
                    <a:spcAft>
                      <a:spcPct val="0"/>
                    </a:spcAft>
                    <a:defRPr/>
                  </a:pPr>
                  <a:endParaRPr lang="en-US" sz="2400">
                    <a:solidFill>
                      <a:prstClr val="black"/>
                    </a:solidFill>
                    <a:latin typeface="Arial" pitchFamily="34" charset="0"/>
                  </a:endParaRPr>
                </a:p>
              </p:txBody>
            </p:sp>
            <p:sp>
              <p:nvSpPr>
                <p:cNvPr id="21" name="Freeform 10"/>
                <p:cNvSpPr>
                  <a:spLocks noEditPoints="1"/>
                </p:cNvSpPr>
                <p:nvPr/>
              </p:nvSpPr>
              <p:spPr bwMode="auto">
                <a:xfrm>
                  <a:off x="5481638" y="4856163"/>
                  <a:ext cx="822325" cy="1439863"/>
                </a:xfrm>
                <a:custGeom>
                  <a:avLst/>
                  <a:gdLst>
                    <a:gd name="T0" fmla="*/ 65 w 219"/>
                    <a:gd name="T1" fmla="*/ 271 h 383"/>
                    <a:gd name="T2" fmla="*/ 65 w 219"/>
                    <a:gd name="T3" fmla="*/ 374 h 383"/>
                    <a:gd name="T4" fmla="*/ 0 w 219"/>
                    <a:gd name="T5" fmla="*/ 383 h 383"/>
                    <a:gd name="T6" fmla="*/ 0 w 219"/>
                    <a:gd name="T7" fmla="*/ 13 h 383"/>
                    <a:gd name="T8" fmla="*/ 51 w 219"/>
                    <a:gd name="T9" fmla="*/ 13 h 383"/>
                    <a:gd name="T10" fmla="*/ 56 w 219"/>
                    <a:gd name="T11" fmla="*/ 26 h 383"/>
                    <a:gd name="T12" fmla="*/ 129 w 219"/>
                    <a:gd name="T13" fmla="*/ 8 h 383"/>
                    <a:gd name="T14" fmla="*/ 218 w 219"/>
                    <a:gd name="T15" fmla="*/ 84 h 383"/>
                    <a:gd name="T16" fmla="*/ 218 w 219"/>
                    <a:gd name="T17" fmla="*/ 200 h 383"/>
                    <a:gd name="T18" fmla="*/ 140 w 219"/>
                    <a:gd name="T19" fmla="*/ 275 h 383"/>
                    <a:gd name="T20" fmla="*/ 65 w 219"/>
                    <a:gd name="T21" fmla="*/ 271 h 383"/>
                    <a:gd name="T22" fmla="*/ 66 w 219"/>
                    <a:gd name="T23" fmla="*/ 147 h 383"/>
                    <a:gd name="T24" fmla="*/ 66 w 219"/>
                    <a:gd name="T25" fmla="*/ 167 h 383"/>
                    <a:gd name="T26" fmla="*/ 118 w 219"/>
                    <a:gd name="T27" fmla="*/ 219 h 383"/>
                    <a:gd name="T28" fmla="*/ 153 w 219"/>
                    <a:gd name="T29" fmla="*/ 185 h 383"/>
                    <a:gd name="T30" fmla="*/ 153 w 219"/>
                    <a:gd name="T31" fmla="*/ 96 h 383"/>
                    <a:gd name="T32" fmla="*/ 141 w 219"/>
                    <a:gd name="T33" fmla="*/ 68 h 383"/>
                    <a:gd name="T34" fmla="*/ 82 w 219"/>
                    <a:gd name="T35" fmla="*/ 73 h 383"/>
                    <a:gd name="T36" fmla="*/ 65 w 219"/>
                    <a:gd name="T37" fmla="*/ 107 h 383"/>
                    <a:gd name="T38" fmla="*/ 66 w 219"/>
                    <a:gd name="T39" fmla="*/ 147 h 3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19" h="383">
                      <a:moveTo>
                        <a:pt x="65" y="271"/>
                      </a:moveTo>
                      <a:cubicBezTo>
                        <a:pt x="65" y="305"/>
                        <a:pt x="65" y="339"/>
                        <a:pt x="65" y="374"/>
                      </a:cubicBezTo>
                      <a:cubicBezTo>
                        <a:pt x="43" y="377"/>
                        <a:pt x="23" y="380"/>
                        <a:pt x="0" y="383"/>
                      </a:cubicBezTo>
                      <a:cubicBezTo>
                        <a:pt x="0" y="260"/>
                        <a:pt x="0" y="137"/>
                        <a:pt x="0" y="13"/>
                      </a:cubicBezTo>
                      <a:cubicBezTo>
                        <a:pt x="17" y="13"/>
                        <a:pt x="34" y="13"/>
                        <a:pt x="51" y="13"/>
                      </a:cubicBezTo>
                      <a:cubicBezTo>
                        <a:pt x="53" y="18"/>
                        <a:pt x="55" y="23"/>
                        <a:pt x="56" y="26"/>
                      </a:cubicBezTo>
                      <a:cubicBezTo>
                        <a:pt x="81" y="20"/>
                        <a:pt x="105" y="11"/>
                        <a:pt x="129" y="8"/>
                      </a:cubicBezTo>
                      <a:cubicBezTo>
                        <a:pt x="182" y="0"/>
                        <a:pt x="216" y="30"/>
                        <a:pt x="218" y="84"/>
                      </a:cubicBezTo>
                      <a:cubicBezTo>
                        <a:pt x="219" y="122"/>
                        <a:pt x="219" y="161"/>
                        <a:pt x="218" y="200"/>
                      </a:cubicBezTo>
                      <a:cubicBezTo>
                        <a:pt x="216" y="246"/>
                        <a:pt x="186" y="275"/>
                        <a:pt x="140" y="275"/>
                      </a:cubicBezTo>
                      <a:cubicBezTo>
                        <a:pt x="116" y="275"/>
                        <a:pt x="92" y="272"/>
                        <a:pt x="65" y="271"/>
                      </a:cubicBezTo>
                      <a:close/>
                      <a:moveTo>
                        <a:pt x="66" y="147"/>
                      </a:moveTo>
                      <a:cubicBezTo>
                        <a:pt x="66" y="154"/>
                        <a:pt x="66" y="161"/>
                        <a:pt x="66" y="167"/>
                      </a:cubicBezTo>
                      <a:cubicBezTo>
                        <a:pt x="66" y="219"/>
                        <a:pt x="67" y="220"/>
                        <a:pt x="118" y="219"/>
                      </a:cubicBezTo>
                      <a:cubicBezTo>
                        <a:pt x="143" y="219"/>
                        <a:pt x="152" y="210"/>
                        <a:pt x="153" y="185"/>
                      </a:cubicBezTo>
                      <a:cubicBezTo>
                        <a:pt x="154" y="156"/>
                        <a:pt x="154" y="125"/>
                        <a:pt x="153" y="96"/>
                      </a:cubicBezTo>
                      <a:cubicBezTo>
                        <a:pt x="152" y="86"/>
                        <a:pt x="148" y="72"/>
                        <a:pt x="141" y="68"/>
                      </a:cubicBezTo>
                      <a:cubicBezTo>
                        <a:pt x="121" y="56"/>
                        <a:pt x="101" y="65"/>
                        <a:pt x="82" y="73"/>
                      </a:cubicBezTo>
                      <a:cubicBezTo>
                        <a:pt x="66" y="80"/>
                        <a:pt x="65" y="93"/>
                        <a:pt x="65" y="107"/>
                      </a:cubicBezTo>
                      <a:cubicBezTo>
                        <a:pt x="66" y="121"/>
                        <a:pt x="66" y="134"/>
                        <a:pt x="66" y="147"/>
                      </a:cubicBezTo>
                      <a:close/>
                    </a:path>
                  </a:pathLst>
                </a:custGeom>
                <a:solidFill>
                  <a:srgbClr val="2F296F"/>
                </a:solidFill>
                <a:ln>
                  <a:noFill/>
                </a:ln>
              </p:spPr>
              <p:txBody>
                <a:bodyPr vert="horz" wrap="square" lIns="89630" tIns="44815" rIns="89630" bIns="44815" numCol="1" anchor="t" anchorCtr="0" compatLnSpc="1">
                  <a:prstTxWarp prst="textNoShape">
                    <a:avLst/>
                  </a:prstTxWarp>
                </a:bodyPr>
                <a:lstStyle/>
                <a:p>
                  <a:pPr defTabSz="1218996" eaLnBrk="0" fontAlgn="base" hangingPunct="0">
                    <a:spcBef>
                      <a:spcPct val="0"/>
                    </a:spcBef>
                    <a:spcAft>
                      <a:spcPct val="0"/>
                    </a:spcAft>
                    <a:defRPr/>
                  </a:pPr>
                  <a:endParaRPr lang="en-US" sz="2400">
                    <a:solidFill>
                      <a:prstClr val="black"/>
                    </a:solidFill>
                    <a:latin typeface="Arial" pitchFamily="34" charset="0"/>
                  </a:endParaRPr>
                </a:p>
              </p:txBody>
            </p:sp>
            <p:sp>
              <p:nvSpPr>
                <p:cNvPr id="23" name="Freeform 11"/>
                <p:cNvSpPr>
                  <a:spLocks noEditPoints="1"/>
                </p:cNvSpPr>
                <p:nvPr/>
              </p:nvSpPr>
              <p:spPr bwMode="auto">
                <a:xfrm>
                  <a:off x="6421438" y="4868863"/>
                  <a:ext cx="822325" cy="1427163"/>
                </a:xfrm>
                <a:custGeom>
                  <a:avLst/>
                  <a:gdLst>
                    <a:gd name="T0" fmla="*/ 65 w 219"/>
                    <a:gd name="T1" fmla="*/ 371 h 380"/>
                    <a:gd name="T2" fmla="*/ 0 w 219"/>
                    <a:gd name="T3" fmla="*/ 380 h 380"/>
                    <a:gd name="T4" fmla="*/ 0 w 219"/>
                    <a:gd name="T5" fmla="*/ 9 h 380"/>
                    <a:gd name="T6" fmla="*/ 51 w 219"/>
                    <a:gd name="T7" fmla="*/ 9 h 380"/>
                    <a:gd name="T8" fmla="*/ 58 w 219"/>
                    <a:gd name="T9" fmla="*/ 28 h 380"/>
                    <a:gd name="T10" fmla="*/ 153 w 219"/>
                    <a:gd name="T11" fmla="*/ 4 h 380"/>
                    <a:gd name="T12" fmla="*/ 215 w 219"/>
                    <a:gd name="T13" fmla="*/ 62 h 380"/>
                    <a:gd name="T14" fmla="*/ 216 w 219"/>
                    <a:gd name="T15" fmla="*/ 207 h 380"/>
                    <a:gd name="T16" fmla="*/ 141 w 219"/>
                    <a:gd name="T17" fmla="*/ 272 h 380"/>
                    <a:gd name="T18" fmla="*/ 65 w 219"/>
                    <a:gd name="T19" fmla="*/ 268 h 380"/>
                    <a:gd name="T20" fmla="*/ 65 w 219"/>
                    <a:gd name="T21" fmla="*/ 371 h 380"/>
                    <a:gd name="T22" fmla="*/ 65 w 219"/>
                    <a:gd name="T23" fmla="*/ 210 h 380"/>
                    <a:gd name="T24" fmla="*/ 118 w 219"/>
                    <a:gd name="T25" fmla="*/ 216 h 380"/>
                    <a:gd name="T26" fmla="*/ 152 w 219"/>
                    <a:gd name="T27" fmla="*/ 182 h 380"/>
                    <a:gd name="T28" fmla="*/ 152 w 219"/>
                    <a:gd name="T29" fmla="*/ 99 h 380"/>
                    <a:gd name="T30" fmla="*/ 107 w 219"/>
                    <a:gd name="T31" fmla="*/ 61 h 380"/>
                    <a:gd name="T32" fmla="*/ 74 w 219"/>
                    <a:gd name="T33" fmla="*/ 76 h 380"/>
                    <a:gd name="T34" fmla="*/ 65 w 219"/>
                    <a:gd name="T35" fmla="*/ 92 h 380"/>
                    <a:gd name="T36" fmla="*/ 65 w 219"/>
                    <a:gd name="T37" fmla="*/ 210 h 3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19" h="380">
                      <a:moveTo>
                        <a:pt x="65" y="371"/>
                      </a:moveTo>
                      <a:cubicBezTo>
                        <a:pt x="42" y="374"/>
                        <a:pt x="22" y="377"/>
                        <a:pt x="0" y="380"/>
                      </a:cubicBezTo>
                      <a:cubicBezTo>
                        <a:pt x="0" y="256"/>
                        <a:pt x="0" y="133"/>
                        <a:pt x="0" y="9"/>
                      </a:cubicBezTo>
                      <a:cubicBezTo>
                        <a:pt x="18" y="9"/>
                        <a:pt x="34" y="9"/>
                        <a:pt x="51" y="9"/>
                      </a:cubicBezTo>
                      <a:cubicBezTo>
                        <a:pt x="53" y="15"/>
                        <a:pt x="56" y="21"/>
                        <a:pt x="58" y="28"/>
                      </a:cubicBezTo>
                      <a:cubicBezTo>
                        <a:pt x="88" y="9"/>
                        <a:pt x="119" y="0"/>
                        <a:pt x="153" y="4"/>
                      </a:cubicBezTo>
                      <a:cubicBezTo>
                        <a:pt x="187" y="8"/>
                        <a:pt x="212" y="28"/>
                        <a:pt x="215" y="62"/>
                      </a:cubicBezTo>
                      <a:cubicBezTo>
                        <a:pt x="218" y="110"/>
                        <a:pt x="219" y="159"/>
                        <a:pt x="216" y="207"/>
                      </a:cubicBezTo>
                      <a:cubicBezTo>
                        <a:pt x="212" y="249"/>
                        <a:pt x="183" y="272"/>
                        <a:pt x="141" y="272"/>
                      </a:cubicBezTo>
                      <a:cubicBezTo>
                        <a:pt x="117" y="272"/>
                        <a:pt x="92" y="269"/>
                        <a:pt x="65" y="268"/>
                      </a:cubicBezTo>
                      <a:cubicBezTo>
                        <a:pt x="65" y="301"/>
                        <a:pt x="65" y="335"/>
                        <a:pt x="65" y="371"/>
                      </a:cubicBezTo>
                      <a:close/>
                      <a:moveTo>
                        <a:pt x="65" y="210"/>
                      </a:moveTo>
                      <a:cubicBezTo>
                        <a:pt x="83" y="212"/>
                        <a:pt x="101" y="215"/>
                        <a:pt x="118" y="216"/>
                      </a:cubicBezTo>
                      <a:cubicBezTo>
                        <a:pt x="143" y="217"/>
                        <a:pt x="152" y="207"/>
                        <a:pt x="152" y="182"/>
                      </a:cubicBezTo>
                      <a:cubicBezTo>
                        <a:pt x="152" y="155"/>
                        <a:pt x="152" y="127"/>
                        <a:pt x="152" y="99"/>
                      </a:cubicBezTo>
                      <a:cubicBezTo>
                        <a:pt x="152" y="65"/>
                        <a:pt x="140" y="54"/>
                        <a:pt x="107" y="61"/>
                      </a:cubicBezTo>
                      <a:cubicBezTo>
                        <a:pt x="95" y="64"/>
                        <a:pt x="84" y="70"/>
                        <a:pt x="74" y="76"/>
                      </a:cubicBezTo>
                      <a:cubicBezTo>
                        <a:pt x="70" y="79"/>
                        <a:pt x="65" y="86"/>
                        <a:pt x="65" y="92"/>
                      </a:cubicBezTo>
                      <a:cubicBezTo>
                        <a:pt x="64" y="130"/>
                        <a:pt x="65" y="168"/>
                        <a:pt x="65" y="210"/>
                      </a:cubicBezTo>
                      <a:close/>
                    </a:path>
                  </a:pathLst>
                </a:custGeom>
                <a:solidFill>
                  <a:srgbClr val="2F296F"/>
                </a:solidFill>
                <a:ln>
                  <a:noFill/>
                </a:ln>
              </p:spPr>
              <p:txBody>
                <a:bodyPr vert="horz" wrap="square" lIns="89630" tIns="44815" rIns="89630" bIns="44815" numCol="1" anchor="t" anchorCtr="0" compatLnSpc="1">
                  <a:prstTxWarp prst="textNoShape">
                    <a:avLst/>
                  </a:prstTxWarp>
                </a:bodyPr>
                <a:lstStyle/>
                <a:p>
                  <a:pPr defTabSz="1218996" eaLnBrk="0" fontAlgn="base" hangingPunct="0">
                    <a:spcBef>
                      <a:spcPct val="0"/>
                    </a:spcBef>
                    <a:spcAft>
                      <a:spcPct val="0"/>
                    </a:spcAft>
                    <a:defRPr/>
                  </a:pPr>
                  <a:endParaRPr lang="en-US" sz="2400">
                    <a:solidFill>
                      <a:prstClr val="black"/>
                    </a:solidFill>
                    <a:latin typeface="Arial" pitchFamily="34" charset="0"/>
                  </a:endParaRPr>
                </a:p>
              </p:txBody>
            </p:sp>
            <p:sp>
              <p:nvSpPr>
                <p:cNvPr id="24" name="Freeform 12"/>
                <p:cNvSpPr>
                  <a:spLocks noEditPoints="1"/>
                </p:cNvSpPr>
                <p:nvPr/>
              </p:nvSpPr>
              <p:spPr bwMode="auto">
                <a:xfrm>
                  <a:off x="7348538" y="4879975"/>
                  <a:ext cx="790575" cy="1006475"/>
                </a:xfrm>
                <a:custGeom>
                  <a:avLst/>
                  <a:gdLst>
                    <a:gd name="T0" fmla="*/ 207 w 210"/>
                    <a:gd name="T1" fmla="*/ 161 h 268"/>
                    <a:gd name="T2" fmla="*/ 67 w 210"/>
                    <a:gd name="T3" fmla="*/ 161 h 268"/>
                    <a:gd name="T4" fmla="*/ 114 w 210"/>
                    <a:gd name="T5" fmla="*/ 214 h 268"/>
                    <a:gd name="T6" fmla="*/ 154 w 210"/>
                    <a:gd name="T7" fmla="*/ 212 h 268"/>
                    <a:gd name="T8" fmla="*/ 194 w 210"/>
                    <a:gd name="T9" fmla="*/ 204 h 268"/>
                    <a:gd name="T10" fmla="*/ 197 w 210"/>
                    <a:gd name="T11" fmla="*/ 213 h 268"/>
                    <a:gd name="T12" fmla="*/ 166 w 210"/>
                    <a:gd name="T13" fmla="*/ 264 h 268"/>
                    <a:gd name="T14" fmla="*/ 71 w 210"/>
                    <a:gd name="T15" fmla="*/ 265 h 268"/>
                    <a:gd name="T16" fmla="*/ 5 w 210"/>
                    <a:gd name="T17" fmla="*/ 201 h 268"/>
                    <a:gd name="T18" fmla="*/ 5 w 210"/>
                    <a:gd name="T19" fmla="*/ 70 h 268"/>
                    <a:gd name="T20" fmla="*/ 76 w 210"/>
                    <a:gd name="T21" fmla="*/ 3 h 268"/>
                    <a:gd name="T22" fmla="*/ 139 w 210"/>
                    <a:gd name="T23" fmla="*/ 3 h 268"/>
                    <a:gd name="T24" fmla="*/ 206 w 210"/>
                    <a:gd name="T25" fmla="*/ 71 h 268"/>
                    <a:gd name="T26" fmla="*/ 207 w 210"/>
                    <a:gd name="T27" fmla="*/ 161 h 268"/>
                    <a:gd name="T28" fmla="*/ 66 w 210"/>
                    <a:gd name="T29" fmla="*/ 105 h 268"/>
                    <a:gd name="T30" fmla="*/ 147 w 210"/>
                    <a:gd name="T31" fmla="*/ 105 h 268"/>
                    <a:gd name="T32" fmla="*/ 111 w 210"/>
                    <a:gd name="T33" fmla="*/ 54 h 268"/>
                    <a:gd name="T34" fmla="*/ 66 w 210"/>
                    <a:gd name="T35" fmla="*/ 105 h 2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10" h="268">
                      <a:moveTo>
                        <a:pt x="207" y="161"/>
                      </a:moveTo>
                      <a:cubicBezTo>
                        <a:pt x="161" y="161"/>
                        <a:pt x="114" y="161"/>
                        <a:pt x="67" y="161"/>
                      </a:cubicBezTo>
                      <a:cubicBezTo>
                        <a:pt x="66" y="203"/>
                        <a:pt x="76" y="214"/>
                        <a:pt x="114" y="214"/>
                      </a:cubicBezTo>
                      <a:cubicBezTo>
                        <a:pt x="128" y="214"/>
                        <a:pt x="141" y="214"/>
                        <a:pt x="154" y="212"/>
                      </a:cubicBezTo>
                      <a:cubicBezTo>
                        <a:pt x="167" y="210"/>
                        <a:pt x="180" y="207"/>
                        <a:pt x="194" y="204"/>
                      </a:cubicBezTo>
                      <a:cubicBezTo>
                        <a:pt x="195" y="207"/>
                        <a:pt x="196" y="210"/>
                        <a:pt x="197" y="213"/>
                      </a:cubicBezTo>
                      <a:cubicBezTo>
                        <a:pt x="208" y="255"/>
                        <a:pt x="208" y="258"/>
                        <a:pt x="166" y="264"/>
                      </a:cubicBezTo>
                      <a:cubicBezTo>
                        <a:pt x="135" y="268"/>
                        <a:pt x="102" y="268"/>
                        <a:pt x="71" y="265"/>
                      </a:cubicBezTo>
                      <a:cubicBezTo>
                        <a:pt x="35" y="261"/>
                        <a:pt x="8" y="239"/>
                        <a:pt x="5" y="201"/>
                      </a:cubicBezTo>
                      <a:cubicBezTo>
                        <a:pt x="1" y="158"/>
                        <a:pt x="0" y="114"/>
                        <a:pt x="5" y="70"/>
                      </a:cubicBezTo>
                      <a:cubicBezTo>
                        <a:pt x="9" y="31"/>
                        <a:pt x="37" y="8"/>
                        <a:pt x="76" y="3"/>
                      </a:cubicBezTo>
                      <a:cubicBezTo>
                        <a:pt x="96" y="0"/>
                        <a:pt x="118" y="0"/>
                        <a:pt x="139" y="3"/>
                      </a:cubicBezTo>
                      <a:cubicBezTo>
                        <a:pt x="176" y="7"/>
                        <a:pt x="201" y="31"/>
                        <a:pt x="206" y="71"/>
                      </a:cubicBezTo>
                      <a:cubicBezTo>
                        <a:pt x="210" y="100"/>
                        <a:pt x="207" y="129"/>
                        <a:pt x="207" y="161"/>
                      </a:cubicBezTo>
                      <a:close/>
                      <a:moveTo>
                        <a:pt x="66" y="105"/>
                      </a:moveTo>
                      <a:cubicBezTo>
                        <a:pt x="94" y="105"/>
                        <a:pt x="121" y="105"/>
                        <a:pt x="147" y="105"/>
                      </a:cubicBezTo>
                      <a:cubicBezTo>
                        <a:pt x="149" y="70"/>
                        <a:pt x="138" y="55"/>
                        <a:pt x="111" y="54"/>
                      </a:cubicBezTo>
                      <a:cubicBezTo>
                        <a:pt x="80" y="53"/>
                        <a:pt x="67" y="67"/>
                        <a:pt x="66" y="105"/>
                      </a:cubicBezTo>
                      <a:close/>
                    </a:path>
                  </a:pathLst>
                </a:custGeom>
                <a:solidFill>
                  <a:srgbClr val="2F296F"/>
                </a:solidFill>
                <a:ln>
                  <a:noFill/>
                </a:ln>
              </p:spPr>
              <p:txBody>
                <a:bodyPr vert="horz" wrap="square" lIns="89630" tIns="44815" rIns="89630" bIns="44815" numCol="1" anchor="t" anchorCtr="0" compatLnSpc="1">
                  <a:prstTxWarp prst="textNoShape">
                    <a:avLst/>
                  </a:prstTxWarp>
                </a:bodyPr>
                <a:lstStyle/>
                <a:p>
                  <a:pPr defTabSz="1218996" eaLnBrk="0" fontAlgn="base" hangingPunct="0">
                    <a:spcBef>
                      <a:spcPct val="0"/>
                    </a:spcBef>
                    <a:spcAft>
                      <a:spcPct val="0"/>
                    </a:spcAft>
                    <a:defRPr/>
                  </a:pPr>
                  <a:endParaRPr lang="en-US" sz="2400">
                    <a:solidFill>
                      <a:prstClr val="black"/>
                    </a:solidFill>
                    <a:latin typeface="Arial" pitchFamily="34" charset="0"/>
                  </a:endParaRPr>
                </a:p>
              </p:txBody>
            </p:sp>
            <p:sp>
              <p:nvSpPr>
                <p:cNvPr id="25" name="Freeform 13"/>
                <p:cNvSpPr>
                  <a:spLocks/>
                </p:cNvSpPr>
                <p:nvPr/>
              </p:nvSpPr>
              <p:spPr bwMode="auto">
                <a:xfrm>
                  <a:off x="4524376" y="4935538"/>
                  <a:ext cx="811213" cy="1028700"/>
                </a:xfrm>
                <a:custGeom>
                  <a:avLst/>
                  <a:gdLst>
                    <a:gd name="T0" fmla="*/ 216 w 216"/>
                    <a:gd name="T1" fmla="*/ 260 h 274"/>
                    <a:gd name="T2" fmla="*/ 161 w 216"/>
                    <a:gd name="T3" fmla="*/ 243 h 274"/>
                    <a:gd name="T4" fmla="*/ 62 w 216"/>
                    <a:gd name="T5" fmla="*/ 263 h 274"/>
                    <a:gd name="T6" fmla="*/ 2 w 216"/>
                    <a:gd name="T7" fmla="*/ 211 h 274"/>
                    <a:gd name="T8" fmla="*/ 1 w 216"/>
                    <a:gd name="T9" fmla="*/ 1 h 274"/>
                    <a:gd name="T10" fmla="*/ 65 w 216"/>
                    <a:gd name="T11" fmla="*/ 1 h 274"/>
                    <a:gd name="T12" fmla="*/ 66 w 216"/>
                    <a:gd name="T13" fmla="*/ 22 h 274"/>
                    <a:gd name="T14" fmla="*/ 66 w 216"/>
                    <a:gd name="T15" fmla="*/ 172 h 274"/>
                    <a:gd name="T16" fmla="*/ 97 w 216"/>
                    <a:gd name="T17" fmla="*/ 199 h 274"/>
                    <a:gd name="T18" fmla="*/ 103 w 216"/>
                    <a:gd name="T19" fmla="*/ 198 h 274"/>
                    <a:gd name="T20" fmla="*/ 152 w 216"/>
                    <a:gd name="T21" fmla="*/ 136 h 274"/>
                    <a:gd name="T22" fmla="*/ 152 w 216"/>
                    <a:gd name="T23" fmla="*/ 20 h 274"/>
                    <a:gd name="T24" fmla="*/ 153 w 216"/>
                    <a:gd name="T25" fmla="*/ 0 h 274"/>
                    <a:gd name="T26" fmla="*/ 216 w 216"/>
                    <a:gd name="T27" fmla="*/ 0 h 274"/>
                    <a:gd name="T28" fmla="*/ 216 w 216"/>
                    <a:gd name="T29" fmla="*/ 260 h 2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16" h="274">
                      <a:moveTo>
                        <a:pt x="216" y="260"/>
                      </a:moveTo>
                      <a:cubicBezTo>
                        <a:pt x="196" y="252"/>
                        <a:pt x="169" y="274"/>
                        <a:pt x="161" y="243"/>
                      </a:cubicBezTo>
                      <a:cubicBezTo>
                        <a:pt x="128" y="250"/>
                        <a:pt x="95" y="259"/>
                        <a:pt x="62" y="263"/>
                      </a:cubicBezTo>
                      <a:cubicBezTo>
                        <a:pt x="27" y="266"/>
                        <a:pt x="3" y="247"/>
                        <a:pt x="2" y="211"/>
                      </a:cubicBezTo>
                      <a:cubicBezTo>
                        <a:pt x="0" y="142"/>
                        <a:pt x="1" y="72"/>
                        <a:pt x="1" y="1"/>
                      </a:cubicBezTo>
                      <a:cubicBezTo>
                        <a:pt x="22" y="1"/>
                        <a:pt x="42" y="1"/>
                        <a:pt x="65" y="1"/>
                      </a:cubicBezTo>
                      <a:cubicBezTo>
                        <a:pt x="65" y="8"/>
                        <a:pt x="66" y="15"/>
                        <a:pt x="66" y="22"/>
                      </a:cubicBezTo>
                      <a:cubicBezTo>
                        <a:pt x="66" y="72"/>
                        <a:pt x="66" y="122"/>
                        <a:pt x="66" y="172"/>
                      </a:cubicBezTo>
                      <a:cubicBezTo>
                        <a:pt x="66" y="197"/>
                        <a:pt x="72" y="202"/>
                        <a:pt x="97" y="199"/>
                      </a:cubicBezTo>
                      <a:cubicBezTo>
                        <a:pt x="99" y="199"/>
                        <a:pt x="101" y="198"/>
                        <a:pt x="103" y="198"/>
                      </a:cubicBezTo>
                      <a:cubicBezTo>
                        <a:pt x="149" y="188"/>
                        <a:pt x="152" y="184"/>
                        <a:pt x="152" y="136"/>
                      </a:cubicBezTo>
                      <a:cubicBezTo>
                        <a:pt x="152" y="98"/>
                        <a:pt x="152" y="59"/>
                        <a:pt x="152" y="20"/>
                      </a:cubicBezTo>
                      <a:cubicBezTo>
                        <a:pt x="152" y="14"/>
                        <a:pt x="153" y="7"/>
                        <a:pt x="153" y="0"/>
                      </a:cubicBezTo>
                      <a:cubicBezTo>
                        <a:pt x="174" y="0"/>
                        <a:pt x="194" y="0"/>
                        <a:pt x="216" y="0"/>
                      </a:cubicBezTo>
                      <a:cubicBezTo>
                        <a:pt x="216" y="86"/>
                        <a:pt x="216" y="171"/>
                        <a:pt x="216" y="260"/>
                      </a:cubicBezTo>
                      <a:close/>
                    </a:path>
                  </a:pathLst>
                </a:custGeom>
                <a:solidFill>
                  <a:srgbClr val="2F296F"/>
                </a:solidFill>
                <a:ln>
                  <a:noFill/>
                </a:ln>
              </p:spPr>
              <p:txBody>
                <a:bodyPr vert="horz" wrap="square" lIns="89630" tIns="44815" rIns="89630" bIns="44815" numCol="1" anchor="t" anchorCtr="0" compatLnSpc="1">
                  <a:prstTxWarp prst="textNoShape">
                    <a:avLst/>
                  </a:prstTxWarp>
                </a:bodyPr>
                <a:lstStyle/>
                <a:p>
                  <a:pPr defTabSz="1218996" eaLnBrk="0" fontAlgn="base" hangingPunct="0">
                    <a:spcBef>
                      <a:spcPct val="0"/>
                    </a:spcBef>
                    <a:spcAft>
                      <a:spcPct val="0"/>
                    </a:spcAft>
                    <a:defRPr/>
                  </a:pPr>
                  <a:endParaRPr lang="en-US" sz="2400">
                    <a:solidFill>
                      <a:prstClr val="black"/>
                    </a:solidFill>
                    <a:latin typeface="Arial" pitchFamily="34" charset="0"/>
                  </a:endParaRPr>
                </a:p>
              </p:txBody>
            </p:sp>
            <p:sp>
              <p:nvSpPr>
                <p:cNvPr id="26" name="Freeform 14"/>
                <p:cNvSpPr>
                  <a:spLocks/>
                </p:cNvSpPr>
                <p:nvPr/>
              </p:nvSpPr>
              <p:spPr bwMode="auto">
                <a:xfrm>
                  <a:off x="8205788" y="4624388"/>
                  <a:ext cx="635000" cy="1268413"/>
                </a:xfrm>
                <a:custGeom>
                  <a:avLst/>
                  <a:gdLst>
                    <a:gd name="T0" fmla="*/ 37 w 169"/>
                    <a:gd name="T1" fmla="*/ 126 h 338"/>
                    <a:gd name="T2" fmla="*/ 0 w 169"/>
                    <a:gd name="T3" fmla="*/ 126 h 338"/>
                    <a:gd name="T4" fmla="*/ 0 w 169"/>
                    <a:gd name="T5" fmla="*/ 74 h 338"/>
                    <a:gd name="T6" fmla="*/ 36 w 169"/>
                    <a:gd name="T7" fmla="*/ 74 h 338"/>
                    <a:gd name="T8" fmla="*/ 36 w 169"/>
                    <a:gd name="T9" fmla="*/ 9 h 338"/>
                    <a:gd name="T10" fmla="*/ 103 w 169"/>
                    <a:gd name="T11" fmla="*/ 0 h 338"/>
                    <a:gd name="T12" fmla="*/ 103 w 169"/>
                    <a:gd name="T13" fmla="*/ 73 h 338"/>
                    <a:gd name="T14" fmla="*/ 169 w 169"/>
                    <a:gd name="T15" fmla="*/ 73 h 338"/>
                    <a:gd name="T16" fmla="*/ 165 w 169"/>
                    <a:gd name="T17" fmla="*/ 125 h 338"/>
                    <a:gd name="T18" fmla="*/ 104 w 169"/>
                    <a:gd name="T19" fmla="*/ 125 h 338"/>
                    <a:gd name="T20" fmla="*/ 104 w 169"/>
                    <a:gd name="T21" fmla="*/ 263 h 338"/>
                    <a:gd name="T22" fmla="*/ 125 w 169"/>
                    <a:gd name="T23" fmla="*/ 282 h 338"/>
                    <a:gd name="T24" fmla="*/ 159 w 169"/>
                    <a:gd name="T25" fmla="*/ 278 h 338"/>
                    <a:gd name="T26" fmla="*/ 166 w 169"/>
                    <a:gd name="T27" fmla="*/ 331 h 338"/>
                    <a:gd name="T28" fmla="*/ 94 w 169"/>
                    <a:gd name="T29" fmla="*/ 336 h 338"/>
                    <a:gd name="T30" fmla="*/ 37 w 169"/>
                    <a:gd name="T31" fmla="*/ 272 h 338"/>
                    <a:gd name="T32" fmla="*/ 37 w 169"/>
                    <a:gd name="T33" fmla="*/ 126 h 3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69" h="338">
                      <a:moveTo>
                        <a:pt x="37" y="126"/>
                      </a:moveTo>
                      <a:cubicBezTo>
                        <a:pt x="24" y="126"/>
                        <a:pt x="12" y="126"/>
                        <a:pt x="0" y="126"/>
                      </a:cubicBezTo>
                      <a:cubicBezTo>
                        <a:pt x="0" y="108"/>
                        <a:pt x="0" y="92"/>
                        <a:pt x="0" y="74"/>
                      </a:cubicBezTo>
                      <a:cubicBezTo>
                        <a:pt x="12" y="74"/>
                        <a:pt x="23" y="74"/>
                        <a:pt x="36" y="74"/>
                      </a:cubicBezTo>
                      <a:cubicBezTo>
                        <a:pt x="36" y="53"/>
                        <a:pt x="36" y="33"/>
                        <a:pt x="36" y="9"/>
                      </a:cubicBezTo>
                      <a:cubicBezTo>
                        <a:pt x="59" y="6"/>
                        <a:pt x="80" y="4"/>
                        <a:pt x="103" y="0"/>
                      </a:cubicBezTo>
                      <a:cubicBezTo>
                        <a:pt x="103" y="26"/>
                        <a:pt x="103" y="48"/>
                        <a:pt x="103" y="73"/>
                      </a:cubicBezTo>
                      <a:cubicBezTo>
                        <a:pt x="125" y="73"/>
                        <a:pt x="146" y="73"/>
                        <a:pt x="169" y="73"/>
                      </a:cubicBezTo>
                      <a:cubicBezTo>
                        <a:pt x="168" y="92"/>
                        <a:pt x="166" y="107"/>
                        <a:pt x="165" y="125"/>
                      </a:cubicBezTo>
                      <a:cubicBezTo>
                        <a:pt x="145" y="125"/>
                        <a:pt x="125" y="125"/>
                        <a:pt x="104" y="125"/>
                      </a:cubicBezTo>
                      <a:cubicBezTo>
                        <a:pt x="104" y="173"/>
                        <a:pt x="104" y="218"/>
                        <a:pt x="104" y="263"/>
                      </a:cubicBezTo>
                      <a:cubicBezTo>
                        <a:pt x="104" y="276"/>
                        <a:pt x="113" y="282"/>
                        <a:pt x="125" y="282"/>
                      </a:cubicBezTo>
                      <a:cubicBezTo>
                        <a:pt x="136" y="281"/>
                        <a:pt x="146" y="279"/>
                        <a:pt x="159" y="278"/>
                      </a:cubicBezTo>
                      <a:cubicBezTo>
                        <a:pt x="161" y="295"/>
                        <a:pt x="163" y="310"/>
                        <a:pt x="166" y="331"/>
                      </a:cubicBezTo>
                      <a:cubicBezTo>
                        <a:pt x="141" y="333"/>
                        <a:pt x="117" y="338"/>
                        <a:pt x="94" y="336"/>
                      </a:cubicBezTo>
                      <a:cubicBezTo>
                        <a:pt x="57" y="333"/>
                        <a:pt x="38" y="310"/>
                        <a:pt x="37" y="272"/>
                      </a:cubicBezTo>
                      <a:cubicBezTo>
                        <a:pt x="37" y="224"/>
                        <a:pt x="37" y="176"/>
                        <a:pt x="37" y="126"/>
                      </a:cubicBezTo>
                      <a:close/>
                    </a:path>
                  </a:pathLst>
                </a:custGeom>
                <a:solidFill>
                  <a:srgbClr val="2F296F"/>
                </a:solidFill>
                <a:ln>
                  <a:noFill/>
                </a:ln>
              </p:spPr>
              <p:txBody>
                <a:bodyPr vert="horz" wrap="square" lIns="89630" tIns="44815" rIns="89630" bIns="44815" numCol="1" anchor="t" anchorCtr="0" compatLnSpc="1">
                  <a:prstTxWarp prst="textNoShape">
                    <a:avLst/>
                  </a:prstTxWarp>
                </a:bodyPr>
                <a:lstStyle/>
                <a:p>
                  <a:pPr defTabSz="1218996" eaLnBrk="0" fontAlgn="base" hangingPunct="0">
                    <a:spcBef>
                      <a:spcPct val="0"/>
                    </a:spcBef>
                    <a:spcAft>
                      <a:spcPct val="0"/>
                    </a:spcAft>
                    <a:defRPr/>
                  </a:pPr>
                  <a:endParaRPr lang="en-US" sz="2400">
                    <a:solidFill>
                      <a:prstClr val="black"/>
                    </a:solidFill>
                    <a:latin typeface="Arial" pitchFamily="34" charset="0"/>
                  </a:endParaRPr>
                </a:p>
              </p:txBody>
            </p:sp>
          </p:grpSp>
          <p:grpSp>
            <p:nvGrpSpPr>
              <p:cNvPr id="464" name="Group 463"/>
              <p:cNvGrpSpPr/>
              <p:nvPr/>
            </p:nvGrpSpPr>
            <p:grpSpPr>
              <a:xfrm>
                <a:off x="6864351" y="6111875"/>
                <a:ext cx="1879600" cy="923926"/>
                <a:chOff x="6864351" y="6111875"/>
                <a:chExt cx="1879600" cy="923926"/>
              </a:xfrm>
            </p:grpSpPr>
            <p:sp>
              <p:nvSpPr>
                <p:cNvPr id="28" name="Freeform 16"/>
                <p:cNvSpPr>
                  <a:spLocks noEditPoints="1"/>
                </p:cNvSpPr>
                <p:nvPr/>
              </p:nvSpPr>
              <p:spPr bwMode="auto">
                <a:xfrm>
                  <a:off x="7675563" y="6111875"/>
                  <a:ext cx="533400" cy="915988"/>
                </a:xfrm>
                <a:custGeom>
                  <a:avLst/>
                  <a:gdLst>
                    <a:gd name="T0" fmla="*/ 41 w 142"/>
                    <a:gd name="T1" fmla="*/ 0 h 244"/>
                    <a:gd name="T2" fmla="*/ 41 w 142"/>
                    <a:gd name="T3" fmla="*/ 77 h 244"/>
                    <a:gd name="T4" fmla="*/ 87 w 142"/>
                    <a:gd name="T5" fmla="*/ 70 h 244"/>
                    <a:gd name="T6" fmla="*/ 141 w 142"/>
                    <a:gd name="T7" fmla="*/ 119 h 244"/>
                    <a:gd name="T8" fmla="*/ 141 w 142"/>
                    <a:gd name="T9" fmla="*/ 189 h 244"/>
                    <a:gd name="T10" fmla="*/ 92 w 142"/>
                    <a:gd name="T11" fmla="*/ 241 h 244"/>
                    <a:gd name="T12" fmla="*/ 14 w 142"/>
                    <a:gd name="T13" fmla="*/ 240 h 244"/>
                    <a:gd name="T14" fmla="*/ 1 w 142"/>
                    <a:gd name="T15" fmla="*/ 226 h 244"/>
                    <a:gd name="T16" fmla="*/ 1 w 142"/>
                    <a:gd name="T17" fmla="*/ 18 h 244"/>
                    <a:gd name="T18" fmla="*/ 15 w 142"/>
                    <a:gd name="T19" fmla="*/ 3 h 244"/>
                    <a:gd name="T20" fmla="*/ 41 w 142"/>
                    <a:gd name="T21" fmla="*/ 0 h 244"/>
                    <a:gd name="T22" fmla="*/ 42 w 142"/>
                    <a:gd name="T23" fmla="*/ 159 h 244"/>
                    <a:gd name="T24" fmla="*/ 42 w 142"/>
                    <a:gd name="T25" fmla="*/ 195 h 244"/>
                    <a:gd name="T26" fmla="*/ 45 w 142"/>
                    <a:gd name="T27" fmla="*/ 207 h 244"/>
                    <a:gd name="T28" fmla="*/ 99 w 142"/>
                    <a:gd name="T29" fmla="*/ 186 h 244"/>
                    <a:gd name="T30" fmla="*/ 99 w 142"/>
                    <a:gd name="T31" fmla="*/ 122 h 244"/>
                    <a:gd name="T32" fmla="*/ 91 w 142"/>
                    <a:gd name="T33" fmla="*/ 108 h 244"/>
                    <a:gd name="T34" fmla="*/ 42 w 142"/>
                    <a:gd name="T35" fmla="*/ 135 h 244"/>
                    <a:gd name="T36" fmla="*/ 42 w 142"/>
                    <a:gd name="T37" fmla="*/ 159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42" h="244">
                      <a:moveTo>
                        <a:pt x="41" y="0"/>
                      </a:moveTo>
                      <a:cubicBezTo>
                        <a:pt x="41" y="26"/>
                        <a:pt x="41" y="51"/>
                        <a:pt x="41" y="77"/>
                      </a:cubicBezTo>
                      <a:cubicBezTo>
                        <a:pt x="57" y="74"/>
                        <a:pt x="72" y="71"/>
                        <a:pt x="87" y="70"/>
                      </a:cubicBezTo>
                      <a:cubicBezTo>
                        <a:pt x="121" y="68"/>
                        <a:pt x="139" y="85"/>
                        <a:pt x="141" y="119"/>
                      </a:cubicBezTo>
                      <a:cubicBezTo>
                        <a:pt x="142" y="142"/>
                        <a:pt x="142" y="166"/>
                        <a:pt x="141" y="189"/>
                      </a:cubicBezTo>
                      <a:cubicBezTo>
                        <a:pt x="139" y="221"/>
                        <a:pt x="123" y="238"/>
                        <a:pt x="92" y="241"/>
                      </a:cubicBezTo>
                      <a:cubicBezTo>
                        <a:pt x="66" y="244"/>
                        <a:pt x="40" y="242"/>
                        <a:pt x="14" y="240"/>
                      </a:cubicBezTo>
                      <a:cubicBezTo>
                        <a:pt x="9" y="240"/>
                        <a:pt x="1" y="231"/>
                        <a:pt x="1" y="226"/>
                      </a:cubicBezTo>
                      <a:cubicBezTo>
                        <a:pt x="0" y="156"/>
                        <a:pt x="0" y="87"/>
                        <a:pt x="1" y="18"/>
                      </a:cubicBezTo>
                      <a:cubicBezTo>
                        <a:pt x="1" y="13"/>
                        <a:pt x="9" y="6"/>
                        <a:pt x="15" y="3"/>
                      </a:cubicBezTo>
                      <a:cubicBezTo>
                        <a:pt x="22" y="0"/>
                        <a:pt x="30" y="1"/>
                        <a:pt x="41" y="0"/>
                      </a:cubicBezTo>
                      <a:close/>
                      <a:moveTo>
                        <a:pt x="42" y="159"/>
                      </a:moveTo>
                      <a:cubicBezTo>
                        <a:pt x="42" y="171"/>
                        <a:pt x="41" y="183"/>
                        <a:pt x="42" y="195"/>
                      </a:cubicBezTo>
                      <a:cubicBezTo>
                        <a:pt x="42" y="199"/>
                        <a:pt x="43" y="205"/>
                        <a:pt x="45" y="207"/>
                      </a:cubicBezTo>
                      <a:cubicBezTo>
                        <a:pt x="61" y="220"/>
                        <a:pt x="98" y="205"/>
                        <a:pt x="99" y="186"/>
                      </a:cubicBezTo>
                      <a:cubicBezTo>
                        <a:pt x="101" y="165"/>
                        <a:pt x="100" y="143"/>
                        <a:pt x="99" y="122"/>
                      </a:cubicBezTo>
                      <a:cubicBezTo>
                        <a:pt x="99" y="117"/>
                        <a:pt x="95" y="110"/>
                        <a:pt x="91" y="108"/>
                      </a:cubicBezTo>
                      <a:cubicBezTo>
                        <a:pt x="71" y="95"/>
                        <a:pt x="42" y="112"/>
                        <a:pt x="42" y="135"/>
                      </a:cubicBezTo>
                      <a:cubicBezTo>
                        <a:pt x="42" y="143"/>
                        <a:pt x="42" y="151"/>
                        <a:pt x="42" y="159"/>
                      </a:cubicBezTo>
                      <a:close/>
                    </a:path>
                  </a:pathLst>
                </a:custGeom>
                <a:solidFill>
                  <a:srgbClr val="7E64AD"/>
                </a:solidFill>
                <a:ln>
                  <a:noFill/>
                </a:ln>
              </p:spPr>
              <p:txBody>
                <a:bodyPr vert="horz" wrap="square" lIns="89630" tIns="44815" rIns="89630" bIns="44815" numCol="1" anchor="t" anchorCtr="0" compatLnSpc="1">
                  <a:prstTxWarp prst="textNoShape">
                    <a:avLst/>
                  </a:prstTxWarp>
                </a:bodyPr>
                <a:lstStyle/>
                <a:p>
                  <a:pPr defTabSz="1218996" eaLnBrk="0" fontAlgn="base" hangingPunct="0">
                    <a:spcBef>
                      <a:spcPct val="0"/>
                    </a:spcBef>
                    <a:spcAft>
                      <a:spcPct val="0"/>
                    </a:spcAft>
                    <a:defRPr/>
                  </a:pPr>
                  <a:endParaRPr lang="en-US" sz="2400">
                    <a:solidFill>
                      <a:prstClr val="black"/>
                    </a:solidFill>
                    <a:latin typeface="Arial" pitchFamily="34" charset="0"/>
                  </a:endParaRPr>
                </a:p>
              </p:txBody>
            </p:sp>
            <p:sp>
              <p:nvSpPr>
                <p:cNvPr id="31" name="Freeform 19"/>
                <p:cNvSpPr>
                  <a:spLocks noEditPoints="1"/>
                </p:cNvSpPr>
                <p:nvPr/>
              </p:nvSpPr>
              <p:spPr bwMode="auto">
                <a:xfrm>
                  <a:off x="7081838" y="6354763"/>
                  <a:ext cx="496888" cy="681038"/>
                </a:xfrm>
                <a:custGeom>
                  <a:avLst/>
                  <a:gdLst>
                    <a:gd name="T0" fmla="*/ 91 w 132"/>
                    <a:gd name="T1" fmla="*/ 82 h 181"/>
                    <a:gd name="T2" fmla="*/ 52 w 132"/>
                    <a:gd name="T3" fmla="*/ 38 h 181"/>
                    <a:gd name="T4" fmla="*/ 14 w 132"/>
                    <a:gd name="T5" fmla="*/ 42 h 181"/>
                    <a:gd name="T6" fmla="*/ 9 w 132"/>
                    <a:gd name="T7" fmla="*/ 13 h 181"/>
                    <a:gd name="T8" fmla="*/ 107 w 132"/>
                    <a:gd name="T9" fmla="*/ 11 h 181"/>
                    <a:gd name="T10" fmla="*/ 131 w 132"/>
                    <a:gd name="T11" fmla="*/ 47 h 181"/>
                    <a:gd name="T12" fmla="*/ 132 w 132"/>
                    <a:gd name="T13" fmla="*/ 178 h 181"/>
                    <a:gd name="T14" fmla="*/ 98 w 132"/>
                    <a:gd name="T15" fmla="*/ 170 h 181"/>
                    <a:gd name="T16" fmla="*/ 85 w 132"/>
                    <a:gd name="T17" fmla="*/ 170 h 181"/>
                    <a:gd name="T18" fmla="*/ 64 w 132"/>
                    <a:gd name="T19" fmla="*/ 177 h 181"/>
                    <a:gd name="T20" fmla="*/ 15 w 132"/>
                    <a:gd name="T21" fmla="*/ 165 h 181"/>
                    <a:gd name="T22" fmla="*/ 8 w 132"/>
                    <a:gd name="T23" fmla="*/ 105 h 181"/>
                    <a:gd name="T24" fmla="*/ 48 w 132"/>
                    <a:gd name="T25" fmla="*/ 82 h 181"/>
                    <a:gd name="T26" fmla="*/ 91 w 132"/>
                    <a:gd name="T27" fmla="*/ 82 h 181"/>
                    <a:gd name="T28" fmla="*/ 91 w 132"/>
                    <a:gd name="T29" fmla="*/ 113 h 181"/>
                    <a:gd name="T30" fmla="*/ 43 w 132"/>
                    <a:gd name="T31" fmla="*/ 128 h 181"/>
                    <a:gd name="T32" fmla="*/ 63 w 132"/>
                    <a:gd name="T33" fmla="*/ 147 h 181"/>
                    <a:gd name="T34" fmla="*/ 91 w 132"/>
                    <a:gd name="T35" fmla="*/ 113 h 1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32" h="181">
                      <a:moveTo>
                        <a:pt x="91" y="82"/>
                      </a:moveTo>
                      <a:cubicBezTo>
                        <a:pt x="94" y="43"/>
                        <a:pt x="88" y="36"/>
                        <a:pt x="52" y="38"/>
                      </a:cubicBezTo>
                      <a:cubicBezTo>
                        <a:pt x="40" y="39"/>
                        <a:pt x="28" y="41"/>
                        <a:pt x="14" y="42"/>
                      </a:cubicBezTo>
                      <a:cubicBezTo>
                        <a:pt x="13" y="32"/>
                        <a:pt x="11" y="24"/>
                        <a:pt x="9" y="13"/>
                      </a:cubicBezTo>
                      <a:cubicBezTo>
                        <a:pt x="42" y="4"/>
                        <a:pt x="75" y="0"/>
                        <a:pt x="107" y="11"/>
                      </a:cubicBezTo>
                      <a:cubicBezTo>
                        <a:pt x="123" y="17"/>
                        <a:pt x="131" y="31"/>
                        <a:pt x="131" y="47"/>
                      </a:cubicBezTo>
                      <a:cubicBezTo>
                        <a:pt x="132" y="89"/>
                        <a:pt x="132" y="131"/>
                        <a:pt x="132" y="178"/>
                      </a:cubicBezTo>
                      <a:cubicBezTo>
                        <a:pt x="120" y="175"/>
                        <a:pt x="109" y="172"/>
                        <a:pt x="98" y="170"/>
                      </a:cubicBezTo>
                      <a:cubicBezTo>
                        <a:pt x="94" y="169"/>
                        <a:pt x="89" y="169"/>
                        <a:pt x="85" y="170"/>
                      </a:cubicBezTo>
                      <a:cubicBezTo>
                        <a:pt x="78" y="172"/>
                        <a:pt x="71" y="175"/>
                        <a:pt x="64" y="177"/>
                      </a:cubicBezTo>
                      <a:cubicBezTo>
                        <a:pt x="46" y="181"/>
                        <a:pt x="28" y="181"/>
                        <a:pt x="15" y="165"/>
                      </a:cubicBezTo>
                      <a:cubicBezTo>
                        <a:pt x="0" y="147"/>
                        <a:pt x="1" y="126"/>
                        <a:pt x="8" y="105"/>
                      </a:cubicBezTo>
                      <a:cubicBezTo>
                        <a:pt x="14" y="86"/>
                        <a:pt x="32" y="84"/>
                        <a:pt x="48" y="82"/>
                      </a:cubicBezTo>
                      <a:cubicBezTo>
                        <a:pt x="62" y="81"/>
                        <a:pt x="76" y="82"/>
                        <a:pt x="91" y="82"/>
                      </a:cubicBezTo>
                      <a:close/>
                      <a:moveTo>
                        <a:pt x="91" y="113"/>
                      </a:moveTo>
                      <a:cubicBezTo>
                        <a:pt x="51" y="109"/>
                        <a:pt x="44" y="111"/>
                        <a:pt x="43" y="128"/>
                      </a:cubicBezTo>
                      <a:cubicBezTo>
                        <a:pt x="43" y="143"/>
                        <a:pt x="50" y="147"/>
                        <a:pt x="63" y="147"/>
                      </a:cubicBezTo>
                      <a:cubicBezTo>
                        <a:pt x="87" y="147"/>
                        <a:pt x="93" y="139"/>
                        <a:pt x="91" y="113"/>
                      </a:cubicBezTo>
                      <a:close/>
                    </a:path>
                  </a:pathLst>
                </a:custGeom>
                <a:solidFill>
                  <a:srgbClr val="7E64AD"/>
                </a:solidFill>
                <a:ln>
                  <a:noFill/>
                </a:ln>
              </p:spPr>
              <p:txBody>
                <a:bodyPr vert="horz" wrap="square" lIns="89630" tIns="44815" rIns="89630" bIns="44815" numCol="1" anchor="t" anchorCtr="0" compatLnSpc="1">
                  <a:prstTxWarp prst="textNoShape">
                    <a:avLst/>
                  </a:prstTxWarp>
                </a:bodyPr>
                <a:lstStyle/>
                <a:p>
                  <a:pPr defTabSz="1218996" eaLnBrk="0" fontAlgn="base" hangingPunct="0">
                    <a:spcBef>
                      <a:spcPct val="0"/>
                    </a:spcBef>
                    <a:spcAft>
                      <a:spcPct val="0"/>
                    </a:spcAft>
                    <a:defRPr/>
                  </a:pPr>
                  <a:endParaRPr lang="en-US" sz="2400">
                    <a:solidFill>
                      <a:prstClr val="black"/>
                    </a:solidFill>
                    <a:latin typeface="Arial" pitchFamily="34" charset="0"/>
                  </a:endParaRPr>
                </a:p>
              </p:txBody>
            </p:sp>
            <p:sp>
              <p:nvSpPr>
                <p:cNvPr id="448" name="Freeform 20"/>
                <p:cNvSpPr>
                  <a:spLocks/>
                </p:cNvSpPr>
                <p:nvPr/>
              </p:nvSpPr>
              <p:spPr bwMode="auto">
                <a:xfrm>
                  <a:off x="8228013" y="6381750"/>
                  <a:ext cx="515938" cy="649288"/>
                </a:xfrm>
                <a:custGeom>
                  <a:avLst/>
                  <a:gdLst>
                    <a:gd name="T0" fmla="*/ 9 w 137"/>
                    <a:gd name="T1" fmla="*/ 163 h 173"/>
                    <a:gd name="T2" fmla="*/ 14 w 137"/>
                    <a:gd name="T3" fmla="*/ 135 h 173"/>
                    <a:gd name="T4" fmla="*/ 64 w 137"/>
                    <a:gd name="T5" fmla="*/ 138 h 173"/>
                    <a:gd name="T6" fmla="*/ 85 w 137"/>
                    <a:gd name="T7" fmla="*/ 126 h 173"/>
                    <a:gd name="T8" fmla="*/ 70 w 137"/>
                    <a:gd name="T9" fmla="*/ 103 h 173"/>
                    <a:gd name="T10" fmla="*/ 51 w 137"/>
                    <a:gd name="T11" fmla="*/ 97 h 173"/>
                    <a:gd name="T12" fmla="*/ 14 w 137"/>
                    <a:gd name="T13" fmla="*/ 27 h 173"/>
                    <a:gd name="T14" fmla="*/ 39 w 137"/>
                    <a:gd name="T15" fmla="*/ 3 h 173"/>
                    <a:gd name="T16" fmla="*/ 122 w 137"/>
                    <a:gd name="T17" fmla="*/ 2 h 173"/>
                    <a:gd name="T18" fmla="*/ 118 w 137"/>
                    <a:gd name="T19" fmla="*/ 34 h 173"/>
                    <a:gd name="T20" fmla="*/ 74 w 137"/>
                    <a:gd name="T21" fmla="*/ 30 h 173"/>
                    <a:gd name="T22" fmla="*/ 50 w 137"/>
                    <a:gd name="T23" fmla="*/ 45 h 173"/>
                    <a:gd name="T24" fmla="*/ 69 w 137"/>
                    <a:gd name="T25" fmla="*/ 66 h 173"/>
                    <a:gd name="T26" fmla="*/ 85 w 137"/>
                    <a:gd name="T27" fmla="*/ 70 h 173"/>
                    <a:gd name="T28" fmla="*/ 120 w 137"/>
                    <a:gd name="T29" fmla="*/ 148 h 173"/>
                    <a:gd name="T30" fmla="*/ 69 w 137"/>
                    <a:gd name="T31" fmla="*/ 172 h 173"/>
                    <a:gd name="T32" fmla="*/ 34 w 137"/>
                    <a:gd name="T33" fmla="*/ 169 h 173"/>
                    <a:gd name="T34" fmla="*/ 9 w 137"/>
                    <a:gd name="T35" fmla="*/ 163 h 1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37" h="173">
                      <a:moveTo>
                        <a:pt x="9" y="163"/>
                      </a:moveTo>
                      <a:cubicBezTo>
                        <a:pt x="11" y="152"/>
                        <a:pt x="12" y="144"/>
                        <a:pt x="14" y="135"/>
                      </a:cubicBezTo>
                      <a:cubicBezTo>
                        <a:pt x="32" y="136"/>
                        <a:pt x="48" y="139"/>
                        <a:pt x="64" y="138"/>
                      </a:cubicBezTo>
                      <a:cubicBezTo>
                        <a:pt x="71" y="138"/>
                        <a:pt x="78" y="130"/>
                        <a:pt x="85" y="126"/>
                      </a:cubicBezTo>
                      <a:cubicBezTo>
                        <a:pt x="80" y="118"/>
                        <a:pt x="76" y="109"/>
                        <a:pt x="70" y="103"/>
                      </a:cubicBezTo>
                      <a:cubicBezTo>
                        <a:pt x="66" y="99"/>
                        <a:pt x="58" y="99"/>
                        <a:pt x="51" y="97"/>
                      </a:cubicBezTo>
                      <a:cubicBezTo>
                        <a:pt x="14" y="87"/>
                        <a:pt x="0" y="63"/>
                        <a:pt x="14" y="27"/>
                      </a:cubicBezTo>
                      <a:cubicBezTo>
                        <a:pt x="17" y="16"/>
                        <a:pt x="30" y="4"/>
                        <a:pt x="39" y="3"/>
                      </a:cubicBezTo>
                      <a:cubicBezTo>
                        <a:pt x="66" y="0"/>
                        <a:pt x="93" y="2"/>
                        <a:pt x="122" y="2"/>
                      </a:cubicBezTo>
                      <a:cubicBezTo>
                        <a:pt x="120" y="13"/>
                        <a:pt x="119" y="22"/>
                        <a:pt x="118" y="34"/>
                      </a:cubicBezTo>
                      <a:cubicBezTo>
                        <a:pt x="103" y="32"/>
                        <a:pt x="89" y="31"/>
                        <a:pt x="74" y="30"/>
                      </a:cubicBezTo>
                      <a:cubicBezTo>
                        <a:pt x="64" y="30"/>
                        <a:pt x="52" y="29"/>
                        <a:pt x="50" y="45"/>
                      </a:cubicBezTo>
                      <a:cubicBezTo>
                        <a:pt x="49" y="59"/>
                        <a:pt x="59" y="63"/>
                        <a:pt x="69" y="66"/>
                      </a:cubicBezTo>
                      <a:cubicBezTo>
                        <a:pt x="74" y="67"/>
                        <a:pt x="79" y="68"/>
                        <a:pt x="85" y="70"/>
                      </a:cubicBezTo>
                      <a:cubicBezTo>
                        <a:pt x="123" y="81"/>
                        <a:pt x="137" y="112"/>
                        <a:pt x="120" y="148"/>
                      </a:cubicBezTo>
                      <a:cubicBezTo>
                        <a:pt x="110" y="170"/>
                        <a:pt x="89" y="171"/>
                        <a:pt x="69" y="172"/>
                      </a:cubicBezTo>
                      <a:cubicBezTo>
                        <a:pt x="58" y="173"/>
                        <a:pt x="45" y="171"/>
                        <a:pt x="34" y="169"/>
                      </a:cubicBezTo>
                      <a:cubicBezTo>
                        <a:pt x="26" y="168"/>
                        <a:pt x="18" y="165"/>
                        <a:pt x="9" y="163"/>
                      </a:cubicBezTo>
                      <a:close/>
                    </a:path>
                  </a:pathLst>
                </a:custGeom>
                <a:solidFill>
                  <a:srgbClr val="7E64AD"/>
                </a:solidFill>
                <a:ln>
                  <a:noFill/>
                </a:ln>
              </p:spPr>
              <p:txBody>
                <a:bodyPr vert="horz" wrap="square" lIns="89630" tIns="44815" rIns="89630" bIns="44815" numCol="1" anchor="t" anchorCtr="0" compatLnSpc="1">
                  <a:prstTxWarp prst="textNoShape">
                    <a:avLst/>
                  </a:prstTxWarp>
                </a:bodyPr>
                <a:lstStyle/>
                <a:p>
                  <a:pPr defTabSz="1218996" eaLnBrk="0" fontAlgn="base" hangingPunct="0">
                    <a:spcBef>
                      <a:spcPct val="0"/>
                    </a:spcBef>
                    <a:spcAft>
                      <a:spcPct val="0"/>
                    </a:spcAft>
                    <a:defRPr/>
                  </a:pPr>
                  <a:endParaRPr lang="en-US" sz="2400">
                    <a:solidFill>
                      <a:prstClr val="black"/>
                    </a:solidFill>
                    <a:latin typeface="Arial" pitchFamily="34" charset="0"/>
                  </a:endParaRPr>
                </a:p>
              </p:txBody>
            </p:sp>
            <p:sp>
              <p:nvSpPr>
                <p:cNvPr id="449" name="Freeform 21"/>
                <p:cNvSpPr>
                  <a:spLocks/>
                </p:cNvSpPr>
                <p:nvPr/>
              </p:nvSpPr>
              <p:spPr bwMode="auto">
                <a:xfrm>
                  <a:off x="6864351" y="6115050"/>
                  <a:ext cx="142875" cy="893763"/>
                </a:xfrm>
                <a:custGeom>
                  <a:avLst/>
                  <a:gdLst>
                    <a:gd name="T0" fmla="*/ 0 w 38"/>
                    <a:gd name="T1" fmla="*/ 5 h 238"/>
                    <a:gd name="T2" fmla="*/ 13 w 38"/>
                    <a:gd name="T3" fmla="*/ 2 h 238"/>
                    <a:gd name="T4" fmla="*/ 38 w 38"/>
                    <a:gd name="T5" fmla="*/ 0 h 238"/>
                    <a:gd name="T6" fmla="*/ 38 w 38"/>
                    <a:gd name="T7" fmla="*/ 238 h 238"/>
                    <a:gd name="T8" fmla="*/ 0 w 38"/>
                    <a:gd name="T9" fmla="*/ 238 h 238"/>
                    <a:gd name="T10" fmla="*/ 0 w 38"/>
                    <a:gd name="T11" fmla="*/ 5 h 238"/>
                  </a:gdLst>
                  <a:ahLst/>
                  <a:cxnLst>
                    <a:cxn ang="0">
                      <a:pos x="T0" y="T1"/>
                    </a:cxn>
                    <a:cxn ang="0">
                      <a:pos x="T2" y="T3"/>
                    </a:cxn>
                    <a:cxn ang="0">
                      <a:pos x="T4" y="T5"/>
                    </a:cxn>
                    <a:cxn ang="0">
                      <a:pos x="T6" y="T7"/>
                    </a:cxn>
                    <a:cxn ang="0">
                      <a:pos x="T8" y="T9"/>
                    </a:cxn>
                    <a:cxn ang="0">
                      <a:pos x="T10" y="T11"/>
                    </a:cxn>
                  </a:cxnLst>
                  <a:rect l="0" t="0" r="r" b="b"/>
                  <a:pathLst>
                    <a:path w="38" h="238">
                      <a:moveTo>
                        <a:pt x="0" y="5"/>
                      </a:moveTo>
                      <a:cubicBezTo>
                        <a:pt x="4" y="4"/>
                        <a:pt x="9" y="2"/>
                        <a:pt x="13" y="2"/>
                      </a:cubicBezTo>
                      <a:cubicBezTo>
                        <a:pt x="21" y="1"/>
                        <a:pt x="29" y="1"/>
                        <a:pt x="38" y="0"/>
                      </a:cubicBezTo>
                      <a:cubicBezTo>
                        <a:pt x="38" y="80"/>
                        <a:pt x="38" y="158"/>
                        <a:pt x="38" y="238"/>
                      </a:cubicBezTo>
                      <a:cubicBezTo>
                        <a:pt x="26" y="238"/>
                        <a:pt x="13" y="238"/>
                        <a:pt x="0" y="238"/>
                      </a:cubicBezTo>
                      <a:cubicBezTo>
                        <a:pt x="0" y="161"/>
                        <a:pt x="0" y="83"/>
                        <a:pt x="0" y="5"/>
                      </a:cubicBezTo>
                      <a:close/>
                    </a:path>
                  </a:pathLst>
                </a:custGeom>
                <a:solidFill>
                  <a:srgbClr val="7E64AD"/>
                </a:solidFill>
                <a:ln>
                  <a:noFill/>
                </a:ln>
              </p:spPr>
              <p:txBody>
                <a:bodyPr vert="horz" wrap="square" lIns="89630" tIns="44815" rIns="89630" bIns="44815" numCol="1" anchor="t" anchorCtr="0" compatLnSpc="1">
                  <a:prstTxWarp prst="textNoShape">
                    <a:avLst/>
                  </a:prstTxWarp>
                </a:bodyPr>
                <a:lstStyle/>
                <a:p>
                  <a:pPr defTabSz="1218996" eaLnBrk="0" fontAlgn="base" hangingPunct="0">
                    <a:spcBef>
                      <a:spcPct val="0"/>
                    </a:spcBef>
                    <a:spcAft>
                      <a:spcPct val="0"/>
                    </a:spcAft>
                    <a:defRPr/>
                  </a:pPr>
                  <a:endParaRPr lang="en-US" sz="2400">
                    <a:solidFill>
                      <a:prstClr val="black"/>
                    </a:solidFill>
                    <a:latin typeface="Arial" pitchFamily="34" charset="0"/>
                  </a:endParaRPr>
                </a:p>
              </p:txBody>
            </p:sp>
          </p:grpSp>
          <p:grpSp>
            <p:nvGrpSpPr>
              <p:cNvPr id="462" name="Group 461"/>
              <p:cNvGrpSpPr/>
              <p:nvPr/>
            </p:nvGrpSpPr>
            <p:grpSpPr>
              <a:xfrm>
                <a:off x="3805238" y="-100013"/>
                <a:ext cx="4529138" cy="4625976"/>
                <a:chOff x="3805238" y="-100013"/>
                <a:chExt cx="4529138" cy="4625976"/>
              </a:xfrm>
            </p:grpSpPr>
            <p:sp>
              <p:nvSpPr>
                <p:cNvPr id="17" name="Freeform 6"/>
                <p:cNvSpPr>
                  <a:spLocks/>
                </p:cNvSpPr>
                <p:nvPr/>
              </p:nvSpPr>
              <p:spPr bwMode="auto">
                <a:xfrm>
                  <a:off x="5294313" y="-100013"/>
                  <a:ext cx="2919413" cy="4108451"/>
                </a:xfrm>
                <a:custGeom>
                  <a:avLst/>
                  <a:gdLst>
                    <a:gd name="T0" fmla="*/ 440 w 777"/>
                    <a:gd name="T1" fmla="*/ 0 h 1094"/>
                    <a:gd name="T2" fmla="*/ 387 w 777"/>
                    <a:gd name="T3" fmla="*/ 198 h 1094"/>
                    <a:gd name="T4" fmla="*/ 389 w 777"/>
                    <a:gd name="T5" fmla="*/ 392 h 1094"/>
                    <a:gd name="T6" fmla="*/ 399 w 777"/>
                    <a:gd name="T7" fmla="*/ 433 h 1094"/>
                    <a:gd name="T8" fmla="*/ 766 w 777"/>
                    <a:gd name="T9" fmla="*/ 1069 h 1094"/>
                    <a:gd name="T10" fmla="*/ 777 w 777"/>
                    <a:gd name="T11" fmla="*/ 1091 h 1094"/>
                    <a:gd name="T12" fmla="*/ 694 w 777"/>
                    <a:gd name="T13" fmla="*/ 1091 h 1094"/>
                    <a:gd name="T14" fmla="*/ 640 w 777"/>
                    <a:gd name="T15" fmla="*/ 1061 h 1094"/>
                    <a:gd name="T16" fmla="*/ 285 w 777"/>
                    <a:gd name="T17" fmla="*/ 443 h 1094"/>
                    <a:gd name="T18" fmla="*/ 277 w 777"/>
                    <a:gd name="T19" fmla="*/ 413 h 1094"/>
                    <a:gd name="T20" fmla="*/ 277 w 777"/>
                    <a:gd name="T21" fmla="*/ 127 h 1094"/>
                    <a:gd name="T22" fmla="*/ 277 w 777"/>
                    <a:gd name="T23" fmla="*/ 104 h 1094"/>
                    <a:gd name="T24" fmla="*/ 153 w 777"/>
                    <a:gd name="T25" fmla="*/ 104 h 1094"/>
                    <a:gd name="T26" fmla="*/ 153 w 777"/>
                    <a:gd name="T27" fmla="*/ 173 h 1094"/>
                    <a:gd name="T28" fmla="*/ 143 w 777"/>
                    <a:gd name="T29" fmla="*/ 166 h 1094"/>
                    <a:gd name="T30" fmla="*/ 4 w 777"/>
                    <a:gd name="T31" fmla="*/ 9 h 1094"/>
                    <a:gd name="T32" fmla="*/ 0 w 777"/>
                    <a:gd name="T33" fmla="*/ 0 h 1094"/>
                    <a:gd name="T34" fmla="*/ 440 w 777"/>
                    <a:gd name="T35" fmla="*/ 0 h 10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777" h="1094">
                      <a:moveTo>
                        <a:pt x="440" y="0"/>
                      </a:moveTo>
                      <a:cubicBezTo>
                        <a:pt x="394" y="59"/>
                        <a:pt x="382" y="125"/>
                        <a:pt x="387" y="198"/>
                      </a:cubicBezTo>
                      <a:cubicBezTo>
                        <a:pt x="392" y="263"/>
                        <a:pt x="388" y="327"/>
                        <a:pt x="389" y="392"/>
                      </a:cubicBezTo>
                      <a:cubicBezTo>
                        <a:pt x="389" y="406"/>
                        <a:pt x="393" y="421"/>
                        <a:pt x="399" y="433"/>
                      </a:cubicBezTo>
                      <a:cubicBezTo>
                        <a:pt x="521" y="645"/>
                        <a:pt x="644" y="857"/>
                        <a:pt x="766" y="1069"/>
                      </a:cubicBezTo>
                      <a:cubicBezTo>
                        <a:pt x="769" y="1075"/>
                        <a:pt x="772" y="1081"/>
                        <a:pt x="777" y="1091"/>
                      </a:cubicBezTo>
                      <a:cubicBezTo>
                        <a:pt x="748" y="1091"/>
                        <a:pt x="721" y="1089"/>
                        <a:pt x="694" y="1091"/>
                      </a:cubicBezTo>
                      <a:cubicBezTo>
                        <a:pt x="668" y="1094"/>
                        <a:pt x="653" y="1085"/>
                        <a:pt x="640" y="1061"/>
                      </a:cubicBezTo>
                      <a:cubicBezTo>
                        <a:pt x="522" y="855"/>
                        <a:pt x="403" y="649"/>
                        <a:pt x="285" y="443"/>
                      </a:cubicBezTo>
                      <a:cubicBezTo>
                        <a:pt x="280" y="435"/>
                        <a:pt x="277" y="423"/>
                        <a:pt x="277" y="413"/>
                      </a:cubicBezTo>
                      <a:cubicBezTo>
                        <a:pt x="277" y="318"/>
                        <a:pt x="277" y="223"/>
                        <a:pt x="277" y="127"/>
                      </a:cubicBezTo>
                      <a:cubicBezTo>
                        <a:pt x="277" y="120"/>
                        <a:pt x="277" y="113"/>
                        <a:pt x="277" y="104"/>
                      </a:cubicBezTo>
                      <a:cubicBezTo>
                        <a:pt x="235" y="104"/>
                        <a:pt x="195" y="104"/>
                        <a:pt x="153" y="104"/>
                      </a:cubicBezTo>
                      <a:cubicBezTo>
                        <a:pt x="153" y="126"/>
                        <a:pt x="153" y="147"/>
                        <a:pt x="153" y="173"/>
                      </a:cubicBezTo>
                      <a:cubicBezTo>
                        <a:pt x="148" y="169"/>
                        <a:pt x="145" y="168"/>
                        <a:pt x="143" y="166"/>
                      </a:cubicBezTo>
                      <a:cubicBezTo>
                        <a:pt x="97" y="113"/>
                        <a:pt x="50" y="61"/>
                        <a:pt x="4" y="9"/>
                      </a:cubicBezTo>
                      <a:cubicBezTo>
                        <a:pt x="2" y="6"/>
                        <a:pt x="1" y="3"/>
                        <a:pt x="0" y="0"/>
                      </a:cubicBezTo>
                      <a:cubicBezTo>
                        <a:pt x="147" y="0"/>
                        <a:pt x="293" y="0"/>
                        <a:pt x="440" y="0"/>
                      </a:cubicBezTo>
                      <a:close/>
                    </a:path>
                  </a:pathLst>
                </a:custGeom>
                <a:solidFill>
                  <a:srgbClr val="7E64AD"/>
                </a:solidFill>
                <a:ln>
                  <a:noFill/>
                </a:ln>
              </p:spPr>
              <p:txBody>
                <a:bodyPr vert="horz" wrap="square" lIns="89630" tIns="44815" rIns="89630" bIns="44815" numCol="1" anchor="t" anchorCtr="0" compatLnSpc="1">
                  <a:prstTxWarp prst="textNoShape">
                    <a:avLst/>
                  </a:prstTxWarp>
                </a:bodyPr>
                <a:lstStyle/>
                <a:p>
                  <a:pPr defTabSz="1218996" eaLnBrk="0" fontAlgn="base" hangingPunct="0">
                    <a:spcBef>
                      <a:spcPct val="0"/>
                    </a:spcBef>
                    <a:spcAft>
                      <a:spcPct val="0"/>
                    </a:spcAft>
                    <a:defRPr/>
                  </a:pPr>
                  <a:endParaRPr lang="en-US" sz="2400">
                    <a:solidFill>
                      <a:prstClr val="black"/>
                    </a:solidFill>
                    <a:latin typeface="Arial" pitchFamily="34" charset="0"/>
                  </a:endParaRPr>
                </a:p>
              </p:txBody>
            </p:sp>
            <p:sp>
              <p:nvSpPr>
                <p:cNvPr id="18" name="Freeform 7"/>
                <p:cNvSpPr>
                  <a:spLocks/>
                </p:cNvSpPr>
                <p:nvPr/>
              </p:nvSpPr>
              <p:spPr bwMode="auto">
                <a:xfrm>
                  <a:off x="4203701" y="4116388"/>
                  <a:ext cx="4130675" cy="409575"/>
                </a:xfrm>
                <a:custGeom>
                  <a:avLst/>
                  <a:gdLst>
                    <a:gd name="T0" fmla="*/ 0 w 1099"/>
                    <a:gd name="T1" fmla="*/ 108 h 109"/>
                    <a:gd name="T2" fmla="*/ 59 w 1099"/>
                    <a:gd name="T3" fmla="*/ 9 h 109"/>
                    <a:gd name="T4" fmla="*/ 82 w 1099"/>
                    <a:gd name="T5" fmla="*/ 4 h 109"/>
                    <a:gd name="T6" fmla="*/ 712 w 1099"/>
                    <a:gd name="T7" fmla="*/ 4 h 109"/>
                    <a:gd name="T8" fmla="*/ 1051 w 1099"/>
                    <a:gd name="T9" fmla="*/ 4 h 109"/>
                    <a:gd name="T10" fmla="*/ 1071 w 1099"/>
                    <a:gd name="T11" fmla="*/ 3 h 109"/>
                    <a:gd name="T12" fmla="*/ 1092 w 1099"/>
                    <a:gd name="T13" fmla="*/ 29 h 109"/>
                    <a:gd name="T14" fmla="*/ 1060 w 1099"/>
                    <a:gd name="T15" fmla="*/ 93 h 109"/>
                    <a:gd name="T16" fmla="*/ 1036 w 1099"/>
                    <a:gd name="T17" fmla="*/ 107 h 109"/>
                    <a:gd name="T18" fmla="*/ 1014 w 1099"/>
                    <a:gd name="T19" fmla="*/ 108 h 109"/>
                    <a:gd name="T20" fmla="*/ 23 w 1099"/>
                    <a:gd name="T21" fmla="*/ 108 h 109"/>
                    <a:gd name="T22" fmla="*/ 0 w 1099"/>
                    <a:gd name="T23" fmla="*/ 108 h 1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099" h="109">
                      <a:moveTo>
                        <a:pt x="0" y="108"/>
                      </a:moveTo>
                      <a:cubicBezTo>
                        <a:pt x="21" y="73"/>
                        <a:pt x="39" y="40"/>
                        <a:pt x="59" y="9"/>
                      </a:cubicBezTo>
                      <a:cubicBezTo>
                        <a:pt x="62" y="5"/>
                        <a:pt x="74" y="4"/>
                        <a:pt x="82" y="4"/>
                      </a:cubicBezTo>
                      <a:cubicBezTo>
                        <a:pt x="292" y="4"/>
                        <a:pt x="502" y="4"/>
                        <a:pt x="712" y="4"/>
                      </a:cubicBezTo>
                      <a:cubicBezTo>
                        <a:pt x="825" y="4"/>
                        <a:pt x="938" y="4"/>
                        <a:pt x="1051" y="4"/>
                      </a:cubicBezTo>
                      <a:cubicBezTo>
                        <a:pt x="1058" y="4"/>
                        <a:pt x="1065" y="4"/>
                        <a:pt x="1071" y="3"/>
                      </a:cubicBezTo>
                      <a:cubicBezTo>
                        <a:pt x="1088" y="0"/>
                        <a:pt x="1099" y="13"/>
                        <a:pt x="1092" y="29"/>
                      </a:cubicBezTo>
                      <a:cubicBezTo>
                        <a:pt x="1083" y="51"/>
                        <a:pt x="1073" y="73"/>
                        <a:pt x="1060" y="93"/>
                      </a:cubicBezTo>
                      <a:cubicBezTo>
                        <a:pt x="1056" y="100"/>
                        <a:pt x="1044" y="104"/>
                        <a:pt x="1036" y="107"/>
                      </a:cubicBezTo>
                      <a:cubicBezTo>
                        <a:pt x="1029" y="109"/>
                        <a:pt x="1021" y="108"/>
                        <a:pt x="1014" y="108"/>
                      </a:cubicBezTo>
                      <a:cubicBezTo>
                        <a:pt x="683" y="108"/>
                        <a:pt x="353" y="108"/>
                        <a:pt x="23" y="108"/>
                      </a:cubicBezTo>
                      <a:cubicBezTo>
                        <a:pt x="17" y="108"/>
                        <a:pt x="11" y="108"/>
                        <a:pt x="0" y="108"/>
                      </a:cubicBezTo>
                      <a:close/>
                    </a:path>
                  </a:pathLst>
                </a:custGeom>
                <a:solidFill>
                  <a:srgbClr val="F0A82F"/>
                </a:solidFill>
                <a:ln>
                  <a:noFill/>
                </a:ln>
              </p:spPr>
              <p:txBody>
                <a:bodyPr vert="horz" wrap="square" lIns="89630" tIns="44815" rIns="89630" bIns="44815" numCol="1" anchor="t" anchorCtr="0" compatLnSpc="1">
                  <a:prstTxWarp prst="textNoShape">
                    <a:avLst/>
                  </a:prstTxWarp>
                </a:bodyPr>
                <a:lstStyle/>
                <a:p>
                  <a:pPr defTabSz="1218996" eaLnBrk="0" fontAlgn="base" hangingPunct="0">
                    <a:spcBef>
                      <a:spcPct val="0"/>
                    </a:spcBef>
                    <a:spcAft>
                      <a:spcPct val="0"/>
                    </a:spcAft>
                    <a:defRPr/>
                  </a:pPr>
                  <a:endParaRPr lang="en-US" sz="2400">
                    <a:solidFill>
                      <a:prstClr val="black"/>
                    </a:solidFill>
                    <a:latin typeface="Arial" pitchFamily="34" charset="0"/>
                  </a:endParaRPr>
                </a:p>
              </p:txBody>
            </p:sp>
            <p:sp>
              <p:nvSpPr>
                <p:cNvPr id="19" name="Freeform 8"/>
                <p:cNvSpPr>
                  <a:spLocks/>
                </p:cNvSpPr>
                <p:nvPr/>
              </p:nvSpPr>
              <p:spPr bwMode="auto">
                <a:xfrm>
                  <a:off x="3805238" y="1363662"/>
                  <a:ext cx="2074863" cy="3155950"/>
                </a:xfrm>
                <a:custGeom>
                  <a:avLst/>
                  <a:gdLst>
                    <a:gd name="T0" fmla="*/ 552 w 552"/>
                    <a:gd name="T1" fmla="*/ 1 h 840"/>
                    <a:gd name="T2" fmla="*/ 496 w 552"/>
                    <a:gd name="T3" fmla="*/ 99 h 840"/>
                    <a:gd name="T4" fmla="*/ 79 w 552"/>
                    <a:gd name="T5" fmla="*/ 822 h 840"/>
                    <a:gd name="T6" fmla="*/ 61 w 552"/>
                    <a:gd name="T7" fmla="*/ 838 h 840"/>
                    <a:gd name="T8" fmla="*/ 34 w 552"/>
                    <a:gd name="T9" fmla="*/ 820 h 840"/>
                    <a:gd name="T10" fmla="*/ 15 w 552"/>
                    <a:gd name="T11" fmla="*/ 780 h 840"/>
                    <a:gd name="T12" fmla="*/ 18 w 552"/>
                    <a:gd name="T13" fmla="*/ 716 h 840"/>
                    <a:gd name="T14" fmla="*/ 422 w 552"/>
                    <a:gd name="T15" fmla="*/ 17 h 840"/>
                    <a:gd name="T16" fmla="*/ 449 w 552"/>
                    <a:gd name="T17" fmla="*/ 1 h 840"/>
                    <a:gd name="T18" fmla="*/ 552 w 552"/>
                    <a:gd name="T19" fmla="*/ 1 h 8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52" h="840">
                      <a:moveTo>
                        <a:pt x="552" y="1"/>
                      </a:moveTo>
                      <a:cubicBezTo>
                        <a:pt x="533" y="36"/>
                        <a:pt x="515" y="68"/>
                        <a:pt x="496" y="99"/>
                      </a:cubicBezTo>
                      <a:cubicBezTo>
                        <a:pt x="357" y="340"/>
                        <a:pt x="218" y="581"/>
                        <a:pt x="79" y="822"/>
                      </a:cubicBezTo>
                      <a:cubicBezTo>
                        <a:pt x="75" y="829"/>
                        <a:pt x="65" y="840"/>
                        <a:pt x="61" y="838"/>
                      </a:cubicBezTo>
                      <a:cubicBezTo>
                        <a:pt x="51" y="835"/>
                        <a:pt x="40" y="828"/>
                        <a:pt x="34" y="820"/>
                      </a:cubicBezTo>
                      <a:cubicBezTo>
                        <a:pt x="26" y="808"/>
                        <a:pt x="23" y="792"/>
                        <a:pt x="15" y="780"/>
                      </a:cubicBezTo>
                      <a:cubicBezTo>
                        <a:pt x="0" y="758"/>
                        <a:pt x="5" y="738"/>
                        <a:pt x="18" y="716"/>
                      </a:cubicBezTo>
                      <a:cubicBezTo>
                        <a:pt x="153" y="484"/>
                        <a:pt x="287" y="251"/>
                        <a:pt x="422" y="17"/>
                      </a:cubicBezTo>
                      <a:cubicBezTo>
                        <a:pt x="428" y="6"/>
                        <a:pt x="435" y="0"/>
                        <a:pt x="449" y="1"/>
                      </a:cubicBezTo>
                      <a:cubicBezTo>
                        <a:pt x="482" y="2"/>
                        <a:pt x="515" y="1"/>
                        <a:pt x="552" y="1"/>
                      </a:cubicBezTo>
                      <a:close/>
                    </a:path>
                  </a:pathLst>
                </a:custGeom>
                <a:solidFill>
                  <a:srgbClr val="2F296F"/>
                </a:solidFill>
                <a:ln>
                  <a:noFill/>
                </a:ln>
              </p:spPr>
              <p:txBody>
                <a:bodyPr vert="horz" wrap="square" lIns="89630" tIns="44815" rIns="89630" bIns="44815" numCol="1" anchor="t" anchorCtr="0" compatLnSpc="1">
                  <a:prstTxWarp prst="textNoShape">
                    <a:avLst/>
                  </a:prstTxWarp>
                </a:bodyPr>
                <a:lstStyle/>
                <a:p>
                  <a:pPr defTabSz="1218996" eaLnBrk="0" fontAlgn="base" hangingPunct="0">
                    <a:spcBef>
                      <a:spcPct val="0"/>
                    </a:spcBef>
                    <a:spcAft>
                      <a:spcPct val="0"/>
                    </a:spcAft>
                    <a:defRPr/>
                  </a:pPr>
                  <a:endParaRPr lang="en-US" sz="2400">
                    <a:solidFill>
                      <a:prstClr val="black"/>
                    </a:solidFill>
                    <a:latin typeface="Arial" pitchFamily="34" charset="0"/>
                  </a:endParaRPr>
                </a:p>
              </p:txBody>
            </p:sp>
            <p:grpSp>
              <p:nvGrpSpPr>
                <p:cNvPr id="461" name="Group 460"/>
                <p:cNvGrpSpPr/>
                <p:nvPr/>
              </p:nvGrpSpPr>
              <p:grpSpPr>
                <a:xfrm>
                  <a:off x="5072063" y="2025650"/>
                  <a:ext cx="1976438" cy="2005012"/>
                  <a:chOff x="5072063" y="2025650"/>
                  <a:chExt cx="1976438" cy="2005012"/>
                </a:xfrm>
              </p:grpSpPr>
              <p:sp>
                <p:nvSpPr>
                  <p:cNvPr id="27" name="Freeform 15"/>
                  <p:cNvSpPr>
                    <a:spLocks/>
                  </p:cNvSpPr>
                  <p:nvPr/>
                </p:nvSpPr>
                <p:spPr bwMode="auto">
                  <a:xfrm>
                    <a:off x="5072063" y="2471737"/>
                    <a:ext cx="681038" cy="1427163"/>
                  </a:xfrm>
                  <a:custGeom>
                    <a:avLst/>
                    <a:gdLst>
                      <a:gd name="T0" fmla="*/ 181 w 181"/>
                      <a:gd name="T1" fmla="*/ 0 h 380"/>
                      <a:gd name="T2" fmla="*/ 166 w 181"/>
                      <a:gd name="T3" fmla="*/ 78 h 380"/>
                      <a:gd name="T4" fmla="*/ 98 w 181"/>
                      <a:gd name="T5" fmla="*/ 367 h 380"/>
                      <a:gd name="T6" fmla="*/ 79 w 181"/>
                      <a:gd name="T7" fmla="*/ 380 h 380"/>
                      <a:gd name="T8" fmla="*/ 4 w 181"/>
                      <a:gd name="T9" fmla="*/ 205 h 380"/>
                      <a:gd name="T10" fmla="*/ 181 w 181"/>
                      <a:gd name="T11" fmla="*/ 0 h 380"/>
                    </a:gdLst>
                    <a:ahLst/>
                    <a:cxnLst>
                      <a:cxn ang="0">
                        <a:pos x="T0" y="T1"/>
                      </a:cxn>
                      <a:cxn ang="0">
                        <a:pos x="T2" y="T3"/>
                      </a:cxn>
                      <a:cxn ang="0">
                        <a:pos x="T4" y="T5"/>
                      </a:cxn>
                      <a:cxn ang="0">
                        <a:pos x="T6" y="T7"/>
                      </a:cxn>
                      <a:cxn ang="0">
                        <a:pos x="T8" y="T9"/>
                      </a:cxn>
                      <a:cxn ang="0">
                        <a:pos x="T10" y="T11"/>
                      </a:cxn>
                    </a:cxnLst>
                    <a:rect l="0" t="0" r="r" b="b"/>
                    <a:pathLst>
                      <a:path w="181" h="380">
                        <a:moveTo>
                          <a:pt x="181" y="0"/>
                        </a:moveTo>
                        <a:cubicBezTo>
                          <a:pt x="176" y="25"/>
                          <a:pt x="172" y="51"/>
                          <a:pt x="166" y="78"/>
                        </a:cubicBezTo>
                        <a:cubicBezTo>
                          <a:pt x="28" y="122"/>
                          <a:pt x="7" y="273"/>
                          <a:pt x="98" y="367"/>
                        </a:cubicBezTo>
                        <a:cubicBezTo>
                          <a:pt x="92" y="371"/>
                          <a:pt x="86" y="375"/>
                          <a:pt x="79" y="380"/>
                        </a:cubicBezTo>
                        <a:cubicBezTo>
                          <a:pt x="38" y="362"/>
                          <a:pt x="0" y="269"/>
                          <a:pt x="4" y="205"/>
                        </a:cubicBezTo>
                        <a:cubicBezTo>
                          <a:pt x="13" y="81"/>
                          <a:pt x="113" y="17"/>
                          <a:pt x="181" y="0"/>
                        </a:cubicBezTo>
                        <a:close/>
                      </a:path>
                    </a:pathLst>
                  </a:custGeom>
                  <a:solidFill>
                    <a:srgbClr val="2F296F"/>
                  </a:solidFill>
                  <a:ln>
                    <a:noFill/>
                  </a:ln>
                </p:spPr>
                <p:txBody>
                  <a:bodyPr vert="horz" wrap="square" lIns="89630" tIns="44815" rIns="89630" bIns="44815" numCol="1" anchor="t" anchorCtr="0" compatLnSpc="1">
                    <a:prstTxWarp prst="textNoShape">
                      <a:avLst/>
                    </a:prstTxWarp>
                  </a:bodyPr>
                  <a:lstStyle/>
                  <a:p>
                    <a:pPr defTabSz="1218996" eaLnBrk="0" fontAlgn="base" hangingPunct="0">
                      <a:spcBef>
                        <a:spcPct val="0"/>
                      </a:spcBef>
                      <a:spcAft>
                        <a:spcPct val="0"/>
                      </a:spcAft>
                      <a:defRPr/>
                    </a:pPr>
                    <a:endParaRPr lang="en-US" sz="2400">
                      <a:solidFill>
                        <a:prstClr val="black"/>
                      </a:solidFill>
                      <a:latin typeface="Arial" pitchFamily="34" charset="0"/>
                    </a:endParaRPr>
                  </a:p>
                </p:txBody>
              </p:sp>
              <p:sp>
                <p:nvSpPr>
                  <p:cNvPr id="29" name="Freeform 17"/>
                  <p:cNvSpPr>
                    <a:spLocks/>
                  </p:cNvSpPr>
                  <p:nvPr/>
                </p:nvSpPr>
                <p:spPr bwMode="auto">
                  <a:xfrm>
                    <a:off x="5621338" y="3249612"/>
                    <a:ext cx="1427163" cy="781050"/>
                  </a:xfrm>
                  <a:custGeom>
                    <a:avLst/>
                    <a:gdLst>
                      <a:gd name="T0" fmla="*/ 355 w 380"/>
                      <a:gd name="T1" fmla="*/ 0 h 208"/>
                      <a:gd name="T2" fmla="*/ 375 w 380"/>
                      <a:gd name="T3" fmla="*/ 6 h 208"/>
                      <a:gd name="T4" fmla="*/ 250 w 380"/>
                      <a:gd name="T5" fmla="*/ 169 h 208"/>
                      <a:gd name="T6" fmla="*/ 0 w 380"/>
                      <a:gd name="T7" fmla="*/ 119 h 208"/>
                      <a:gd name="T8" fmla="*/ 68 w 380"/>
                      <a:gd name="T9" fmla="*/ 91 h 208"/>
                      <a:gd name="T10" fmla="*/ 85 w 380"/>
                      <a:gd name="T11" fmla="*/ 96 h 208"/>
                      <a:gd name="T12" fmla="*/ 197 w 380"/>
                      <a:gd name="T13" fmla="*/ 135 h 208"/>
                      <a:gd name="T14" fmla="*/ 349 w 380"/>
                      <a:gd name="T15" fmla="*/ 16 h 208"/>
                      <a:gd name="T16" fmla="*/ 355 w 380"/>
                      <a:gd name="T17" fmla="*/ 0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80" h="208">
                        <a:moveTo>
                          <a:pt x="355" y="0"/>
                        </a:moveTo>
                        <a:cubicBezTo>
                          <a:pt x="363" y="2"/>
                          <a:pt x="370" y="4"/>
                          <a:pt x="375" y="6"/>
                        </a:cubicBezTo>
                        <a:cubicBezTo>
                          <a:pt x="380" y="60"/>
                          <a:pt x="321" y="137"/>
                          <a:pt x="250" y="169"/>
                        </a:cubicBezTo>
                        <a:cubicBezTo>
                          <a:pt x="166" y="208"/>
                          <a:pt x="71" y="183"/>
                          <a:pt x="0" y="119"/>
                        </a:cubicBezTo>
                        <a:cubicBezTo>
                          <a:pt x="22" y="110"/>
                          <a:pt x="45" y="100"/>
                          <a:pt x="68" y="91"/>
                        </a:cubicBezTo>
                        <a:cubicBezTo>
                          <a:pt x="72" y="90"/>
                          <a:pt x="80" y="93"/>
                          <a:pt x="85" y="96"/>
                        </a:cubicBezTo>
                        <a:cubicBezTo>
                          <a:pt x="119" y="118"/>
                          <a:pt x="154" y="137"/>
                          <a:pt x="197" y="135"/>
                        </a:cubicBezTo>
                        <a:cubicBezTo>
                          <a:pt x="279" y="131"/>
                          <a:pt x="328" y="78"/>
                          <a:pt x="349" y="16"/>
                        </a:cubicBezTo>
                        <a:cubicBezTo>
                          <a:pt x="351" y="11"/>
                          <a:pt x="353" y="6"/>
                          <a:pt x="355" y="0"/>
                        </a:cubicBezTo>
                        <a:close/>
                      </a:path>
                    </a:pathLst>
                  </a:custGeom>
                  <a:solidFill>
                    <a:srgbClr val="F0A82F"/>
                  </a:solidFill>
                  <a:ln>
                    <a:noFill/>
                  </a:ln>
                </p:spPr>
                <p:txBody>
                  <a:bodyPr vert="horz" wrap="square" lIns="89630" tIns="44815" rIns="89630" bIns="44815" numCol="1" anchor="t" anchorCtr="0" compatLnSpc="1">
                    <a:prstTxWarp prst="textNoShape">
                      <a:avLst/>
                    </a:prstTxWarp>
                  </a:bodyPr>
                  <a:lstStyle/>
                  <a:p>
                    <a:pPr defTabSz="1218996" eaLnBrk="0" fontAlgn="base" hangingPunct="0">
                      <a:spcBef>
                        <a:spcPct val="0"/>
                      </a:spcBef>
                      <a:spcAft>
                        <a:spcPct val="0"/>
                      </a:spcAft>
                      <a:defRPr/>
                    </a:pPr>
                    <a:endParaRPr lang="en-US" sz="2400">
                      <a:solidFill>
                        <a:prstClr val="black"/>
                      </a:solidFill>
                      <a:latin typeface="Arial" pitchFamily="34" charset="0"/>
                    </a:endParaRPr>
                  </a:p>
                </p:txBody>
              </p:sp>
              <p:sp>
                <p:nvSpPr>
                  <p:cNvPr id="30" name="Freeform 18"/>
                  <p:cNvSpPr>
                    <a:spLocks/>
                  </p:cNvSpPr>
                  <p:nvPr/>
                </p:nvSpPr>
                <p:spPr bwMode="auto">
                  <a:xfrm>
                    <a:off x="5657851" y="2025650"/>
                    <a:ext cx="1123950" cy="1152525"/>
                  </a:xfrm>
                  <a:custGeom>
                    <a:avLst/>
                    <a:gdLst>
                      <a:gd name="T0" fmla="*/ 291 w 299"/>
                      <a:gd name="T1" fmla="*/ 307 h 307"/>
                      <a:gd name="T2" fmla="*/ 227 w 299"/>
                      <a:gd name="T3" fmla="*/ 256 h 307"/>
                      <a:gd name="T4" fmla="*/ 179 w 299"/>
                      <a:gd name="T5" fmla="*/ 95 h 307"/>
                      <a:gd name="T6" fmla="*/ 10 w 299"/>
                      <a:gd name="T7" fmla="*/ 60 h 307"/>
                      <a:gd name="T8" fmla="*/ 23 w 299"/>
                      <a:gd name="T9" fmla="*/ 30 h 307"/>
                      <a:gd name="T10" fmla="*/ 290 w 299"/>
                      <a:gd name="T11" fmla="*/ 195 h 307"/>
                      <a:gd name="T12" fmla="*/ 291 w 299"/>
                      <a:gd name="T13" fmla="*/ 307 h 307"/>
                    </a:gdLst>
                    <a:ahLst/>
                    <a:cxnLst>
                      <a:cxn ang="0">
                        <a:pos x="T0" y="T1"/>
                      </a:cxn>
                      <a:cxn ang="0">
                        <a:pos x="T2" y="T3"/>
                      </a:cxn>
                      <a:cxn ang="0">
                        <a:pos x="T4" y="T5"/>
                      </a:cxn>
                      <a:cxn ang="0">
                        <a:pos x="T6" y="T7"/>
                      </a:cxn>
                      <a:cxn ang="0">
                        <a:pos x="T8" y="T9"/>
                      </a:cxn>
                      <a:cxn ang="0">
                        <a:pos x="T10" y="T11"/>
                      </a:cxn>
                      <a:cxn ang="0">
                        <a:pos x="T12" y="T13"/>
                      </a:cxn>
                    </a:cxnLst>
                    <a:rect l="0" t="0" r="r" b="b"/>
                    <a:pathLst>
                      <a:path w="299" h="307">
                        <a:moveTo>
                          <a:pt x="291" y="307"/>
                        </a:moveTo>
                        <a:cubicBezTo>
                          <a:pt x="270" y="290"/>
                          <a:pt x="250" y="274"/>
                          <a:pt x="227" y="256"/>
                        </a:cubicBezTo>
                        <a:cubicBezTo>
                          <a:pt x="236" y="198"/>
                          <a:pt x="228" y="140"/>
                          <a:pt x="179" y="95"/>
                        </a:cubicBezTo>
                        <a:cubicBezTo>
                          <a:pt x="130" y="51"/>
                          <a:pt x="72" y="45"/>
                          <a:pt x="10" y="60"/>
                        </a:cubicBezTo>
                        <a:cubicBezTo>
                          <a:pt x="0" y="38"/>
                          <a:pt x="0" y="36"/>
                          <a:pt x="23" y="30"/>
                        </a:cubicBezTo>
                        <a:cubicBezTo>
                          <a:pt x="133" y="0"/>
                          <a:pt x="265" y="68"/>
                          <a:pt x="290" y="195"/>
                        </a:cubicBezTo>
                        <a:cubicBezTo>
                          <a:pt x="298" y="233"/>
                          <a:pt x="299" y="271"/>
                          <a:pt x="291" y="307"/>
                        </a:cubicBezTo>
                        <a:close/>
                      </a:path>
                    </a:pathLst>
                  </a:custGeom>
                  <a:solidFill>
                    <a:srgbClr val="7E64AD"/>
                  </a:solidFill>
                  <a:ln>
                    <a:noFill/>
                  </a:ln>
                </p:spPr>
                <p:txBody>
                  <a:bodyPr vert="horz" wrap="square" lIns="89630" tIns="44815" rIns="89630" bIns="44815" numCol="1" anchor="t" anchorCtr="0" compatLnSpc="1">
                    <a:prstTxWarp prst="textNoShape">
                      <a:avLst/>
                    </a:prstTxWarp>
                  </a:bodyPr>
                  <a:lstStyle/>
                  <a:p>
                    <a:pPr defTabSz="1218996" eaLnBrk="0" fontAlgn="base" hangingPunct="0">
                      <a:spcBef>
                        <a:spcPct val="0"/>
                      </a:spcBef>
                      <a:spcAft>
                        <a:spcPct val="0"/>
                      </a:spcAft>
                      <a:defRPr/>
                    </a:pPr>
                    <a:endParaRPr lang="en-US" sz="2400">
                      <a:solidFill>
                        <a:prstClr val="black"/>
                      </a:solidFill>
                      <a:latin typeface="Arial" pitchFamily="34" charset="0"/>
                    </a:endParaRPr>
                  </a:p>
                </p:txBody>
              </p:sp>
              <p:sp>
                <p:nvSpPr>
                  <p:cNvPr id="451" name="Freeform 22"/>
                  <p:cNvSpPr>
                    <a:spLocks/>
                  </p:cNvSpPr>
                  <p:nvPr/>
                </p:nvSpPr>
                <p:spPr bwMode="auto">
                  <a:xfrm>
                    <a:off x="5349876" y="3170237"/>
                    <a:ext cx="398463" cy="395288"/>
                  </a:xfrm>
                  <a:custGeom>
                    <a:avLst/>
                    <a:gdLst>
                      <a:gd name="T0" fmla="*/ 106 w 106"/>
                      <a:gd name="T1" fmla="*/ 52 h 105"/>
                      <a:gd name="T2" fmla="*/ 53 w 106"/>
                      <a:gd name="T3" fmla="*/ 105 h 105"/>
                      <a:gd name="T4" fmla="*/ 1 w 106"/>
                      <a:gd name="T5" fmla="*/ 53 h 105"/>
                      <a:gd name="T6" fmla="*/ 53 w 106"/>
                      <a:gd name="T7" fmla="*/ 0 h 105"/>
                      <a:gd name="T8" fmla="*/ 106 w 106"/>
                      <a:gd name="T9" fmla="*/ 52 h 105"/>
                    </a:gdLst>
                    <a:ahLst/>
                    <a:cxnLst>
                      <a:cxn ang="0">
                        <a:pos x="T0" y="T1"/>
                      </a:cxn>
                      <a:cxn ang="0">
                        <a:pos x="T2" y="T3"/>
                      </a:cxn>
                      <a:cxn ang="0">
                        <a:pos x="T4" y="T5"/>
                      </a:cxn>
                      <a:cxn ang="0">
                        <a:pos x="T6" y="T7"/>
                      </a:cxn>
                      <a:cxn ang="0">
                        <a:pos x="T8" y="T9"/>
                      </a:cxn>
                    </a:cxnLst>
                    <a:rect l="0" t="0" r="r" b="b"/>
                    <a:pathLst>
                      <a:path w="106" h="105">
                        <a:moveTo>
                          <a:pt x="106" y="52"/>
                        </a:moveTo>
                        <a:cubicBezTo>
                          <a:pt x="106" y="82"/>
                          <a:pt x="83" y="105"/>
                          <a:pt x="53" y="105"/>
                        </a:cubicBezTo>
                        <a:cubicBezTo>
                          <a:pt x="24" y="105"/>
                          <a:pt x="1" y="82"/>
                          <a:pt x="1" y="53"/>
                        </a:cubicBezTo>
                        <a:cubicBezTo>
                          <a:pt x="0" y="23"/>
                          <a:pt x="23" y="0"/>
                          <a:pt x="53" y="0"/>
                        </a:cubicBezTo>
                        <a:cubicBezTo>
                          <a:pt x="84" y="0"/>
                          <a:pt x="106" y="22"/>
                          <a:pt x="106" y="52"/>
                        </a:cubicBezTo>
                        <a:close/>
                      </a:path>
                    </a:pathLst>
                  </a:custGeom>
                  <a:solidFill>
                    <a:srgbClr val="2F296F"/>
                  </a:solidFill>
                  <a:ln>
                    <a:noFill/>
                  </a:ln>
                </p:spPr>
                <p:txBody>
                  <a:bodyPr vert="horz" wrap="square" lIns="89630" tIns="44815" rIns="89630" bIns="44815" numCol="1" anchor="t" anchorCtr="0" compatLnSpc="1">
                    <a:prstTxWarp prst="textNoShape">
                      <a:avLst/>
                    </a:prstTxWarp>
                  </a:bodyPr>
                  <a:lstStyle/>
                  <a:p>
                    <a:pPr defTabSz="1218996" eaLnBrk="0" fontAlgn="base" hangingPunct="0">
                      <a:spcBef>
                        <a:spcPct val="0"/>
                      </a:spcBef>
                      <a:spcAft>
                        <a:spcPct val="0"/>
                      </a:spcAft>
                      <a:defRPr/>
                    </a:pPr>
                    <a:endParaRPr lang="en-US" sz="2400">
                      <a:solidFill>
                        <a:prstClr val="black"/>
                      </a:solidFill>
                      <a:latin typeface="Arial" pitchFamily="34" charset="0"/>
                    </a:endParaRPr>
                  </a:p>
                </p:txBody>
              </p:sp>
              <p:sp>
                <p:nvSpPr>
                  <p:cNvPr id="452" name="Freeform 23"/>
                  <p:cNvSpPr>
                    <a:spLocks/>
                  </p:cNvSpPr>
                  <p:nvPr/>
                </p:nvSpPr>
                <p:spPr bwMode="auto">
                  <a:xfrm>
                    <a:off x="6281738" y="3205162"/>
                    <a:ext cx="398463" cy="393700"/>
                  </a:xfrm>
                  <a:custGeom>
                    <a:avLst/>
                    <a:gdLst>
                      <a:gd name="T0" fmla="*/ 52 w 106"/>
                      <a:gd name="T1" fmla="*/ 105 h 105"/>
                      <a:gd name="T2" fmla="*/ 0 w 106"/>
                      <a:gd name="T3" fmla="*/ 54 h 105"/>
                      <a:gd name="T4" fmla="*/ 53 w 106"/>
                      <a:gd name="T5" fmla="*/ 0 h 105"/>
                      <a:gd name="T6" fmla="*/ 105 w 106"/>
                      <a:gd name="T7" fmla="*/ 55 h 105"/>
                      <a:gd name="T8" fmla="*/ 52 w 106"/>
                      <a:gd name="T9" fmla="*/ 105 h 105"/>
                    </a:gdLst>
                    <a:ahLst/>
                    <a:cxnLst>
                      <a:cxn ang="0">
                        <a:pos x="T0" y="T1"/>
                      </a:cxn>
                      <a:cxn ang="0">
                        <a:pos x="T2" y="T3"/>
                      </a:cxn>
                      <a:cxn ang="0">
                        <a:pos x="T4" y="T5"/>
                      </a:cxn>
                      <a:cxn ang="0">
                        <a:pos x="T6" y="T7"/>
                      </a:cxn>
                      <a:cxn ang="0">
                        <a:pos x="T8" y="T9"/>
                      </a:cxn>
                    </a:cxnLst>
                    <a:rect l="0" t="0" r="r" b="b"/>
                    <a:pathLst>
                      <a:path w="106" h="105">
                        <a:moveTo>
                          <a:pt x="52" y="105"/>
                        </a:moveTo>
                        <a:cubicBezTo>
                          <a:pt x="22" y="105"/>
                          <a:pt x="0" y="83"/>
                          <a:pt x="0" y="54"/>
                        </a:cubicBezTo>
                        <a:cubicBezTo>
                          <a:pt x="0" y="24"/>
                          <a:pt x="23" y="0"/>
                          <a:pt x="53" y="0"/>
                        </a:cubicBezTo>
                        <a:cubicBezTo>
                          <a:pt x="82" y="1"/>
                          <a:pt x="106" y="26"/>
                          <a:pt x="105" y="55"/>
                        </a:cubicBezTo>
                        <a:cubicBezTo>
                          <a:pt x="104" y="83"/>
                          <a:pt x="81" y="105"/>
                          <a:pt x="52" y="105"/>
                        </a:cubicBezTo>
                        <a:close/>
                      </a:path>
                    </a:pathLst>
                  </a:custGeom>
                  <a:solidFill>
                    <a:srgbClr val="F0A82F"/>
                  </a:solidFill>
                  <a:ln>
                    <a:noFill/>
                  </a:ln>
                </p:spPr>
                <p:txBody>
                  <a:bodyPr vert="horz" wrap="square" lIns="89630" tIns="44815" rIns="89630" bIns="44815" numCol="1" anchor="t" anchorCtr="0" compatLnSpc="1">
                    <a:prstTxWarp prst="textNoShape">
                      <a:avLst/>
                    </a:prstTxWarp>
                  </a:bodyPr>
                  <a:lstStyle/>
                  <a:p>
                    <a:pPr defTabSz="1218996" eaLnBrk="0" fontAlgn="base" hangingPunct="0">
                      <a:spcBef>
                        <a:spcPct val="0"/>
                      </a:spcBef>
                      <a:spcAft>
                        <a:spcPct val="0"/>
                      </a:spcAft>
                      <a:defRPr/>
                    </a:pPr>
                    <a:endParaRPr lang="en-US" sz="2400">
                      <a:solidFill>
                        <a:prstClr val="black"/>
                      </a:solidFill>
                      <a:latin typeface="Arial" pitchFamily="34" charset="0"/>
                    </a:endParaRPr>
                  </a:p>
                </p:txBody>
              </p:sp>
              <p:sp>
                <p:nvSpPr>
                  <p:cNvPr id="453" name="Freeform 24"/>
                  <p:cNvSpPr>
                    <a:spLocks/>
                  </p:cNvSpPr>
                  <p:nvPr/>
                </p:nvSpPr>
                <p:spPr bwMode="auto">
                  <a:xfrm>
                    <a:off x="5865813" y="2370137"/>
                    <a:ext cx="396875" cy="398463"/>
                  </a:xfrm>
                  <a:custGeom>
                    <a:avLst/>
                    <a:gdLst>
                      <a:gd name="T0" fmla="*/ 105 w 106"/>
                      <a:gd name="T1" fmla="*/ 54 h 106"/>
                      <a:gd name="T2" fmla="*/ 52 w 106"/>
                      <a:gd name="T3" fmla="*/ 105 h 106"/>
                      <a:gd name="T4" fmla="*/ 1 w 106"/>
                      <a:gd name="T5" fmla="*/ 52 h 106"/>
                      <a:gd name="T6" fmla="*/ 54 w 106"/>
                      <a:gd name="T7" fmla="*/ 1 h 106"/>
                      <a:gd name="T8" fmla="*/ 105 w 106"/>
                      <a:gd name="T9" fmla="*/ 54 h 106"/>
                    </a:gdLst>
                    <a:ahLst/>
                    <a:cxnLst>
                      <a:cxn ang="0">
                        <a:pos x="T0" y="T1"/>
                      </a:cxn>
                      <a:cxn ang="0">
                        <a:pos x="T2" y="T3"/>
                      </a:cxn>
                      <a:cxn ang="0">
                        <a:pos x="T4" y="T5"/>
                      </a:cxn>
                      <a:cxn ang="0">
                        <a:pos x="T6" y="T7"/>
                      </a:cxn>
                      <a:cxn ang="0">
                        <a:pos x="T8" y="T9"/>
                      </a:cxn>
                    </a:cxnLst>
                    <a:rect l="0" t="0" r="r" b="b"/>
                    <a:pathLst>
                      <a:path w="106" h="106">
                        <a:moveTo>
                          <a:pt x="105" y="54"/>
                        </a:moveTo>
                        <a:cubicBezTo>
                          <a:pt x="104" y="83"/>
                          <a:pt x="80" y="106"/>
                          <a:pt x="52" y="105"/>
                        </a:cubicBezTo>
                        <a:cubicBezTo>
                          <a:pt x="23" y="104"/>
                          <a:pt x="0" y="80"/>
                          <a:pt x="1" y="52"/>
                        </a:cubicBezTo>
                        <a:cubicBezTo>
                          <a:pt x="2" y="23"/>
                          <a:pt x="25" y="0"/>
                          <a:pt x="54" y="1"/>
                        </a:cubicBezTo>
                        <a:cubicBezTo>
                          <a:pt x="83" y="2"/>
                          <a:pt x="106" y="26"/>
                          <a:pt x="105" y="54"/>
                        </a:cubicBezTo>
                        <a:close/>
                      </a:path>
                    </a:pathLst>
                  </a:custGeom>
                  <a:solidFill>
                    <a:srgbClr val="7E64AD"/>
                  </a:solidFill>
                  <a:ln>
                    <a:noFill/>
                  </a:ln>
                </p:spPr>
                <p:txBody>
                  <a:bodyPr vert="horz" wrap="square" lIns="89630" tIns="44815" rIns="89630" bIns="44815" numCol="1" anchor="t" anchorCtr="0" compatLnSpc="1">
                    <a:prstTxWarp prst="textNoShape">
                      <a:avLst/>
                    </a:prstTxWarp>
                  </a:bodyPr>
                  <a:lstStyle/>
                  <a:p>
                    <a:pPr defTabSz="1218996" eaLnBrk="0" fontAlgn="base" hangingPunct="0">
                      <a:spcBef>
                        <a:spcPct val="0"/>
                      </a:spcBef>
                      <a:spcAft>
                        <a:spcPct val="0"/>
                      </a:spcAft>
                      <a:defRPr/>
                    </a:pPr>
                    <a:endParaRPr lang="en-US" sz="2400">
                      <a:solidFill>
                        <a:prstClr val="black"/>
                      </a:solidFill>
                      <a:latin typeface="Arial" pitchFamily="34" charset="0"/>
                    </a:endParaRPr>
                  </a:p>
                </p:txBody>
              </p:sp>
            </p:grpSp>
          </p:grpSp>
        </p:grpSp>
      </p:grpSp>
      <p:sp>
        <p:nvSpPr>
          <p:cNvPr id="37" name="Rectangle 36"/>
          <p:cNvSpPr/>
          <p:nvPr/>
        </p:nvSpPr>
        <p:spPr bwMode="auto">
          <a:xfrm>
            <a:off x="3815373" y="4498975"/>
            <a:ext cx="6981157" cy="729576"/>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59" tIns="143407" rIns="179259" bIns="143407" numCol="1" spcCol="0" rtlCol="0" fromWordArt="0" anchor="t" anchorCtr="0" forceAA="0" compatLnSpc="1">
            <a:prstTxWarp prst="textNoShape">
              <a:avLst/>
            </a:prstTxWarp>
            <a:noAutofit/>
          </a:bodyPr>
          <a:lstStyle/>
          <a:p>
            <a:pPr algn="ctr" defTabSz="914043" eaLnBrk="0" fontAlgn="base" hangingPunct="0">
              <a:lnSpc>
                <a:spcPct val="90000"/>
              </a:lnSpc>
              <a:spcBef>
                <a:spcPct val="0"/>
              </a:spcBef>
              <a:spcAft>
                <a:spcPct val="0"/>
              </a:spcAft>
              <a:defRPr/>
            </a:pPr>
            <a:endParaRPr lang="en-US" sz="2353" dirty="0" err="1">
              <a:gradFill>
                <a:gsLst>
                  <a:gs pos="0">
                    <a:srgbClr val="FFFFFF"/>
                  </a:gs>
                  <a:gs pos="100000">
                    <a:srgbClr val="FFFFFF"/>
                  </a:gs>
                </a:gsLst>
                <a:lin ang="5400000" scaled="0"/>
              </a:gradFill>
              <a:ea typeface="Segoe UI" pitchFamily="34" charset="0"/>
              <a:cs typeface="Segoe UI" pitchFamily="34" charset="0"/>
            </a:endParaRPr>
          </a:p>
        </p:txBody>
      </p:sp>
      <p:sp>
        <p:nvSpPr>
          <p:cNvPr id="438" name="TextBox 437"/>
          <p:cNvSpPr txBox="1"/>
          <p:nvPr/>
        </p:nvSpPr>
        <p:spPr>
          <a:xfrm>
            <a:off x="3855280" y="4491991"/>
            <a:ext cx="6901492" cy="371070"/>
          </a:xfrm>
          <a:prstGeom prst="rect">
            <a:avLst/>
          </a:prstGeom>
          <a:solidFill>
            <a:schemeClr val="accent2"/>
          </a:solidFill>
        </p:spPr>
        <p:txBody>
          <a:bodyPr wrap="square" lIns="143407" tIns="89630" rIns="143407" bIns="89630" rtlCol="0">
            <a:noAutofit/>
          </a:bodyPr>
          <a:lstStyle/>
          <a:p>
            <a:pPr defTabSz="1218996" eaLnBrk="0" fontAlgn="base" hangingPunct="0">
              <a:lnSpc>
                <a:spcPct val="90000"/>
              </a:lnSpc>
              <a:spcBef>
                <a:spcPct val="0"/>
              </a:spcBef>
              <a:spcAft>
                <a:spcPts val="588"/>
              </a:spcAft>
              <a:defRPr/>
            </a:pPr>
            <a:r>
              <a:rPr lang="en-US" sz="1371" dirty="0">
                <a:gradFill>
                  <a:gsLst>
                    <a:gs pos="13750">
                      <a:prstClr val="white"/>
                    </a:gs>
                    <a:gs pos="54000">
                      <a:prstClr val="white"/>
                    </a:gs>
                  </a:gsLst>
                  <a:lin ang="5400000" scaled="0"/>
                </a:gradFill>
                <a:latin typeface="Segoe UI Semibold" panose="020B0702040204020203" pitchFamily="34" charset="0"/>
                <a:cs typeface="Segoe UI Semibold" panose="020B0702040204020203" pitchFamily="34" charset="0"/>
              </a:rPr>
              <a:t>RESOURCE PROVIDER CONRACT</a:t>
            </a:r>
          </a:p>
        </p:txBody>
      </p:sp>
      <p:sp>
        <p:nvSpPr>
          <p:cNvPr id="33" name="Rectangle 32"/>
          <p:cNvSpPr/>
          <p:nvPr/>
        </p:nvSpPr>
        <p:spPr bwMode="auto">
          <a:xfrm>
            <a:off x="3771466" y="4232343"/>
            <a:ext cx="7074861" cy="996211"/>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59" tIns="143407" rIns="179259" bIns="143407" numCol="1" spcCol="0" rtlCol="0" fromWordArt="0" anchor="t" anchorCtr="0" forceAA="0" compatLnSpc="1">
            <a:prstTxWarp prst="textNoShape">
              <a:avLst/>
            </a:prstTxWarp>
            <a:noAutofit/>
          </a:bodyPr>
          <a:lstStyle/>
          <a:p>
            <a:pPr algn="ctr" defTabSz="914043" eaLnBrk="0" fontAlgn="base" hangingPunct="0">
              <a:lnSpc>
                <a:spcPct val="90000"/>
              </a:lnSpc>
              <a:spcBef>
                <a:spcPct val="0"/>
              </a:spcBef>
              <a:spcAft>
                <a:spcPct val="0"/>
              </a:spcAft>
              <a:defRPr/>
            </a:pPr>
            <a:endParaRPr lang="en-US" sz="2353" dirty="0" err="1">
              <a:gradFill>
                <a:gsLst>
                  <a:gs pos="0">
                    <a:srgbClr val="FFFFFF"/>
                  </a:gs>
                  <a:gs pos="100000">
                    <a:srgbClr val="FFFFFF"/>
                  </a:gs>
                </a:gsLst>
                <a:lin ang="5400000" scaled="0"/>
              </a:gradFill>
              <a:ea typeface="Segoe UI" pitchFamily="34" charset="0"/>
              <a:cs typeface="Segoe UI" pitchFamily="34" charset="0"/>
            </a:endParaRPr>
          </a:p>
        </p:txBody>
      </p:sp>
      <p:grpSp>
        <p:nvGrpSpPr>
          <p:cNvPr id="272" name="Group 271"/>
          <p:cNvGrpSpPr/>
          <p:nvPr/>
        </p:nvGrpSpPr>
        <p:grpSpPr>
          <a:xfrm>
            <a:off x="9325014" y="2746096"/>
            <a:ext cx="1177073" cy="1603566"/>
            <a:chOff x="10960992" y="2800564"/>
            <a:chExt cx="1200846" cy="1635953"/>
          </a:xfrm>
        </p:grpSpPr>
        <p:sp>
          <p:nvSpPr>
            <p:cNvPr id="379" name="TextBox 378"/>
            <p:cNvSpPr txBox="1"/>
            <p:nvPr/>
          </p:nvSpPr>
          <p:spPr>
            <a:xfrm>
              <a:off x="11034353" y="2800564"/>
              <a:ext cx="1127485" cy="1635953"/>
            </a:xfrm>
            <a:prstGeom prst="rect">
              <a:avLst/>
            </a:prstGeom>
            <a:solidFill>
              <a:schemeClr val="accent5"/>
            </a:solidFill>
          </p:spPr>
          <p:txBody>
            <a:bodyPr wrap="square" lIns="143407" tIns="89630" rIns="143407" bIns="89630" rtlCol="0" anchor="ctr" anchorCtr="0">
              <a:noAutofit/>
            </a:bodyPr>
            <a:lstStyle/>
            <a:p>
              <a:pPr defTabSz="1218996" eaLnBrk="0" fontAlgn="base" hangingPunct="0">
                <a:lnSpc>
                  <a:spcPct val="90000"/>
                </a:lnSpc>
                <a:spcBef>
                  <a:spcPct val="0"/>
                </a:spcBef>
                <a:spcAft>
                  <a:spcPct val="0"/>
                </a:spcAft>
                <a:defRPr/>
              </a:pPr>
              <a:r>
                <a:rPr lang="en-US" sz="2400" dirty="0">
                  <a:gradFill>
                    <a:gsLst>
                      <a:gs pos="13750">
                        <a:prstClr val="white"/>
                      </a:gs>
                      <a:gs pos="54000">
                        <a:prstClr val="white"/>
                      </a:gs>
                    </a:gsLst>
                    <a:lin ang="5400000" scaled="0"/>
                  </a:gradFill>
                  <a:latin typeface="Segoe UI Semibold" panose="020B0702040204020203" pitchFamily="34" charset="0"/>
                  <a:cs typeface="Segoe UI Semibold" panose="020B0702040204020203" pitchFamily="34" charset="0"/>
                </a:rPr>
                <a:t>ADFS</a:t>
              </a:r>
            </a:p>
            <a:p>
              <a:pPr defTabSz="1218996" eaLnBrk="0" fontAlgn="base" hangingPunct="0">
                <a:lnSpc>
                  <a:spcPct val="90000"/>
                </a:lnSpc>
                <a:spcBef>
                  <a:spcPct val="0"/>
                </a:spcBef>
                <a:spcAft>
                  <a:spcPct val="0"/>
                </a:spcAft>
                <a:defRPr/>
              </a:pPr>
              <a:r>
                <a:rPr lang="en-US" sz="2400" dirty="0">
                  <a:gradFill>
                    <a:gsLst>
                      <a:gs pos="13750">
                        <a:prstClr val="white"/>
                      </a:gs>
                      <a:gs pos="54000">
                        <a:prstClr val="white"/>
                      </a:gs>
                    </a:gsLst>
                    <a:lin ang="5400000" scaled="0"/>
                  </a:gradFill>
                  <a:latin typeface="Segoe UI Semibold" panose="020B0702040204020203" pitchFamily="34" charset="0"/>
                  <a:cs typeface="Segoe UI Semibold" panose="020B0702040204020203" pitchFamily="34" charset="0"/>
                </a:rPr>
                <a:t>AAD</a:t>
              </a:r>
            </a:p>
          </p:txBody>
        </p:sp>
        <p:sp>
          <p:nvSpPr>
            <p:cNvPr id="424" name="Rectangle 423"/>
            <p:cNvSpPr/>
            <p:nvPr/>
          </p:nvSpPr>
          <p:spPr bwMode="auto">
            <a:xfrm>
              <a:off x="10960992" y="3921710"/>
              <a:ext cx="101830" cy="228672"/>
            </a:xfrm>
            <a:prstGeom prst="rect">
              <a:avLst/>
            </a:prstGeom>
            <a:solidFill>
              <a:schemeClr val="accent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59" tIns="143407" rIns="179259" bIns="143407" numCol="1" spcCol="0" rtlCol="0" fromWordArt="0" anchor="t" anchorCtr="0" forceAA="0" compatLnSpc="1">
              <a:prstTxWarp prst="textNoShape">
                <a:avLst/>
              </a:prstTxWarp>
              <a:noAutofit/>
            </a:bodyPr>
            <a:lstStyle/>
            <a:p>
              <a:pPr algn="ctr" defTabSz="914043" eaLnBrk="0" fontAlgn="base" hangingPunct="0">
                <a:lnSpc>
                  <a:spcPct val="90000"/>
                </a:lnSpc>
                <a:spcBef>
                  <a:spcPct val="0"/>
                </a:spcBef>
                <a:spcAft>
                  <a:spcPct val="0"/>
                </a:spcAft>
                <a:defRPr/>
              </a:pPr>
              <a:endParaRPr lang="en-US" sz="2353" dirty="0" err="1">
                <a:gradFill>
                  <a:gsLst>
                    <a:gs pos="0">
                      <a:srgbClr val="FFFFFF"/>
                    </a:gs>
                    <a:gs pos="100000">
                      <a:srgbClr val="FFFFFF"/>
                    </a:gs>
                  </a:gsLst>
                  <a:lin ang="5400000" scaled="0"/>
                </a:gradFill>
                <a:ea typeface="Segoe UI" pitchFamily="34" charset="0"/>
                <a:cs typeface="Segoe UI" pitchFamily="34" charset="0"/>
              </a:endParaRPr>
            </a:p>
          </p:txBody>
        </p:sp>
      </p:grpSp>
      <p:sp>
        <p:nvSpPr>
          <p:cNvPr id="428" name="Rectangle 427"/>
          <p:cNvSpPr/>
          <p:nvPr/>
        </p:nvSpPr>
        <p:spPr bwMode="auto">
          <a:xfrm>
            <a:off x="9325014" y="2642194"/>
            <a:ext cx="1202082" cy="1709808"/>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59" tIns="143407" rIns="179259" bIns="143407" numCol="1" spcCol="0" rtlCol="0" fromWordArt="0" anchor="t" anchorCtr="0" forceAA="0" compatLnSpc="1">
            <a:prstTxWarp prst="textNoShape">
              <a:avLst/>
            </a:prstTxWarp>
            <a:noAutofit/>
          </a:bodyPr>
          <a:lstStyle/>
          <a:p>
            <a:pPr algn="ctr" defTabSz="914043" eaLnBrk="0" fontAlgn="base" hangingPunct="0">
              <a:lnSpc>
                <a:spcPct val="90000"/>
              </a:lnSpc>
              <a:spcBef>
                <a:spcPct val="0"/>
              </a:spcBef>
              <a:spcAft>
                <a:spcPct val="0"/>
              </a:spcAft>
              <a:defRPr/>
            </a:pPr>
            <a:endParaRPr lang="en-US" sz="2353" dirty="0" err="1">
              <a:gradFill>
                <a:gsLst>
                  <a:gs pos="0">
                    <a:srgbClr val="FFFFFF"/>
                  </a:gs>
                  <a:gs pos="100000">
                    <a:srgbClr val="FFFFFF"/>
                  </a:gs>
                </a:gsLst>
                <a:lin ang="5400000" scaled="0"/>
              </a:gradFill>
              <a:ea typeface="Segoe UI" pitchFamily="34" charset="0"/>
              <a:cs typeface="Segoe UI" pitchFamily="34" charset="0"/>
            </a:endParaRPr>
          </a:p>
        </p:txBody>
      </p:sp>
      <p:sp>
        <p:nvSpPr>
          <p:cNvPr id="426" name="TextBox 425"/>
          <p:cNvSpPr txBox="1"/>
          <p:nvPr/>
        </p:nvSpPr>
        <p:spPr>
          <a:xfrm>
            <a:off x="3855279" y="-403196"/>
            <a:ext cx="6901415" cy="2420514"/>
          </a:xfrm>
          <a:prstGeom prst="rect">
            <a:avLst/>
          </a:prstGeom>
          <a:solidFill>
            <a:schemeClr val="accent5"/>
          </a:solidFill>
        </p:spPr>
        <p:txBody>
          <a:bodyPr wrap="square" lIns="143407" tIns="89630" rIns="143407" bIns="89630" rtlCol="0">
            <a:noAutofit/>
          </a:bodyPr>
          <a:lstStyle/>
          <a:p>
            <a:pPr defTabSz="1218996" eaLnBrk="0" fontAlgn="base" hangingPunct="0">
              <a:lnSpc>
                <a:spcPct val="90000"/>
              </a:lnSpc>
              <a:spcBef>
                <a:spcPct val="0"/>
              </a:spcBef>
              <a:spcAft>
                <a:spcPts val="588"/>
              </a:spcAft>
              <a:defRPr/>
            </a:pPr>
            <a:r>
              <a:rPr lang="en-US" sz="1371" dirty="0">
                <a:gradFill>
                  <a:gsLst>
                    <a:gs pos="13750">
                      <a:prstClr val="white"/>
                    </a:gs>
                    <a:gs pos="54000">
                      <a:prstClr val="white"/>
                    </a:gs>
                  </a:gsLst>
                  <a:lin ang="5400000" scaled="0"/>
                </a:gradFill>
                <a:latin typeface="Segoe UI Semibold" panose="020B0702040204020203" pitchFamily="34" charset="0"/>
                <a:cs typeface="Segoe UI Semibold" panose="020B0702040204020203" pitchFamily="34" charset="0"/>
              </a:rPr>
              <a:t>RESOURCE MANAGER</a:t>
            </a:r>
          </a:p>
        </p:txBody>
      </p:sp>
      <p:sp>
        <p:nvSpPr>
          <p:cNvPr id="427" name="Rectangle 426"/>
          <p:cNvSpPr/>
          <p:nvPr/>
        </p:nvSpPr>
        <p:spPr bwMode="auto">
          <a:xfrm>
            <a:off x="3768976" y="-412588"/>
            <a:ext cx="7012618" cy="3156405"/>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59" tIns="143407" rIns="179259" bIns="143407" numCol="1" spcCol="0" rtlCol="0" fromWordArt="0" anchor="t" anchorCtr="0" forceAA="0" compatLnSpc="1">
            <a:prstTxWarp prst="textNoShape">
              <a:avLst/>
            </a:prstTxWarp>
            <a:noAutofit/>
          </a:bodyPr>
          <a:lstStyle/>
          <a:p>
            <a:pPr algn="ctr" defTabSz="914043" eaLnBrk="0" fontAlgn="base" hangingPunct="0">
              <a:lnSpc>
                <a:spcPct val="90000"/>
              </a:lnSpc>
              <a:spcBef>
                <a:spcPct val="0"/>
              </a:spcBef>
              <a:spcAft>
                <a:spcPct val="0"/>
              </a:spcAft>
              <a:defRPr/>
            </a:pPr>
            <a:endParaRPr lang="en-US" sz="2353" dirty="0" err="1">
              <a:gradFill>
                <a:gsLst>
                  <a:gs pos="0">
                    <a:srgbClr val="FFFFFF"/>
                  </a:gs>
                  <a:gs pos="100000">
                    <a:srgbClr val="FFFFFF"/>
                  </a:gs>
                </a:gsLst>
                <a:lin ang="5400000" scaled="0"/>
              </a:gradFill>
              <a:ea typeface="Segoe UI" pitchFamily="34" charset="0"/>
              <a:cs typeface="Segoe UI" pitchFamily="34" charset="0"/>
            </a:endParaRPr>
          </a:p>
        </p:txBody>
      </p:sp>
      <p:sp>
        <p:nvSpPr>
          <p:cNvPr id="425" name="TextBox 424"/>
          <p:cNvSpPr txBox="1"/>
          <p:nvPr/>
        </p:nvSpPr>
        <p:spPr>
          <a:xfrm>
            <a:off x="3855281" y="1726054"/>
            <a:ext cx="6901492" cy="371070"/>
          </a:xfrm>
          <a:prstGeom prst="rect">
            <a:avLst/>
          </a:prstGeom>
          <a:solidFill>
            <a:schemeClr val="accent2"/>
          </a:solidFill>
        </p:spPr>
        <p:txBody>
          <a:bodyPr wrap="square" lIns="143407" tIns="89630" rIns="143407" bIns="89630" rtlCol="0">
            <a:noAutofit/>
          </a:bodyPr>
          <a:lstStyle/>
          <a:p>
            <a:pPr defTabSz="1218996" eaLnBrk="0" fontAlgn="base" hangingPunct="0">
              <a:lnSpc>
                <a:spcPct val="90000"/>
              </a:lnSpc>
              <a:spcBef>
                <a:spcPct val="0"/>
              </a:spcBef>
              <a:spcAft>
                <a:spcPts val="588"/>
              </a:spcAft>
              <a:defRPr/>
            </a:pPr>
            <a:r>
              <a:rPr lang="en-US" sz="1371" dirty="0">
                <a:gradFill>
                  <a:gsLst>
                    <a:gs pos="13750">
                      <a:prstClr val="white"/>
                    </a:gs>
                    <a:gs pos="54000">
                      <a:prstClr val="white"/>
                    </a:gs>
                  </a:gsLst>
                  <a:lin ang="5400000" scaled="0"/>
                </a:gradFill>
                <a:latin typeface="Segoe UI Semibold" panose="020B0702040204020203" pitchFamily="34" charset="0"/>
                <a:cs typeface="Segoe UI Semibold" panose="020B0702040204020203" pitchFamily="34" charset="0"/>
              </a:rPr>
              <a:t>SERVICE MANAGEMENT API</a:t>
            </a:r>
          </a:p>
        </p:txBody>
      </p:sp>
      <p:sp>
        <p:nvSpPr>
          <p:cNvPr id="36" name="Rectangle 35"/>
          <p:cNvSpPr/>
          <p:nvPr/>
        </p:nvSpPr>
        <p:spPr bwMode="auto">
          <a:xfrm>
            <a:off x="3771466" y="-947820"/>
            <a:ext cx="7074861" cy="2579388"/>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59" tIns="143407" rIns="179259" bIns="143407" numCol="1" spcCol="0" rtlCol="0" fromWordArt="0" anchor="t" anchorCtr="0" forceAA="0" compatLnSpc="1">
            <a:prstTxWarp prst="textNoShape">
              <a:avLst/>
            </a:prstTxWarp>
            <a:noAutofit/>
          </a:bodyPr>
          <a:lstStyle/>
          <a:p>
            <a:pPr algn="ctr" defTabSz="914043" eaLnBrk="0" fontAlgn="base" hangingPunct="0">
              <a:lnSpc>
                <a:spcPct val="90000"/>
              </a:lnSpc>
              <a:spcBef>
                <a:spcPct val="0"/>
              </a:spcBef>
              <a:spcAft>
                <a:spcPct val="0"/>
              </a:spcAft>
              <a:defRPr/>
            </a:pPr>
            <a:endParaRPr lang="en-US" sz="2353" dirty="0" err="1">
              <a:gradFill>
                <a:gsLst>
                  <a:gs pos="0">
                    <a:srgbClr val="FFFFFF"/>
                  </a:gs>
                  <a:gs pos="100000">
                    <a:srgbClr val="FFFFFF"/>
                  </a:gs>
                </a:gsLst>
                <a:lin ang="5400000" scaled="0"/>
              </a:gradFill>
              <a:ea typeface="Segoe UI" pitchFamily="34" charset="0"/>
              <a:cs typeface="Segoe UI" pitchFamily="34" charset="0"/>
            </a:endParaRPr>
          </a:p>
        </p:txBody>
      </p:sp>
      <p:grpSp>
        <p:nvGrpSpPr>
          <p:cNvPr id="472" name="Group 471"/>
          <p:cNvGrpSpPr/>
          <p:nvPr/>
        </p:nvGrpSpPr>
        <p:grpSpPr>
          <a:xfrm>
            <a:off x="270067" y="1189814"/>
            <a:ext cx="3664658" cy="5376195"/>
            <a:chOff x="274638" y="1212850"/>
            <a:chExt cx="3738672" cy="5484777"/>
          </a:xfrm>
        </p:grpSpPr>
        <p:grpSp>
          <p:nvGrpSpPr>
            <p:cNvPr id="447" name="Group 446"/>
            <p:cNvGrpSpPr/>
            <p:nvPr/>
          </p:nvGrpSpPr>
          <p:grpSpPr>
            <a:xfrm>
              <a:off x="285029" y="1212850"/>
              <a:ext cx="3728281" cy="5484777"/>
              <a:chOff x="285029" y="1212850"/>
              <a:chExt cx="3728281" cy="5484777"/>
            </a:xfrm>
          </p:grpSpPr>
          <p:sp>
            <p:nvSpPr>
              <p:cNvPr id="443" name="Left Bracket 442"/>
              <p:cNvSpPr/>
              <p:nvPr/>
            </p:nvSpPr>
            <p:spPr>
              <a:xfrm>
                <a:off x="3682481" y="1212850"/>
                <a:ext cx="330829" cy="5484777"/>
              </a:xfrm>
              <a:prstGeom prst="leftBracket">
                <a:avLst>
                  <a:gd name="adj" fmla="val 0"/>
                </a:avLst>
              </a:prstGeom>
              <a:ln w="12700" cap="sq">
                <a:solidFill>
                  <a:schemeClr val="accent2"/>
                </a:solidFill>
                <a:miter lim="800000"/>
                <a:headEnd type="none"/>
                <a:tailEnd type="none"/>
              </a:ln>
            </p:spPr>
            <p:style>
              <a:lnRef idx="1">
                <a:schemeClr val="accent1"/>
              </a:lnRef>
              <a:fillRef idx="0">
                <a:schemeClr val="accent1"/>
              </a:fillRef>
              <a:effectRef idx="0">
                <a:schemeClr val="accent1"/>
              </a:effectRef>
              <a:fontRef idx="minor">
                <a:schemeClr val="tx1"/>
              </a:fontRef>
            </p:style>
            <p:txBody>
              <a:bodyPr rtlCol="0" anchor="ctr"/>
              <a:lstStyle/>
              <a:p>
                <a:pPr algn="ctr" defTabSz="1218996" eaLnBrk="0" fontAlgn="base" hangingPunct="0">
                  <a:spcBef>
                    <a:spcPct val="0"/>
                  </a:spcBef>
                  <a:spcAft>
                    <a:spcPct val="0"/>
                  </a:spcAft>
                  <a:defRPr/>
                </a:pPr>
                <a:endParaRPr lang="en-US" sz="2400">
                  <a:solidFill>
                    <a:prstClr val="black"/>
                  </a:solidFill>
                </a:endParaRPr>
              </a:p>
            </p:txBody>
          </p:sp>
          <p:cxnSp>
            <p:nvCxnSpPr>
              <p:cNvPr id="445" name="Straight Connector 444"/>
              <p:cNvCxnSpPr/>
              <p:nvPr/>
            </p:nvCxnSpPr>
            <p:spPr>
              <a:xfrm>
                <a:off x="285029" y="2125676"/>
                <a:ext cx="3383280" cy="1"/>
              </a:xfrm>
              <a:prstGeom prst="line">
                <a:avLst/>
              </a:prstGeom>
              <a:ln w="12700" cap="sq">
                <a:solidFill>
                  <a:schemeClr val="accent2"/>
                </a:solidFill>
                <a:miter lim="800000"/>
                <a:headEnd type="none"/>
                <a:tailEnd type="none"/>
              </a:ln>
            </p:spPr>
            <p:style>
              <a:lnRef idx="1">
                <a:schemeClr val="accent1"/>
              </a:lnRef>
              <a:fillRef idx="0">
                <a:schemeClr val="accent1"/>
              </a:fillRef>
              <a:effectRef idx="0">
                <a:schemeClr val="accent1"/>
              </a:effectRef>
              <a:fontRef idx="minor">
                <a:schemeClr val="tx1"/>
              </a:fontRef>
            </p:style>
          </p:cxnSp>
        </p:grpSp>
        <p:sp>
          <p:nvSpPr>
            <p:cNvPr id="470" name="Rectangle 469"/>
            <p:cNvSpPr/>
            <p:nvPr/>
          </p:nvSpPr>
          <p:spPr bwMode="auto">
            <a:xfrm>
              <a:off x="274638" y="1216152"/>
              <a:ext cx="3291840" cy="960373"/>
            </a:xfrm>
            <a:prstGeom prst="rect">
              <a:avLst/>
            </a:prstGeom>
          </p:spPr>
          <p:txBody>
            <a:bodyPr vert="horz" wrap="square" lIns="143407" tIns="89630" rIns="143407" bIns="89630" rtlCol="0">
              <a:spAutoFit/>
            </a:bodyPr>
            <a:lstStyle/>
            <a:p>
              <a:pPr defTabSz="913446" eaLnBrk="0" fontAlgn="base" hangingPunct="0">
                <a:lnSpc>
                  <a:spcPct val="90000"/>
                </a:lnSpc>
                <a:spcBef>
                  <a:spcPct val="20000"/>
                </a:spcBef>
                <a:spcAft>
                  <a:spcPct val="0"/>
                </a:spcAft>
                <a:buSzPct val="90000"/>
                <a:defRPr/>
              </a:pPr>
              <a:r>
                <a:rPr lang="en-US" sz="2745" dirty="0">
                  <a:gradFill>
                    <a:gsLst>
                      <a:gs pos="1250">
                        <a:prstClr val="black"/>
                      </a:gs>
                      <a:gs pos="99000">
                        <a:prstClr val="black"/>
                      </a:gs>
                    </a:gsLst>
                    <a:lin ang="5400000" scaled="0"/>
                  </a:gradFill>
                  <a:latin typeface="Segoe UI" panose="020B0502040204020203" pitchFamily="34" charset="0"/>
                  <a:ea typeface="MS PGothic" pitchFamily="34" charset="-128"/>
                  <a:cs typeface="Segoe UI" panose="020B0502040204020203" pitchFamily="34" charset="0"/>
                </a:rPr>
                <a:t>Consistent management layer</a:t>
              </a:r>
            </a:p>
          </p:txBody>
        </p:sp>
      </p:grpSp>
      <p:sp>
        <p:nvSpPr>
          <p:cNvPr id="35" name="Rectangle 34"/>
          <p:cNvSpPr/>
          <p:nvPr/>
        </p:nvSpPr>
        <p:spPr bwMode="auto">
          <a:xfrm>
            <a:off x="270130" y="3765425"/>
            <a:ext cx="2193459" cy="941361"/>
          </a:xfrm>
          <a:prstGeom prst="rect">
            <a:avLst/>
          </a:prstGeom>
        </p:spPr>
        <p:txBody>
          <a:bodyPr vert="horz" wrap="square" lIns="143407" tIns="89630" rIns="143407" bIns="89630" rtlCol="0">
            <a:spAutoFit/>
          </a:bodyPr>
          <a:lstStyle/>
          <a:p>
            <a:pPr defTabSz="913446" eaLnBrk="0" fontAlgn="base" hangingPunct="0">
              <a:lnSpc>
                <a:spcPct val="90000"/>
              </a:lnSpc>
              <a:spcBef>
                <a:spcPct val="20000"/>
              </a:spcBef>
              <a:spcAft>
                <a:spcPct val="0"/>
              </a:spcAft>
              <a:buSzPct val="90000"/>
              <a:defRPr/>
            </a:pPr>
            <a:r>
              <a:rPr lang="en-US" sz="2745" dirty="0">
                <a:gradFill>
                  <a:gsLst>
                    <a:gs pos="1250">
                      <a:prstClr val="black"/>
                    </a:gs>
                    <a:gs pos="99000">
                      <a:prstClr val="black"/>
                    </a:gs>
                  </a:gsLst>
                  <a:lin ang="5400000" scaled="0"/>
                </a:gradFill>
                <a:latin typeface="Segoe UI" panose="020B0502040204020203" pitchFamily="34" charset="0"/>
                <a:ea typeface="MS PGothic" pitchFamily="34" charset="-128"/>
                <a:cs typeface="Segoe UI" panose="020B0502040204020203" pitchFamily="34" charset="0"/>
              </a:rPr>
              <a:t>Curated extensions</a:t>
            </a:r>
          </a:p>
        </p:txBody>
      </p:sp>
      <p:sp>
        <p:nvSpPr>
          <p:cNvPr id="2" name="Rectangle 1" hidden="1"/>
          <p:cNvSpPr/>
          <p:nvPr/>
        </p:nvSpPr>
        <p:spPr bwMode="auto">
          <a:xfrm>
            <a:off x="867" y="-1571846"/>
            <a:ext cx="12580915" cy="1122138"/>
          </a:xfrm>
          <a:prstGeom prst="rect">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179259" tIns="143407" rIns="179259" bIns="143407" numCol="1" spcCol="0" rtlCol="0" fromWordArt="0" anchor="t" anchorCtr="0" forceAA="0" compatLnSpc="1">
            <a:prstTxWarp prst="textNoShape">
              <a:avLst/>
            </a:prstTxWarp>
            <a:noAutofit/>
          </a:bodyPr>
          <a:lstStyle/>
          <a:p>
            <a:pPr defTabSz="914043" eaLnBrk="0" fontAlgn="base" hangingPunct="0">
              <a:lnSpc>
                <a:spcPct val="90000"/>
              </a:lnSpc>
              <a:spcBef>
                <a:spcPct val="0"/>
              </a:spcBef>
              <a:spcAft>
                <a:spcPct val="0"/>
              </a:spcAft>
              <a:defRPr/>
            </a:pPr>
            <a:r>
              <a:rPr lang="en-US" sz="1567" dirty="0">
                <a:gradFill>
                  <a:gsLst>
                    <a:gs pos="0">
                      <a:srgbClr val="FFFFFF"/>
                    </a:gs>
                    <a:gs pos="100000">
                      <a:srgbClr val="FFFFFF"/>
                    </a:gs>
                  </a:gsLst>
                  <a:lin ang="5400000" scaled="0"/>
                </a:gradFill>
                <a:ea typeface="Segoe UI" pitchFamily="34" charset="0"/>
                <a:cs typeface="Segoe UI" pitchFamily="34" charset="0"/>
              </a:rPr>
              <a:t>This slide could use build/animation. It builds from top to bottom. Azure/</a:t>
            </a:r>
            <a:r>
              <a:rPr lang="en-US" sz="1567" dirty="0" err="1">
                <a:gradFill>
                  <a:gsLst>
                    <a:gs pos="0">
                      <a:srgbClr val="FFFFFF"/>
                    </a:gs>
                    <a:gs pos="100000">
                      <a:srgbClr val="FFFFFF"/>
                    </a:gs>
                  </a:gsLst>
                  <a:lin ang="5400000" scaled="0"/>
                </a:gradFill>
                <a:ea typeface="Segoe UI" pitchFamily="34" charset="0"/>
                <a:cs typeface="Segoe UI" pitchFamily="34" charset="0"/>
              </a:rPr>
              <a:t>Commandline</a:t>
            </a:r>
            <a:r>
              <a:rPr lang="en-US" sz="1567" dirty="0">
                <a:gradFill>
                  <a:gsLst>
                    <a:gs pos="0">
                      <a:srgbClr val="FFFFFF"/>
                    </a:gs>
                    <a:gs pos="100000">
                      <a:srgbClr val="FFFFFF"/>
                    </a:gs>
                  </a:gsLst>
                  <a:lin ang="5400000" scaled="0"/>
                </a:gradFill>
                <a:ea typeface="Segoe UI" pitchFamily="34" charset="0"/>
                <a:cs typeface="Segoe UI" pitchFamily="34" charset="0"/>
              </a:rPr>
              <a:t>/Visual studio all hit the API to interact with resource manager groups which in turn interact with the different rest points. The link </a:t>
            </a:r>
            <a:r>
              <a:rPr lang="en-US" sz="1567" dirty="0">
                <a:solidFill>
                  <a:prstClr val="white"/>
                </a:solidFill>
              </a:rPr>
              <a:t>https://azure.microsoft.com/en-us/documentation/articles/virtual-machines-azure-resource-manager-architecture/</a:t>
            </a:r>
          </a:p>
          <a:p>
            <a:pPr defTabSz="914043" eaLnBrk="0" fontAlgn="base" hangingPunct="0">
              <a:lnSpc>
                <a:spcPct val="90000"/>
              </a:lnSpc>
              <a:spcBef>
                <a:spcPct val="0"/>
              </a:spcBef>
              <a:spcAft>
                <a:spcPct val="0"/>
              </a:spcAft>
              <a:defRPr/>
            </a:pPr>
            <a:r>
              <a:rPr lang="en-US" sz="1567" dirty="0">
                <a:gradFill>
                  <a:gsLst>
                    <a:gs pos="0">
                      <a:srgbClr val="FFFFFF"/>
                    </a:gs>
                    <a:gs pos="100000">
                      <a:srgbClr val="FFFFFF"/>
                    </a:gs>
                  </a:gsLst>
                  <a:lin ang="5400000" scaled="0"/>
                </a:gradFill>
                <a:ea typeface="Segoe UI" pitchFamily="34" charset="0"/>
                <a:cs typeface="Segoe UI" pitchFamily="34" charset="0"/>
              </a:rPr>
              <a:t> explains what this slide is supposed to get across. </a:t>
            </a:r>
          </a:p>
        </p:txBody>
      </p:sp>
      <p:pic>
        <p:nvPicPr>
          <p:cNvPr id="22" name="Picture 21" hidden="1"/>
          <p:cNvPicPr>
            <a:picLocks noChangeAspect="1"/>
          </p:cNvPicPr>
          <p:nvPr/>
        </p:nvPicPr>
        <p:blipFill>
          <a:blip r:embed="rId3"/>
          <a:stretch>
            <a:fillRect/>
          </a:stretch>
        </p:blipFill>
        <p:spPr>
          <a:xfrm>
            <a:off x="259175" y="2645075"/>
            <a:ext cx="7548937" cy="4499046"/>
          </a:xfrm>
          <a:prstGeom prst="rect">
            <a:avLst/>
          </a:prstGeom>
          <a:solidFill>
            <a:srgbClr val="000000">
              <a:shade val="95000"/>
            </a:srgbClr>
          </a:solidFill>
          <a:ln w="444500" cap="sq">
            <a:solidFill>
              <a:srgbClr val="000000"/>
            </a:solidFill>
            <a:miter lim="800000"/>
          </a:ln>
          <a:effectLst>
            <a:outerShdw blurRad="254000" dist="190500" dir="2700000" sy="90000" algn="bl" rotWithShape="0">
              <a:srgbClr val="000000">
                <a:alpha val="40000"/>
              </a:srgbClr>
            </a:outerShdw>
          </a:effectLst>
        </p:spPr>
      </p:pic>
      <p:sp>
        <p:nvSpPr>
          <p:cNvPr id="479" name="Rectangle 478"/>
          <p:cNvSpPr/>
          <p:nvPr/>
        </p:nvSpPr>
        <p:spPr bwMode="auto">
          <a:xfrm>
            <a:off x="3648018" y="1260334"/>
            <a:ext cx="7136066" cy="1030769"/>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59" tIns="143407" rIns="179259" bIns="143407" numCol="1" spcCol="0" rtlCol="0" fromWordArt="0" anchor="t" anchorCtr="0" forceAA="0" compatLnSpc="1">
            <a:prstTxWarp prst="textNoShape">
              <a:avLst/>
            </a:prstTxWarp>
            <a:noAutofit/>
          </a:bodyPr>
          <a:lstStyle/>
          <a:p>
            <a:pPr algn="ctr" defTabSz="914043" eaLnBrk="0" fontAlgn="base" hangingPunct="0">
              <a:lnSpc>
                <a:spcPct val="90000"/>
              </a:lnSpc>
              <a:spcBef>
                <a:spcPct val="0"/>
              </a:spcBef>
              <a:spcAft>
                <a:spcPct val="0"/>
              </a:spcAft>
              <a:defRPr/>
            </a:pPr>
            <a:endParaRPr lang="en-US" sz="2353" dirty="0" err="1">
              <a:gradFill>
                <a:gsLst>
                  <a:gs pos="0">
                    <a:srgbClr val="FFFFFF"/>
                  </a:gs>
                  <a:gs pos="100000">
                    <a:srgbClr val="FFFFFF"/>
                  </a:gs>
                </a:gsLst>
                <a:lin ang="5400000" scaled="0"/>
              </a:gradFill>
              <a:ea typeface="Segoe UI" pitchFamily="34" charset="0"/>
              <a:cs typeface="Segoe UI" pitchFamily="34" charset="0"/>
            </a:endParaRPr>
          </a:p>
        </p:txBody>
      </p:sp>
      <p:sp>
        <p:nvSpPr>
          <p:cNvPr id="15" name="Text Placeholder 4"/>
          <p:cNvSpPr txBox="1">
            <a:spLocks/>
          </p:cNvSpPr>
          <p:nvPr/>
        </p:nvSpPr>
        <p:spPr>
          <a:xfrm>
            <a:off x="3855282" y="1678541"/>
            <a:ext cx="1120114" cy="452564"/>
          </a:xfrm>
          <a:prstGeom prst="rect">
            <a:avLst/>
          </a:prstGeom>
        </p:spPr>
        <p:txBody>
          <a:bodyPr vert="horz" wrap="square" lIns="143407" tIns="89630" rIns="143407" bIns="89630" rtlCol="0">
            <a:spAutoFit/>
          </a:bodyPr>
          <a:lstStyle>
            <a:lvl1pPr marL="0" indent="0" algn="l" defTabSz="931863" rtl="0" fontAlgn="base">
              <a:lnSpc>
                <a:spcPct val="90000"/>
              </a:lnSpc>
              <a:spcBef>
                <a:spcPct val="20000"/>
              </a:spcBef>
              <a:spcAft>
                <a:spcPct val="0"/>
              </a:spcAft>
              <a:buSzPct val="90000"/>
              <a:buFont typeface="Arial" pitchFamily="34" charset="0"/>
              <a:buNone/>
              <a:defRPr sz="4000" kern="1200">
                <a:gradFill>
                  <a:gsLst>
                    <a:gs pos="1250">
                      <a:schemeClr val="tx1"/>
                    </a:gs>
                    <a:gs pos="99000">
                      <a:schemeClr val="tx1"/>
                    </a:gs>
                  </a:gsLst>
                  <a:lin ang="5400000" scaled="0"/>
                </a:gradFill>
                <a:latin typeface="+mj-lt"/>
                <a:ea typeface="MS PGothic" pitchFamily="34" charset="-128"/>
                <a:cs typeface="+mn-cs"/>
              </a:defRPr>
            </a:lvl1pPr>
            <a:lvl2pPr marL="0" indent="0" algn="l" defTabSz="931863" rtl="0" fontAlgn="base">
              <a:lnSpc>
                <a:spcPct val="90000"/>
              </a:lnSpc>
              <a:spcBef>
                <a:spcPct val="20000"/>
              </a:spcBef>
              <a:spcAft>
                <a:spcPct val="0"/>
              </a:spcAft>
              <a:buSzPct val="90000"/>
              <a:buFontTx/>
              <a:buNone/>
              <a:defRPr sz="2000" kern="1200">
                <a:gradFill>
                  <a:gsLst>
                    <a:gs pos="1250">
                      <a:schemeClr val="tx1"/>
                    </a:gs>
                    <a:gs pos="100000">
                      <a:schemeClr val="tx1"/>
                    </a:gs>
                  </a:gsLst>
                  <a:lin ang="5400000" scaled="0"/>
                </a:gradFill>
                <a:latin typeface="+mn-lt"/>
                <a:ea typeface="MS PGothic" pitchFamily="34" charset="-128"/>
                <a:cs typeface="+mn-cs"/>
              </a:defRPr>
            </a:lvl2pPr>
            <a:lvl3pPr marL="228600" indent="0" algn="l" defTabSz="931863" rtl="0" fontAlgn="base">
              <a:lnSpc>
                <a:spcPct val="90000"/>
              </a:lnSpc>
              <a:spcBef>
                <a:spcPct val="20000"/>
              </a:spcBef>
              <a:spcAft>
                <a:spcPct val="0"/>
              </a:spcAft>
              <a:buSzPct val="90000"/>
              <a:buFont typeface="Arial" pitchFamily="34" charset="0"/>
              <a:buNone/>
              <a:defRPr sz="2000" kern="1200">
                <a:gradFill>
                  <a:gsLst>
                    <a:gs pos="1250">
                      <a:schemeClr val="tx1"/>
                    </a:gs>
                    <a:gs pos="100000">
                      <a:schemeClr val="tx1"/>
                    </a:gs>
                  </a:gsLst>
                  <a:lin ang="5400000" scaled="0"/>
                </a:gradFill>
                <a:latin typeface="+mn-lt"/>
                <a:ea typeface="MS PGothic" pitchFamily="34" charset="-128"/>
                <a:cs typeface="+mn-cs"/>
              </a:defRPr>
            </a:lvl3pPr>
            <a:lvl4pPr marL="457200" indent="0" algn="l" defTabSz="931863" rtl="0" fontAlgn="base">
              <a:lnSpc>
                <a:spcPct val="90000"/>
              </a:lnSpc>
              <a:spcBef>
                <a:spcPct val="20000"/>
              </a:spcBef>
              <a:spcAft>
                <a:spcPct val="0"/>
              </a:spcAft>
              <a:buSzPct val="90000"/>
              <a:buFont typeface="Arial" pitchFamily="34" charset="0"/>
              <a:buNone/>
              <a:defRPr kern="1200">
                <a:gradFill>
                  <a:gsLst>
                    <a:gs pos="1250">
                      <a:schemeClr val="tx1"/>
                    </a:gs>
                    <a:gs pos="100000">
                      <a:schemeClr val="tx1"/>
                    </a:gs>
                  </a:gsLst>
                  <a:lin ang="5400000" scaled="0"/>
                </a:gradFill>
                <a:latin typeface="+mn-lt"/>
                <a:ea typeface="MS PGothic" pitchFamily="34" charset="-128"/>
                <a:cs typeface="+mn-cs"/>
              </a:defRPr>
            </a:lvl4pPr>
            <a:lvl5pPr marL="685800" indent="0" algn="l" defTabSz="931863" rtl="0" fontAlgn="base">
              <a:lnSpc>
                <a:spcPct val="90000"/>
              </a:lnSpc>
              <a:spcBef>
                <a:spcPct val="20000"/>
              </a:spcBef>
              <a:spcAft>
                <a:spcPct val="0"/>
              </a:spcAft>
              <a:buSzPct val="90000"/>
              <a:buFont typeface="Arial" pitchFamily="34" charset="0"/>
              <a:buNone/>
              <a:defRPr kern="1200">
                <a:gradFill>
                  <a:gsLst>
                    <a:gs pos="1250">
                      <a:schemeClr val="tx1"/>
                    </a:gs>
                    <a:gs pos="100000">
                      <a:schemeClr val="tx1"/>
                    </a:gs>
                  </a:gsLst>
                  <a:lin ang="5400000" scaled="0"/>
                </a:gradFill>
                <a:latin typeface="+mn-lt"/>
                <a:ea typeface="MS PGothic" pitchFamily="34" charset="-128"/>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defTabSz="1242275" eaLnBrk="0" hangingPunct="0">
              <a:defRPr/>
            </a:pPr>
            <a:r>
              <a:rPr lang="en-US" sz="1961" dirty="0">
                <a:gradFill>
                  <a:gsLst>
                    <a:gs pos="1250">
                      <a:prstClr val="black"/>
                    </a:gs>
                    <a:gs pos="99000">
                      <a:prstClr val="black"/>
                    </a:gs>
                  </a:gsLst>
                  <a:lin ang="5400000" scaled="0"/>
                </a:gradFill>
              </a:rPr>
              <a:t>Tools</a:t>
            </a:r>
          </a:p>
        </p:txBody>
      </p:sp>
      <p:sp>
        <p:nvSpPr>
          <p:cNvPr id="51" name="Text Placeholder 4"/>
          <p:cNvSpPr txBox="1">
            <a:spLocks/>
          </p:cNvSpPr>
          <p:nvPr/>
        </p:nvSpPr>
        <p:spPr>
          <a:xfrm>
            <a:off x="3855282" y="5588767"/>
            <a:ext cx="1434060" cy="669807"/>
          </a:xfrm>
          <a:prstGeom prst="rect">
            <a:avLst/>
          </a:prstGeom>
        </p:spPr>
        <p:txBody>
          <a:bodyPr vert="horz" wrap="square" lIns="143407" tIns="89630" rIns="143407" bIns="89630" rtlCol="0">
            <a:spAutoFit/>
          </a:bodyPr>
          <a:lstStyle>
            <a:lvl1pPr marL="0" indent="0" algn="l" defTabSz="931863" rtl="0" fontAlgn="base">
              <a:lnSpc>
                <a:spcPct val="90000"/>
              </a:lnSpc>
              <a:spcBef>
                <a:spcPct val="20000"/>
              </a:spcBef>
              <a:spcAft>
                <a:spcPct val="0"/>
              </a:spcAft>
              <a:buSzPct val="90000"/>
              <a:buFont typeface="Arial" pitchFamily="34" charset="0"/>
              <a:buNone/>
              <a:defRPr sz="4000" kern="1200">
                <a:gradFill>
                  <a:gsLst>
                    <a:gs pos="1250">
                      <a:schemeClr val="tx1"/>
                    </a:gs>
                    <a:gs pos="99000">
                      <a:schemeClr val="tx1"/>
                    </a:gs>
                  </a:gsLst>
                  <a:lin ang="5400000" scaled="0"/>
                </a:gradFill>
                <a:latin typeface="+mj-lt"/>
                <a:ea typeface="MS PGothic" pitchFamily="34" charset="-128"/>
                <a:cs typeface="+mn-cs"/>
              </a:defRPr>
            </a:lvl1pPr>
            <a:lvl2pPr marL="0" indent="0" algn="l" defTabSz="931863" rtl="0" fontAlgn="base">
              <a:lnSpc>
                <a:spcPct val="90000"/>
              </a:lnSpc>
              <a:spcBef>
                <a:spcPct val="20000"/>
              </a:spcBef>
              <a:spcAft>
                <a:spcPct val="0"/>
              </a:spcAft>
              <a:buSzPct val="90000"/>
              <a:buFontTx/>
              <a:buNone/>
              <a:defRPr sz="2000" kern="1200">
                <a:gradFill>
                  <a:gsLst>
                    <a:gs pos="1250">
                      <a:schemeClr val="tx1"/>
                    </a:gs>
                    <a:gs pos="100000">
                      <a:schemeClr val="tx1"/>
                    </a:gs>
                  </a:gsLst>
                  <a:lin ang="5400000" scaled="0"/>
                </a:gradFill>
                <a:latin typeface="+mn-lt"/>
                <a:ea typeface="MS PGothic" pitchFamily="34" charset="-128"/>
                <a:cs typeface="+mn-cs"/>
              </a:defRPr>
            </a:lvl2pPr>
            <a:lvl3pPr marL="228600" indent="0" algn="l" defTabSz="931863" rtl="0" fontAlgn="base">
              <a:lnSpc>
                <a:spcPct val="90000"/>
              </a:lnSpc>
              <a:spcBef>
                <a:spcPct val="20000"/>
              </a:spcBef>
              <a:spcAft>
                <a:spcPct val="0"/>
              </a:spcAft>
              <a:buSzPct val="90000"/>
              <a:buFont typeface="Arial" pitchFamily="34" charset="0"/>
              <a:buNone/>
              <a:defRPr sz="2000" kern="1200">
                <a:gradFill>
                  <a:gsLst>
                    <a:gs pos="1250">
                      <a:schemeClr val="tx1"/>
                    </a:gs>
                    <a:gs pos="100000">
                      <a:schemeClr val="tx1"/>
                    </a:gs>
                  </a:gsLst>
                  <a:lin ang="5400000" scaled="0"/>
                </a:gradFill>
                <a:latin typeface="+mn-lt"/>
                <a:ea typeface="MS PGothic" pitchFamily="34" charset="-128"/>
                <a:cs typeface="+mn-cs"/>
              </a:defRPr>
            </a:lvl3pPr>
            <a:lvl4pPr marL="457200" indent="0" algn="l" defTabSz="931863" rtl="0" fontAlgn="base">
              <a:lnSpc>
                <a:spcPct val="90000"/>
              </a:lnSpc>
              <a:spcBef>
                <a:spcPct val="20000"/>
              </a:spcBef>
              <a:spcAft>
                <a:spcPct val="0"/>
              </a:spcAft>
              <a:buSzPct val="90000"/>
              <a:buFont typeface="Arial" pitchFamily="34" charset="0"/>
              <a:buNone/>
              <a:defRPr kern="1200">
                <a:gradFill>
                  <a:gsLst>
                    <a:gs pos="1250">
                      <a:schemeClr val="tx1"/>
                    </a:gs>
                    <a:gs pos="100000">
                      <a:schemeClr val="tx1"/>
                    </a:gs>
                  </a:gsLst>
                  <a:lin ang="5400000" scaled="0"/>
                </a:gradFill>
                <a:latin typeface="+mn-lt"/>
                <a:ea typeface="MS PGothic" pitchFamily="34" charset="-128"/>
                <a:cs typeface="+mn-cs"/>
              </a:defRPr>
            </a:lvl4pPr>
            <a:lvl5pPr marL="685800" indent="0" algn="l" defTabSz="931863" rtl="0" fontAlgn="base">
              <a:lnSpc>
                <a:spcPct val="90000"/>
              </a:lnSpc>
              <a:spcBef>
                <a:spcPct val="20000"/>
              </a:spcBef>
              <a:spcAft>
                <a:spcPct val="0"/>
              </a:spcAft>
              <a:buSzPct val="90000"/>
              <a:buFont typeface="Arial" pitchFamily="34" charset="0"/>
              <a:buNone/>
              <a:defRPr kern="1200">
                <a:gradFill>
                  <a:gsLst>
                    <a:gs pos="1250">
                      <a:schemeClr val="tx1"/>
                    </a:gs>
                    <a:gs pos="100000">
                      <a:schemeClr val="tx1"/>
                    </a:gs>
                  </a:gsLst>
                  <a:lin ang="5400000" scaled="0"/>
                </a:gradFill>
                <a:latin typeface="+mn-lt"/>
                <a:ea typeface="MS PGothic" pitchFamily="34" charset="-128"/>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defTabSz="1242275" eaLnBrk="0" hangingPunct="0">
              <a:defRPr/>
            </a:pPr>
            <a:r>
              <a:rPr lang="en-US" sz="1765" dirty="0">
                <a:gradFill>
                  <a:gsLst>
                    <a:gs pos="1250">
                      <a:prstClr val="black"/>
                    </a:gs>
                    <a:gs pos="99000">
                      <a:prstClr val="black"/>
                    </a:gs>
                  </a:gsLst>
                  <a:lin ang="5400000" scaled="0"/>
                </a:gradFill>
                <a:latin typeface="Segoe UI" panose="020B0502040204020203" pitchFamily="34" charset="0"/>
                <a:cs typeface="Segoe UI" panose="020B0502040204020203" pitchFamily="34" charset="0"/>
              </a:rPr>
              <a:t>Provider  </a:t>
            </a:r>
            <a:br>
              <a:rPr lang="en-US" sz="1765" dirty="0">
                <a:gradFill>
                  <a:gsLst>
                    <a:gs pos="1250">
                      <a:prstClr val="black"/>
                    </a:gs>
                    <a:gs pos="99000">
                      <a:prstClr val="black"/>
                    </a:gs>
                  </a:gsLst>
                  <a:lin ang="5400000" scaled="0"/>
                </a:gradFill>
                <a:latin typeface="Segoe UI" panose="020B0502040204020203" pitchFamily="34" charset="0"/>
                <a:cs typeface="Segoe UI" panose="020B0502040204020203" pitchFamily="34" charset="0"/>
              </a:rPr>
            </a:br>
            <a:r>
              <a:rPr lang="en-US" sz="1765" dirty="0">
                <a:gradFill>
                  <a:gsLst>
                    <a:gs pos="1250">
                      <a:prstClr val="black"/>
                    </a:gs>
                    <a:gs pos="99000">
                      <a:prstClr val="black"/>
                    </a:gs>
                  </a:gsLst>
                  <a:lin ang="5400000" scaled="0"/>
                </a:gradFill>
                <a:latin typeface="Segoe UI" panose="020B0502040204020203" pitchFamily="34" charset="0"/>
                <a:cs typeface="Segoe UI" panose="020B0502040204020203" pitchFamily="34" charset="0"/>
              </a:rPr>
              <a:t>rest points</a:t>
            </a:r>
          </a:p>
        </p:txBody>
      </p:sp>
      <p:grpSp>
        <p:nvGrpSpPr>
          <p:cNvPr id="85" name="Group 84"/>
          <p:cNvGrpSpPr/>
          <p:nvPr/>
        </p:nvGrpSpPr>
        <p:grpSpPr>
          <a:xfrm>
            <a:off x="6289314" y="1457167"/>
            <a:ext cx="3989915" cy="850546"/>
            <a:chOff x="6415453" y="1485605"/>
            <a:chExt cx="4070499" cy="867724"/>
          </a:xfrm>
        </p:grpSpPr>
        <p:grpSp>
          <p:nvGrpSpPr>
            <p:cNvPr id="82" name="Group 81"/>
            <p:cNvGrpSpPr/>
            <p:nvPr/>
          </p:nvGrpSpPr>
          <p:grpSpPr>
            <a:xfrm>
              <a:off x="9122889" y="1493986"/>
              <a:ext cx="1363063" cy="859343"/>
              <a:chOff x="9122889" y="1493986"/>
              <a:chExt cx="1363063" cy="859343"/>
            </a:xfrm>
          </p:grpSpPr>
          <p:grpSp>
            <p:nvGrpSpPr>
              <p:cNvPr id="45" name="Group 44"/>
              <p:cNvGrpSpPr/>
              <p:nvPr/>
            </p:nvGrpSpPr>
            <p:grpSpPr>
              <a:xfrm>
                <a:off x="9556309" y="1493986"/>
                <a:ext cx="496215" cy="500359"/>
                <a:chOff x="5835648" y="3126185"/>
                <a:chExt cx="775292" cy="781767"/>
              </a:xfrm>
            </p:grpSpPr>
            <p:sp>
              <p:nvSpPr>
                <p:cNvPr id="42" name="Freeform 23"/>
                <p:cNvSpPr>
                  <a:spLocks/>
                </p:cNvSpPr>
                <p:nvPr/>
              </p:nvSpPr>
              <p:spPr bwMode="auto">
                <a:xfrm>
                  <a:off x="5835648" y="3126185"/>
                  <a:ext cx="775292" cy="781767"/>
                </a:xfrm>
                <a:custGeom>
                  <a:avLst/>
                  <a:gdLst>
                    <a:gd name="T0" fmla="*/ 150 w 200"/>
                    <a:gd name="T1" fmla="*/ 0 h 202"/>
                    <a:gd name="T2" fmla="*/ 71 w 200"/>
                    <a:gd name="T3" fmla="*/ 80 h 202"/>
                    <a:gd name="T4" fmla="*/ 20 w 200"/>
                    <a:gd name="T5" fmla="*/ 41 h 202"/>
                    <a:gd name="T6" fmla="*/ 0 w 200"/>
                    <a:gd name="T7" fmla="*/ 51 h 202"/>
                    <a:gd name="T8" fmla="*/ 0 w 200"/>
                    <a:gd name="T9" fmla="*/ 152 h 202"/>
                    <a:gd name="T10" fmla="*/ 20 w 200"/>
                    <a:gd name="T11" fmla="*/ 162 h 202"/>
                    <a:gd name="T12" fmla="*/ 71 w 200"/>
                    <a:gd name="T13" fmla="*/ 122 h 202"/>
                    <a:gd name="T14" fmla="*/ 150 w 200"/>
                    <a:gd name="T15" fmla="*/ 202 h 202"/>
                    <a:gd name="T16" fmla="*/ 200 w 200"/>
                    <a:gd name="T17" fmla="*/ 182 h 202"/>
                    <a:gd name="T18" fmla="*/ 200 w 200"/>
                    <a:gd name="T19" fmla="*/ 20 h 202"/>
                    <a:gd name="T20" fmla="*/ 150 w 200"/>
                    <a:gd name="T21" fmla="*/ 0 h 202"/>
                    <a:gd name="T22" fmla="*/ 150 w 200"/>
                    <a:gd name="T23" fmla="*/ 0 h 2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00" h="202">
                      <a:moveTo>
                        <a:pt x="150" y="0"/>
                      </a:moveTo>
                      <a:cubicBezTo>
                        <a:pt x="71" y="80"/>
                        <a:pt x="71" y="80"/>
                        <a:pt x="71" y="80"/>
                      </a:cubicBezTo>
                      <a:cubicBezTo>
                        <a:pt x="20" y="41"/>
                        <a:pt x="20" y="41"/>
                        <a:pt x="20" y="41"/>
                      </a:cubicBezTo>
                      <a:cubicBezTo>
                        <a:pt x="0" y="51"/>
                        <a:pt x="0" y="51"/>
                        <a:pt x="0" y="51"/>
                      </a:cubicBezTo>
                      <a:cubicBezTo>
                        <a:pt x="0" y="152"/>
                        <a:pt x="0" y="152"/>
                        <a:pt x="0" y="152"/>
                      </a:cubicBezTo>
                      <a:cubicBezTo>
                        <a:pt x="20" y="162"/>
                        <a:pt x="20" y="162"/>
                        <a:pt x="20" y="162"/>
                      </a:cubicBezTo>
                      <a:cubicBezTo>
                        <a:pt x="71" y="122"/>
                        <a:pt x="71" y="122"/>
                        <a:pt x="71" y="122"/>
                      </a:cubicBezTo>
                      <a:cubicBezTo>
                        <a:pt x="150" y="202"/>
                        <a:pt x="150" y="202"/>
                        <a:pt x="150" y="202"/>
                      </a:cubicBezTo>
                      <a:cubicBezTo>
                        <a:pt x="200" y="182"/>
                        <a:pt x="200" y="182"/>
                        <a:pt x="200" y="182"/>
                      </a:cubicBezTo>
                      <a:cubicBezTo>
                        <a:pt x="200" y="20"/>
                        <a:pt x="200" y="20"/>
                        <a:pt x="200" y="20"/>
                      </a:cubicBezTo>
                      <a:cubicBezTo>
                        <a:pt x="150" y="0"/>
                        <a:pt x="150" y="0"/>
                        <a:pt x="150" y="0"/>
                      </a:cubicBezTo>
                      <a:cubicBezTo>
                        <a:pt x="150" y="0"/>
                        <a:pt x="150" y="0"/>
                        <a:pt x="150" y="0"/>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630" tIns="44815" rIns="89630" bIns="44815" numCol="1" anchor="t" anchorCtr="0" compatLnSpc="1">
                  <a:prstTxWarp prst="textNoShape">
                    <a:avLst/>
                  </a:prstTxWarp>
                </a:bodyPr>
                <a:lstStyle/>
                <a:p>
                  <a:pPr defTabSz="1218996" eaLnBrk="0" fontAlgn="base" hangingPunct="0">
                    <a:spcBef>
                      <a:spcPct val="0"/>
                    </a:spcBef>
                    <a:spcAft>
                      <a:spcPct val="0"/>
                    </a:spcAft>
                    <a:defRPr/>
                  </a:pPr>
                  <a:endParaRPr lang="en-US" sz="2400">
                    <a:solidFill>
                      <a:prstClr val="black"/>
                    </a:solidFill>
                    <a:latin typeface="Arial" pitchFamily="34" charset="0"/>
                  </a:endParaRPr>
                </a:p>
              </p:txBody>
            </p:sp>
            <p:sp>
              <p:nvSpPr>
                <p:cNvPr id="43" name="Freeform 24"/>
                <p:cNvSpPr>
                  <a:spLocks/>
                </p:cNvSpPr>
                <p:nvPr/>
              </p:nvSpPr>
              <p:spPr bwMode="auto">
                <a:xfrm>
                  <a:off x="5911850" y="3382963"/>
                  <a:ext cx="114300" cy="228600"/>
                </a:xfrm>
                <a:custGeom>
                  <a:avLst/>
                  <a:gdLst>
                    <a:gd name="T0" fmla="*/ 0 w 30"/>
                    <a:gd name="T1" fmla="*/ 60 h 60"/>
                    <a:gd name="T2" fmla="*/ 0 w 30"/>
                    <a:gd name="T3" fmla="*/ 0 h 60"/>
                    <a:gd name="T4" fmla="*/ 30 w 30"/>
                    <a:gd name="T5" fmla="*/ 30 h 60"/>
                    <a:gd name="T6" fmla="*/ 0 w 30"/>
                    <a:gd name="T7" fmla="*/ 60 h 60"/>
                    <a:gd name="T8" fmla="*/ 0 w 30"/>
                    <a:gd name="T9" fmla="*/ 60 h 60"/>
                  </a:gdLst>
                  <a:ahLst/>
                  <a:cxnLst>
                    <a:cxn ang="0">
                      <a:pos x="T0" y="T1"/>
                    </a:cxn>
                    <a:cxn ang="0">
                      <a:pos x="T2" y="T3"/>
                    </a:cxn>
                    <a:cxn ang="0">
                      <a:pos x="T4" y="T5"/>
                    </a:cxn>
                    <a:cxn ang="0">
                      <a:pos x="T6" y="T7"/>
                    </a:cxn>
                    <a:cxn ang="0">
                      <a:pos x="T8" y="T9"/>
                    </a:cxn>
                  </a:cxnLst>
                  <a:rect l="0" t="0" r="r" b="b"/>
                  <a:pathLst>
                    <a:path w="30" h="60">
                      <a:moveTo>
                        <a:pt x="0" y="60"/>
                      </a:moveTo>
                      <a:cubicBezTo>
                        <a:pt x="0" y="0"/>
                        <a:pt x="0" y="0"/>
                        <a:pt x="0" y="0"/>
                      </a:cubicBezTo>
                      <a:cubicBezTo>
                        <a:pt x="30" y="30"/>
                        <a:pt x="30" y="30"/>
                        <a:pt x="30" y="30"/>
                      </a:cubicBezTo>
                      <a:cubicBezTo>
                        <a:pt x="0" y="60"/>
                        <a:pt x="0" y="60"/>
                        <a:pt x="0" y="60"/>
                      </a:cubicBezTo>
                      <a:cubicBezTo>
                        <a:pt x="0" y="60"/>
                        <a:pt x="0" y="60"/>
                        <a:pt x="0" y="60"/>
                      </a:cubicBezTo>
                      <a:close/>
                    </a:path>
                  </a:pathLst>
                </a:custGeom>
                <a:solidFill>
                  <a:schemeClr val="bg1"/>
                </a:solidFill>
                <a:ln>
                  <a:noFill/>
                </a:ln>
              </p:spPr>
              <p:txBody>
                <a:bodyPr vert="horz" wrap="square" lIns="89630" tIns="44815" rIns="89630" bIns="44815" numCol="1" anchor="t" anchorCtr="0" compatLnSpc="1">
                  <a:prstTxWarp prst="textNoShape">
                    <a:avLst/>
                  </a:prstTxWarp>
                </a:bodyPr>
                <a:lstStyle/>
                <a:p>
                  <a:pPr defTabSz="1218996" eaLnBrk="0" fontAlgn="base" hangingPunct="0">
                    <a:spcBef>
                      <a:spcPct val="0"/>
                    </a:spcBef>
                    <a:spcAft>
                      <a:spcPct val="0"/>
                    </a:spcAft>
                    <a:defRPr/>
                  </a:pPr>
                  <a:endParaRPr lang="en-US" sz="2400">
                    <a:solidFill>
                      <a:prstClr val="black"/>
                    </a:solidFill>
                    <a:latin typeface="Arial" pitchFamily="34" charset="0"/>
                  </a:endParaRPr>
                </a:p>
              </p:txBody>
            </p:sp>
            <p:sp>
              <p:nvSpPr>
                <p:cNvPr id="44" name="Freeform 25"/>
                <p:cNvSpPr>
                  <a:spLocks/>
                </p:cNvSpPr>
                <p:nvPr/>
              </p:nvSpPr>
              <p:spPr bwMode="auto">
                <a:xfrm>
                  <a:off x="6205538" y="3341688"/>
                  <a:ext cx="201613" cy="314325"/>
                </a:xfrm>
                <a:custGeom>
                  <a:avLst/>
                  <a:gdLst>
                    <a:gd name="T0" fmla="*/ 0 w 53"/>
                    <a:gd name="T1" fmla="*/ 41 h 83"/>
                    <a:gd name="T2" fmla="*/ 53 w 53"/>
                    <a:gd name="T3" fmla="*/ 0 h 83"/>
                    <a:gd name="T4" fmla="*/ 53 w 53"/>
                    <a:gd name="T5" fmla="*/ 83 h 83"/>
                    <a:gd name="T6" fmla="*/ 0 w 53"/>
                    <a:gd name="T7" fmla="*/ 41 h 83"/>
                    <a:gd name="T8" fmla="*/ 0 w 53"/>
                    <a:gd name="T9" fmla="*/ 41 h 83"/>
                  </a:gdLst>
                  <a:ahLst/>
                  <a:cxnLst>
                    <a:cxn ang="0">
                      <a:pos x="T0" y="T1"/>
                    </a:cxn>
                    <a:cxn ang="0">
                      <a:pos x="T2" y="T3"/>
                    </a:cxn>
                    <a:cxn ang="0">
                      <a:pos x="T4" y="T5"/>
                    </a:cxn>
                    <a:cxn ang="0">
                      <a:pos x="T6" y="T7"/>
                    </a:cxn>
                    <a:cxn ang="0">
                      <a:pos x="T8" y="T9"/>
                    </a:cxn>
                  </a:cxnLst>
                  <a:rect l="0" t="0" r="r" b="b"/>
                  <a:pathLst>
                    <a:path w="53" h="83">
                      <a:moveTo>
                        <a:pt x="0" y="41"/>
                      </a:moveTo>
                      <a:cubicBezTo>
                        <a:pt x="53" y="0"/>
                        <a:pt x="53" y="0"/>
                        <a:pt x="53" y="0"/>
                      </a:cubicBezTo>
                      <a:cubicBezTo>
                        <a:pt x="53" y="83"/>
                        <a:pt x="53" y="83"/>
                        <a:pt x="53" y="83"/>
                      </a:cubicBezTo>
                      <a:cubicBezTo>
                        <a:pt x="0" y="41"/>
                        <a:pt x="0" y="41"/>
                        <a:pt x="0" y="41"/>
                      </a:cubicBezTo>
                      <a:cubicBezTo>
                        <a:pt x="0" y="41"/>
                        <a:pt x="0" y="41"/>
                        <a:pt x="0" y="41"/>
                      </a:cubicBezTo>
                      <a:close/>
                    </a:path>
                  </a:pathLst>
                </a:custGeom>
                <a:solidFill>
                  <a:schemeClr val="bg1"/>
                </a:solidFill>
                <a:ln>
                  <a:noFill/>
                </a:ln>
              </p:spPr>
              <p:txBody>
                <a:bodyPr vert="horz" wrap="square" lIns="89630" tIns="44815" rIns="89630" bIns="44815" numCol="1" anchor="t" anchorCtr="0" compatLnSpc="1">
                  <a:prstTxWarp prst="textNoShape">
                    <a:avLst/>
                  </a:prstTxWarp>
                </a:bodyPr>
                <a:lstStyle/>
                <a:p>
                  <a:pPr defTabSz="1218996" eaLnBrk="0" fontAlgn="base" hangingPunct="0">
                    <a:spcBef>
                      <a:spcPct val="0"/>
                    </a:spcBef>
                    <a:spcAft>
                      <a:spcPct val="0"/>
                    </a:spcAft>
                    <a:defRPr/>
                  </a:pPr>
                  <a:endParaRPr lang="en-US" sz="2400">
                    <a:solidFill>
                      <a:prstClr val="black"/>
                    </a:solidFill>
                    <a:latin typeface="Arial" pitchFamily="34" charset="0"/>
                  </a:endParaRPr>
                </a:p>
              </p:txBody>
            </p:sp>
          </p:grpSp>
          <p:sp>
            <p:nvSpPr>
              <p:cNvPr id="61" name="Text Placeholder 4"/>
              <p:cNvSpPr txBox="1">
                <a:spLocks/>
              </p:cNvSpPr>
              <p:nvPr/>
            </p:nvSpPr>
            <p:spPr>
              <a:xfrm>
                <a:off x="9122889" y="2002568"/>
                <a:ext cx="1363063" cy="350761"/>
              </a:xfrm>
              <a:prstGeom prst="rect">
                <a:avLst/>
              </a:prstGeom>
            </p:spPr>
            <p:txBody>
              <a:bodyPr vert="horz" wrap="square" lIns="143407" tIns="89630" rIns="143407" bIns="89630" rtlCol="0">
                <a:spAutoFit/>
              </a:bodyPr>
              <a:lstStyle>
                <a:lvl1pPr marL="0" indent="0" algn="l" defTabSz="931863" rtl="0" fontAlgn="base">
                  <a:lnSpc>
                    <a:spcPct val="90000"/>
                  </a:lnSpc>
                  <a:spcBef>
                    <a:spcPct val="20000"/>
                  </a:spcBef>
                  <a:spcAft>
                    <a:spcPct val="0"/>
                  </a:spcAft>
                  <a:buSzPct val="90000"/>
                  <a:buFont typeface="Arial" pitchFamily="34" charset="0"/>
                  <a:buNone/>
                  <a:defRPr sz="4000" kern="1200">
                    <a:gradFill>
                      <a:gsLst>
                        <a:gs pos="1250">
                          <a:schemeClr val="tx1"/>
                        </a:gs>
                        <a:gs pos="99000">
                          <a:schemeClr val="tx1"/>
                        </a:gs>
                      </a:gsLst>
                      <a:lin ang="5400000" scaled="0"/>
                    </a:gradFill>
                    <a:latin typeface="+mj-lt"/>
                    <a:ea typeface="MS PGothic" pitchFamily="34" charset="-128"/>
                    <a:cs typeface="+mn-cs"/>
                  </a:defRPr>
                </a:lvl1pPr>
                <a:lvl2pPr marL="0" indent="0" algn="l" defTabSz="931863" rtl="0" fontAlgn="base">
                  <a:lnSpc>
                    <a:spcPct val="90000"/>
                  </a:lnSpc>
                  <a:spcBef>
                    <a:spcPct val="20000"/>
                  </a:spcBef>
                  <a:spcAft>
                    <a:spcPct val="0"/>
                  </a:spcAft>
                  <a:buSzPct val="90000"/>
                  <a:buFontTx/>
                  <a:buNone/>
                  <a:defRPr sz="2000" kern="1200">
                    <a:gradFill>
                      <a:gsLst>
                        <a:gs pos="1250">
                          <a:schemeClr val="tx1"/>
                        </a:gs>
                        <a:gs pos="100000">
                          <a:schemeClr val="tx1"/>
                        </a:gs>
                      </a:gsLst>
                      <a:lin ang="5400000" scaled="0"/>
                    </a:gradFill>
                    <a:latin typeface="+mn-lt"/>
                    <a:ea typeface="MS PGothic" pitchFamily="34" charset="-128"/>
                    <a:cs typeface="+mn-cs"/>
                  </a:defRPr>
                </a:lvl2pPr>
                <a:lvl3pPr marL="228600" indent="0" algn="l" defTabSz="931863" rtl="0" fontAlgn="base">
                  <a:lnSpc>
                    <a:spcPct val="90000"/>
                  </a:lnSpc>
                  <a:spcBef>
                    <a:spcPct val="20000"/>
                  </a:spcBef>
                  <a:spcAft>
                    <a:spcPct val="0"/>
                  </a:spcAft>
                  <a:buSzPct val="90000"/>
                  <a:buFont typeface="Arial" pitchFamily="34" charset="0"/>
                  <a:buNone/>
                  <a:defRPr sz="2000" kern="1200">
                    <a:gradFill>
                      <a:gsLst>
                        <a:gs pos="1250">
                          <a:schemeClr val="tx1"/>
                        </a:gs>
                        <a:gs pos="100000">
                          <a:schemeClr val="tx1"/>
                        </a:gs>
                      </a:gsLst>
                      <a:lin ang="5400000" scaled="0"/>
                    </a:gradFill>
                    <a:latin typeface="+mn-lt"/>
                    <a:ea typeface="MS PGothic" pitchFamily="34" charset="-128"/>
                    <a:cs typeface="+mn-cs"/>
                  </a:defRPr>
                </a:lvl3pPr>
                <a:lvl4pPr marL="457200" indent="0" algn="l" defTabSz="931863" rtl="0" fontAlgn="base">
                  <a:lnSpc>
                    <a:spcPct val="90000"/>
                  </a:lnSpc>
                  <a:spcBef>
                    <a:spcPct val="20000"/>
                  </a:spcBef>
                  <a:spcAft>
                    <a:spcPct val="0"/>
                  </a:spcAft>
                  <a:buSzPct val="90000"/>
                  <a:buFont typeface="Arial" pitchFamily="34" charset="0"/>
                  <a:buNone/>
                  <a:defRPr kern="1200">
                    <a:gradFill>
                      <a:gsLst>
                        <a:gs pos="1250">
                          <a:schemeClr val="tx1"/>
                        </a:gs>
                        <a:gs pos="100000">
                          <a:schemeClr val="tx1"/>
                        </a:gs>
                      </a:gsLst>
                      <a:lin ang="5400000" scaled="0"/>
                    </a:gradFill>
                    <a:latin typeface="+mn-lt"/>
                    <a:ea typeface="MS PGothic" pitchFamily="34" charset="-128"/>
                    <a:cs typeface="+mn-cs"/>
                  </a:defRPr>
                </a:lvl4pPr>
                <a:lvl5pPr marL="685800" indent="0" algn="l" defTabSz="931863" rtl="0" fontAlgn="base">
                  <a:lnSpc>
                    <a:spcPct val="90000"/>
                  </a:lnSpc>
                  <a:spcBef>
                    <a:spcPct val="20000"/>
                  </a:spcBef>
                  <a:spcAft>
                    <a:spcPct val="0"/>
                  </a:spcAft>
                  <a:buSzPct val="90000"/>
                  <a:buFont typeface="Arial" pitchFamily="34" charset="0"/>
                  <a:buNone/>
                  <a:defRPr kern="1200">
                    <a:gradFill>
                      <a:gsLst>
                        <a:gs pos="1250">
                          <a:schemeClr val="tx1"/>
                        </a:gs>
                        <a:gs pos="100000">
                          <a:schemeClr val="tx1"/>
                        </a:gs>
                      </a:gsLst>
                      <a:lin ang="5400000" scaled="0"/>
                    </a:gradFill>
                    <a:latin typeface="+mn-lt"/>
                    <a:ea typeface="MS PGothic" pitchFamily="34" charset="-128"/>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ctr" defTabSz="1242275" eaLnBrk="0" hangingPunct="0">
                  <a:defRPr/>
                </a:pPr>
                <a:r>
                  <a:rPr lang="en-US" sz="1175" dirty="0">
                    <a:gradFill>
                      <a:gsLst>
                        <a:gs pos="1250">
                          <a:prstClr val="black"/>
                        </a:gs>
                        <a:gs pos="99000">
                          <a:prstClr val="black"/>
                        </a:gs>
                      </a:gsLst>
                      <a:lin ang="5400000" scaled="0"/>
                    </a:gradFill>
                    <a:latin typeface="Cambria"/>
                  </a:rPr>
                  <a:t>Visual Studio</a:t>
                </a:r>
              </a:p>
            </p:txBody>
          </p:sp>
        </p:grpSp>
        <p:sp>
          <p:nvSpPr>
            <p:cNvPr id="68" name="Freeform 29"/>
            <p:cNvSpPr>
              <a:spLocks/>
            </p:cNvSpPr>
            <p:nvPr/>
          </p:nvSpPr>
          <p:spPr bwMode="auto">
            <a:xfrm>
              <a:off x="7826154" y="1636282"/>
              <a:ext cx="222250" cy="219075"/>
            </a:xfrm>
            <a:custGeom>
              <a:avLst/>
              <a:gdLst>
                <a:gd name="T0" fmla="*/ 60 w 140"/>
                <a:gd name="T1" fmla="*/ 138 h 138"/>
                <a:gd name="T2" fmla="*/ 80 w 140"/>
                <a:gd name="T3" fmla="*/ 138 h 138"/>
                <a:gd name="T4" fmla="*/ 80 w 140"/>
                <a:gd name="T5" fmla="*/ 79 h 138"/>
                <a:gd name="T6" fmla="*/ 140 w 140"/>
                <a:gd name="T7" fmla="*/ 79 h 138"/>
                <a:gd name="T8" fmla="*/ 140 w 140"/>
                <a:gd name="T9" fmla="*/ 59 h 138"/>
                <a:gd name="T10" fmla="*/ 80 w 140"/>
                <a:gd name="T11" fmla="*/ 59 h 138"/>
                <a:gd name="T12" fmla="*/ 80 w 140"/>
                <a:gd name="T13" fmla="*/ 0 h 138"/>
                <a:gd name="T14" fmla="*/ 60 w 140"/>
                <a:gd name="T15" fmla="*/ 0 h 138"/>
                <a:gd name="T16" fmla="*/ 60 w 140"/>
                <a:gd name="T17" fmla="*/ 59 h 138"/>
                <a:gd name="T18" fmla="*/ 0 w 140"/>
                <a:gd name="T19" fmla="*/ 59 h 138"/>
                <a:gd name="T20" fmla="*/ 0 w 140"/>
                <a:gd name="T21" fmla="*/ 79 h 138"/>
                <a:gd name="T22" fmla="*/ 60 w 140"/>
                <a:gd name="T23" fmla="*/ 79 h 138"/>
                <a:gd name="T24" fmla="*/ 60 w 140"/>
                <a:gd name="T25" fmla="*/ 138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40" h="138">
                  <a:moveTo>
                    <a:pt x="60" y="138"/>
                  </a:moveTo>
                  <a:lnTo>
                    <a:pt x="80" y="138"/>
                  </a:lnTo>
                  <a:lnTo>
                    <a:pt x="80" y="79"/>
                  </a:lnTo>
                  <a:lnTo>
                    <a:pt x="140" y="79"/>
                  </a:lnTo>
                  <a:lnTo>
                    <a:pt x="140" y="59"/>
                  </a:lnTo>
                  <a:lnTo>
                    <a:pt x="80" y="59"/>
                  </a:lnTo>
                  <a:lnTo>
                    <a:pt x="80" y="0"/>
                  </a:lnTo>
                  <a:lnTo>
                    <a:pt x="60" y="0"/>
                  </a:lnTo>
                  <a:lnTo>
                    <a:pt x="60" y="59"/>
                  </a:lnTo>
                  <a:lnTo>
                    <a:pt x="0" y="59"/>
                  </a:lnTo>
                  <a:lnTo>
                    <a:pt x="0" y="79"/>
                  </a:lnTo>
                  <a:lnTo>
                    <a:pt x="60" y="79"/>
                  </a:lnTo>
                  <a:lnTo>
                    <a:pt x="60" y="138"/>
                  </a:lnTo>
                  <a:close/>
                </a:path>
              </a:pathLst>
            </a:custGeom>
            <a:solidFill>
              <a:schemeClr val="tx1"/>
            </a:solidFill>
            <a:ln>
              <a:noFill/>
            </a:ln>
          </p:spPr>
          <p:txBody>
            <a:bodyPr vert="horz" wrap="square" lIns="89630" tIns="44815" rIns="89630" bIns="44815" numCol="1" anchor="t" anchorCtr="0" compatLnSpc="1">
              <a:prstTxWarp prst="textNoShape">
                <a:avLst/>
              </a:prstTxWarp>
            </a:bodyPr>
            <a:lstStyle/>
            <a:p>
              <a:pPr defTabSz="1218996" eaLnBrk="0" fontAlgn="base" hangingPunct="0">
                <a:spcBef>
                  <a:spcPct val="0"/>
                </a:spcBef>
                <a:spcAft>
                  <a:spcPct val="0"/>
                </a:spcAft>
                <a:defRPr/>
              </a:pPr>
              <a:endParaRPr lang="en-US" sz="2400">
                <a:solidFill>
                  <a:prstClr val="black"/>
                </a:solidFill>
                <a:latin typeface="Arial" pitchFamily="34" charset="0"/>
              </a:endParaRPr>
            </a:p>
          </p:txBody>
        </p:sp>
        <p:sp>
          <p:nvSpPr>
            <p:cNvPr id="69" name="Freeform 29"/>
            <p:cNvSpPr>
              <a:spLocks/>
            </p:cNvSpPr>
            <p:nvPr/>
          </p:nvSpPr>
          <p:spPr bwMode="auto">
            <a:xfrm>
              <a:off x="9071277" y="1636282"/>
              <a:ext cx="222250" cy="219075"/>
            </a:xfrm>
            <a:custGeom>
              <a:avLst/>
              <a:gdLst>
                <a:gd name="T0" fmla="*/ 60 w 140"/>
                <a:gd name="T1" fmla="*/ 138 h 138"/>
                <a:gd name="T2" fmla="*/ 80 w 140"/>
                <a:gd name="T3" fmla="*/ 138 h 138"/>
                <a:gd name="T4" fmla="*/ 80 w 140"/>
                <a:gd name="T5" fmla="*/ 79 h 138"/>
                <a:gd name="T6" fmla="*/ 140 w 140"/>
                <a:gd name="T7" fmla="*/ 79 h 138"/>
                <a:gd name="T8" fmla="*/ 140 w 140"/>
                <a:gd name="T9" fmla="*/ 59 h 138"/>
                <a:gd name="T10" fmla="*/ 80 w 140"/>
                <a:gd name="T11" fmla="*/ 59 h 138"/>
                <a:gd name="T12" fmla="*/ 80 w 140"/>
                <a:gd name="T13" fmla="*/ 0 h 138"/>
                <a:gd name="T14" fmla="*/ 60 w 140"/>
                <a:gd name="T15" fmla="*/ 0 h 138"/>
                <a:gd name="T16" fmla="*/ 60 w 140"/>
                <a:gd name="T17" fmla="*/ 59 h 138"/>
                <a:gd name="T18" fmla="*/ 0 w 140"/>
                <a:gd name="T19" fmla="*/ 59 h 138"/>
                <a:gd name="T20" fmla="*/ 0 w 140"/>
                <a:gd name="T21" fmla="*/ 79 h 138"/>
                <a:gd name="T22" fmla="*/ 60 w 140"/>
                <a:gd name="T23" fmla="*/ 79 h 138"/>
                <a:gd name="T24" fmla="*/ 60 w 140"/>
                <a:gd name="T25" fmla="*/ 138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40" h="138">
                  <a:moveTo>
                    <a:pt x="60" y="138"/>
                  </a:moveTo>
                  <a:lnTo>
                    <a:pt x="80" y="138"/>
                  </a:lnTo>
                  <a:lnTo>
                    <a:pt x="80" y="79"/>
                  </a:lnTo>
                  <a:lnTo>
                    <a:pt x="140" y="79"/>
                  </a:lnTo>
                  <a:lnTo>
                    <a:pt x="140" y="59"/>
                  </a:lnTo>
                  <a:lnTo>
                    <a:pt x="80" y="59"/>
                  </a:lnTo>
                  <a:lnTo>
                    <a:pt x="80" y="0"/>
                  </a:lnTo>
                  <a:lnTo>
                    <a:pt x="60" y="0"/>
                  </a:lnTo>
                  <a:lnTo>
                    <a:pt x="60" y="59"/>
                  </a:lnTo>
                  <a:lnTo>
                    <a:pt x="0" y="59"/>
                  </a:lnTo>
                  <a:lnTo>
                    <a:pt x="0" y="79"/>
                  </a:lnTo>
                  <a:lnTo>
                    <a:pt x="60" y="79"/>
                  </a:lnTo>
                  <a:lnTo>
                    <a:pt x="60" y="138"/>
                  </a:lnTo>
                  <a:close/>
                </a:path>
              </a:pathLst>
            </a:custGeom>
            <a:solidFill>
              <a:schemeClr val="tx1"/>
            </a:solidFill>
            <a:ln>
              <a:noFill/>
            </a:ln>
          </p:spPr>
          <p:txBody>
            <a:bodyPr vert="horz" wrap="square" lIns="89630" tIns="44815" rIns="89630" bIns="44815" numCol="1" anchor="t" anchorCtr="0" compatLnSpc="1">
              <a:prstTxWarp prst="textNoShape">
                <a:avLst/>
              </a:prstTxWarp>
            </a:bodyPr>
            <a:lstStyle/>
            <a:p>
              <a:pPr defTabSz="1218996" eaLnBrk="0" fontAlgn="base" hangingPunct="0">
                <a:spcBef>
                  <a:spcPct val="0"/>
                </a:spcBef>
                <a:spcAft>
                  <a:spcPct val="0"/>
                </a:spcAft>
                <a:defRPr/>
              </a:pPr>
              <a:endParaRPr lang="en-US" sz="2400">
                <a:solidFill>
                  <a:prstClr val="black"/>
                </a:solidFill>
                <a:latin typeface="Arial" pitchFamily="34" charset="0"/>
              </a:endParaRPr>
            </a:p>
          </p:txBody>
        </p:sp>
        <p:grpSp>
          <p:nvGrpSpPr>
            <p:cNvPr id="84" name="Group 83"/>
            <p:cNvGrpSpPr/>
            <p:nvPr/>
          </p:nvGrpSpPr>
          <p:grpSpPr>
            <a:xfrm>
              <a:off x="6415453" y="1485605"/>
              <a:ext cx="1363063" cy="867724"/>
              <a:chOff x="6415453" y="1485605"/>
              <a:chExt cx="1363063" cy="867724"/>
            </a:xfrm>
          </p:grpSpPr>
          <p:sp>
            <p:nvSpPr>
              <p:cNvPr id="59" name="Text Placeholder 4"/>
              <p:cNvSpPr txBox="1">
                <a:spLocks/>
              </p:cNvSpPr>
              <p:nvPr/>
            </p:nvSpPr>
            <p:spPr>
              <a:xfrm>
                <a:off x="6415453" y="2002568"/>
                <a:ext cx="1363063" cy="350761"/>
              </a:xfrm>
              <a:prstGeom prst="rect">
                <a:avLst/>
              </a:prstGeom>
            </p:spPr>
            <p:txBody>
              <a:bodyPr vert="horz" wrap="square" lIns="143407" tIns="89630" rIns="143407" bIns="89630" rtlCol="0">
                <a:spAutoFit/>
              </a:bodyPr>
              <a:lstStyle>
                <a:lvl1pPr marL="0" indent="0" algn="l" defTabSz="931863" rtl="0" fontAlgn="base">
                  <a:lnSpc>
                    <a:spcPct val="90000"/>
                  </a:lnSpc>
                  <a:spcBef>
                    <a:spcPct val="20000"/>
                  </a:spcBef>
                  <a:spcAft>
                    <a:spcPct val="0"/>
                  </a:spcAft>
                  <a:buSzPct val="90000"/>
                  <a:buFont typeface="Arial" pitchFamily="34" charset="0"/>
                  <a:buNone/>
                  <a:defRPr sz="4000" kern="1200">
                    <a:gradFill>
                      <a:gsLst>
                        <a:gs pos="1250">
                          <a:schemeClr val="tx1"/>
                        </a:gs>
                        <a:gs pos="99000">
                          <a:schemeClr val="tx1"/>
                        </a:gs>
                      </a:gsLst>
                      <a:lin ang="5400000" scaled="0"/>
                    </a:gradFill>
                    <a:latin typeface="+mj-lt"/>
                    <a:ea typeface="MS PGothic" pitchFamily="34" charset="-128"/>
                    <a:cs typeface="+mn-cs"/>
                  </a:defRPr>
                </a:lvl1pPr>
                <a:lvl2pPr marL="0" indent="0" algn="l" defTabSz="931863" rtl="0" fontAlgn="base">
                  <a:lnSpc>
                    <a:spcPct val="90000"/>
                  </a:lnSpc>
                  <a:spcBef>
                    <a:spcPct val="20000"/>
                  </a:spcBef>
                  <a:spcAft>
                    <a:spcPct val="0"/>
                  </a:spcAft>
                  <a:buSzPct val="90000"/>
                  <a:buFontTx/>
                  <a:buNone/>
                  <a:defRPr sz="2000" kern="1200">
                    <a:gradFill>
                      <a:gsLst>
                        <a:gs pos="1250">
                          <a:schemeClr val="tx1"/>
                        </a:gs>
                        <a:gs pos="100000">
                          <a:schemeClr val="tx1"/>
                        </a:gs>
                      </a:gsLst>
                      <a:lin ang="5400000" scaled="0"/>
                    </a:gradFill>
                    <a:latin typeface="+mn-lt"/>
                    <a:ea typeface="MS PGothic" pitchFamily="34" charset="-128"/>
                    <a:cs typeface="+mn-cs"/>
                  </a:defRPr>
                </a:lvl2pPr>
                <a:lvl3pPr marL="228600" indent="0" algn="l" defTabSz="931863" rtl="0" fontAlgn="base">
                  <a:lnSpc>
                    <a:spcPct val="90000"/>
                  </a:lnSpc>
                  <a:spcBef>
                    <a:spcPct val="20000"/>
                  </a:spcBef>
                  <a:spcAft>
                    <a:spcPct val="0"/>
                  </a:spcAft>
                  <a:buSzPct val="90000"/>
                  <a:buFont typeface="Arial" pitchFamily="34" charset="0"/>
                  <a:buNone/>
                  <a:defRPr sz="2000" kern="1200">
                    <a:gradFill>
                      <a:gsLst>
                        <a:gs pos="1250">
                          <a:schemeClr val="tx1"/>
                        </a:gs>
                        <a:gs pos="100000">
                          <a:schemeClr val="tx1"/>
                        </a:gs>
                      </a:gsLst>
                      <a:lin ang="5400000" scaled="0"/>
                    </a:gradFill>
                    <a:latin typeface="+mn-lt"/>
                    <a:ea typeface="MS PGothic" pitchFamily="34" charset="-128"/>
                    <a:cs typeface="+mn-cs"/>
                  </a:defRPr>
                </a:lvl3pPr>
                <a:lvl4pPr marL="457200" indent="0" algn="l" defTabSz="931863" rtl="0" fontAlgn="base">
                  <a:lnSpc>
                    <a:spcPct val="90000"/>
                  </a:lnSpc>
                  <a:spcBef>
                    <a:spcPct val="20000"/>
                  </a:spcBef>
                  <a:spcAft>
                    <a:spcPct val="0"/>
                  </a:spcAft>
                  <a:buSzPct val="90000"/>
                  <a:buFont typeface="Arial" pitchFamily="34" charset="0"/>
                  <a:buNone/>
                  <a:defRPr kern="1200">
                    <a:gradFill>
                      <a:gsLst>
                        <a:gs pos="1250">
                          <a:schemeClr val="tx1"/>
                        </a:gs>
                        <a:gs pos="100000">
                          <a:schemeClr val="tx1"/>
                        </a:gs>
                      </a:gsLst>
                      <a:lin ang="5400000" scaled="0"/>
                    </a:gradFill>
                    <a:latin typeface="+mn-lt"/>
                    <a:ea typeface="MS PGothic" pitchFamily="34" charset="-128"/>
                    <a:cs typeface="+mn-cs"/>
                  </a:defRPr>
                </a:lvl4pPr>
                <a:lvl5pPr marL="685800" indent="0" algn="l" defTabSz="931863" rtl="0" fontAlgn="base">
                  <a:lnSpc>
                    <a:spcPct val="90000"/>
                  </a:lnSpc>
                  <a:spcBef>
                    <a:spcPct val="20000"/>
                  </a:spcBef>
                  <a:spcAft>
                    <a:spcPct val="0"/>
                  </a:spcAft>
                  <a:buSzPct val="90000"/>
                  <a:buFont typeface="Arial" pitchFamily="34" charset="0"/>
                  <a:buNone/>
                  <a:defRPr kern="1200">
                    <a:gradFill>
                      <a:gsLst>
                        <a:gs pos="1250">
                          <a:schemeClr val="tx1"/>
                        </a:gs>
                        <a:gs pos="100000">
                          <a:schemeClr val="tx1"/>
                        </a:gs>
                      </a:gsLst>
                      <a:lin ang="5400000" scaled="0"/>
                    </a:gradFill>
                    <a:latin typeface="+mn-lt"/>
                    <a:ea typeface="MS PGothic" pitchFamily="34" charset="-128"/>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ctr" defTabSz="1242275" eaLnBrk="0" hangingPunct="0">
                  <a:defRPr/>
                </a:pPr>
                <a:r>
                  <a:rPr lang="en-US" sz="1175" dirty="0">
                    <a:gradFill>
                      <a:gsLst>
                        <a:gs pos="1250">
                          <a:prstClr val="black"/>
                        </a:gs>
                        <a:gs pos="99000">
                          <a:prstClr val="black"/>
                        </a:gs>
                      </a:gsLst>
                      <a:lin ang="5400000" scaled="0"/>
                    </a:gradFill>
                    <a:latin typeface="Cambria"/>
                  </a:rPr>
                  <a:t>Microsoft Azure</a:t>
                </a:r>
              </a:p>
            </p:txBody>
          </p:sp>
          <p:sp>
            <p:nvSpPr>
              <p:cNvPr id="77" name="Freeform 33"/>
              <p:cNvSpPr>
                <a:spLocks/>
              </p:cNvSpPr>
              <p:nvPr/>
            </p:nvSpPr>
            <p:spPr bwMode="auto">
              <a:xfrm>
                <a:off x="6642405" y="1485605"/>
                <a:ext cx="918568" cy="508740"/>
              </a:xfrm>
              <a:custGeom>
                <a:avLst/>
                <a:gdLst>
                  <a:gd name="T0" fmla="*/ 1662 w 2136"/>
                  <a:gd name="T1" fmla="*/ 1181 h 1181"/>
                  <a:gd name="T2" fmla="*/ 239 w 2136"/>
                  <a:gd name="T3" fmla="*/ 1181 h 1181"/>
                  <a:gd name="T4" fmla="*/ 0 w 2136"/>
                  <a:gd name="T5" fmla="*/ 937 h 1181"/>
                  <a:gd name="T6" fmla="*/ 181 w 2136"/>
                  <a:gd name="T7" fmla="*/ 706 h 1181"/>
                  <a:gd name="T8" fmla="*/ 462 w 2136"/>
                  <a:gd name="T9" fmla="*/ 487 h 1181"/>
                  <a:gd name="T10" fmla="*/ 974 w 2136"/>
                  <a:gd name="T11" fmla="*/ 0 h 1181"/>
                  <a:gd name="T12" fmla="*/ 1440 w 2136"/>
                  <a:gd name="T13" fmla="*/ 294 h 1181"/>
                  <a:gd name="T14" fmla="*/ 1662 w 2136"/>
                  <a:gd name="T15" fmla="*/ 235 h 1181"/>
                  <a:gd name="T16" fmla="*/ 2136 w 2136"/>
                  <a:gd name="T17" fmla="*/ 710 h 1181"/>
                  <a:gd name="T18" fmla="*/ 1662 w 2136"/>
                  <a:gd name="T19" fmla="*/ 1181 h 11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136" h="1181">
                    <a:moveTo>
                      <a:pt x="1662" y="1181"/>
                    </a:moveTo>
                    <a:cubicBezTo>
                      <a:pt x="239" y="1181"/>
                      <a:pt x="239" y="1181"/>
                      <a:pt x="239" y="1181"/>
                    </a:cubicBezTo>
                    <a:cubicBezTo>
                      <a:pt x="109" y="1181"/>
                      <a:pt x="0" y="1071"/>
                      <a:pt x="0" y="937"/>
                    </a:cubicBezTo>
                    <a:cubicBezTo>
                      <a:pt x="0" y="823"/>
                      <a:pt x="76" y="731"/>
                      <a:pt x="181" y="706"/>
                    </a:cubicBezTo>
                    <a:cubicBezTo>
                      <a:pt x="231" y="588"/>
                      <a:pt x="336" y="504"/>
                      <a:pt x="462" y="487"/>
                    </a:cubicBezTo>
                    <a:cubicBezTo>
                      <a:pt x="474" y="218"/>
                      <a:pt x="701" y="0"/>
                      <a:pt x="974" y="0"/>
                    </a:cubicBezTo>
                    <a:cubicBezTo>
                      <a:pt x="1175" y="0"/>
                      <a:pt x="1356" y="118"/>
                      <a:pt x="1440" y="294"/>
                    </a:cubicBezTo>
                    <a:cubicBezTo>
                      <a:pt x="1507" y="256"/>
                      <a:pt x="1582" y="235"/>
                      <a:pt x="1662" y="235"/>
                    </a:cubicBezTo>
                    <a:cubicBezTo>
                      <a:pt x="1922" y="235"/>
                      <a:pt x="2136" y="449"/>
                      <a:pt x="2136" y="710"/>
                    </a:cubicBezTo>
                    <a:cubicBezTo>
                      <a:pt x="2136" y="966"/>
                      <a:pt x="1922" y="1181"/>
                      <a:pt x="1662" y="1181"/>
                    </a:cubicBezTo>
                    <a:close/>
                  </a:path>
                </a:pathLst>
              </a:custGeom>
              <a:solidFill>
                <a:schemeClr val="tx1"/>
              </a:solidFill>
              <a:ln>
                <a:noFill/>
              </a:ln>
            </p:spPr>
            <p:txBody>
              <a:bodyPr vert="horz" wrap="square" lIns="89630" tIns="44815" rIns="89630" bIns="44815" numCol="1" anchor="t" anchorCtr="0" compatLnSpc="1">
                <a:prstTxWarp prst="textNoShape">
                  <a:avLst/>
                </a:prstTxWarp>
              </a:bodyPr>
              <a:lstStyle/>
              <a:p>
                <a:pPr defTabSz="1218996" eaLnBrk="0" fontAlgn="base" hangingPunct="0">
                  <a:spcBef>
                    <a:spcPct val="0"/>
                  </a:spcBef>
                  <a:spcAft>
                    <a:spcPct val="0"/>
                  </a:spcAft>
                  <a:defRPr/>
                </a:pPr>
                <a:endParaRPr lang="en-US" sz="2400">
                  <a:solidFill>
                    <a:prstClr val="black"/>
                  </a:solidFill>
                  <a:latin typeface="Arial" pitchFamily="34" charset="0"/>
                </a:endParaRPr>
              </a:p>
            </p:txBody>
          </p:sp>
        </p:grpSp>
        <p:grpSp>
          <p:nvGrpSpPr>
            <p:cNvPr id="83" name="Group 82"/>
            <p:cNvGrpSpPr/>
            <p:nvPr/>
          </p:nvGrpSpPr>
          <p:grpSpPr>
            <a:xfrm>
              <a:off x="7873544" y="1506916"/>
              <a:ext cx="1363063" cy="846413"/>
              <a:chOff x="7873544" y="1506916"/>
              <a:chExt cx="1363063" cy="846413"/>
            </a:xfrm>
          </p:grpSpPr>
          <p:sp>
            <p:nvSpPr>
              <p:cNvPr id="60" name="Text Placeholder 4"/>
              <p:cNvSpPr txBox="1">
                <a:spLocks/>
              </p:cNvSpPr>
              <p:nvPr/>
            </p:nvSpPr>
            <p:spPr>
              <a:xfrm>
                <a:off x="7873544" y="2002568"/>
                <a:ext cx="1363063" cy="350761"/>
              </a:xfrm>
              <a:prstGeom prst="rect">
                <a:avLst/>
              </a:prstGeom>
            </p:spPr>
            <p:txBody>
              <a:bodyPr vert="horz" wrap="square" lIns="143407" tIns="89630" rIns="143407" bIns="89630" rtlCol="0">
                <a:spAutoFit/>
              </a:bodyPr>
              <a:lstStyle>
                <a:lvl1pPr marL="0" indent="0" algn="l" defTabSz="931863" rtl="0" fontAlgn="base">
                  <a:lnSpc>
                    <a:spcPct val="90000"/>
                  </a:lnSpc>
                  <a:spcBef>
                    <a:spcPct val="20000"/>
                  </a:spcBef>
                  <a:spcAft>
                    <a:spcPct val="0"/>
                  </a:spcAft>
                  <a:buSzPct val="90000"/>
                  <a:buFont typeface="Arial" pitchFamily="34" charset="0"/>
                  <a:buNone/>
                  <a:defRPr sz="4000" kern="1200">
                    <a:gradFill>
                      <a:gsLst>
                        <a:gs pos="1250">
                          <a:schemeClr val="tx1"/>
                        </a:gs>
                        <a:gs pos="99000">
                          <a:schemeClr val="tx1"/>
                        </a:gs>
                      </a:gsLst>
                      <a:lin ang="5400000" scaled="0"/>
                    </a:gradFill>
                    <a:latin typeface="+mj-lt"/>
                    <a:ea typeface="MS PGothic" pitchFamily="34" charset="-128"/>
                    <a:cs typeface="+mn-cs"/>
                  </a:defRPr>
                </a:lvl1pPr>
                <a:lvl2pPr marL="0" indent="0" algn="l" defTabSz="931863" rtl="0" fontAlgn="base">
                  <a:lnSpc>
                    <a:spcPct val="90000"/>
                  </a:lnSpc>
                  <a:spcBef>
                    <a:spcPct val="20000"/>
                  </a:spcBef>
                  <a:spcAft>
                    <a:spcPct val="0"/>
                  </a:spcAft>
                  <a:buSzPct val="90000"/>
                  <a:buFontTx/>
                  <a:buNone/>
                  <a:defRPr sz="2000" kern="1200">
                    <a:gradFill>
                      <a:gsLst>
                        <a:gs pos="1250">
                          <a:schemeClr val="tx1"/>
                        </a:gs>
                        <a:gs pos="100000">
                          <a:schemeClr val="tx1"/>
                        </a:gs>
                      </a:gsLst>
                      <a:lin ang="5400000" scaled="0"/>
                    </a:gradFill>
                    <a:latin typeface="+mn-lt"/>
                    <a:ea typeface="MS PGothic" pitchFamily="34" charset="-128"/>
                    <a:cs typeface="+mn-cs"/>
                  </a:defRPr>
                </a:lvl2pPr>
                <a:lvl3pPr marL="228600" indent="0" algn="l" defTabSz="931863" rtl="0" fontAlgn="base">
                  <a:lnSpc>
                    <a:spcPct val="90000"/>
                  </a:lnSpc>
                  <a:spcBef>
                    <a:spcPct val="20000"/>
                  </a:spcBef>
                  <a:spcAft>
                    <a:spcPct val="0"/>
                  </a:spcAft>
                  <a:buSzPct val="90000"/>
                  <a:buFont typeface="Arial" pitchFamily="34" charset="0"/>
                  <a:buNone/>
                  <a:defRPr sz="2000" kern="1200">
                    <a:gradFill>
                      <a:gsLst>
                        <a:gs pos="1250">
                          <a:schemeClr val="tx1"/>
                        </a:gs>
                        <a:gs pos="100000">
                          <a:schemeClr val="tx1"/>
                        </a:gs>
                      </a:gsLst>
                      <a:lin ang="5400000" scaled="0"/>
                    </a:gradFill>
                    <a:latin typeface="+mn-lt"/>
                    <a:ea typeface="MS PGothic" pitchFamily="34" charset="-128"/>
                    <a:cs typeface="+mn-cs"/>
                  </a:defRPr>
                </a:lvl3pPr>
                <a:lvl4pPr marL="457200" indent="0" algn="l" defTabSz="931863" rtl="0" fontAlgn="base">
                  <a:lnSpc>
                    <a:spcPct val="90000"/>
                  </a:lnSpc>
                  <a:spcBef>
                    <a:spcPct val="20000"/>
                  </a:spcBef>
                  <a:spcAft>
                    <a:spcPct val="0"/>
                  </a:spcAft>
                  <a:buSzPct val="90000"/>
                  <a:buFont typeface="Arial" pitchFamily="34" charset="0"/>
                  <a:buNone/>
                  <a:defRPr kern="1200">
                    <a:gradFill>
                      <a:gsLst>
                        <a:gs pos="1250">
                          <a:schemeClr val="tx1"/>
                        </a:gs>
                        <a:gs pos="100000">
                          <a:schemeClr val="tx1"/>
                        </a:gs>
                      </a:gsLst>
                      <a:lin ang="5400000" scaled="0"/>
                    </a:gradFill>
                    <a:latin typeface="+mn-lt"/>
                    <a:ea typeface="MS PGothic" pitchFamily="34" charset="-128"/>
                    <a:cs typeface="+mn-cs"/>
                  </a:defRPr>
                </a:lvl4pPr>
                <a:lvl5pPr marL="685800" indent="0" algn="l" defTabSz="931863" rtl="0" fontAlgn="base">
                  <a:lnSpc>
                    <a:spcPct val="90000"/>
                  </a:lnSpc>
                  <a:spcBef>
                    <a:spcPct val="20000"/>
                  </a:spcBef>
                  <a:spcAft>
                    <a:spcPct val="0"/>
                  </a:spcAft>
                  <a:buSzPct val="90000"/>
                  <a:buFont typeface="Arial" pitchFamily="34" charset="0"/>
                  <a:buNone/>
                  <a:defRPr kern="1200">
                    <a:gradFill>
                      <a:gsLst>
                        <a:gs pos="1250">
                          <a:schemeClr val="tx1"/>
                        </a:gs>
                        <a:gs pos="100000">
                          <a:schemeClr val="tx1"/>
                        </a:gs>
                      </a:gsLst>
                      <a:lin ang="5400000" scaled="0"/>
                    </a:gradFill>
                    <a:latin typeface="+mn-lt"/>
                    <a:ea typeface="MS PGothic" pitchFamily="34" charset="-128"/>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ctr" defTabSz="1242275" eaLnBrk="0" hangingPunct="0">
                  <a:defRPr/>
                </a:pPr>
                <a:r>
                  <a:rPr lang="en-US" sz="1175" dirty="0">
                    <a:gradFill>
                      <a:gsLst>
                        <a:gs pos="1250">
                          <a:prstClr val="black"/>
                        </a:gs>
                        <a:gs pos="99000">
                          <a:prstClr val="black"/>
                        </a:gs>
                      </a:gsLst>
                      <a:lin ang="5400000" scaled="0"/>
                    </a:gradFill>
                    <a:latin typeface="Cambria"/>
                  </a:rPr>
                  <a:t>Command line</a:t>
                </a:r>
              </a:p>
            </p:txBody>
          </p:sp>
          <p:sp>
            <p:nvSpPr>
              <p:cNvPr id="81" name="Freeform 37"/>
              <p:cNvSpPr>
                <a:spLocks noEditPoints="1"/>
              </p:cNvSpPr>
              <p:nvPr/>
            </p:nvSpPr>
            <p:spPr bwMode="auto">
              <a:xfrm>
                <a:off x="8313584" y="1506916"/>
                <a:ext cx="494911" cy="495652"/>
              </a:xfrm>
              <a:custGeom>
                <a:avLst/>
                <a:gdLst>
                  <a:gd name="T0" fmla="*/ 0 w 136"/>
                  <a:gd name="T1" fmla="*/ 32 h 136"/>
                  <a:gd name="T2" fmla="*/ 136 w 136"/>
                  <a:gd name="T3" fmla="*/ 32 h 136"/>
                  <a:gd name="T4" fmla="*/ 136 w 136"/>
                  <a:gd name="T5" fmla="*/ 118 h 136"/>
                  <a:gd name="T6" fmla="*/ 118 w 136"/>
                  <a:gd name="T7" fmla="*/ 136 h 136"/>
                  <a:gd name="T8" fmla="*/ 18 w 136"/>
                  <a:gd name="T9" fmla="*/ 136 h 136"/>
                  <a:gd name="T10" fmla="*/ 0 w 136"/>
                  <a:gd name="T11" fmla="*/ 118 h 136"/>
                  <a:gd name="T12" fmla="*/ 0 w 136"/>
                  <a:gd name="T13" fmla="*/ 32 h 136"/>
                  <a:gd name="T14" fmla="*/ 18 w 136"/>
                  <a:gd name="T15" fmla="*/ 0 h 136"/>
                  <a:gd name="T16" fmla="*/ 118 w 136"/>
                  <a:gd name="T17" fmla="*/ 0 h 136"/>
                  <a:gd name="T18" fmla="*/ 136 w 136"/>
                  <a:gd name="T19" fmla="*/ 18 h 136"/>
                  <a:gd name="T20" fmla="*/ 136 w 136"/>
                  <a:gd name="T21" fmla="*/ 24 h 136"/>
                  <a:gd name="T22" fmla="*/ 0 w 136"/>
                  <a:gd name="T23" fmla="*/ 24 h 136"/>
                  <a:gd name="T24" fmla="*/ 0 w 136"/>
                  <a:gd name="T25" fmla="*/ 18 h 136"/>
                  <a:gd name="T26" fmla="*/ 18 w 136"/>
                  <a:gd name="T27" fmla="*/ 0 h 136"/>
                  <a:gd name="T28" fmla="*/ 124 w 136"/>
                  <a:gd name="T29" fmla="*/ 8 h 136"/>
                  <a:gd name="T30" fmla="*/ 124 w 136"/>
                  <a:gd name="T31" fmla="*/ 8 h 136"/>
                  <a:gd name="T32" fmla="*/ 120 w 136"/>
                  <a:gd name="T33" fmla="*/ 11 h 136"/>
                  <a:gd name="T34" fmla="*/ 120 w 136"/>
                  <a:gd name="T35" fmla="*/ 12 h 136"/>
                  <a:gd name="T36" fmla="*/ 124 w 136"/>
                  <a:gd name="T37" fmla="*/ 16 h 136"/>
                  <a:gd name="T38" fmla="*/ 124 w 136"/>
                  <a:gd name="T39" fmla="*/ 16 h 136"/>
                  <a:gd name="T40" fmla="*/ 128 w 136"/>
                  <a:gd name="T41" fmla="*/ 12 h 136"/>
                  <a:gd name="T42" fmla="*/ 128 w 136"/>
                  <a:gd name="T43" fmla="*/ 11 h 136"/>
                  <a:gd name="T44" fmla="*/ 124 w 136"/>
                  <a:gd name="T45" fmla="*/ 8 h 136"/>
                  <a:gd name="T46" fmla="*/ 92 w 136"/>
                  <a:gd name="T47" fmla="*/ 8 h 136"/>
                  <a:gd name="T48" fmla="*/ 92 w 136"/>
                  <a:gd name="T49" fmla="*/ 8 h 136"/>
                  <a:gd name="T50" fmla="*/ 88 w 136"/>
                  <a:gd name="T51" fmla="*/ 11 h 136"/>
                  <a:gd name="T52" fmla="*/ 88 w 136"/>
                  <a:gd name="T53" fmla="*/ 12 h 136"/>
                  <a:gd name="T54" fmla="*/ 92 w 136"/>
                  <a:gd name="T55" fmla="*/ 16 h 136"/>
                  <a:gd name="T56" fmla="*/ 92 w 136"/>
                  <a:gd name="T57" fmla="*/ 16 h 136"/>
                  <a:gd name="T58" fmla="*/ 96 w 136"/>
                  <a:gd name="T59" fmla="*/ 12 h 136"/>
                  <a:gd name="T60" fmla="*/ 96 w 136"/>
                  <a:gd name="T61" fmla="*/ 11 h 136"/>
                  <a:gd name="T62" fmla="*/ 92 w 136"/>
                  <a:gd name="T63" fmla="*/ 8 h 136"/>
                  <a:gd name="T64" fmla="*/ 108 w 136"/>
                  <a:gd name="T65" fmla="*/ 8 h 136"/>
                  <a:gd name="T66" fmla="*/ 108 w 136"/>
                  <a:gd name="T67" fmla="*/ 8 h 136"/>
                  <a:gd name="T68" fmla="*/ 104 w 136"/>
                  <a:gd name="T69" fmla="*/ 11 h 136"/>
                  <a:gd name="T70" fmla="*/ 104 w 136"/>
                  <a:gd name="T71" fmla="*/ 12 h 136"/>
                  <a:gd name="T72" fmla="*/ 108 w 136"/>
                  <a:gd name="T73" fmla="*/ 16 h 136"/>
                  <a:gd name="T74" fmla="*/ 108 w 136"/>
                  <a:gd name="T75" fmla="*/ 16 h 136"/>
                  <a:gd name="T76" fmla="*/ 112 w 136"/>
                  <a:gd name="T77" fmla="*/ 12 h 136"/>
                  <a:gd name="T78" fmla="*/ 112 w 136"/>
                  <a:gd name="T79" fmla="*/ 11 h 136"/>
                  <a:gd name="T80" fmla="*/ 108 w 136"/>
                  <a:gd name="T81" fmla="*/ 8 h 136"/>
                  <a:gd name="T82" fmla="*/ 20 w 136"/>
                  <a:gd name="T83" fmla="*/ 52 h 136"/>
                  <a:gd name="T84" fmla="*/ 20 w 136"/>
                  <a:gd name="T85" fmla="*/ 52 h 136"/>
                  <a:gd name="T86" fmla="*/ 20 w 136"/>
                  <a:gd name="T87" fmla="*/ 60 h 136"/>
                  <a:gd name="T88" fmla="*/ 32 w 136"/>
                  <a:gd name="T89" fmla="*/ 72 h 136"/>
                  <a:gd name="T90" fmla="*/ 20 w 136"/>
                  <a:gd name="T91" fmla="*/ 84 h 136"/>
                  <a:gd name="T92" fmla="*/ 20 w 136"/>
                  <a:gd name="T93" fmla="*/ 92 h 136"/>
                  <a:gd name="T94" fmla="*/ 20 w 136"/>
                  <a:gd name="T95" fmla="*/ 92 h 136"/>
                  <a:gd name="T96" fmla="*/ 28 w 136"/>
                  <a:gd name="T97" fmla="*/ 92 h 136"/>
                  <a:gd name="T98" fmla="*/ 48 w 136"/>
                  <a:gd name="T99" fmla="*/ 72 h 136"/>
                  <a:gd name="T100" fmla="*/ 28 w 136"/>
                  <a:gd name="T101" fmla="*/ 52 h 136"/>
                  <a:gd name="T102" fmla="*/ 20 w 136"/>
                  <a:gd name="T103" fmla="*/ 52 h 136"/>
                  <a:gd name="T104" fmla="*/ 61 w 136"/>
                  <a:gd name="T105" fmla="*/ 84 h 136"/>
                  <a:gd name="T106" fmla="*/ 56 w 136"/>
                  <a:gd name="T107" fmla="*/ 89 h 136"/>
                  <a:gd name="T108" fmla="*/ 56 w 136"/>
                  <a:gd name="T109" fmla="*/ 91 h 136"/>
                  <a:gd name="T110" fmla="*/ 61 w 136"/>
                  <a:gd name="T111" fmla="*/ 96 h 136"/>
                  <a:gd name="T112" fmla="*/ 79 w 136"/>
                  <a:gd name="T113" fmla="*/ 96 h 136"/>
                  <a:gd name="T114" fmla="*/ 84 w 136"/>
                  <a:gd name="T115" fmla="*/ 91 h 136"/>
                  <a:gd name="T116" fmla="*/ 84 w 136"/>
                  <a:gd name="T117" fmla="*/ 89 h 136"/>
                  <a:gd name="T118" fmla="*/ 79 w 136"/>
                  <a:gd name="T119" fmla="*/ 84 h 136"/>
                  <a:gd name="T120" fmla="*/ 61 w 136"/>
                  <a:gd name="T121" fmla="*/ 84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136" h="136">
                    <a:moveTo>
                      <a:pt x="0" y="32"/>
                    </a:moveTo>
                    <a:cubicBezTo>
                      <a:pt x="136" y="32"/>
                      <a:pt x="136" y="32"/>
                      <a:pt x="136" y="32"/>
                    </a:cubicBezTo>
                    <a:cubicBezTo>
                      <a:pt x="136" y="118"/>
                      <a:pt x="136" y="118"/>
                      <a:pt x="136" y="118"/>
                    </a:cubicBezTo>
                    <a:cubicBezTo>
                      <a:pt x="136" y="128"/>
                      <a:pt x="128" y="136"/>
                      <a:pt x="118" y="136"/>
                    </a:cubicBezTo>
                    <a:cubicBezTo>
                      <a:pt x="18" y="136"/>
                      <a:pt x="18" y="136"/>
                      <a:pt x="18" y="136"/>
                    </a:cubicBezTo>
                    <a:cubicBezTo>
                      <a:pt x="8" y="136"/>
                      <a:pt x="0" y="128"/>
                      <a:pt x="0" y="118"/>
                    </a:cubicBezTo>
                    <a:cubicBezTo>
                      <a:pt x="0" y="32"/>
                      <a:pt x="0" y="32"/>
                      <a:pt x="0" y="32"/>
                    </a:cubicBezTo>
                    <a:close/>
                    <a:moveTo>
                      <a:pt x="18" y="0"/>
                    </a:moveTo>
                    <a:cubicBezTo>
                      <a:pt x="118" y="0"/>
                      <a:pt x="118" y="0"/>
                      <a:pt x="118" y="0"/>
                    </a:cubicBezTo>
                    <a:cubicBezTo>
                      <a:pt x="128" y="0"/>
                      <a:pt x="136" y="8"/>
                      <a:pt x="136" y="18"/>
                    </a:cubicBezTo>
                    <a:cubicBezTo>
                      <a:pt x="136" y="24"/>
                      <a:pt x="136" y="24"/>
                      <a:pt x="136" y="24"/>
                    </a:cubicBezTo>
                    <a:cubicBezTo>
                      <a:pt x="0" y="24"/>
                      <a:pt x="0" y="24"/>
                      <a:pt x="0" y="24"/>
                    </a:cubicBezTo>
                    <a:cubicBezTo>
                      <a:pt x="0" y="18"/>
                      <a:pt x="0" y="18"/>
                      <a:pt x="0" y="18"/>
                    </a:cubicBezTo>
                    <a:cubicBezTo>
                      <a:pt x="0" y="8"/>
                      <a:pt x="8" y="0"/>
                      <a:pt x="18" y="0"/>
                    </a:cubicBezTo>
                    <a:close/>
                    <a:moveTo>
                      <a:pt x="124" y="8"/>
                    </a:moveTo>
                    <a:cubicBezTo>
                      <a:pt x="124" y="8"/>
                      <a:pt x="124" y="8"/>
                      <a:pt x="124" y="8"/>
                    </a:cubicBezTo>
                    <a:cubicBezTo>
                      <a:pt x="122" y="8"/>
                      <a:pt x="120" y="10"/>
                      <a:pt x="120" y="11"/>
                    </a:cubicBezTo>
                    <a:cubicBezTo>
                      <a:pt x="120" y="12"/>
                      <a:pt x="120" y="12"/>
                      <a:pt x="120" y="12"/>
                    </a:cubicBezTo>
                    <a:cubicBezTo>
                      <a:pt x="120" y="14"/>
                      <a:pt x="122" y="16"/>
                      <a:pt x="124" y="16"/>
                    </a:cubicBezTo>
                    <a:cubicBezTo>
                      <a:pt x="124" y="16"/>
                      <a:pt x="124" y="16"/>
                      <a:pt x="124" y="16"/>
                    </a:cubicBezTo>
                    <a:cubicBezTo>
                      <a:pt x="126" y="16"/>
                      <a:pt x="128" y="14"/>
                      <a:pt x="128" y="12"/>
                    </a:cubicBezTo>
                    <a:cubicBezTo>
                      <a:pt x="128" y="11"/>
                      <a:pt x="128" y="11"/>
                      <a:pt x="128" y="11"/>
                    </a:cubicBezTo>
                    <a:cubicBezTo>
                      <a:pt x="128" y="10"/>
                      <a:pt x="126" y="8"/>
                      <a:pt x="124" y="8"/>
                    </a:cubicBezTo>
                    <a:close/>
                    <a:moveTo>
                      <a:pt x="92" y="8"/>
                    </a:moveTo>
                    <a:cubicBezTo>
                      <a:pt x="92" y="8"/>
                      <a:pt x="92" y="8"/>
                      <a:pt x="92" y="8"/>
                    </a:cubicBezTo>
                    <a:cubicBezTo>
                      <a:pt x="90" y="8"/>
                      <a:pt x="88" y="10"/>
                      <a:pt x="88" y="11"/>
                    </a:cubicBezTo>
                    <a:cubicBezTo>
                      <a:pt x="88" y="12"/>
                      <a:pt x="88" y="12"/>
                      <a:pt x="88" y="12"/>
                    </a:cubicBezTo>
                    <a:cubicBezTo>
                      <a:pt x="88" y="14"/>
                      <a:pt x="90" y="16"/>
                      <a:pt x="92" y="16"/>
                    </a:cubicBezTo>
                    <a:cubicBezTo>
                      <a:pt x="92" y="16"/>
                      <a:pt x="92" y="16"/>
                      <a:pt x="92" y="16"/>
                    </a:cubicBezTo>
                    <a:cubicBezTo>
                      <a:pt x="94" y="16"/>
                      <a:pt x="96" y="14"/>
                      <a:pt x="96" y="12"/>
                    </a:cubicBezTo>
                    <a:cubicBezTo>
                      <a:pt x="96" y="11"/>
                      <a:pt x="96" y="11"/>
                      <a:pt x="96" y="11"/>
                    </a:cubicBezTo>
                    <a:cubicBezTo>
                      <a:pt x="96" y="10"/>
                      <a:pt x="94" y="8"/>
                      <a:pt x="92" y="8"/>
                    </a:cubicBezTo>
                    <a:close/>
                    <a:moveTo>
                      <a:pt x="108" y="8"/>
                    </a:moveTo>
                    <a:cubicBezTo>
                      <a:pt x="108" y="8"/>
                      <a:pt x="108" y="8"/>
                      <a:pt x="108" y="8"/>
                    </a:cubicBezTo>
                    <a:cubicBezTo>
                      <a:pt x="106" y="8"/>
                      <a:pt x="104" y="10"/>
                      <a:pt x="104" y="11"/>
                    </a:cubicBezTo>
                    <a:cubicBezTo>
                      <a:pt x="104" y="12"/>
                      <a:pt x="104" y="12"/>
                      <a:pt x="104" y="12"/>
                    </a:cubicBezTo>
                    <a:cubicBezTo>
                      <a:pt x="104" y="14"/>
                      <a:pt x="106" y="16"/>
                      <a:pt x="108" y="16"/>
                    </a:cubicBezTo>
                    <a:cubicBezTo>
                      <a:pt x="108" y="16"/>
                      <a:pt x="108" y="16"/>
                      <a:pt x="108" y="16"/>
                    </a:cubicBezTo>
                    <a:cubicBezTo>
                      <a:pt x="110" y="16"/>
                      <a:pt x="112" y="14"/>
                      <a:pt x="112" y="12"/>
                    </a:cubicBezTo>
                    <a:cubicBezTo>
                      <a:pt x="112" y="11"/>
                      <a:pt x="112" y="11"/>
                      <a:pt x="112" y="11"/>
                    </a:cubicBezTo>
                    <a:cubicBezTo>
                      <a:pt x="112" y="10"/>
                      <a:pt x="110" y="8"/>
                      <a:pt x="108" y="8"/>
                    </a:cubicBezTo>
                    <a:close/>
                    <a:moveTo>
                      <a:pt x="20" y="52"/>
                    </a:moveTo>
                    <a:cubicBezTo>
                      <a:pt x="20" y="52"/>
                      <a:pt x="20" y="52"/>
                      <a:pt x="20" y="52"/>
                    </a:cubicBezTo>
                    <a:cubicBezTo>
                      <a:pt x="18" y="54"/>
                      <a:pt x="18" y="58"/>
                      <a:pt x="20" y="60"/>
                    </a:cubicBezTo>
                    <a:cubicBezTo>
                      <a:pt x="32" y="72"/>
                      <a:pt x="32" y="72"/>
                      <a:pt x="32" y="72"/>
                    </a:cubicBezTo>
                    <a:cubicBezTo>
                      <a:pt x="20" y="84"/>
                      <a:pt x="20" y="84"/>
                      <a:pt x="20" y="84"/>
                    </a:cubicBezTo>
                    <a:cubicBezTo>
                      <a:pt x="18" y="86"/>
                      <a:pt x="18" y="90"/>
                      <a:pt x="20" y="92"/>
                    </a:cubicBezTo>
                    <a:cubicBezTo>
                      <a:pt x="20" y="92"/>
                      <a:pt x="20" y="92"/>
                      <a:pt x="20" y="92"/>
                    </a:cubicBezTo>
                    <a:cubicBezTo>
                      <a:pt x="22" y="94"/>
                      <a:pt x="26" y="94"/>
                      <a:pt x="28" y="92"/>
                    </a:cubicBezTo>
                    <a:cubicBezTo>
                      <a:pt x="48" y="72"/>
                      <a:pt x="48" y="72"/>
                      <a:pt x="48" y="72"/>
                    </a:cubicBezTo>
                    <a:cubicBezTo>
                      <a:pt x="28" y="52"/>
                      <a:pt x="28" y="52"/>
                      <a:pt x="28" y="52"/>
                    </a:cubicBezTo>
                    <a:cubicBezTo>
                      <a:pt x="26" y="50"/>
                      <a:pt x="22" y="50"/>
                      <a:pt x="20" y="52"/>
                    </a:cubicBezTo>
                    <a:close/>
                    <a:moveTo>
                      <a:pt x="61" y="84"/>
                    </a:moveTo>
                    <a:cubicBezTo>
                      <a:pt x="58" y="84"/>
                      <a:pt x="56" y="86"/>
                      <a:pt x="56" y="89"/>
                    </a:cubicBezTo>
                    <a:cubicBezTo>
                      <a:pt x="56" y="91"/>
                      <a:pt x="56" y="91"/>
                      <a:pt x="56" y="91"/>
                    </a:cubicBezTo>
                    <a:cubicBezTo>
                      <a:pt x="56" y="94"/>
                      <a:pt x="58" y="96"/>
                      <a:pt x="61" y="96"/>
                    </a:cubicBezTo>
                    <a:cubicBezTo>
                      <a:pt x="79" y="96"/>
                      <a:pt x="79" y="96"/>
                      <a:pt x="79" y="96"/>
                    </a:cubicBezTo>
                    <a:cubicBezTo>
                      <a:pt x="82" y="96"/>
                      <a:pt x="84" y="94"/>
                      <a:pt x="84" y="91"/>
                    </a:cubicBezTo>
                    <a:cubicBezTo>
                      <a:pt x="84" y="89"/>
                      <a:pt x="84" y="89"/>
                      <a:pt x="84" y="89"/>
                    </a:cubicBezTo>
                    <a:cubicBezTo>
                      <a:pt x="84" y="86"/>
                      <a:pt x="82" y="84"/>
                      <a:pt x="79" y="84"/>
                    </a:cubicBezTo>
                    <a:lnTo>
                      <a:pt x="61" y="84"/>
                    </a:lnTo>
                    <a:close/>
                  </a:path>
                </a:pathLst>
              </a:custGeom>
              <a:solidFill>
                <a:schemeClr val="tx1"/>
              </a:solidFill>
              <a:ln>
                <a:noFill/>
              </a:ln>
            </p:spPr>
            <p:txBody>
              <a:bodyPr vert="horz" wrap="square" lIns="89630" tIns="44815" rIns="89630" bIns="44815" numCol="1" anchor="t" anchorCtr="0" compatLnSpc="1">
                <a:prstTxWarp prst="textNoShape">
                  <a:avLst/>
                </a:prstTxWarp>
              </a:bodyPr>
              <a:lstStyle/>
              <a:p>
                <a:pPr defTabSz="1218996" eaLnBrk="0" fontAlgn="base" hangingPunct="0">
                  <a:spcBef>
                    <a:spcPct val="0"/>
                  </a:spcBef>
                  <a:spcAft>
                    <a:spcPct val="0"/>
                  </a:spcAft>
                  <a:defRPr/>
                </a:pPr>
                <a:endParaRPr lang="en-US" sz="2400">
                  <a:solidFill>
                    <a:prstClr val="black"/>
                  </a:solidFill>
                  <a:latin typeface="Arial" pitchFamily="34" charset="0"/>
                </a:endParaRPr>
              </a:p>
            </p:txBody>
          </p:sp>
        </p:grpSp>
      </p:grpSp>
      <p:grpSp>
        <p:nvGrpSpPr>
          <p:cNvPr id="473" name="Group 472"/>
          <p:cNvGrpSpPr/>
          <p:nvPr/>
        </p:nvGrpSpPr>
        <p:grpSpPr>
          <a:xfrm>
            <a:off x="4034538" y="3429000"/>
            <a:ext cx="2046529" cy="1160954"/>
            <a:chOff x="4115140" y="3497262"/>
            <a:chExt cx="2087862" cy="1184402"/>
          </a:xfrm>
        </p:grpSpPr>
        <p:sp>
          <p:nvSpPr>
            <p:cNvPr id="86" name="Freeform 33"/>
            <p:cNvSpPr>
              <a:spLocks/>
            </p:cNvSpPr>
            <p:nvPr/>
          </p:nvSpPr>
          <p:spPr bwMode="auto">
            <a:xfrm flipH="1">
              <a:off x="4115140" y="3497262"/>
              <a:ext cx="817588" cy="452813"/>
            </a:xfrm>
            <a:custGeom>
              <a:avLst/>
              <a:gdLst>
                <a:gd name="T0" fmla="*/ 1662 w 2136"/>
                <a:gd name="T1" fmla="*/ 1181 h 1181"/>
                <a:gd name="T2" fmla="*/ 239 w 2136"/>
                <a:gd name="T3" fmla="*/ 1181 h 1181"/>
                <a:gd name="T4" fmla="*/ 0 w 2136"/>
                <a:gd name="T5" fmla="*/ 937 h 1181"/>
                <a:gd name="T6" fmla="*/ 181 w 2136"/>
                <a:gd name="T7" fmla="*/ 706 h 1181"/>
                <a:gd name="T8" fmla="*/ 462 w 2136"/>
                <a:gd name="T9" fmla="*/ 487 h 1181"/>
                <a:gd name="T10" fmla="*/ 974 w 2136"/>
                <a:gd name="T11" fmla="*/ 0 h 1181"/>
                <a:gd name="T12" fmla="*/ 1440 w 2136"/>
                <a:gd name="T13" fmla="*/ 294 h 1181"/>
                <a:gd name="T14" fmla="*/ 1662 w 2136"/>
                <a:gd name="T15" fmla="*/ 235 h 1181"/>
                <a:gd name="T16" fmla="*/ 2136 w 2136"/>
                <a:gd name="T17" fmla="*/ 710 h 1181"/>
                <a:gd name="T18" fmla="*/ 1662 w 2136"/>
                <a:gd name="T19" fmla="*/ 1181 h 11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136" h="1181">
                  <a:moveTo>
                    <a:pt x="1662" y="1181"/>
                  </a:moveTo>
                  <a:cubicBezTo>
                    <a:pt x="239" y="1181"/>
                    <a:pt x="239" y="1181"/>
                    <a:pt x="239" y="1181"/>
                  </a:cubicBezTo>
                  <a:cubicBezTo>
                    <a:pt x="109" y="1181"/>
                    <a:pt x="0" y="1071"/>
                    <a:pt x="0" y="937"/>
                  </a:cubicBezTo>
                  <a:cubicBezTo>
                    <a:pt x="0" y="823"/>
                    <a:pt x="76" y="731"/>
                    <a:pt x="181" y="706"/>
                  </a:cubicBezTo>
                  <a:cubicBezTo>
                    <a:pt x="231" y="588"/>
                    <a:pt x="336" y="504"/>
                    <a:pt x="462" y="487"/>
                  </a:cubicBezTo>
                  <a:cubicBezTo>
                    <a:pt x="474" y="218"/>
                    <a:pt x="701" y="0"/>
                    <a:pt x="974" y="0"/>
                  </a:cubicBezTo>
                  <a:cubicBezTo>
                    <a:pt x="1175" y="0"/>
                    <a:pt x="1356" y="118"/>
                    <a:pt x="1440" y="294"/>
                  </a:cubicBezTo>
                  <a:cubicBezTo>
                    <a:pt x="1507" y="256"/>
                    <a:pt x="1582" y="235"/>
                    <a:pt x="1662" y="235"/>
                  </a:cubicBezTo>
                  <a:cubicBezTo>
                    <a:pt x="1922" y="235"/>
                    <a:pt x="2136" y="449"/>
                    <a:pt x="2136" y="710"/>
                  </a:cubicBezTo>
                  <a:cubicBezTo>
                    <a:pt x="2136" y="966"/>
                    <a:pt x="1922" y="1181"/>
                    <a:pt x="1662" y="1181"/>
                  </a:cubicBezTo>
                  <a:close/>
                </a:path>
              </a:pathLst>
            </a:custGeom>
            <a:solidFill>
              <a:schemeClr val="accent5">
                <a:lumMod val="10000"/>
                <a:lumOff val="90000"/>
              </a:schemeClr>
            </a:solidFill>
            <a:ln>
              <a:noFill/>
            </a:ln>
          </p:spPr>
          <p:txBody>
            <a:bodyPr vert="horz" wrap="square" lIns="89630" tIns="44815" rIns="89630" bIns="44815" numCol="1" anchor="t" anchorCtr="0" compatLnSpc="1">
              <a:prstTxWarp prst="textNoShape">
                <a:avLst/>
              </a:prstTxWarp>
            </a:bodyPr>
            <a:lstStyle/>
            <a:p>
              <a:pPr defTabSz="1218996" eaLnBrk="0" fontAlgn="base" hangingPunct="0">
                <a:spcBef>
                  <a:spcPct val="0"/>
                </a:spcBef>
                <a:spcAft>
                  <a:spcPct val="0"/>
                </a:spcAft>
                <a:defRPr/>
              </a:pPr>
              <a:endParaRPr lang="en-US" sz="2400">
                <a:solidFill>
                  <a:prstClr val="black"/>
                </a:solidFill>
                <a:latin typeface="Arial" pitchFamily="34" charset="0"/>
              </a:endParaRPr>
            </a:p>
          </p:txBody>
        </p:sp>
        <p:sp>
          <p:nvSpPr>
            <p:cNvPr id="88" name="Freeform 33"/>
            <p:cNvSpPr>
              <a:spLocks/>
            </p:cNvSpPr>
            <p:nvPr/>
          </p:nvSpPr>
          <p:spPr bwMode="auto">
            <a:xfrm>
              <a:off x="4221662" y="3584319"/>
              <a:ext cx="1981340" cy="1097345"/>
            </a:xfrm>
            <a:custGeom>
              <a:avLst/>
              <a:gdLst>
                <a:gd name="T0" fmla="*/ 1662 w 2136"/>
                <a:gd name="T1" fmla="*/ 1181 h 1181"/>
                <a:gd name="T2" fmla="*/ 239 w 2136"/>
                <a:gd name="T3" fmla="*/ 1181 h 1181"/>
                <a:gd name="T4" fmla="*/ 0 w 2136"/>
                <a:gd name="T5" fmla="*/ 937 h 1181"/>
                <a:gd name="T6" fmla="*/ 181 w 2136"/>
                <a:gd name="T7" fmla="*/ 706 h 1181"/>
                <a:gd name="T8" fmla="*/ 462 w 2136"/>
                <a:gd name="T9" fmla="*/ 487 h 1181"/>
                <a:gd name="T10" fmla="*/ 974 w 2136"/>
                <a:gd name="T11" fmla="*/ 0 h 1181"/>
                <a:gd name="T12" fmla="*/ 1440 w 2136"/>
                <a:gd name="T13" fmla="*/ 294 h 1181"/>
                <a:gd name="T14" fmla="*/ 1662 w 2136"/>
                <a:gd name="T15" fmla="*/ 235 h 1181"/>
                <a:gd name="T16" fmla="*/ 2136 w 2136"/>
                <a:gd name="T17" fmla="*/ 710 h 1181"/>
                <a:gd name="T18" fmla="*/ 1662 w 2136"/>
                <a:gd name="T19" fmla="*/ 1181 h 11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136" h="1181">
                  <a:moveTo>
                    <a:pt x="1662" y="1181"/>
                  </a:moveTo>
                  <a:cubicBezTo>
                    <a:pt x="239" y="1181"/>
                    <a:pt x="239" y="1181"/>
                    <a:pt x="239" y="1181"/>
                  </a:cubicBezTo>
                  <a:cubicBezTo>
                    <a:pt x="109" y="1181"/>
                    <a:pt x="0" y="1071"/>
                    <a:pt x="0" y="937"/>
                  </a:cubicBezTo>
                  <a:cubicBezTo>
                    <a:pt x="0" y="823"/>
                    <a:pt x="76" y="731"/>
                    <a:pt x="181" y="706"/>
                  </a:cubicBezTo>
                  <a:cubicBezTo>
                    <a:pt x="231" y="588"/>
                    <a:pt x="336" y="504"/>
                    <a:pt x="462" y="487"/>
                  </a:cubicBezTo>
                  <a:cubicBezTo>
                    <a:pt x="474" y="218"/>
                    <a:pt x="701" y="0"/>
                    <a:pt x="974" y="0"/>
                  </a:cubicBezTo>
                  <a:cubicBezTo>
                    <a:pt x="1175" y="0"/>
                    <a:pt x="1356" y="118"/>
                    <a:pt x="1440" y="294"/>
                  </a:cubicBezTo>
                  <a:cubicBezTo>
                    <a:pt x="1507" y="256"/>
                    <a:pt x="1582" y="235"/>
                    <a:pt x="1662" y="235"/>
                  </a:cubicBezTo>
                  <a:cubicBezTo>
                    <a:pt x="1922" y="235"/>
                    <a:pt x="2136" y="449"/>
                    <a:pt x="2136" y="710"/>
                  </a:cubicBezTo>
                  <a:cubicBezTo>
                    <a:pt x="2136" y="966"/>
                    <a:pt x="1922" y="1181"/>
                    <a:pt x="1662" y="1181"/>
                  </a:cubicBezTo>
                  <a:close/>
                </a:path>
              </a:pathLst>
            </a:custGeom>
            <a:solidFill>
              <a:schemeClr val="bg1"/>
            </a:solidFill>
            <a:ln>
              <a:noFill/>
            </a:ln>
          </p:spPr>
          <p:txBody>
            <a:bodyPr vert="horz" wrap="square" lIns="89630" tIns="44815" rIns="89630" bIns="44815" numCol="1" anchor="t" anchorCtr="0" compatLnSpc="1">
              <a:prstTxWarp prst="textNoShape">
                <a:avLst/>
              </a:prstTxWarp>
            </a:bodyPr>
            <a:lstStyle/>
            <a:p>
              <a:pPr defTabSz="1218996" eaLnBrk="0" fontAlgn="base" hangingPunct="0">
                <a:spcBef>
                  <a:spcPct val="0"/>
                </a:spcBef>
                <a:spcAft>
                  <a:spcPct val="0"/>
                </a:spcAft>
                <a:defRPr/>
              </a:pPr>
              <a:endParaRPr lang="en-US" sz="2400">
                <a:solidFill>
                  <a:prstClr val="black"/>
                </a:solidFill>
                <a:latin typeface="Arial" pitchFamily="34" charset="0"/>
              </a:endParaRPr>
            </a:p>
          </p:txBody>
        </p:sp>
      </p:grpSp>
      <p:grpSp>
        <p:nvGrpSpPr>
          <p:cNvPr id="92" name="Group 91"/>
          <p:cNvGrpSpPr/>
          <p:nvPr/>
        </p:nvGrpSpPr>
        <p:grpSpPr>
          <a:xfrm>
            <a:off x="6185629" y="3771595"/>
            <a:ext cx="2688864" cy="398128"/>
            <a:chOff x="6101339" y="3779030"/>
            <a:chExt cx="2743170" cy="406170"/>
          </a:xfrm>
        </p:grpSpPr>
        <p:sp>
          <p:nvSpPr>
            <p:cNvPr id="89" name="Text Placeholder 4"/>
            <p:cNvSpPr txBox="1">
              <a:spLocks/>
            </p:cNvSpPr>
            <p:nvPr/>
          </p:nvSpPr>
          <p:spPr>
            <a:xfrm>
              <a:off x="6101339" y="3779030"/>
              <a:ext cx="1072795" cy="406170"/>
            </a:xfrm>
            <a:prstGeom prst="rect">
              <a:avLst/>
            </a:prstGeom>
          </p:spPr>
          <p:txBody>
            <a:bodyPr vert="horz" wrap="square" lIns="143407" tIns="89630" rIns="143407" bIns="89630" rtlCol="0">
              <a:spAutoFit/>
            </a:bodyPr>
            <a:lstStyle>
              <a:lvl1pPr marL="0" indent="0" algn="l" defTabSz="931863" rtl="0" fontAlgn="base">
                <a:lnSpc>
                  <a:spcPct val="90000"/>
                </a:lnSpc>
                <a:spcBef>
                  <a:spcPct val="20000"/>
                </a:spcBef>
                <a:spcAft>
                  <a:spcPct val="0"/>
                </a:spcAft>
                <a:buSzPct val="90000"/>
                <a:buFont typeface="Arial" pitchFamily="34" charset="0"/>
                <a:buNone/>
                <a:defRPr sz="4000" kern="1200">
                  <a:gradFill>
                    <a:gsLst>
                      <a:gs pos="1250">
                        <a:schemeClr val="tx1"/>
                      </a:gs>
                      <a:gs pos="99000">
                        <a:schemeClr val="tx1"/>
                      </a:gs>
                    </a:gsLst>
                    <a:lin ang="5400000" scaled="0"/>
                  </a:gradFill>
                  <a:latin typeface="+mj-lt"/>
                  <a:ea typeface="MS PGothic" pitchFamily="34" charset="-128"/>
                  <a:cs typeface="+mn-cs"/>
                </a:defRPr>
              </a:lvl1pPr>
              <a:lvl2pPr marL="0" indent="0" algn="l" defTabSz="931863" rtl="0" fontAlgn="base">
                <a:lnSpc>
                  <a:spcPct val="90000"/>
                </a:lnSpc>
                <a:spcBef>
                  <a:spcPct val="20000"/>
                </a:spcBef>
                <a:spcAft>
                  <a:spcPct val="0"/>
                </a:spcAft>
                <a:buSzPct val="90000"/>
                <a:buFontTx/>
                <a:buNone/>
                <a:defRPr sz="2000" kern="1200">
                  <a:gradFill>
                    <a:gsLst>
                      <a:gs pos="1250">
                        <a:schemeClr val="tx1"/>
                      </a:gs>
                      <a:gs pos="100000">
                        <a:schemeClr val="tx1"/>
                      </a:gs>
                    </a:gsLst>
                    <a:lin ang="5400000" scaled="0"/>
                  </a:gradFill>
                  <a:latin typeface="+mn-lt"/>
                  <a:ea typeface="MS PGothic" pitchFamily="34" charset="-128"/>
                  <a:cs typeface="+mn-cs"/>
                </a:defRPr>
              </a:lvl2pPr>
              <a:lvl3pPr marL="228600" indent="0" algn="l" defTabSz="931863" rtl="0" fontAlgn="base">
                <a:lnSpc>
                  <a:spcPct val="90000"/>
                </a:lnSpc>
                <a:spcBef>
                  <a:spcPct val="20000"/>
                </a:spcBef>
                <a:spcAft>
                  <a:spcPct val="0"/>
                </a:spcAft>
                <a:buSzPct val="90000"/>
                <a:buFont typeface="Arial" pitchFamily="34" charset="0"/>
                <a:buNone/>
                <a:defRPr sz="2000" kern="1200">
                  <a:gradFill>
                    <a:gsLst>
                      <a:gs pos="1250">
                        <a:schemeClr val="tx1"/>
                      </a:gs>
                      <a:gs pos="100000">
                        <a:schemeClr val="tx1"/>
                      </a:gs>
                    </a:gsLst>
                    <a:lin ang="5400000" scaled="0"/>
                  </a:gradFill>
                  <a:latin typeface="+mn-lt"/>
                  <a:ea typeface="MS PGothic" pitchFamily="34" charset="-128"/>
                  <a:cs typeface="+mn-cs"/>
                </a:defRPr>
              </a:lvl3pPr>
              <a:lvl4pPr marL="457200" indent="0" algn="l" defTabSz="931863" rtl="0" fontAlgn="base">
                <a:lnSpc>
                  <a:spcPct val="90000"/>
                </a:lnSpc>
                <a:spcBef>
                  <a:spcPct val="20000"/>
                </a:spcBef>
                <a:spcAft>
                  <a:spcPct val="0"/>
                </a:spcAft>
                <a:buSzPct val="90000"/>
                <a:buFont typeface="Arial" pitchFamily="34" charset="0"/>
                <a:buNone/>
                <a:defRPr kern="1200">
                  <a:gradFill>
                    <a:gsLst>
                      <a:gs pos="1250">
                        <a:schemeClr val="tx1"/>
                      </a:gs>
                      <a:gs pos="100000">
                        <a:schemeClr val="tx1"/>
                      </a:gs>
                    </a:gsLst>
                    <a:lin ang="5400000" scaled="0"/>
                  </a:gradFill>
                  <a:latin typeface="+mn-lt"/>
                  <a:ea typeface="MS PGothic" pitchFamily="34" charset="-128"/>
                  <a:cs typeface="+mn-cs"/>
                </a:defRPr>
              </a:lvl4pPr>
              <a:lvl5pPr marL="685800" indent="0" algn="l" defTabSz="931863" rtl="0" fontAlgn="base">
                <a:lnSpc>
                  <a:spcPct val="90000"/>
                </a:lnSpc>
                <a:spcBef>
                  <a:spcPct val="20000"/>
                </a:spcBef>
                <a:spcAft>
                  <a:spcPct val="0"/>
                </a:spcAft>
                <a:buSzPct val="90000"/>
                <a:buFont typeface="Arial" pitchFamily="34" charset="0"/>
                <a:buNone/>
                <a:defRPr kern="1200">
                  <a:gradFill>
                    <a:gsLst>
                      <a:gs pos="1250">
                        <a:schemeClr val="tx1"/>
                      </a:gs>
                      <a:gs pos="100000">
                        <a:schemeClr val="tx1"/>
                      </a:gs>
                    </a:gsLst>
                    <a:lin ang="5400000" scaled="0"/>
                  </a:gradFill>
                  <a:latin typeface="+mn-lt"/>
                  <a:ea typeface="MS PGothic" pitchFamily="34" charset="-128"/>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ctr" defTabSz="1242275" eaLnBrk="0" hangingPunct="0">
                <a:defRPr/>
              </a:pPr>
              <a:r>
                <a:rPr lang="en-US" sz="1567" dirty="0">
                  <a:gradFill>
                    <a:gsLst>
                      <a:gs pos="12500">
                        <a:prstClr val="white"/>
                      </a:gs>
                      <a:gs pos="52000">
                        <a:prstClr val="white"/>
                      </a:gs>
                    </a:gsLst>
                    <a:lin ang="5400000" scaled="0"/>
                  </a:gradFill>
                  <a:latin typeface="Cambria"/>
                </a:rPr>
                <a:t>Cloud</a:t>
              </a:r>
            </a:p>
          </p:txBody>
        </p:sp>
        <p:sp>
          <p:nvSpPr>
            <p:cNvPr id="90" name="Text Placeholder 4"/>
            <p:cNvSpPr txBox="1">
              <a:spLocks/>
            </p:cNvSpPr>
            <p:nvPr/>
          </p:nvSpPr>
          <p:spPr>
            <a:xfrm>
              <a:off x="7244872" y="3779030"/>
              <a:ext cx="1599637" cy="406170"/>
            </a:xfrm>
            <a:prstGeom prst="rect">
              <a:avLst/>
            </a:prstGeom>
          </p:spPr>
          <p:txBody>
            <a:bodyPr vert="horz" wrap="square" lIns="143407" tIns="89630" rIns="143407" bIns="89630" rtlCol="0">
              <a:spAutoFit/>
            </a:bodyPr>
            <a:lstStyle>
              <a:lvl1pPr marL="0" indent="0" algn="l" defTabSz="931863" rtl="0" fontAlgn="base">
                <a:lnSpc>
                  <a:spcPct val="90000"/>
                </a:lnSpc>
                <a:spcBef>
                  <a:spcPct val="20000"/>
                </a:spcBef>
                <a:spcAft>
                  <a:spcPct val="0"/>
                </a:spcAft>
                <a:buSzPct val="90000"/>
                <a:buFont typeface="Arial" pitchFamily="34" charset="0"/>
                <a:buNone/>
                <a:defRPr sz="4000" kern="1200">
                  <a:gradFill>
                    <a:gsLst>
                      <a:gs pos="1250">
                        <a:schemeClr val="tx1"/>
                      </a:gs>
                      <a:gs pos="99000">
                        <a:schemeClr val="tx1"/>
                      </a:gs>
                    </a:gsLst>
                    <a:lin ang="5400000" scaled="0"/>
                  </a:gradFill>
                  <a:latin typeface="+mj-lt"/>
                  <a:ea typeface="MS PGothic" pitchFamily="34" charset="-128"/>
                  <a:cs typeface="+mn-cs"/>
                </a:defRPr>
              </a:lvl1pPr>
              <a:lvl2pPr marL="0" indent="0" algn="l" defTabSz="931863" rtl="0" fontAlgn="base">
                <a:lnSpc>
                  <a:spcPct val="90000"/>
                </a:lnSpc>
                <a:spcBef>
                  <a:spcPct val="20000"/>
                </a:spcBef>
                <a:spcAft>
                  <a:spcPct val="0"/>
                </a:spcAft>
                <a:buSzPct val="90000"/>
                <a:buFontTx/>
                <a:buNone/>
                <a:defRPr sz="2000" kern="1200">
                  <a:gradFill>
                    <a:gsLst>
                      <a:gs pos="1250">
                        <a:schemeClr val="tx1"/>
                      </a:gs>
                      <a:gs pos="100000">
                        <a:schemeClr val="tx1"/>
                      </a:gs>
                    </a:gsLst>
                    <a:lin ang="5400000" scaled="0"/>
                  </a:gradFill>
                  <a:latin typeface="+mn-lt"/>
                  <a:ea typeface="MS PGothic" pitchFamily="34" charset="-128"/>
                  <a:cs typeface="+mn-cs"/>
                </a:defRPr>
              </a:lvl2pPr>
              <a:lvl3pPr marL="228600" indent="0" algn="l" defTabSz="931863" rtl="0" fontAlgn="base">
                <a:lnSpc>
                  <a:spcPct val="90000"/>
                </a:lnSpc>
                <a:spcBef>
                  <a:spcPct val="20000"/>
                </a:spcBef>
                <a:spcAft>
                  <a:spcPct val="0"/>
                </a:spcAft>
                <a:buSzPct val="90000"/>
                <a:buFont typeface="Arial" pitchFamily="34" charset="0"/>
                <a:buNone/>
                <a:defRPr sz="2000" kern="1200">
                  <a:gradFill>
                    <a:gsLst>
                      <a:gs pos="1250">
                        <a:schemeClr val="tx1"/>
                      </a:gs>
                      <a:gs pos="100000">
                        <a:schemeClr val="tx1"/>
                      </a:gs>
                    </a:gsLst>
                    <a:lin ang="5400000" scaled="0"/>
                  </a:gradFill>
                  <a:latin typeface="+mn-lt"/>
                  <a:ea typeface="MS PGothic" pitchFamily="34" charset="-128"/>
                  <a:cs typeface="+mn-cs"/>
                </a:defRPr>
              </a:lvl3pPr>
              <a:lvl4pPr marL="457200" indent="0" algn="l" defTabSz="931863" rtl="0" fontAlgn="base">
                <a:lnSpc>
                  <a:spcPct val="90000"/>
                </a:lnSpc>
                <a:spcBef>
                  <a:spcPct val="20000"/>
                </a:spcBef>
                <a:spcAft>
                  <a:spcPct val="0"/>
                </a:spcAft>
                <a:buSzPct val="90000"/>
                <a:buFont typeface="Arial" pitchFamily="34" charset="0"/>
                <a:buNone/>
                <a:defRPr kern="1200">
                  <a:gradFill>
                    <a:gsLst>
                      <a:gs pos="1250">
                        <a:schemeClr val="tx1"/>
                      </a:gs>
                      <a:gs pos="100000">
                        <a:schemeClr val="tx1"/>
                      </a:gs>
                    </a:gsLst>
                    <a:lin ang="5400000" scaled="0"/>
                  </a:gradFill>
                  <a:latin typeface="+mn-lt"/>
                  <a:ea typeface="MS PGothic" pitchFamily="34" charset="-128"/>
                  <a:cs typeface="+mn-cs"/>
                </a:defRPr>
              </a:lvl4pPr>
              <a:lvl5pPr marL="685800" indent="0" algn="l" defTabSz="931863" rtl="0" fontAlgn="base">
                <a:lnSpc>
                  <a:spcPct val="90000"/>
                </a:lnSpc>
                <a:spcBef>
                  <a:spcPct val="20000"/>
                </a:spcBef>
                <a:spcAft>
                  <a:spcPct val="0"/>
                </a:spcAft>
                <a:buSzPct val="90000"/>
                <a:buFont typeface="Arial" pitchFamily="34" charset="0"/>
                <a:buNone/>
                <a:defRPr kern="1200">
                  <a:gradFill>
                    <a:gsLst>
                      <a:gs pos="1250">
                        <a:schemeClr val="tx1"/>
                      </a:gs>
                      <a:gs pos="100000">
                        <a:schemeClr val="tx1"/>
                      </a:gs>
                    </a:gsLst>
                    <a:lin ang="5400000" scaled="0"/>
                  </a:gradFill>
                  <a:latin typeface="+mn-lt"/>
                  <a:ea typeface="MS PGothic" pitchFamily="34" charset="-128"/>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ctr" defTabSz="1242275" eaLnBrk="0" hangingPunct="0">
                <a:defRPr/>
              </a:pPr>
              <a:r>
                <a:rPr lang="en-US" sz="1567" dirty="0">
                  <a:gradFill>
                    <a:gsLst>
                      <a:gs pos="12500">
                        <a:prstClr val="white"/>
                      </a:gs>
                      <a:gs pos="52000">
                        <a:prstClr val="white"/>
                      </a:gs>
                    </a:gsLst>
                    <a:lin ang="5400000" scaled="0"/>
                  </a:gradFill>
                  <a:latin typeface="Cambria"/>
                </a:rPr>
                <a:t>On-premises</a:t>
              </a:r>
            </a:p>
          </p:txBody>
        </p:sp>
        <p:sp>
          <p:nvSpPr>
            <p:cNvPr id="91" name="Freeform 29"/>
            <p:cNvSpPr>
              <a:spLocks/>
            </p:cNvSpPr>
            <p:nvPr/>
          </p:nvSpPr>
          <p:spPr bwMode="auto">
            <a:xfrm>
              <a:off x="7098377" y="3858775"/>
              <a:ext cx="222250" cy="219075"/>
            </a:xfrm>
            <a:custGeom>
              <a:avLst/>
              <a:gdLst>
                <a:gd name="T0" fmla="*/ 60 w 140"/>
                <a:gd name="T1" fmla="*/ 138 h 138"/>
                <a:gd name="T2" fmla="*/ 80 w 140"/>
                <a:gd name="T3" fmla="*/ 138 h 138"/>
                <a:gd name="T4" fmla="*/ 80 w 140"/>
                <a:gd name="T5" fmla="*/ 79 h 138"/>
                <a:gd name="T6" fmla="*/ 140 w 140"/>
                <a:gd name="T7" fmla="*/ 79 h 138"/>
                <a:gd name="T8" fmla="*/ 140 w 140"/>
                <a:gd name="T9" fmla="*/ 59 h 138"/>
                <a:gd name="T10" fmla="*/ 80 w 140"/>
                <a:gd name="T11" fmla="*/ 59 h 138"/>
                <a:gd name="T12" fmla="*/ 80 w 140"/>
                <a:gd name="T13" fmla="*/ 0 h 138"/>
                <a:gd name="T14" fmla="*/ 60 w 140"/>
                <a:gd name="T15" fmla="*/ 0 h 138"/>
                <a:gd name="T16" fmla="*/ 60 w 140"/>
                <a:gd name="T17" fmla="*/ 59 h 138"/>
                <a:gd name="T18" fmla="*/ 0 w 140"/>
                <a:gd name="T19" fmla="*/ 59 h 138"/>
                <a:gd name="T20" fmla="*/ 0 w 140"/>
                <a:gd name="T21" fmla="*/ 79 h 138"/>
                <a:gd name="T22" fmla="*/ 60 w 140"/>
                <a:gd name="T23" fmla="*/ 79 h 138"/>
                <a:gd name="T24" fmla="*/ 60 w 140"/>
                <a:gd name="T25" fmla="*/ 138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40" h="138">
                  <a:moveTo>
                    <a:pt x="60" y="138"/>
                  </a:moveTo>
                  <a:lnTo>
                    <a:pt x="80" y="138"/>
                  </a:lnTo>
                  <a:lnTo>
                    <a:pt x="80" y="79"/>
                  </a:lnTo>
                  <a:lnTo>
                    <a:pt x="140" y="79"/>
                  </a:lnTo>
                  <a:lnTo>
                    <a:pt x="140" y="59"/>
                  </a:lnTo>
                  <a:lnTo>
                    <a:pt x="80" y="59"/>
                  </a:lnTo>
                  <a:lnTo>
                    <a:pt x="80" y="0"/>
                  </a:lnTo>
                  <a:lnTo>
                    <a:pt x="60" y="0"/>
                  </a:lnTo>
                  <a:lnTo>
                    <a:pt x="60" y="59"/>
                  </a:lnTo>
                  <a:lnTo>
                    <a:pt x="0" y="59"/>
                  </a:lnTo>
                  <a:lnTo>
                    <a:pt x="0" y="79"/>
                  </a:lnTo>
                  <a:lnTo>
                    <a:pt x="60" y="79"/>
                  </a:lnTo>
                  <a:lnTo>
                    <a:pt x="60" y="138"/>
                  </a:lnTo>
                  <a:close/>
                </a:path>
              </a:pathLst>
            </a:custGeom>
            <a:solidFill>
              <a:schemeClr val="bg1"/>
            </a:solidFill>
            <a:ln>
              <a:noFill/>
            </a:ln>
          </p:spPr>
          <p:txBody>
            <a:bodyPr vert="horz" wrap="square" lIns="89630" tIns="44815" rIns="89630" bIns="44815" numCol="1" anchor="t" anchorCtr="0" compatLnSpc="1">
              <a:prstTxWarp prst="textNoShape">
                <a:avLst/>
              </a:prstTxWarp>
            </a:bodyPr>
            <a:lstStyle/>
            <a:p>
              <a:pPr defTabSz="1218996" eaLnBrk="0" fontAlgn="base" hangingPunct="0">
                <a:spcBef>
                  <a:spcPct val="0"/>
                </a:spcBef>
                <a:spcAft>
                  <a:spcPct val="0"/>
                </a:spcAft>
                <a:defRPr/>
              </a:pPr>
              <a:endParaRPr lang="en-US" sz="2400">
                <a:solidFill>
                  <a:prstClr val="black"/>
                </a:solidFill>
                <a:latin typeface="Arial" pitchFamily="34" charset="0"/>
              </a:endParaRPr>
            </a:p>
          </p:txBody>
        </p:sp>
      </p:grpSp>
      <p:sp>
        <p:nvSpPr>
          <p:cNvPr id="439" name="AutoShape 371"/>
          <p:cNvSpPr>
            <a:spLocks noChangeAspect="1" noChangeArrowheads="1" noTextEdit="1"/>
          </p:cNvSpPr>
          <p:nvPr/>
        </p:nvSpPr>
        <p:spPr bwMode="auto">
          <a:xfrm flipH="1">
            <a:off x="869153" y="2280620"/>
            <a:ext cx="563299" cy="7282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89630" tIns="44815" rIns="89630" bIns="44815" numCol="1" anchor="t" anchorCtr="0" compatLnSpc="1">
            <a:prstTxWarp prst="textNoShape">
              <a:avLst/>
            </a:prstTxWarp>
          </a:bodyPr>
          <a:lstStyle/>
          <a:p>
            <a:pPr defTabSz="1218996" eaLnBrk="0" fontAlgn="base" hangingPunct="0">
              <a:spcBef>
                <a:spcPct val="0"/>
              </a:spcBef>
              <a:spcAft>
                <a:spcPct val="0"/>
              </a:spcAft>
              <a:defRPr/>
            </a:pPr>
            <a:endParaRPr lang="en-US" sz="2400">
              <a:solidFill>
                <a:prstClr val="black"/>
              </a:solidFill>
              <a:latin typeface="Arial" pitchFamily="34" charset="0"/>
            </a:endParaRPr>
          </a:p>
        </p:txBody>
      </p:sp>
      <p:pic>
        <p:nvPicPr>
          <p:cNvPr id="3" name="Picture 2"/>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09481" y="5243930"/>
            <a:ext cx="846588" cy="846588"/>
          </a:xfrm>
          <a:prstGeom prst="rect">
            <a:avLst/>
          </a:prstGeom>
        </p:spPr>
      </p:pic>
      <p:pic>
        <p:nvPicPr>
          <p:cNvPr id="4" name="Picture 3"/>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512183" y="5356443"/>
            <a:ext cx="632528" cy="621559"/>
          </a:xfrm>
          <a:prstGeom prst="rect">
            <a:avLst/>
          </a:prstGeom>
        </p:spPr>
      </p:pic>
      <p:pic>
        <p:nvPicPr>
          <p:cNvPr id="6" name="Picture 5"/>
          <p:cNvPicPr>
            <a:picLocks noChangeAspect="1"/>
          </p:cNvPicPr>
          <p:nvPr/>
        </p:nvPicPr>
        <p:blipFill rotWithShape="1">
          <a:blip r:embed="rId6" cstate="print">
            <a:extLst>
              <a:ext uri="{28A0092B-C50C-407E-A947-70E740481C1C}">
                <a14:useLocalDpi xmlns:a14="http://schemas.microsoft.com/office/drawing/2010/main" val="0"/>
              </a:ext>
            </a:extLst>
          </a:blip>
          <a:srcRect t="19515" r="9780" b="19960"/>
          <a:stretch/>
        </p:blipFill>
        <p:spPr>
          <a:xfrm>
            <a:off x="1161358" y="5839868"/>
            <a:ext cx="637799" cy="427874"/>
          </a:xfrm>
          <a:prstGeom prst="rect">
            <a:avLst/>
          </a:prstGeom>
        </p:spPr>
      </p:pic>
      <p:grpSp>
        <p:nvGrpSpPr>
          <p:cNvPr id="474" name="Group 473"/>
          <p:cNvGrpSpPr/>
          <p:nvPr/>
        </p:nvGrpSpPr>
        <p:grpSpPr>
          <a:xfrm>
            <a:off x="8438316" y="2861942"/>
            <a:ext cx="2090357" cy="2180376"/>
            <a:chOff x="8607860" y="2918751"/>
            <a:chExt cx="2132575" cy="2224413"/>
          </a:xfrm>
        </p:grpSpPr>
        <p:grpSp>
          <p:nvGrpSpPr>
            <p:cNvPr id="103" name="Group 102"/>
            <p:cNvGrpSpPr/>
            <p:nvPr/>
          </p:nvGrpSpPr>
          <p:grpSpPr>
            <a:xfrm>
              <a:off x="8607860" y="4547811"/>
              <a:ext cx="2130966" cy="595353"/>
              <a:chOff x="8607860" y="3874981"/>
              <a:chExt cx="2130966" cy="595353"/>
            </a:xfrm>
          </p:grpSpPr>
          <p:grpSp>
            <p:nvGrpSpPr>
              <p:cNvPr id="97" name="Group 96"/>
              <p:cNvGrpSpPr/>
              <p:nvPr/>
            </p:nvGrpSpPr>
            <p:grpSpPr>
              <a:xfrm>
                <a:off x="8607860" y="3874981"/>
                <a:ext cx="2130966" cy="349980"/>
                <a:chOff x="8609677" y="3874981"/>
                <a:chExt cx="1440439" cy="236571"/>
              </a:xfrm>
            </p:grpSpPr>
            <p:sp>
              <p:nvSpPr>
                <p:cNvPr id="93" name="Freeform 127"/>
                <p:cNvSpPr>
                  <a:spLocks noChangeAspect="1" noEditPoints="1"/>
                </p:cNvSpPr>
                <p:nvPr/>
              </p:nvSpPr>
              <p:spPr bwMode="auto">
                <a:xfrm>
                  <a:off x="8609677" y="3874981"/>
                  <a:ext cx="306467" cy="236571"/>
                </a:xfrm>
                <a:custGeom>
                  <a:avLst/>
                  <a:gdLst>
                    <a:gd name="T0" fmla="*/ 0 w 804"/>
                    <a:gd name="T1" fmla="*/ 0 h 623"/>
                    <a:gd name="T2" fmla="*/ 0 w 804"/>
                    <a:gd name="T3" fmla="*/ 195 h 623"/>
                    <a:gd name="T4" fmla="*/ 804 w 804"/>
                    <a:gd name="T5" fmla="*/ 195 h 623"/>
                    <a:gd name="T6" fmla="*/ 804 w 804"/>
                    <a:gd name="T7" fmla="*/ 0 h 623"/>
                    <a:gd name="T8" fmla="*/ 0 w 804"/>
                    <a:gd name="T9" fmla="*/ 0 h 623"/>
                    <a:gd name="T10" fmla="*/ 539 w 804"/>
                    <a:gd name="T11" fmla="*/ 161 h 623"/>
                    <a:gd name="T12" fmla="*/ 433 w 804"/>
                    <a:gd name="T13" fmla="*/ 161 h 623"/>
                    <a:gd name="T14" fmla="*/ 433 w 804"/>
                    <a:gd name="T15" fmla="*/ 138 h 623"/>
                    <a:gd name="T16" fmla="*/ 539 w 804"/>
                    <a:gd name="T17" fmla="*/ 138 h 623"/>
                    <a:gd name="T18" fmla="*/ 539 w 804"/>
                    <a:gd name="T19" fmla="*/ 161 h 623"/>
                    <a:gd name="T20" fmla="*/ 583 w 804"/>
                    <a:gd name="T21" fmla="*/ 164 h 623"/>
                    <a:gd name="T22" fmla="*/ 568 w 804"/>
                    <a:gd name="T23" fmla="*/ 149 h 623"/>
                    <a:gd name="T24" fmla="*/ 583 w 804"/>
                    <a:gd name="T25" fmla="*/ 135 h 623"/>
                    <a:gd name="T26" fmla="*/ 597 w 804"/>
                    <a:gd name="T27" fmla="*/ 149 h 623"/>
                    <a:gd name="T28" fmla="*/ 583 w 804"/>
                    <a:gd name="T29" fmla="*/ 164 h 623"/>
                    <a:gd name="T30" fmla="*/ 769 w 804"/>
                    <a:gd name="T31" fmla="*/ 159 h 623"/>
                    <a:gd name="T32" fmla="*/ 686 w 804"/>
                    <a:gd name="T33" fmla="*/ 159 h 623"/>
                    <a:gd name="T34" fmla="*/ 686 w 804"/>
                    <a:gd name="T35" fmla="*/ 37 h 623"/>
                    <a:gd name="T36" fmla="*/ 769 w 804"/>
                    <a:gd name="T37" fmla="*/ 37 h 623"/>
                    <a:gd name="T38" fmla="*/ 769 w 804"/>
                    <a:gd name="T39" fmla="*/ 159 h 623"/>
                    <a:gd name="T40" fmla="*/ 0 w 804"/>
                    <a:gd name="T41" fmla="*/ 214 h 623"/>
                    <a:gd name="T42" fmla="*/ 0 w 804"/>
                    <a:gd name="T43" fmla="*/ 409 h 623"/>
                    <a:gd name="T44" fmla="*/ 804 w 804"/>
                    <a:gd name="T45" fmla="*/ 409 h 623"/>
                    <a:gd name="T46" fmla="*/ 804 w 804"/>
                    <a:gd name="T47" fmla="*/ 214 h 623"/>
                    <a:gd name="T48" fmla="*/ 0 w 804"/>
                    <a:gd name="T49" fmla="*/ 214 h 623"/>
                    <a:gd name="T50" fmla="*/ 539 w 804"/>
                    <a:gd name="T51" fmla="*/ 375 h 623"/>
                    <a:gd name="T52" fmla="*/ 433 w 804"/>
                    <a:gd name="T53" fmla="*/ 375 h 623"/>
                    <a:gd name="T54" fmla="*/ 433 w 804"/>
                    <a:gd name="T55" fmla="*/ 352 h 623"/>
                    <a:gd name="T56" fmla="*/ 539 w 804"/>
                    <a:gd name="T57" fmla="*/ 352 h 623"/>
                    <a:gd name="T58" fmla="*/ 539 w 804"/>
                    <a:gd name="T59" fmla="*/ 375 h 623"/>
                    <a:gd name="T60" fmla="*/ 583 w 804"/>
                    <a:gd name="T61" fmla="*/ 378 h 623"/>
                    <a:gd name="T62" fmla="*/ 568 w 804"/>
                    <a:gd name="T63" fmla="*/ 363 h 623"/>
                    <a:gd name="T64" fmla="*/ 583 w 804"/>
                    <a:gd name="T65" fmla="*/ 349 h 623"/>
                    <a:gd name="T66" fmla="*/ 597 w 804"/>
                    <a:gd name="T67" fmla="*/ 363 h 623"/>
                    <a:gd name="T68" fmla="*/ 583 w 804"/>
                    <a:gd name="T69" fmla="*/ 378 h 623"/>
                    <a:gd name="T70" fmla="*/ 769 w 804"/>
                    <a:gd name="T71" fmla="*/ 373 h 623"/>
                    <a:gd name="T72" fmla="*/ 686 w 804"/>
                    <a:gd name="T73" fmla="*/ 373 h 623"/>
                    <a:gd name="T74" fmla="*/ 686 w 804"/>
                    <a:gd name="T75" fmla="*/ 251 h 623"/>
                    <a:gd name="T76" fmla="*/ 769 w 804"/>
                    <a:gd name="T77" fmla="*/ 251 h 623"/>
                    <a:gd name="T78" fmla="*/ 769 w 804"/>
                    <a:gd name="T79" fmla="*/ 373 h 623"/>
                    <a:gd name="T80" fmla="*/ 0 w 804"/>
                    <a:gd name="T81" fmla="*/ 428 h 623"/>
                    <a:gd name="T82" fmla="*/ 0 w 804"/>
                    <a:gd name="T83" fmla="*/ 623 h 623"/>
                    <a:gd name="T84" fmla="*/ 804 w 804"/>
                    <a:gd name="T85" fmla="*/ 623 h 623"/>
                    <a:gd name="T86" fmla="*/ 804 w 804"/>
                    <a:gd name="T87" fmla="*/ 428 h 623"/>
                    <a:gd name="T88" fmla="*/ 0 w 804"/>
                    <a:gd name="T89" fmla="*/ 428 h 623"/>
                    <a:gd name="T90" fmla="*/ 539 w 804"/>
                    <a:gd name="T91" fmla="*/ 589 h 623"/>
                    <a:gd name="T92" fmla="*/ 433 w 804"/>
                    <a:gd name="T93" fmla="*/ 589 h 623"/>
                    <a:gd name="T94" fmla="*/ 433 w 804"/>
                    <a:gd name="T95" fmla="*/ 566 h 623"/>
                    <a:gd name="T96" fmla="*/ 539 w 804"/>
                    <a:gd name="T97" fmla="*/ 566 h 623"/>
                    <a:gd name="T98" fmla="*/ 539 w 804"/>
                    <a:gd name="T99" fmla="*/ 589 h 623"/>
                    <a:gd name="T100" fmla="*/ 583 w 804"/>
                    <a:gd name="T101" fmla="*/ 592 h 623"/>
                    <a:gd name="T102" fmla="*/ 568 w 804"/>
                    <a:gd name="T103" fmla="*/ 577 h 623"/>
                    <a:gd name="T104" fmla="*/ 583 w 804"/>
                    <a:gd name="T105" fmla="*/ 563 h 623"/>
                    <a:gd name="T106" fmla="*/ 597 w 804"/>
                    <a:gd name="T107" fmla="*/ 577 h 623"/>
                    <a:gd name="T108" fmla="*/ 583 w 804"/>
                    <a:gd name="T109" fmla="*/ 592 h 623"/>
                    <a:gd name="T110" fmla="*/ 769 w 804"/>
                    <a:gd name="T111" fmla="*/ 587 h 623"/>
                    <a:gd name="T112" fmla="*/ 686 w 804"/>
                    <a:gd name="T113" fmla="*/ 587 h 623"/>
                    <a:gd name="T114" fmla="*/ 686 w 804"/>
                    <a:gd name="T115" fmla="*/ 465 h 623"/>
                    <a:gd name="T116" fmla="*/ 769 w 804"/>
                    <a:gd name="T117" fmla="*/ 465 h 623"/>
                    <a:gd name="T118" fmla="*/ 769 w 804"/>
                    <a:gd name="T119" fmla="*/ 587 h 6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804" h="623">
                      <a:moveTo>
                        <a:pt x="0" y="0"/>
                      </a:moveTo>
                      <a:cubicBezTo>
                        <a:pt x="0" y="195"/>
                        <a:pt x="0" y="195"/>
                        <a:pt x="0" y="195"/>
                      </a:cubicBezTo>
                      <a:cubicBezTo>
                        <a:pt x="804" y="195"/>
                        <a:pt x="804" y="195"/>
                        <a:pt x="804" y="195"/>
                      </a:cubicBezTo>
                      <a:cubicBezTo>
                        <a:pt x="804" y="0"/>
                        <a:pt x="804" y="0"/>
                        <a:pt x="804" y="0"/>
                      </a:cubicBezTo>
                      <a:lnTo>
                        <a:pt x="0" y="0"/>
                      </a:lnTo>
                      <a:close/>
                      <a:moveTo>
                        <a:pt x="539" y="161"/>
                      </a:moveTo>
                      <a:cubicBezTo>
                        <a:pt x="433" y="161"/>
                        <a:pt x="433" y="161"/>
                        <a:pt x="433" y="161"/>
                      </a:cubicBezTo>
                      <a:cubicBezTo>
                        <a:pt x="433" y="138"/>
                        <a:pt x="433" y="138"/>
                        <a:pt x="433" y="138"/>
                      </a:cubicBezTo>
                      <a:cubicBezTo>
                        <a:pt x="539" y="138"/>
                        <a:pt x="539" y="138"/>
                        <a:pt x="539" y="138"/>
                      </a:cubicBezTo>
                      <a:lnTo>
                        <a:pt x="539" y="161"/>
                      </a:lnTo>
                      <a:close/>
                      <a:moveTo>
                        <a:pt x="583" y="164"/>
                      </a:moveTo>
                      <a:cubicBezTo>
                        <a:pt x="575" y="164"/>
                        <a:pt x="568" y="157"/>
                        <a:pt x="568" y="149"/>
                      </a:cubicBezTo>
                      <a:cubicBezTo>
                        <a:pt x="568" y="141"/>
                        <a:pt x="575" y="135"/>
                        <a:pt x="583" y="135"/>
                      </a:cubicBezTo>
                      <a:cubicBezTo>
                        <a:pt x="591" y="135"/>
                        <a:pt x="597" y="141"/>
                        <a:pt x="597" y="149"/>
                      </a:cubicBezTo>
                      <a:cubicBezTo>
                        <a:pt x="597" y="157"/>
                        <a:pt x="591" y="164"/>
                        <a:pt x="583" y="164"/>
                      </a:cubicBezTo>
                      <a:close/>
                      <a:moveTo>
                        <a:pt x="769" y="159"/>
                      </a:moveTo>
                      <a:cubicBezTo>
                        <a:pt x="686" y="159"/>
                        <a:pt x="686" y="159"/>
                        <a:pt x="686" y="159"/>
                      </a:cubicBezTo>
                      <a:cubicBezTo>
                        <a:pt x="686" y="37"/>
                        <a:pt x="686" y="37"/>
                        <a:pt x="686" y="37"/>
                      </a:cubicBezTo>
                      <a:cubicBezTo>
                        <a:pt x="769" y="37"/>
                        <a:pt x="769" y="37"/>
                        <a:pt x="769" y="37"/>
                      </a:cubicBezTo>
                      <a:lnTo>
                        <a:pt x="769" y="159"/>
                      </a:lnTo>
                      <a:close/>
                      <a:moveTo>
                        <a:pt x="0" y="214"/>
                      </a:moveTo>
                      <a:cubicBezTo>
                        <a:pt x="0" y="409"/>
                        <a:pt x="0" y="409"/>
                        <a:pt x="0" y="409"/>
                      </a:cubicBezTo>
                      <a:cubicBezTo>
                        <a:pt x="804" y="409"/>
                        <a:pt x="804" y="409"/>
                        <a:pt x="804" y="409"/>
                      </a:cubicBezTo>
                      <a:cubicBezTo>
                        <a:pt x="804" y="214"/>
                        <a:pt x="804" y="214"/>
                        <a:pt x="804" y="214"/>
                      </a:cubicBezTo>
                      <a:lnTo>
                        <a:pt x="0" y="214"/>
                      </a:lnTo>
                      <a:close/>
                      <a:moveTo>
                        <a:pt x="539" y="375"/>
                      </a:moveTo>
                      <a:cubicBezTo>
                        <a:pt x="433" y="375"/>
                        <a:pt x="433" y="375"/>
                        <a:pt x="433" y="375"/>
                      </a:cubicBezTo>
                      <a:cubicBezTo>
                        <a:pt x="433" y="352"/>
                        <a:pt x="433" y="352"/>
                        <a:pt x="433" y="352"/>
                      </a:cubicBezTo>
                      <a:cubicBezTo>
                        <a:pt x="539" y="352"/>
                        <a:pt x="539" y="352"/>
                        <a:pt x="539" y="352"/>
                      </a:cubicBezTo>
                      <a:lnTo>
                        <a:pt x="539" y="375"/>
                      </a:lnTo>
                      <a:close/>
                      <a:moveTo>
                        <a:pt x="583" y="378"/>
                      </a:moveTo>
                      <a:cubicBezTo>
                        <a:pt x="575" y="378"/>
                        <a:pt x="568" y="371"/>
                        <a:pt x="568" y="363"/>
                      </a:cubicBezTo>
                      <a:cubicBezTo>
                        <a:pt x="568" y="355"/>
                        <a:pt x="575" y="349"/>
                        <a:pt x="583" y="349"/>
                      </a:cubicBezTo>
                      <a:cubicBezTo>
                        <a:pt x="591" y="349"/>
                        <a:pt x="597" y="355"/>
                        <a:pt x="597" y="363"/>
                      </a:cubicBezTo>
                      <a:cubicBezTo>
                        <a:pt x="597" y="371"/>
                        <a:pt x="591" y="378"/>
                        <a:pt x="583" y="378"/>
                      </a:cubicBezTo>
                      <a:close/>
                      <a:moveTo>
                        <a:pt x="769" y="373"/>
                      </a:moveTo>
                      <a:cubicBezTo>
                        <a:pt x="686" y="373"/>
                        <a:pt x="686" y="373"/>
                        <a:pt x="686" y="373"/>
                      </a:cubicBezTo>
                      <a:cubicBezTo>
                        <a:pt x="686" y="251"/>
                        <a:pt x="686" y="251"/>
                        <a:pt x="686" y="251"/>
                      </a:cubicBezTo>
                      <a:cubicBezTo>
                        <a:pt x="769" y="251"/>
                        <a:pt x="769" y="251"/>
                        <a:pt x="769" y="251"/>
                      </a:cubicBezTo>
                      <a:lnTo>
                        <a:pt x="769" y="373"/>
                      </a:lnTo>
                      <a:close/>
                      <a:moveTo>
                        <a:pt x="0" y="428"/>
                      </a:moveTo>
                      <a:cubicBezTo>
                        <a:pt x="0" y="623"/>
                        <a:pt x="0" y="623"/>
                        <a:pt x="0" y="623"/>
                      </a:cubicBezTo>
                      <a:cubicBezTo>
                        <a:pt x="804" y="623"/>
                        <a:pt x="804" y="623"/>
                        <a:pt x="804" y="623"/>
                      </a:cubicBezTo>
                      <a:cubicBezTo>
                        <a:pt x="804" y="428"/>
                        <a:pt x="804" y="428"/>
                        <a:pt x="804" y="428"/>
                      </a:cubicBezTo>
                      <a:lnTo>
                        <a:pt x="0" y="428"/>
                      </a:lnTo>
                      <a:close/>
                      <a:moveTo>
                        <a:pt x="539" y="589"/>
                      </a:moveTo>
                      <a:cubicBezTo>
                        <a:pt x="433" y="589"/>
                        <a:pt x="433" y="589"/>
                        <a:pt x="433" y="589"/>
                      </a:cubicBezTo>
                      <a:cubicBezTo>
                        <a:pt x="433" y="566"/>
                        <a:pt x="433" y="566"/>
                        <a:pt x="433" y="566"/>
                      </a:cubicBezTo>
                      <a:cubicBezTo>
                        <a:pt x="539" y="566"/>
                        <a:pt x="539" y="566"/>
                        <a:pt x="539" y="566"/>
                      </a:cubicBezTo>
                      <a:lnTo>
                        <a:pt x="539" y="589"/>
                      </a:lnTo>
                      <a:close/>
                      <a:moveTo>
                        <a:pt x="583" y="592"/>
                      </a:moveTo>
                      <a:cubicBezTo>
                        <a:pt x="575" y="592"/>
                        <a:pt x="568" y="585"/>
                        <a:pt x="568" y="577"/>
                      </a:cubicBezTo>
                      <a:cubicBezTo>
                        <a:pt x="568" y="569"/>
                        <a:pt x="575" y="563"/>
                        <a:pt x="583" y="563"/>
                      </a:cubicBezTo>
                      <a:cubicBezTo>
                        <a:pt x="591" y="563"/>
                        <a:pt x="597" y="569"/>
                        <a:pt x="597" y="577"/>
                      </a:cubicBezTo>
                      <a:cubicBezTo>
                        <a:pt x="597" y="585"/>
                        <a:pt x="591" y="592"/>
                        <a:pt x="583" y="592"/>
                      </a:cubicBezTo>
                      <a:close/>
                      <a:moveTo>
                        <a:pt x="769" y="587"/>
                      </a:moveTo>
                      <a:cubicBezTo>
                        <a:pt x="686" y="587"/>
                        <a:pt x="686" y="587"/>
                        <a:pt x="686" y="587"/>
                      </a:cubicBezTo>
                      <a:cubicBezTo>
                        <a:pt x="686" y="465"/>
                        <a:pt x="686" y="465"/>
                        <a:pt x="686" y="465"/>
                      </a:cubicBezTo>
                      <a:cubicBezTo>
                        <a:pt x="769" y="465"/>
                        <a:pt x="769" y="465"/>
                        <a:pt x="769" y="465"/>
                      </a:cubicBezTo>
                      <a:lnTo>
                        <a:pt x="769" y="587"/>
                      </a:lnTo>
                      <a:close/>
                    </a:path>
                  </a:pathLst>
                </a:custGeom>
                <a:solidFill>
                  <a:schemeClr val="bg1"/>
                </a:solidFill>
                <a:ln>
                  <a:noFill/>
                </a:ln>
                <a:extLst/>
              </p:spPr>
              <p:txBody>
                <a:bodyPr vert="horz" wrap="square" lIns="89630" tIns="44815" rIns="89630" bIns="44815" numCol="1" anchor="t" anchorCtr="0" compatLnSpc="1">
                  <a:prstTxWarp prst="textNoShape">
                    <a:avLst/>
                  </a:prstTxWarp>
                </a:bodyPr>
                <a:lstStyle/>
                <a:p>
                  <a:pPr defTabSz="1218996" eaLnBrk="0" fontAlgn="base" hangingPunct="0">
                    <a:spcBef>
                      <a:spcPct val="0"/>
                    </a:spcBef>
                    <a:spcAft>
                      <a:spcPct val="0"/>
                    </a:spcAft>
                    <a:defRPr/>
                  </a:pPr>
                  <a:endParaRPr lang="en-US" sz="2400">
                    <a:solidFill>
                      <a:prstClr val="black"/>
                    </a:solidFill>
                    <a:latin typeface="Arial" pitchFamily="34" charset="0"/>
                  </a:endParaRPr>
                </a:p>
              </p:txBody>
            </p:sp>
            <p:sp>
              <p:nvSpPr>
                <p:cNvPr id="94" name="Freeform 127"/>
                <p:cNvSpPr>
                  <a:spLocks noChangeAspect="1" noEditPoints="1"/>
                </p:cNvSpPr>
                <p:nvPr/>
              </p:nvSpPr>
              <p:spPr bwMode="auto">
                <a:xfrm>
                  <a:off x="8987668" y="3874981"/>
                  <a:ext cx="306467" cy="236571"/>
                </a:xfrm>
                <a:custGeom>
                  <a:avLst/>
                  <a:gdLst>
                    <a:gd name="T0" fmla="*/ 0 w 804"/>
                    <a:gd name="T1" fmla="*/ 0 h 623"/>
                    <a:gd name="T2" fmla="*/ 0 w 804"/>
                    <a:gd name="T3" fmla="*/ 195 h 623"/>
                    <a:gd name="T4" fmla="*/ 804 w 804"/>
                    <a:gd name="T5" fmla="*/ 195 h 623"/>
                    <a:gd name="T6" fmla="*/ 804 w 804"/>
                    <a:gd name="T7" fmla="*/ 0 h 623"/>
                    <a:gd name="T8" fmla="*/ 0 w 804"/>
                    <a:gd name="T9" fmla="*/ 0 h 623"/>
                    <a:gd name="T10" fmla="*/ 539 w 804"/>
                    <a:gd name="T11" fmla="*/ 161 h 623"/>
                    <a:gd name="T12" fmla="*/ 433 w 804"/>
                    <a:gd name="T13" fmla="*/ 161 h 623"/>
                    <a:gd name="T14" fmla="*/ 433 w 804"/>
                    <a:gd name="T15" fmla="*/ 138 h 623"/>
                    <a:gd name="T16" fmla="*/ 539 w 804"/>
                    <a:gd name="T17" fmla="*/ 138 h 623"/>
                    <a:gd name="T18" fmla="*/ 539 w 804"/>
                    <a:gd name="T19" fmla="*/ 161 h 623"/>
                    <a:gd name="T20" fmla="*/ 583 w 804"/>
                    <a:gd name="T21" fmla="*/ 164 h 623"/>
                    <a:gd name="T22" fmla="*/ 568 w 804"/>
                    <a:gd name="T23" fmla="*/ 149 h 623"/>
                    <a:gd name="T24" fmla="*/ 583 w 804"/>
                    <a:gd name="T25" fmla="*/ 135 h 623"/>
                    <a:gd name="T26" fmla="*/ 597 w 804"/>
                    <a:gd name="T27" fmla="*/ 149 h 623"/>
                    <a:gd name="T28" fmla="*/ 583 w 804"/>
                    <a:gd name="T29" fmla="*/ 164 h 623"/>
                    <a:gd name="T30" fmla="*/ 769 w 804"/>
                    <a:gd name="T31" fmla="*/ 159 h 623"/>
                    <a:gd name="T32" fmla="*/ 686 w 804"/>
                    <a:gd name="T33" fmla="*/ 159 h 623"/>
                    <a:gd name="T34" fmla="*/ 686 w 804"/>
                    <a:gd name="T35" fmla="*/ 37 h 623"/>
                    <a:gd name="T36" fmla="*/ 769 w 804"/>
                    <a:gd name="T37" fmla="*/ 37 h 623"/>
                    <a:gd name="T38" fmla="*/ 769 w 804"/>
                    <a:gd name="T39" fmla="*/ 159 h 623"/>
                    <a:gd name="T40" fmla="*/ 0 w 804"/>
                    <a:gd name="T41" fmla="*/ 214 h 623"/>
                    <a:gd name="T42" fmla="*/ 0 w 804"/>
                    <a:gd name="T43" fmla="*/ 409 h 623"/>
                    <a:gd name="T44" fmla="*/ 804 w 804"/>
                    <a:gd name="T45" fmla="*/ 409 h 623"/>
                    <a:gd name="T46" fmla="*/ 804 w 804"/>
                    <a:gd name="T47" fmla="*/ 214 h 623"/>
                    <a:gd name="T48" fmla="*/ 0 w 804"/>
                    <a:gd name="T49" fmla="*/ 214 h 623"/>
                    <a:gd name="T50" fmla="*/ 539 w 804"/>
                    <a:gd name="T51" fmla="*/ 375 h 623"/>
                    <a:gd name="T52" fmla="*/ 433 w 804"/>
                    <a:gd name="T53" fmla="*/ 375 h 623"/>
                    <a:gd name="T54" fmla="*/ 433 w 804"/>
                    <a:gd name="T55" fmla="*/ 352 h 623"/>
                    <a:gd name="T56" fmla="*/ 539 w 804"/>
                    <a:gd name="T57" fmla="*/ 352 h 623"/>
                    <a:gd name="T58" fmla="*/ 539 w 804"/>
                    <a:gd name="T59" fmla="*/ 375 h 623"/>
                    <a:gd name="T60" fmla="*/ 583 w 804"/>
                    <a:gd name="T61" fmla="*/ 378 h 623"/>
                    <a:gd name="T62" fmla="*/ 568 w 804"/>
                    <a:gd name="T63" fmla="*/ 363 h 623"/>
                    <a:gd name="T64" fmla="*/ 583 w 804"/>
                    <a:gd name="T65" fmla="*/ 349 h 623"/>
                    <a:gd name="T66" fmla="*/ 597 w 804"/>
                    <a:gd name="T67" fmla="*/ 363 h 623"/>
                    <a:gd name="T68" fmla="*/ 583 w 804"/>
                    <a:gd name="T69" fmla="*/ 378 h 623"/>
                    <a:gd name="T70" fmla="*/ 769 w 804"/>
                    <a:gd name="T71" fmla="*/ 373 h 623"/>
                    <a:gd name="T72" fmla="*/ 686 w 804"/>
                    <a:gd name="T73" fmla="*/ 373 h 623"/>
                    <a:gd name="T74" fmla="*/ 686 w 804"/>
                    <a:gd name="T75" fmla="*/ 251 h 623"/>
                    <a:gd name="T76" fmla="*/ 769 w 804"/>
                    <a:gd name="T77" fmla="*/ 251 h 623"/>
                    <a:gd name="T78" fmla="*/ 769 w 804"/>
                    <a:gd name="T79" fmla="*/ 373 h 623"/>
                    <a:gd name="T80" fmla="*/ 0 w 804"/>
                    <a:gd name="T81" fmla="*/ 428 h 623"/>
                    <a:gd name="T82" fmla="*/ 0 w 804"/>
                    <a:gd name="T83" fmla="*/ 623 h 623"/>
                    <a:gd name="T84" fmla="*/ 804 w 804"/>
                    <a:gd name="T85" fmla="*/ 623 h 623"/>
                    <a:gd name="T86" fmla="*/ 804 w 804"/>
                    <a:gd name="T87" fmla="*/ 428 h 623"/>
                    <a:gd name="T88" fmla="*/ 0 w 804"/>
                    <a:gd name="T89" fmla="*/ 428 h 623"/>
                    <a:gd name="T90" fmla="*/ 539 w 804"/>
                    <a:gd name="T91" fmla="*/ 589 h 623"/>
                    <a:gd name="T92" fmla="*/ 433 w 804"/>
                    <a:gd name="T93" fmla="*/ 589 h 623"/>
                    <a:gd name="T94" fmla="*/ 433 w 804"/>
                    <a:gd name="T95" fmla="*/ 566 h 623"/>
                    <a:gd name="T96" fmla="*/ 539 w 804"/>
                    <a:gd name="T97" fmla="*/ 566 h 623"/>
                    <a:gd name="T98" fmla="*/ 539 w 804"/>
                    <a:gd name="T99" fmla="*/ 589 h 623"/>
                    <a:gd name="T100" fmla="*/ 583 w 804"/>
                    <a:gd name="T101" fmla="*/ 592 h 623"/>
                    <a:gd name="T102" fmla="*/ 568 w 804"/>
                    <a:gd name="T103" fmla="*/ 577 h 623"/>
                    <a:gd name="T104" fmla="*/ 583 w 804"/>
                    <a:gd name="T105" fmla="*/ 563 h 623"/>
                    <a:gd name="T106" fmla="*/ 597 w 804"/>
                    <a:gd name="T107" fmla="*/ 577 h 623"/>
                    <a:gd name="T108" fmla="*/ 583 w 804"/>
                    <a:gd name="T109" fmla="*/ 592 h 623"/>
                    <a:gd name="T110" fmla="*/ 769 w 804"/>
                    <a:gd name="T111" fmla="*/ 587 h 623"/>
                    <a:gd name="T112" fmla="*/ 686 w 804"/>
                    <a:gd name="T113" fmla="*/ 587 h 623"/>
                    <a:gd name="T114" fmla="*/ 686 w 804"/>
                    <a:gd name="T115" fmla="*/ 465 h 623"/>
                    <a:gd name="T116" fmla="*/ 769 w 804"/>
                    <a:gd name="T117" fmla="*/ 465 h 623"/>
                    <a:gd name="T118" fmla="*/ 769 w 804"/>
                    <a:gd name="T119" fmla="*/ 587 h 6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804" h="623">
                      <a:moveTo>
                        <a:pt x="0" y="0"/>
                      </a:moveTo>
                      <a:cubicBezTo>
                        <a:pt x="0" y="195"/>
                        <a:pt x="0" y="195"/>
                        <a:pt x="0" y="195"/>
                      </a:cubicBezTo>
                      <a:cubicBezTo>
                        <a:pt x="804" y="195"/>
                        <a:pt x="804" y="195"/>
                        <a:pt x="804" y="195"/>
                      </a:cubicBezTo>
                      <a:cubicBezTo>
                        <a:pt x="804" y="0"/>
                        <a:pt x="804" y="0"/>
                        <a:pt x="804" y="0"/>
                      </a:cubicBezTo>
                      <a:lnTo>
                        <a:pt x="0" y="0"/>
                      </a:lnTo>
                      <a:close/>
                      <a:moveTo>
                        <a:pt x="539" y="161"/>
                      </a:moveTo>
                      <a:cubicBezTo>
                        <a:pt x="433" y="161"/>
                        <a:pt x="433" y="161"/>
                        <a:pt x="433" y="161"/>
                      </a:cubicBezTo>
                      <a:cubicBezTo>
                        <a:pt x="433" y="138"/>
                        <a:pt x="433" y="138"/>
                        <a:pt x="433" y="138"/>
                      </a:cubicBezTo>
                      <a:cubicBezTo>
                        <a:pt x="539" y="138"/>
                        <a:pt x="539" y="138"/>
                        <a:pt x="539" y="138"/>
                      </a:cubicBezTo>
                      <a:lnTo>
                        <a:pt x="539" y="161"/>
                      </a:lnTo>
                      <a:close/>
                      <a:moveTo>
                        <a:pt x="583" y="164"/>
                      </a:moveTo>
                      <a:cubicBezTo>
                        <a:pt x="575" y="164"/>
                        <a:pt x="568" y="157"/>
                        <a:pt x="568" y="149"/>
                      </a:cubicBezTo>
                      <a:cubicBezTo>
                        <a:pt x="568" y="141"/>
                        <a:pt x="575" y="135"/>
                        <a:pt x="583" y="135"/>
                      </a:cubicBezTo>
                      <a:cubicBezTo>
                        <a:pt x="591" y="135"/>
                        <a:pt x="597" y="141"/>
                        <a:pt x="597" y="149"/>
                      </a:cubicBezTo>
                      <a:cubicBezTo>
                        <a:pt x="597" y="157"/>
                        <a:pt x="591" y="164"/>
                        <a:pt x="583" y="164"/>
                      </a:cubicBezTo>
                      <a:close/>
                      <a:moveTo>
                        <a:pt x="769" y="159"/>
                      </a:moveTo>
                      <a:cubicBezTo>
                        <a:pt x="686" y="159"/>
                        <a:pt x="686" y="159"/>
                        <a:pt x="686" y="159"/>
                      </a:cubicBezTo>
                      <a:cubicBezTo>
                        <a:pt x="686" y="37"/>
                        <a:pt x="686" y="37"/>
                        <a:pt x="686" y="37"/>
                      </a:cubicBezTo>
                      <a:cubicBezTo>
                        <a:pt x="769" y="37"/>
                        <a:pt x="769" y="37"/>
                        <a:pt x="769" y="37"/>
                      </a:cubicBezTo>
                      <a:lnTo>
                        <a:pt x="769" y="159"/>
                      </a:lnTo>
                      <a:close/>
                      <a:moveTo>
                        <a:pt x="0" y="214"/>
                      </a:moveTo>
                      <a:cubicBezTo>
                        <a:pt x="0" y="409"/>
                        <a:pt x="0" y="409"/>
                        <a:pt x="0" y="409"/>
                      </a:cubicBezTo>
                      <a:cubicBezTo>
                        <a:pt x="804" y="409"/>
                        <a:pt x="804" y="409"/>
                        <a:pt x="804" y="409"/>
                      </a:cubicBezTo>
                      <a:cubicBezTo>
                        <a:pt x="804" y="214"/>
                        <a:pt x="804" y="214"/>
                        <a:pt x="804" y="214"/>
                      </a:cubicBezTo>
                      <a:lnTo>
                        <a:pt x="0" y="214"/>
                      </a:lnTo>
                      <a:close/>
                      <a:moveTo>
                        <a:pt x="539" y="375"/>
                      </a:moveTo>
                      <a:cubicBezTo>
                        <a:pt x="433" y="375"/>
                        <a:pt x="433" y="375"/>
                        <a:pt x="433" y="375"/>
                      </a:cubicBezTo>
                      <a:cubicBezTo>
                        <a:pt x="433" y="352"/>
                        <a:pt x="433" y="352"/>
                        <a:pt x="433" y="352"/>
                      </a:cubicBezTo>
                      <a:cubicBezTo>
                        <a:pt x="539" y="352"/>
                        <a:pt x="539" y="352"/>
                        <a:pt x="539" y="352"/>
                      </a:cubicBezTo>
                      <a:lnTo>
                        <a:pt x="539" y="375"/>
                      </a:lnTo>
                      <a:close/>
                      <a:moveTo>
                        <a:pt x="583" y="378"/>
                      </a:moveTo>
                      <a:cubicBezTo>
                        <a:pt x="575" y="378"/>
                        <a:pt x="568" y="371"/>
                        <a:pt x="568" y="363"/>
                      </a:cubicBezTo>
                      <a:cubicBezTo>
                        <a:pt x="568" y="355"/>
                        <a:pt x="575" y="349"/>
                        <a:pt x="583" y="349"/>
                      </a:cubicBezTo>
                      <a:cubicBezTo>
                        <a:pt x="591" y="349"/>
                        <a:pt x="597" y="355"/>
                        <a:pt x="597" y="363"/>
                      </a:cubicBezTo>
                      <a:cubicBezTo>
                        <a:pt x="597" y="371"/>
                        <a:pt x="591" y="378"/>
                        <a:pt x="583" y="378"/>
                      </a:cubicBezTo>
                      <a:close/>
                      <a:moveTo>
                        <a:pt x="769" y="373"/>
                      </a:moveTo>
                      <a:cubicBezTo>
                        <a:pt x="686" y="373"/>
                        <a:pt x="686" y="373"/>
                        <a:pt x="686" y="373"/>
                      </a:cubicBezTo>
                      <a:cubicBezTo>
                        <a:pt x="686" y="251"/>
                        <a:pt x="686" y="251"/>
                        <a:pt x="686" y="251"/>
                      </a:cubicBezTo>
                      <a:cubicBezTo>
                        <a:pt x="769" y="251"/>
                        <a:pt x="769" y="251"/>
                        <a:pt x="769" y="251"/>
                      </a:cubicBezTo>
                      <a:lnTo>
                        <a:pt x="769" y="373"/>
                      </a:lnTo>
                      <a:close/>
                      <a:moveTo>
                        <a:pt x="0" y="428"/>
                      </a:moveTo>
                      <a:cubicBezTo>
                        <a:pt x="0" y="623"/>
                        <a:pt x="0" y="623"/>
                        <a:pt x="0" y="623"/>
                      </a:cubicBezTo>
                      <a:cubicBezTo>
                        <a:pt x="804" y="623"/>
                        <a:pt x="804" y="623"/>
                        <a:pt x="804" y="623"/>
                      </a:cubicBezTo>
                      <a:cubicBezTo>
                        <a:pt x="804" y="428"/>
                        <a:pt x="804" y="428"/>
                        <a:pt x="804" y="428"/>
                      </a:cubicBezTo>
                      <a:lnTo>
                        <a:pt x="0" y="428"/>
                      </a:lnTo>
                      <a:close/>
                      <a:moveTo>
                        <a:pt x="539" y="589"/>
                      </a:moveTo>
                      <a:cubicBezTo>
                        <a:pt x="433" y="589"/>
                        <a:pt x="433" y="589"/>
                        <a:pt x="433" y="589"/>
                      </a:cubicBezTo>
                      <a:cubicBezTo>
                        <a:pt x="433" y="566"/>
                        <a:pt x="433" y="566"/>
                        <a:pt x="433" y="566"/>
                      </a:cubicBezTo>
                      <a:cubicBezTo>
                        <a:pt x="539" y="566"/>
                        <a:pt x="539" y="566"/>
                        <a:pt x="539" y="566"/>
                      </a:cubicBezTo>
                      <a:lnTo>
                        <a:pt x="539" y="589"/>
                      </a:lnTo>
                      <a:close/>
                      <a:moveTo>
                        <a:pt x="583" y="592"/>
                      </a:moveTo>
                      <a:cubicBezTo>
                        <a:pt x="575" y="592"/>
                        <a:pt x="568" y="585"/>
                        <a:pt x="568" y="577"/>
                      </a:cubicBezTo>
                      <a:cubicBezTo>
                        <a:pt x="568" y="569"/>
                        <a:pt x="575" y="563"/>
                        <a:pt x="583" y="563"/>
                      </a:cubicBezTo>
                      <a:cubicBezTo>
                        <a:pt x="591" y="563"/>
                        <a:pt x="597" y="569"/>
                        <a:pt x="597" y="577"/>
                      </a:cubicBezTo>
                      <a:cubicBezTo>
                        <a:pt x="597" y="585"/>
                        <a:pt x="591" y="592"/>
                        <a:pt x="583" y="592"/>
                      </a:cubicBezTo>
                      <a:close/>
                      <a:moveTo>
                        <a:pt x="769" y="587"/>
                      </a:moveTo>
                      <a:cubicBezTo>
                        <a:pt x="686" y="587"/>
                        <a:pt x="686" y="587"/>
                        <a:pt x="686" y="587"/>
                      </a:cubicBezTo>
                      <a:cubicBezTo>
                        <a:pt x="686" y="465"/>
                        <a:pt x="686" y="465"/>
                        <a:pt x="686" y="465"/>
                      </a:cubicBezTo>
                      <a:cubicBezTo>
                        <a:pt x="769" y="465"/>
                        <a:pt x="769" y="465"/>
                        <a:pt x="769" y="465"/>
                      </a:cubicBezTo>
                      <a:lnTo>
                        <a:pt x="769" y="587"/>
                      </a:lnTo>
                      <a:close/>
                    </a:path>
                  </a:pathLst>
                </a:custGeom>
                <a:solidFill>
                  <a:schemeClr val="bg1"/>
                </a:solidFill>
                <a:ln>
                  <a:noFill/>
                </a:ln>
                <a:extLst/>
              </p:spPr>
              <p:txBody>
                <a:bodyPr vert="horz" wrap="square" lIns="89630" tIns="44815" rIns="89630" bIns="44815" numCol="1" anchor="t" anchorCtr="0" compatLnSpc="1">
                  <a:prstTxWarp prst="textNoShape">
                    <a:avLst/>
                  </a:prstTxWarp>
                </a:bodyPr>
                <a:lstStyle/>
                <a:p>
                  <a:pPr defTabSz="1218996" eaLnBrk="0" fontAlgn="base" hangingPunct="0">
                    <a:spcBef>
                      <a:spcPct val="0"/>
                    </a:spcBef>
                    <a:spcAft>
                      <a:spcPct val="0"/>
                    </a:spcAft>
                    <a:defRPr/>
                  </a:pPr>
                  <a:endParaRPr lang="en-US" sz="2400">
                    <a:solidFill>
                      <a:prstClr val="black"/>
                    </a:solidFill>
                    <a:latin typeface="Arial" pitchFamily="34" charset="0"/>
                  </a:endParaRPr>
                </a:p>
              </p:txBody>
            </p:sp>
            <p:sp>
              <p:nvSpPr>
                <p:cNvPr id="95" name="Freeform 127"/>
                <p:cNvSpPr>
                  <a:spLocks noChangeAspect="1" noEditPoints="1"/>
                </p:cNvSpPr>
                <p:nvPr/>
              </p:nvSpPr>
              <p:spPr bwMode="auto">
                <a:xfrm>
                  <a:off x="9365659" y="3874981"/>
                  <a:ext cx="306467" cy="236571"/>
                </a:xfrm>
                <a:custGeom>
                  <a:avLst/>
                  <a:gdLst>
                    <a:gd name="T0" fmla="*/ 0 w 804"/>
                    <a:gd name="T1" fmla="*/ 0 h 623"/>
                    <a:gd name="T2" fmla="*/ 0 w 804"/>
                    <a:gd name="T3" fmla="*/ 195 h 623"/>
                    <a:gd name="T4" fmla="*/ 804 w 804"/>
                    <a:gd name="T5" fmla="*/ 195 h 623"/>
                    <a:gd name="T6" fmla="*/ 804 w 804"/>
                    <a:gd name="T7" fmla="*/ 0 h 623"/>
                    <a:gd name="T8" fmla="*/ 0 w 804"/>
                    <a:gd name="T9" fmla="*/ 0 h 623"/>
                    <a:gd name="T10" fmla="*/ 539 w 804"/>
                    <a:gd name="T11" fmla="*/ 161 h 623"/>
                    <a:gd name="T12" fmla="*/ 433 w 804"/>
                    <a:gd name="T13" fmla="*/ 161 h 623"/>
                    <a:gd name="T14" fmla="*/ 433 w 804"/>
                    <a:gd name="T15" fmla="*/ 138 h 623"/>
                    <a:gd name="T16" fmla="*/ 539 w 804"/>
                    <a:gd name="T17" fmla="*/ 138 h 623"/>
                    <a:gd name="T18" fmla="*/ 539 w 804"/>
                    <a:gd name="T19" fmla="*/ 161 h 623"/>
                    <a:gd name="T20" fmla="*/ 583 w 804"/>
                    <a:gd name="T21" fmla="*/ 164 h 623"/>
                    <a:gd name="T22" fmla="*/ 568 w 804"/>
                    <a:gd name="T23" fmla="*/ 149 h 623"/>
                    <a:gd name="T24" fmla="*/ 583 w 804"/>
                    <a:gd name="T25" fmla="*/ 135 h 623"/>
                    <a:gd name="T26" fmla="*/ 597 w 804"/>
                    <a:gd name="T27" fmla="*/ 149 h 623"/>
                    <a:gd name="T28" fmla="*/ 583 w 804"/>
                    <a:gd name="T29" fmla="*/ 164 h 623"/>
                    <a:gd name="T30" fmla="*/ 769 w 804"/>
                    <a:gd name="T31" fmla="*/ 159 h 623"/>
                    <a:gd name="T32" fmla="*/ 686 w 804"/>
                    <a:gd name="T33" fmla="*/ 159 h 623"/>
                    <a:gd name="T34" fmla="*/ 686 w 804"/>
                    <a:gd name="T35" fmla="*/ 37 h 623"/>
                    <a:gd name="T36" fmla="*/ 769 w 804"/>
                    <a:gd name="T37" fmla="*/ 37 h 623"/>
                    <a:gd name="T38" fmla="*/ 769 w 804"/>
                    <a:gd name="T39" fmla="*/ 159 h 623"/>
                    <a:gd name="T40" fmla="*/ 0 w 804"/>
                    <a:gd name="T41" fmla="*/ 214 h 623"/>
                    <a:gd name="T42" fmla="*/ 0 w 804"/>
                    <a:gd name="T43" fmla="*/ 409 h 623"/>
                    <a:gd name="T44" fmla="*/ 804 w 804"/>
                    <a:gd name="T45" fmla="*/ 409 h 623"/>
                    <a:gd name="T46" fmla="*/ 804 w 804"/>
                    <a:gd name="T47" fmla="*/ 214 h 623"/>
                    <a:gd name="T48" fmla="*/ 0 w 804"/>
                    <a:gd name="T49" fmla="*/ 214 h 623"/>
                    <a:gd name="T50" fmla="*/ 539 w 804"/>
                    <a:gd name="T51" fmla="*/ 375 h 623"/>
                    <a:gd name="T52" fmla="*/ 433 w 804"/>
                    <a:gd name="T53" fmla="*/ 375 h 623"/>
                    <a:gd name="T54" fmla="*/ 433 w 804"/>
                    <a:gd name="T55" fmla="*/ 352 h 623"/>
                    <a:gd name="T56" fmla="*/ 539 w 804"/>
                    <a:gd name="T57" fmla="*/ 352 h 623"/>
                    <a:gd name="T58" fmla="*/ 539 w 804"/>
                    <a:gd name="T59" fmla="*/ 375 h 623"/>
                    <a:gd name="T60" fmla="*/ 583 w 804"/>
                    <a:gd name="T61" fmla="*/ 378 h 623"/>
                    <a:gd name="T62" fmla="*/ 568 w 804"/>
                    <a:gd name="T63" fmla="*/ 363 h 623"/>
                    <a:gd name="T64" fmla="*/ 583 w 804"/>
                    <a:gd name="T65" fmla="*/ 349 h 623"/>
                    <a:gd name="T66" fmla="*/ 597 w 804"/>
                    <a:gd name="T67" fmla="*/ 363 h 623"/>
                    <a:gd name="T68" fmla="*/ 583 w 804"/>
                    <a:gd name="T69" fmla="*/ 378 h 623"/>
                    <a:gd name="T70" fmla="*/ 769 w 804"/>
                    <a:gd name="T71" fmla="*/ 373 h 623"/>
                    <a:gd name="T72" fmla="*/ 686 w 804"/>
                    <a:gd name="T73" fmla="*/ 373 h 623"/>
                    <a:gd name="T74" fmla="*/ 686 w 804"/>
                    <a:gd name="T75" fmla="*/ 251 h 623"/>
                    <a:gd name="T76" fmla="*/ 769 w 804"/>
                    <a:gd name="T77" fmla="*/ 251 h 623"/>
                    <a:gd name="T78" fmla="*/ 769 w 804"/>
                    <a:gd name="T79" fmla="*/ 373 h 623"/>
                    <a:gd name="T80" fmla="*/ 0 w 804"/>
                    <a:gd name="T81" fmla="*/ 428 h 623"/>
                    <a:gd name="T82" fmla="*/ 0 w 804"/>
                    <a:gd name="T83" fmla="*/ 623 h 623"/>
                    <a:gd name="T84" fmla="*/ 804 w 804"/>
                    <a:gd name="T85" fmla="*/ 623 h 623"/>
                    <a:gd name="T86" fmla="*/ 804 w 804"/>
                    <a:gd name="T87" fmla="*/ 428 h 623"/>
                    <a:gd name="T88" fmla="*/ 0 w 804"/>
                    <a:gd name="T89" fmla="*/ 428 h 623"/>
                    <a:gd name="T90" fmla="*/ 539 w 804"/>
                    <a:gd name="T91" fmla="*/ 589 h 623"/>
                    <a:gd name="T92" fmla="*/ 433 w 804"/>
                    <a:gd name="T93" fmla="*/ 589 h 623"/>
                    <a:gd name="T94" fmla="*/ 433 w 804"/>
                    <a:gd name="T95" fmla="*/ 566 h 623"/>
                    <a:gd name="T96" fmla="*/ 539 w 804"/>
                    <a:gd name="T97" fmla="*/ 566 h 623"/>
                    <a:gd name="T98" fmla="*/ 539 w 804"/>
                    <a:gd name="T99" fmla="*/ 589 h 623"/>
                    <a:gd name="T100" fmla="*/ 583 w 804"/>
                    <a:gd name="T101" fmla="*/ 592 h 623"/>
                    <a:gd name="T102" fmla="*/ 568 w 804"/>
                    <a:gd name="T103" fmla="*/ 577 h 623"/>
                    <a:gd name="T104" fmla="*/ 583 w 804"/>
                    <a:gd name="T105" fmla="*/ 563 h 623"/>
                    <a:gd name="T106" fmla="*/ 597 w 804"/>
                    <a:gd name="T107" fmla="*/ 577 h 623"/>
                    <a:gd name="T108" fmla="*/ 583 w 804"/>
                    <a:gd name="T109" fmla="*/ 592 h 623"/>
                    <a:gd name="T110" fmla="*/ 769 w 804"/>
                    <a:gd name="T111" fmla="*/ 587 h 623"/>
                    <a:gd name="T112" fmla="*/ 686 w 804"/>
                    <a:gd name="T113" fmla="*/ 587 h 623"/>
                    <a:gd name="T114" fmla="*/ 686 w 804"/>
                    <a:gd name="T115" fmla="*/ 465 h 623"/>
                    <a:gd name="T116" fmla="*/ 769 w 804"/>
                    <a:gd name="T117" fmla="*/ 465 h 623"/>
                    <a:gd name="T118" fmla="*/ 769 w 804"/>
                    <a:gd name="T119" fmla="*/ 587 h 6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804" h="623">
                      <a:moveTo>
                        <a:pt x="0" y="0"/>
                      </a:moveTo>
                      <a:cubicBezTo>
                        <a:pt x="0" y="195"/>
                        <a:pt x="0" y="195"/>
                        <a:pt x="0" y="195"/>
                      </a:cubicBezTo>
                      <a:cubicBezTo>
                        <a:pt x="804" y="195"/>
                        <a:pt x="804" y="195"/>
                        <a:pt x="804" y="195"/>
                      </a:cubicBezTo>
                      <a:cubicBezTo>
                        <a:pt x="804" y="0"/>
                        <a:pt x="804" y="0"/>
                        <a:pt x="804" y="0"/>
                      </a:cubicBezTo>
                      <a:lnTo>
                        <a:pt x="0" y="0"/>
                      </a:lnTo>
                      <a:close/>
                      <a:moveTo>
                        <a:pt x="539" y="161"/>
                      </a:moveTo>
                      <a:cubicBezTo>
                        <a:pt x="433" y="161"/>
                        <a:pt x="433" y="161"/>
                        <a:pt x="433" y="161"/>
                      </a:cubicBezTo>
                      <a:cubicBezTo>
                        <a:pt x="433" y="138"/>
                        <a:pt x="433" y="138"/>
                        <a:pt x="433" y="138"/>
                      </a:cubicBezTo>
                      <a:cubicBezTo>
                        <a:pt x="539" y="138"/>
                        <a:pt x="539" y="138"/>
                        <a:pt x="539" y="138"/>
                      </a:cubicBezTo>
                      <a:lnTo>
                        <a:pt x="539" y="161"/>
                      </a:lnTo>
                      <a:close/>
                      <a:moveTo>
                        <a:pt x="583" y="164"/>
                      </a:moveTo>
                      <a:cubicBezTo>
                        <a:pt x="575" y="164"/>
                        <a:pt x="568" y="157"/>
                        <a:pt x="568" y="149"/>
                      </a:cubicBezTo>
                      <a:cubicBezTo>
                        <a:pt x="568" y="141"/>
                        <a:pt x="575" y="135"/>
                        <a:pt x="583" y="135"/>
                      </a:cubicBezTo>
                      <a:cubicBezTo>
                        <a:pt x="591" y="135"/>
                        <a:pt x="597" y="141"/>
                        <a:pt x="597" y="149"/>
                      </a:cubicBezTo>
                      <a:cubicBezTo>
                        <a:pt x="597" y="157"/>
                        <a:pt x="591" y="164"/>
                        <a:pt x="583" y="164"/>
                      </a:cubicBezTo>
                      <a:close/>
                      <a:moveTo>
                        <a:pt x="769" y="159"/>
                      </a:moveTo>
                      <a:cubicBezTo>
                        <a:pt x="686" y="159"/>
                        <a:pt x="686" y="159"/>
                        <a:pt x="686" y="159"/>
                      </a:cubicBezTo>
                      <a:cubicBezTo>
                        <a:pt x="686" y="37"/>
                        <a:pt x="686" y="37"/>
                        <a:pt x="686" y="37"/>
                      </a:cubicBezTo>
                      <a:cubicBezTo>
                        <a:pt x="769" y="37"/>
                        <a:pt x="769" y="37"/>
                        <a:pt x="769" y="37"/>
                      </a:cubicBezTo>
                      <a:lnTo>
                        <a:pt x="769" y="159"/>
                      </a:lnTo>
                      <a:close/>
                      <a:moveTo>
                        <a:pt x="0" y="214"/>
                      </a:moveTo>
                      <a:cubicBezTo>
                        <a:pt x="0" y="409"/>
                        <a:pt x="0" y="409"/>
                        <a:pt x="0" y="409"/>
                      </a:cubicBezTo>
                      <a:cubicBezTo>
                        <a:pt x="804" y="409"/>
                        <a:pt x="804" y="409"/>
                        <a:pt x="804" y="409"/>
                      </a:cubicBezTo>
                      <a:cubicBezTo>
                        <a:pt x="804" y="214"/>
                        <a:pt x="804" y="214"/>
                        <a:pt x="804" y="214"/>
                      </a:cubicBezTo>
                      <a:lnTo>
                        <a:pt x="0" y="214"/>
                      </a:lnTo>
                      <a:close/>
                      <a:moveTo>
                        <a:pt x="539" y="375"/>
                      </a:moveTo>
                      <a:cubicBezTo>
                        <a:pt x="433" y="375"/>
                        <a:pt x="433" y="375"/>
                        <a:pt x="433" y="375"/>
                      </a:cubicBezTo>
                      <a:cubicBezTo>
                        <a:pt x="433" y="352"/>
                        <a:pt x="433" y="352"/>
                        <a:pt x="433" y="352"/>
                      </a:cubicBezTo>
                      <a:cubicBezTo>
                        <a:pt x="539" y="352"/>
                        <a:pt x="539" y="352"/>
                        <a:pt x="539" y="352"/>
                      </a:cubicBezTo>
                      <a:lnTo>
                        <a:pt x="539" y="375"/>
                      </a:lnTo>
                      <a:close/>
                      <a:moveTo>
                        <a:pt x="583" y="378"/>
                      </a:moveTo>
                      <a:cubicBezTo>
                        <a:pt x="575" y="378"/>
                        <a:pt x="568" y="371"/>
                        <a:pt x="568" y="363"/>
                      </a:cubicBezTo>
                      <a:cubicBezTo>
                        <a:pt x="568" y="355"/>
                        <a:pt x="575" y="349"/>
                        <a:pt x="583" y="349"/>
                      </a:cubicBezTo>
                      <a:cubicBezTo>
                        <a:pt x="591" y="349"/>
                        <a:pt x="597" y="355"/>
                        <a:pt x="597" y="363"/>
                      </a:cubicBezTo>
                      <a:cubicBezTo>
                        <a:pt x="597" y="371"/>
                        <a:pt x="591" y="378"/>
                        <a:pt x="583" y="378"/>
                      </a:cubicBezTo>
                      <a:close/>
                      <a:moveTo>
                        <a:pt x="769" y="373"/>
                      </a:moveTo>
                      <a:cubicBezTo>
                        <a:pt x="686" y="373"/>
                        <a:pt x="686" y="373"/>
                        <a:pt x="686" y="373"/>
                      </a:cubicBezTo>
                      <a:cubicBezTo>
                        <a:pt x="686" y="251"/>
                        <a:pt x="686" y="251"/>
                        <a:pt x="686" y="251"/>
                      </a:cubicBezTo>
                      <a:cubicBezTo>
                        <a:pt x="769" y="251"/>
                        <a:pt x="769" y="251"/>
                        <a:pt x="769" y="251"/>
                      </a:cubicBezTo>
                      <a:lnTo>
                        <a:pt x="769" y="373"/>
                      </a:lnTo>
                      <a:close/>
                      <a:moveTo>
                        <a:pt x="0" y="428"/>
                      </a:moveTo>
                      <a:cubicBezTo>
                        <a:pt x="0" y="623"/>
                        <a:pt x="0" y="623"/>
                        <a:pt x="0" y="623"/>
                      </a:cubicBezTo>
                      <a:cubicBezTo>
                        <a:pt x="804" y="623"/>
                        <a:pt x="804" y="623"/>
                        <a:pt x="804" y="623"/>
                      </a:cubicBezTo>
                      <a:cubicBezTo>
                        <a:pt x="804" y="428"/>
                        <a:pt x="804" y="428"/>
                        <a:pt x="804" y="428"/>
                      </a:cubicBezTo>
                      <a:lnTo>
                        <a:pt x="0" y="428"/>
                      </a:lnTo>
                      <a:close/>
                      <a:moveTo>
                        <a:pt x="539" y="589"/>
                      </a:moveTo>
                      <a:cubicBezTo>
                        <a:pt x="433" y="589"/>
                        <a:pt x="433" y="589"/>
                        <a:pt x="433" y="589"/>
                      </a:cubicBezTo>
                      <a:cubicBezTo>
                        <a:pt x="433" y="566"/>
                        <a:pt x="433" y="566"/>
                        <a:pt x="433" y="566"/>
                      </a:cubicBezTo>
                      <a:cubicBezTo>
                        <a:pt x="539" y="566"/>
                        <a:pt x="539" y="566"/>
                        <a:pt x="539" y="566"/>
                      </a:cubicBezTo>
                      <a:lnTo>
                        <a:pt x="539" y="589"/>
                      </a:lnTo>
                      <a:close/>
                      <a:moveTo>
                        <a:pt x="583" y="592"/>
                      </a:moveTo>
                      <a:cubicBezTo>
                        <a:pt x="575" y="592"/>
                        <a:pt x="568" y="585"/>
                        <a:pt x="568" y="577"/>
                      </a:cubicBezTo>
                      <a:cubicBezTo>
                        <a:pt x="568" y="569"/>
                        <a:pt x="575" y="563"/>
                        <a:pt x="583" y="563"/>
                      </a:cubicBezTo>
                      <a:cubicBezTo>
                        <a:pt x="591" y="563"/>
                        <a:pt x="597" y="569"/>
                        <a:pt x="597" y="577"/>
                      </a:cubicBezTo>
                      <a:cubicBezTo>
                        <a:pt x="597" y="585"/>
                        <a:pt x="591" y="592"/>
                        <a:pt x="583" y="592"/>
                      </a:cubicBezTo>
                      <a:close/>
                      <a:moveTo>
                        <a:pt x="769" y="587"/>
                      </a:moveTo>
                      <a:cubicBezTo>
                        <a:pt x="686" y="587"/>
                        <a:pt x="686" y="587"/>
                        <a:pt x="686" y="587"/>
                      </a:cubicBezTo>
                      <a:cubicBezTo>
                        <a:pt x="686" y="465"/>
                        <a:pt x="686" y="465"/>
                        <a:pt x="686" y="465"/>
                      </a:cubicBezTo>
                      <a:cubicBezTo>
                        <a:pt x="769" y="465"/>
                        <a:pt x="769" y="465"/>
                        <a:pt x="769" y="465"/>
                      </a:cubicBezTo>
                      <a:lnTo>
                        <a:pt x="769" y="587"/>
                      </a:lnTo>
                      <a:close/>
                    </a:path>
                  </a:pathLst>
                </a:custGeom>
                <a:solidFill>
                  <a:schemeClr val="bg1"/>
                </a:solidFill>
                <a:ln>
                  <a:noFill/>
                </a:ln>
                <a:extLst/>
              </p:spPr>
              <p:txBody>
                <a:bodyPr vert="horz" wrap="square" lIns="89630" tIns="44815" rIns="89630" bIns="44815" numCol="1" anchor="t" anchorCtr="0" compatLnSpc="1">
                  <a:prstTxWarp prst="textNoShape">
                    <a:avLst/>
                  </a:prstTxWarp>
                </a:bodyPr>
                <a:lstStyle/>
                <a:p>
                  <a:pPr defTabSz="1218996" eaLnBrk="0" fontAlgn="base" hangingPunct="0">
                    <a:spcBef>
                      <a:spcPct val="0"/>
                    </a:spcBef>
                    <a:spcAft>
                      <a:spcPct val="0"/>
                    </a:spcAft>
                    <a:defRPr/>
                  </a:pPr>
                  <a:endParaRPr lang="en-US" sz="2400">
                    <a:solidFill>
                      <a:prstClr val="black"/>
                    </a:solidFill>
                    <a:latin typeface="Arial" pitchFamily="34" charset="0"/>
                  </a:endParaRPr>
                </a:p>
              </p:txBody>
            </p:sp>
            <p:sp>
              <p:nvSpPr>
                <p:cNvPr id="96" name="Freeform 127"/>
                <p:cNvSpPr>
                  <a:spLocks noChangeAspect="1" noEditPoints="1"/>
                </p:cNvSpPr>
                <p:nvPr/>
              </p:nvSpPr>
              <p:spPr bwMode="auto">
                <a:xfrm>
                  <a:off x="9743649" y="3874981"/>
                  <a:ext cx="306467" cy="236571"/>
                </a:xfrm>
                <a:custGeom>
                  <a:avLst/>
                  <a:gdLst>
                    <a:gd name="T0" fmla="*/ 0 w 804"/>
                    <a:gd name="T1" fmla="*/ 0 h 623"/>
                    <a:gd name="T2" fmla="*/ 0 w 804"/>
                    <a:gd name="T3" fmla="*/ 195 h 623"/>
                    <a:gd name="T4" fmla="*/ 804 w 804"/>
                    <a:gd name="T5" fmla="*/ 195 h 623"/>
                    <a:gd name="T6" fmla="*/ 804 w 804"/>
                    <a:gd name="T7" fmla="*/ 0 h 623"/>
                    <a:gd name="T8" fmla="*/ 0 w 804"/>
                    <a:gd name="T9" fmla="*/ 0 h 623"/>
                    <a:gd name="T10" fmla="*/ 539 w 804"/>
                    <a:gd name="T11" fmla="*/ 161 h 623"/>
                    <a:gd name="T12" fmla="*/ 433 w 804"/>
                    <a:gd name="T13" fmla="*/ 161 h 623"/>
                    <a:gd name="T14" fmla="*/ 433 w 804"/>
                    <a:gd name="T15" fmla="*/ 138 h 623"/>
                    <a:gd name="T16" fmla="*/ 539 w 804"/>
                    <a:gd name="T17" fmla="*/ 138 h 623"/>
                    <a:gd name="T18" fmla="*/ 539 w 804"/>
                    <a:gd name="T19" fmla="*/ 161 h 623"/>
                    <a:gd name="T20" fmla="*/ 583 w 804"/>
                    <a:gd name="T21" fmla="*/ 164 h 623"/>
                    <a:gd name="T22" fmla="*/ 568 w 804"/>
                    <a:gd name="T23" fmla="*/ 149 h 623"/>
                    <a:gd name="T24" fmla="*/ 583 w 804"/>
                    <a:gd name="T25" fmla="*/ 135 h 623"/>
                    <a:gd name="T26" fmla="*/ 597 w 804"/>
                    <a:gd name="T27" fmla="*/ 149 h 623"/>
                    <a:gd name="T28" fmla="*/ 583 w 804"/>
                    <a:gd name="T29" fmla="*/ 164 h 623"/>
                    <a:gd name="T30" fmla="*/ 769 w 804"/>
                    <a:gd name="T31" fmla="*/ 159 h 623"/>
                    <a:gd name="T32" fmla="*/ 686 w 804"/>
                    <a:gd name="T33" fmla="*/ 159 h 623"/>
                    <a:gd name="T34" fmla="*/ 686 w 804"/>
                    <a:gd name="T35" fmla="*/ 37 h 623"/>
                    <a:gd name="T36" fmla="*/ 769 w 804"/>
                    <a:gd name="T37" fmla="*/ 37 h 623"/>
                    <a:gd name="T38" fmla="*/ 769 w 804"/>
                    <a:gd name="T39" fmla="*/ 159 h 623"/>
                    <a:gd name="T40" fmla="*/ 0 w 804"/>
                    <a:gd name="T41" fmla="*/ 214 h 623"/>
                    <a:gd name="T42" fmla="*/ 0 w 804"/>
                    <a:gd name="T43" fmla="*/ 409 h 623"/>
                    <a:gd name="T44" fmla="*/ 804 w 804"/>
                    <a:gd name="T45" fmla="*/ 409 h 623"/>
                    <a:gd name="T46" fmla="*/ 804 w 804"/>
                    <a:gd name="T47" fmla="*/ 214 h 623"/>
                    <a:gd name="T48" fmla="*/ 0 w 804"/>
                    <a:gd name="T49" fmla="*/ 214 h 623"/>
                    <a:gd name="T50" fmla="*/ 539 w 804"/>
                    <a:gd name="T51" fmla="*/ 375 h 623"/>
                    <a:gd name="T52" fmla="*/ 433 w 804"/>
                    <a:gd name="T53" fmla="*/ 375 h 623"/>
                    <a:gd name="T54" fmla="*/ 433 w 804"/>
                    <a:gd name="T55" fmla="*/ 352 h 623"/>
                    <a:gd name="T56" fmla="*/ 539 w 804"/>
                    <a:gd name="T57" fmla="*/ 352 h 623"/>
                    <a:gd name="T58" fmla="*/ 539 w 804"/>
                    <a:gd name="T59" fmla="*/ 375 h 623"/>
                    <a:gd name="T60" fmla="*/ 583 w 804"/>
                    <a:gd name="T61" fmla="*/ 378 h 623"/>
                    <a:gd name="T62" fmla="*/ 568 w 804"/>
                    <a:gd name="T63" fmla="*/ 363 h 623"/>
                    <a:gd name="T64" fmla="*/ 583 w 804"/>
                    <a:gd name="T65" fmla="*/ 349 h 623"/>
                    <a:gd name="T66" fmla="*/ 597 w 804"/>
                    <a:gd name="T67" fmla="*/ 363 h 623"/>
                    <a:gd name="T68" fmla="*/ 583 w 804"/>
                    <a:gd name="T69" fmla="*/ 378 h 623"/>
                    <a:gd name="T70" fmla="*/ 769 w 804"/>
                    <a:gd name="T71" fmla="*/ 373 h 623"/>
                    <a:gd name="T72" fmla="*/ 686 w 804"/>
                    <a:gd name="T73" fmla="*/ 373 h 623"/>
                    <a:gd name="T74" fmla="*/ 686 w 804"/>
                    <a:gd name="T75" fmla="*/ 251 h 623"/>
                    <a:gd name="T76" fmla="*/ 769 w 804"/>
                    <a:gd name="T77" fmla="*/ 251 h 623"/>
                    <a:gd name="T78" fmla="*/ 769 w 804"/>
                    <a:gd name="T79" fmla="*/ 373 h 623"/>
                    <a:gd name="T80" fmla="*/ 0 w 804"/>
                    <a:gd name="T81" fmla="*/ 428 h 623"/>
                    <a:gd name="T82" fmla="*/ 0 w 804"/>
                    <a:gd name="T83" fmla="*/ 623 h 623"/>
                    <a:gd name="T84" fmla="*/ 804 w 804"/>
                    <a:gd name="T85" fmla="*/ 623 h 623"/>
                    <a:gd name="T86" fmla="*/ 804 w 804"/>
                    <a:gd name="T87" fmla="*/ 428 h 623"/>
                    <a:gd name="T88" fmla="*/ 0 w 804"/>
                    <a:gd name="T89" fmla="*/ 428 h 623"/>
                    <a:gd name="T90" fmla="*/ 539 w 804"/>
                    <a:gd name="T91" fmla="*/ 589 h 623"/>
                    <a:gd name="T92" fmla="*/ 433 w 804"/>
                    <a:gd name="T93" fmla="*/ 589 h 623"/>
                    <a:gd name="T94" fmla="*/ 433 w 804"/>
                    <a:gd name="T95" fmla="*/ 566 h 623"/>
                    <a:gd name="T96" fmla="*/ 539 w 804"/>
                    <a:gd name="T97" fmla="*/ 566 h 623"/>
                    <a:gd name="T98" fmla="*/ 539 w 804"/>
                    <a:gd name="T99" fmla="*/ 589 h 623"/>
                    <a:gd name="T100" fmla="*/ 583 w 804"/>
                    <a:gd name="T101" fmla="*/ 592 h 623"/>
                    <a:gd name="T102" fmla="*/ 568 w 804"/>
                    <a:gd name="T103" fmla="*/ 577 h 623"/>
                    <a:gd name="T104" fmla="*/ 583 w 804"/>
                    <a:gd name="T105" fmla="*/ 563 h 623"/>
                    <a:gd name="T106" fmla="*/ 597 w 804"/>
                    <a:gd name="T107" fmla="*/ 577 h 623"/>
                    <a:gd name="T108" fmla="*/ 583 w 804"/>
                    <a:gd name="T109" fmla="*/ 592 h 623"/>
                    <a:gd name="T110" fmla="*/ 769 w 804"/>
                    <a:gd name="T111" fmla="*/ 587 h 623"/>
                    <a:gd name="T112" fmla="*/ 686 w 804"/>
                    <a:gd name="T113" fmla="*/ 587 h 623"/>
                    <a:gd name="T114" fmla="*/ 686 w 804"/>
                    <a:gd name="T115" fmla="*/ 465 h 623"/>
                    <a:gd name="T116" fmla="*/ 769 w 804"/>
                    <a:gd name="T117" fmla="*/ 465 h 623"/>
                    <a:gd name="T118" fmla="*/ 769 w 804"/>
                    <a:gd name="T119" fmla="*/ 587 h 6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804" h="623">
                      <a:moveTo>
                        <a:pt x="0" y="0"/>
                      </a:moveTo>
                      <a:cubicBezTo>
                        <a:pt x="0" y="195"/>
                        <a:pt x="0" y="195"/>
                        <a:pt x="0" y="195"/>
                      </a:cubicBezTo>
                      <a:cubicBezTo>
                        <a:pt x="804" y="195"/>
                        <a:pt x="804" y="195"/>
                        <a:pt x="804" y="195"/>
                      </a:cubicBezTo>
                      <a:cubicBezTo>
                        <a:pt x="804" y="0"/>
                        <a:pt x="804" y="0"/>
                        <a:pt x="804" y="0"/>
                      </a:cubicBezTo>
                      <a:lnTo>
                        <a:pt x="0" y="0"/>
                      </a:lnTo>
                      <a:close/>
                      <a:moveTo>
                        <a:pt x="539" y="161"/>
                      </a:moveTo>
                      <a:cubicBezTo>
                        <a:pt x="433" y="161"/>
                        <a:pt x="433" y="161"/>
                        <a:pt x="433" y="161"/>
                      </a:cubicBezTo>
                      <a:cubicBezTo>
                        <a:pt x="433" y="138"/>
                        <a:pt x="433" y="138"/>
                        <a:pt x="433" y="138"/>
                      </a:cubicBezTo>
                      <a:cubicBezTo>
                        <a:pt x="539" y="138"/>
                        <a:pt x="539" y="138"/>
                        <a:pt x="539" y="138"/>
                      </a:cubicBezTo>
                      <a:lnTo>
                        <a:pt x="539" y="161"/>
                      </a:lnTo>
                      <a:close/>
                      <a:moveTo>
                        <a:pt x="583" y="164"/>
                      </a:moveTo>
                      <a:cubicBezTo>
                        <a:pt x="575" y="164"/>
                        <a:pt x="568" y="157"/>
                        <a:pt x="568" y="149"/>
                      </a:cubicBezTo>
                      <a:cubicBezTo>
                        <a:pt x="568" y="141"/>
                        <a:pt x="575" y="135"/>
                        <a:pt x="583" y="135"/>
                      </a:cubicBezTo>
                      <a:cubicBezTo>
                        <a:pt x="591" y="135"/>
                        <a:pt x="597" y="141"/>
                        <a:pt x="597" y="149"/>
                      </a:cubicBezTo>
                      <a:cubicBezTo>
                        <a:pt x="597" y="157"/>
                        <a:pt x="591" y="164"/>
                        <a:pt x="583" y="164"/>
                      </a:cubicBezTo>
                      <a:close/>
                      <a:moveTo>
                        <a:pt x="769" y="159"/>
                      </a:moveTo>
                      <a:cubicBezTo>
                        <a:pt x="686" y="159"/>
                        <a:pt x="686" y="159"/>
                        <a:pt x="686" y="159"/>
                      </a:cubicBezTo>
                      <a:cubicBezTo>
                        <a:pt x="686" y="37"/>
                        <a:pt x="686" y="37"/>
                        <a:pt x="686" y="37"/>
                      </a:cubicBezTo>
                      <a:cubicBezTo>
                        <a:pt x="769" y="37"/>
                        <a:pt x="769" y="37"/>
                        <a:pt x="769" y="37"/>
                      </a:cubicBezTo>
                      <a:lnTo>
                        <a:pt x="769" y="159"/>
                      </a:lnTo>
                      <a:close/>
                      <a:moveTo>
                        <a:pt x="0" y="214"/>
                      </a:moveTo>
                      <a:cubicBezTo>
                        <a:pt x="0" y="409"/>
                        <a:pt x="0" y="409"/>
                        <a:pt x="0" y="409"/>
                      </a:cubicBezTo>
                      <a:cubicBezTo>
                        <a:pt x="804" y="409"/>
                        <a:pt x="804" y="409"/>
                        <a:pt x="804" y="409"/>
                      </a:cubicBezTo>
                      <a:cubicBezTo>
                        <a:pt x="804" y="214"/>
                        <a:pt x="804" y="214"/>
                        <a:pt x="804" y="214"/>
                      </a:cubicBezTo>
                      <a:lnTo>
                        <a:pt x="0" y="214"/>
                      </a:lnTo>
                      <a:close/>
                      <a:moveTo>
                        <a:pt x="539" y="375"/>
                      </a:moveTo>
                      <a:cubicBezTo>
                        <a:pt x="433" y="375"/>
                        <a:pt x="433" y="375"/>
                        <a:pt x="433" y="375"/>
                      </a:cubicBezTo>
                      <a:cubicBezTo>
                        <a:pt x="433" y="352"/>
                        <a:pt x="433" y="352"/>
                        <a:pt x="433" y="352"/>
                      </a:cubicBezTo>
                      <a:cubicBezTo>
                        <a:pt x="539" y="352"/>
                        <a:pt x="539" y="352"/>
                        <a:pt x="539" y="352"/>
                      </a:cubicBezTo>
                      <a:lnTo>
                        <a:pt x="539" y="375"/>
                      </a:lnTo>
                      <a:close/>
                      <a:moveTo>
                        <a:pt x="583" y="378"/>
                      </a:moveTo>
                      <a:cubicBezTo>
                        <a:pt x="575" y="378"/>
                        <a:pt x="568" y="371"/>
                        <a:pt x="568" y="363"/>
                      </a:cubicBezTo>
                      <a:cubicBezTo>
                        <a:pt x="568" y="355"/>
                        <a:pt x="575" y="349"/>
                        <a:pt x="583" y="349"/>
                      </a:cubicBezTo>
                      <a:cubicBezTo>
                        <a:pt x="591" y="349"/>
                        <a:pt x="597" y="355"/>
                        <a:pt x="597" y="363"/>
                      </a:cubicBezTo>
                      <a:cubicBezTo>
                        <a:pt x="597" y="371"/>
                        <a:pt x="591" y="378"/>
                        <a:pt x="583" y="378"/>
                      </a:cubicBezTo>
                      <a:close/>
                      <a:moveTo>
                        <a:pt x="769" y="373"/>
                      </a:moveTo>
                      <a:cubicBezTo>
                        <a:pt x="686" y="373"/>
                        <a:pt x="686" y="373"/>
                        <a:pt x="686" y="373"/>
                      </a:cubicBezTo>
                      <a:cubicBezTo>
                        <a:pt x="686" y="251"/>
                        <a:pt x="686" y="251"/>
                        <a:pt x="686" y="251"/>
                      </a:cubicBezTo>
                      <a:cubicBezTo>
                        <a:pt x="769" y="251"/>
                        <a:pt x="769" y="251"/>
                        <a:pt x="769" y="251"/>
                      </a:cubicBezTo>
                      <a:lnTo>
                        <a:pt x="769" y="373"/>
                      </a:lnTo>
                      <a:close/>
                      <a:moveTo>
                        <a:pt x="0" y="428"/>
                      </a:moveTo>
                      <a:cubicBezTo>
                        <a:pt x="0" y="623"/>
                        <a:pt x="0" y="623"/>
                        <a:pt x="0" y="623"/>
                      </a:cubicBezTo>
                      <a:cubicBezTo>
                        <a:pt x="804" y="623"/>
                        <a:pt x="804" y="623"/>
                        <a:pt x="804" y="623"/>
                      </a:cubicBezTo>
                      <a:cubicBezTo>
                        <a:pt x="804" y="428"/>
                        <a:pt x="804" y="428"/>
                        <a:pt x="804" y="428"/>
                      </a:cubicBezTo>
                      <a:lnTo>
                        <a:pt x="0" y="428"/>
                      </a:lnTo>
                      <a:close/>
                      <a:moveTo>
                        <a:pt x="539" y="589"/>
                      </a:moveTo>
                      <a:cubicBezTo>
                        <a:pt x="433" y="589"/>
                        <a:pt x="433" y="589"/>
                        <a:pt x="433" y="589"/>
                      </a:cubicBezTo>
                      <a:cubicBezTo>
                        <a:pt x="433" y="566"/>
                        <a:pt x="433" y="566"/>
                        <a:pt x="433" y="566"/>
                      </a:cubicBezTo>
                      <a:cubicBezTo>
                        <a:pt x="539" y="566"/>
                        <a:pt x="539" y="566"/>
                        <a:pt x="539" y="566"/>
                      </a:cubicBezTo>
                      <a:lnTo>
                        <a:pt x="539" y="589"/>
                      </a:lnTo>
                      <a:close/>
                      <a:moveTo>
                        <a:pt x="583" y="592"/>
                      </a:moveTo>
                      <a:cubicBezTo>
                        <a:pt x="575" y="592"/>
                        <a:pt x="568" y="585"/>
                        <a:pt x="568" y="577"/>
                      </a:cubicBezTo>
                      <a:cubicBezTo>
                        <a:pt x="568" y="569"/>
                        <a:pt x="575" y="563"/>
                        <a:pt x="583" y="563"/>
                      </a:cubicBezTo>
                      <a:cubicBezTo>
                        <a:pt x="591" y="563"/>
                        <a:pt x="597" y="569"/>
                        <a:pt x="597" y="577"/>
                      </a:cubicBezTo>
                      <a:cubicBezTo>
                        <a:pt x="597" y="585"/>
                        <a:pt x="591" y="592"/>
                        <a:pt x="583" y="592"/>
                      </a:cubicBezTo>
                      <a:close/>
                      <a:moveTo>
                        <a:pt x="769" y="587"/>
                      </a:moveTo>
                      <a:cubicBezTo>
                        <a:pt x="686" y="587"/>
                        <a:pt x="686" y="587"/>
                        <a:pt x="686" y="587"/>
                      </a:cubicBezTo>
                      <a:cubicBezTo>
                        <a:pt x="686" y="465"/>
                        <a:pt x="686" y="465"/>
                        <a:pt x="686" y="465"/>
                      </a:cubicBezTo>
                      <a:cubicBezTo>
                        <a:pt x="769" y="465"/>
                        <a:pt x="769" y="465"/>
                        <a:pt x="769" y="465"/>
                      </a:cubicBezTo>
                      <a:lnTo>
                        <a:pt x="769" y="587"/>
                      </a:lnTo>
                      <a:close/>
                    </a:path>
                  </a:pathLst>
                </a:custGeom>
                <a:solidFill>
                  <a:schemeClr val="bg1"/>
                </a:solidFill>
                <a:ln>
                  <a:noFill/>
                </a:ln>
                <a:extLst/>
              </p:spPr>
              <p:txBody>
                <a:bodyPr vert="horz" wrap="square" lIns="89630" tIns="44815" rIns="89630" bIns="44815" numCol="1" anchor="t" anchorCtr="0" compatLnSpc="1">
                  <a:prstTxWarp prst="textNoShape">
                    <a:avLst/>
                  </a:prstTxWarp>
                </a:bodyPr>
                <a:lstStyle/>
                <a:p>
                  <a:pPr defTabSz="1218996" eaLnBrk="0" fontAlgn="base" hangingPunct="0">
                    <a:spcBef>
                      <a:spcPct val="0"/>
                    </a:spcBef>
                    <a:spcAft>
                      <a:spcPct val="0"/>
                    </a:spcAft>
                    <a:defRPr/>
                  </a:pPr>
                  <a:endParaRPr lang="en-US" sz="2400">
                    <a:solidFill>
                      <a:prstClr val="black"/>
                    </a:solidFill>
                    <a:latin typeface="Arial" pitchFamily="34" charset="0"/>
                  </a:endParaRPr>
                </a:p>
              </p:txBody>
            </p:sp>
          </p:grpSp>
          <p:grpSp>
            <p:nvGrpSpPr>
              <p:cNvPr id="98" name="Group 97"/>
              <p:cNvGrpSpPr/>
              <p:nvPr/>
            </p:nvGrpSpPr>
            <p:grpSpPr>
              <a:xfrm>
                <a:off x="8607860" y="4120354"/>
                <a:ext cx="2130966" cy="349980"/>
                <a:chOff x="8609677" y="3874981"/>
                <a:chExt cx="1440439" cy="236571"/>
              </a:xfrm>
            </p:grpSpPr>
            <p:sp>
              <p:nvSpPr>
                <p:cNvPr id="99" name="Freeform 127"/>
                <p:cNvSpPr>
                  <a:spLocks noChangeAspect="1" noEditPoints="1"/>
                </p:cNvSpPr>
                <p:nvPr/>
              </p:nvSpPr>
              <p:spPr bwMode="auto">
                <a:xfrm>
                  <a:off x="8609677" y="3874981"/>
                  <a:ext cx="306467" cy="236571"/>
                </a:xfrm>
                <a:custGeom>
                  <a:avLst/>
                  <a:gdLst>
                    <a:gd name="T0" fmla="*/ 0 w 804"/>
                    <a:gd name="T1" fmla="*/ 0 h 623"/>
                    <a:gd name="T2" fmla="*/ 0 w 804"/>
                    <a:gd name="T3" fmla="*/ 195 h 623"/>
                    <a:gd name="T4" fmla="*/ 804 w 804"/>
                    <a:gd name="T5" fmla="*/ 195 h 623"/>
                    <a:gd name="T6" fmla="*/ 804 w 804"/>
                    <a:gd name="T7" fmla="*/ 0 h 623"/>
                    <a:gd name="T8" fmla="*/ 0 w 804"/>
                    <a:gd name="T9" fmla="*/ 0 h 623"/>
                    <a:gd name="T10" fmla="*/ 539 w 804"/>
                    <a:gd name="T11" fmla="*/ 161 h 623"/>
                    <a:gd name="T12" fmla="*/ 433 w 804"/>
                    <a:gd name="T13" fmla="*/ 161 h 623"/>
                    <a:gd name="T14" fmla="*/ 433 w 804"/>
                    <a:gd name="T15" fmla="*/ 138 h 623"/>
                    <a:gd name="T16" fmla="*/ 539 w 804"/>
                    <a:gd name="T17" fmla="*/ 138 h 623"/>
                    <a:gd name="T18" fmla="*/ 539 w 804"/>
                    <a:gd name="T19" fmla="*/ 161 h 623"/>
                    <a:gd name="T20" fmla="*/ 583 w 804"/>
                    <a:gd name="T21" fmla="*/ 164 h 623"/>
                    <a:gd name="T22" fmla="*/ 568 w 804"/>
                    <a:gd name="T23" fmla="*/ 149 h 623"/>
                    <a:gd name="T24" fmla="*/ 583 w 804"/>
                    <a:gd name="T25" fmla="*/ 135 h 623"/>
                    <a:gd name="T26" fmla="*/ 597 w 804"/>
                    <a:gd name="T27" fmla="*/ 149 h 623"/>
                    <a:gd name="T28" fmla="*/ 583 w 804"/>
                    <a:gd name="T29" fmla="*/ 164 h 623"/>
                    <a:gd name="T30" fmla="*/ 769 w 804"/>
                    <a:gd name="T31" fmla="*/ 159 h 623"/>
                    <a:gd name="T32" fmla="*/ 686 w 804"/>
                    <a:gd name="T33" fmla="*/ 159 h 623"/>
                    <a:gd name="T34" fmla="*/ 686 w 804"/>
                    <a:gd name="T35" fmla="*/ 37 h 623"/>
                    <a:gd name="T36" fmla="*/ 769 w 804"/>
                    <a:gd name="T37" fmla="*/ 37 h 623"/>
                    <a:gd name="T38" fmla="*/ 769 w 804"/>
                    <a:gd name="T39" fmla="*/ 159 h 623"/>
                    <a:gd name="T40" fmla="*/ 0 w 804"/>
                    <a:gd name="T41" fmla="*/ 214 h 623"/>
                    <a:gd name="T42" fmla="*/ 0 w 804"/>
                    <a:gd name="T43" fmla="*/ 409 h 623"/>
                    <a:gd name="T44" fmla="*/ 804 w 804"/>
                    <a:gd name="T45" fmla="*/ 409 h 623"/>
                    <a:gd name="T46" fmla="*/ 804 w 804"/>
                    <a:gd name="T47" fmla="*/ 214 h 623"/>
                    <a:gd name="T48" fmla="*/ 0 w 804"/>
                    <a:gd name="T49" fmla="*/ 214 h 623"/>
                    <a:gd name="T50" fmla="*/ 539 w 804"/>
                    <a:gd name="T51" fmla="*/ 375 h 623"/>
                    <a:gd name="T52" fmla="*/ 433 w 804"/>
                    <a:gd name="T53" fmla="*/ 375 h 623"/>
                    <a:gd name="T54" fmla="*/ 433 w 804"/>
                    <a:gd name="T55" fmla="*/ 352 h 623"/>
                    <a:gd name="T56" fmla="*/ 539 w 804"/>
                    <a:gd name="T57" fmla="*/ 352 h 623"/>
                    <a:gd name="T58" fmla="*/ 539 w 804"/>
                    <a:gd name="T59" fmla="*/ 375 h 623"/>
                    <a:gd name="T60" fmla="*/ 583 w 804"/>
                    <a:gd name="T61" fmla="*/ 378 h 623"/>
                    <a:gd name="T62" fmla="*/ 568 w 804"/>
                    <a:gd name="T63" fmla="*/ 363 h 623"/>
                    <a:gd name="T64" fmla="*/ 583 w 804"/>
                    <a:gd name="T65" fmla="*/ 349 h 623"/>
                    <a:gd name="T66" fmla="*/ 597 w 804"/>
                    <a:gd name="T67" fmla="*/ 363 h 623"/>
                    <a:gd name="T68" fmla="*/ 583 w 804"/>
                    <a:gd name="T69" fmla="*/ 378 h 623"/>
                    <a:gd name="T70" fmla="*/ 769 w 804"/>
                    <a:gd name="T71" fmla="*/ 373 h 623"/>
                    <a:gd name="T72" fmla="*/ 686 w 804"/>
                    <a:gd name="T73" fmla="*/ 373 h 623"/>
                    <a:gd name="T74" fmla="*/ 686 w 804"/>
                    <a:gd name="T75" fmla="*/ 251 h 623"/>
                    <a:gd name="T76" fmla="*/ 769 w 804"/>
                    <a:gd name="T77" fmla="*/ 251 h 623"/>
                    <a:gd name="T78" fmla="*/ 769 w 804"/>
                    <a:gd name="T79" fmla="*/ 373 h 623"/>
                    <a:gd name="T80" fmla="*/ 0 w 804"/>
                    <a:gd name="T81" fmla="*/ 428 h 623"/>
                    <a:gd name="T82" fmla="*/ 0 w 804"/>
                    <a:gd name="T83" fmla="*/ 623 h 623"/>
                    <a:gd name="T84" fmla="*/ 804 w 804"/>
                    <a:gd name="T85" fmla="*/ 623 h 623"/>
                    <a:gd name="T86" fmla="*/ 804 w 804"/>
                    <a:gd name="T87" fmla="*/ 428 h 623"/>
                    <a:gd name="T88" fmla="*/ 0 w 804"/>
                    <a:gd name="T89" fmla="*/ 428 h 623"/>
                    <a:gd name="T90" fmla="*/ 539 w 804"/>
                    <a:gd name="T91" fmla="*/ 589 h 623"/>
                    <a:gd name="T92" fmla="*/ 433 w 804"/>
                    <a:gd name="T93" fmla="*/ 589 h 623"/>
                    <a:gd name="T94" fmla="*/ 433 w 804"/>
                    <a:gd name="T95" fmla="*/ 566 h 623"/>
                    <a:gd name="T96" fmla="*/ 539 w 804"/>
                    <a:gd name="T97" fmla="*/ 566 h 623"/>
                    <a:gd name="T98" fmla="*/ 539 w 804"/>
                    <a:gd name="T99" fmla="*/ 589 h 623"/>
                    <a:gd name="T100" fmla="*/ 583 w 804"/>
                    <a:gd name="T101" fmla="*/ 592 h 623"/>
                    <a:gd name="T102" fmla="*/ 568 w 804"/>
                    <a:gd name="T103" fmla="*/ 577 h 623"/>
                    <a:gd name="T104" fmla="*/ 583 w 804"/>
                    <a:gd name="T105" fmla="*/ 563 h 623"/>
                    <a:gd name="T106" fmla="*/ 597 w 804"/>
                    <a:gd name="T107" fmla="*/ 577 h 623"/>
                    <a:gd name="T108" fmla="*/ 583 w 804"/>
                    <a:gd name="T109" fmla="*/ 592 h 623"/>
                    <a:gd name="T110" fmla="*/ 769 w 804"/>
                    <a:gd name="T111" fmla="*/ 587 h 623"/>
                    <a:gd name="T112" fmla="*/ 686 w 804"/>
                    <a:gd name="T113" fmla="*/ 587 h 623"/>
                    <a:gd name="T114" fmla="*/ 686 w 804"/>
                    <a:gd name="T115" fmla="*/ 465 h 623"/>
                    <a:gd name="T116" fmla="*/ 769 w 804"/>
                    <a:gd name="T117" fmla="*/ 465 h 623"/>
                    <a:gd name="T118" fmla="*/ 769 w 804"/>
                    <a:gd name="T119" fmla="*/ 587 h 6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804" h="623">
                      <a:moveTo>
                        <a:pt x="0" y="0"/>
                      </a:moveTo>
                      <a:cubicBezTo>
                        <a:pt x="0" y="195"/>
                        <a:pt x="0" y="195"/>
                        <a:pt x="0" y="195"/>
                      </a:cubicBezTo>
                      <a:cubicBezTo>
                        <a:pt x="804" y="195"/>
                        <a:pt x="804" y="195"/>
                        <a:pt x="804" y="195"/>
                      </a:cubicBezTo>
                      <a:cubicBezTo>
                        <a:pt x="804" y="0"/>
                        <a:pt x="804" y="0"/>
                        <a:pt x="804" y="0"/>
                      </a:cubicBezTo>
                      <a:lnTo>
                        <a:pt x="0" y="0"/>
                      </a:lnTo>
                      <a:close/>
                      <a:moveTo>
                        <a:pt x="539" y="161"/>
                      </a:moveTo>
                      <a:cubicBezTo>
                        <a:pt x="433" y="161"/>
                        <a:pt x="433" y="161"/>
                        <a:pt x="433" y="161"/>
                      </a:cubicBezTo>
                      <a:cubicBezTo>
                        <a:pt x="433" y="138"/>
                        <a:pt x="433" y="138"/>
                        <a:pt x="433" y="138"/>
                      </a:cubicBezTo>
                      <a:cubicBezTo>
                        <a:pt x="539" y="138"/>
                        <a:pt x="539" y="138"/>
                        <a:pt x="539" y="138"/>
                      </a:cubicBezTo>
                      <a:lnTo>
                        <a:pt x="539" y="161"/>
                      </a:lnTo>
                      <a:close/>
                      <a:moveTo>
                        <a:pt x="583" y="164"/>
                      </a:moveTo>
                      <a:cubicBezTo>
                        <a:pt x="575" y="164"/>
                        <a:pt x="568" y="157"/>
                        <a:pt x="568" y="149"/>
                      </a:cubicBezTo>
                      <a:cubicBezTo>
                        <a:pt x="568" y="141"/>
                        <a:pt x="575" y="135"/>
                        <a:pt x="583" y="135"/>
                      </a:cubicBezTo>
                      <a:cubicBezTo>
                        <a:pt x="591" y="135"/>
                        <a:pt x="597" y="141"/>
                        <a:pt x="597" y="149"/>
                      </a:cubicBezTo>
                      <a:cubicBezTo>
                        <a:pt x="597" y="157"/>
                        <a:pt x="591" y="164"/>
                        <a:pt x="583" y="164"/>
                      </a:cubicBezTo>
                      <a:close/>
                      <a:moveTo>
                        <a:pt x="769" y="159"/>
                      </a:moveTo>
                      <a:cubicBezTo>
                        <a:pt x="686" y="159"/>
                        <a:pt x="686" y="159"/>
                        <a:pt x="686" y="159"/>
                      </a:cubicBezTo>
                      <a:cubicBezTo>
                        <a:pt x="686" y="37"/>
                        <a:pt x="686" y="37"/>
                        <a:pt x="686" y="37"/>
                      </a:cubicBezTo>
                      <a:cubicBezTo>
                        <a:pt x="769" y="37"/>
                        <a:pt x="769" y="37"/>
                        <a:pt x="769" y="37"/>
                      </a:cubicBezTo>
                      <a:lnTo>
                        <a:pt x="769" y="159"/>
                      </a:lnTo>
                      <a:close/>
                      <a:moveTo>
                        <a:pt x="0" y="214"/>
                      </a:moveTo>
                      <a:cubicBezTo>
                        <a:pt x="0" y="409"/>
                        <a:pt x="0" y="409"/>
                        <a:pt x="0" y="409"/>
                      </a:cubicBezTo>
                      <a:cubicBezTo>
                        <a:pt x="804" y="409"/>
                        <a:pt x="804" y="409"/>
                        <a:pt x="804" y="409"/>
                      </a:cubicBezTo>
                      <a:cubicBezTo>
                        <a:pt x="804" y="214"/>
                        <a:pt x="804" y="214"/>
                        <a:pt x="804" y="214"/>
                      </a:cubicBezTo>
                      <a:lnTo>
                        <a:pt x="0" y="214"/>
                      </a:lnTo>
                      <a:close/>
                      <a:moveTo>
                        <a:pt x="539" y="375"/>
                      </a:moveTo>
                      <a:cubicBezTo>
                        <a:pt x="433" y="375"/>
                        <a:pt x="433" y="375"/>
                        <a:pt x="433" y="375"/>
                      </a:cubicBezTo>
                      <a:cubicBezTo>
                        <a:pt x="433" y="352"/>
                        <a:pt x="433" y="352"/>
                        <a:pt x="433" y="352"/>
                      </a:cubicBezTo>
                      <a:cubicBezTo>
                        <a:pt x="539" y="352"/>
                        <a:pt x="539" y="352"/>
                        <a:pt x="539" y="352"/>
                      </a:cubicBezTo>
                      <a:lnTo>
                        <a:pt x="539" y="375"/>
                      </a:lnTo>
                      <a:close/>
                      <a:moveTo>
                        <a:pt x="583" y="378"/>
                      </a:moveTo>
                      <a:cubicBezTo>
                        <a:pt x="575" y="378"/>
                        <a:pt x="568" y="371"/>
                        <a:pt x="568" y="363"/>
                      </a:cubicBezTo>
                      <a:cubicBezTo>
                        <a:pt x="568" y="355"/>
                        <a:pt x="575" y="349"/>
                        <a:pt x="583" y="349"/>
                      </a:cubicBezTo>
                      <a:cubicBezTo>
                        <a:pt x="591" y="349"/>
                        <a:pt x="597" y="355"/>
                        <a:pt x="597" y="363"/>
                      </a:cubicBezTo>
                      <a:cubicBezTo>
                        <a:pt x="597" y="371"/>
                        <a:pt x="591" y="378"/>
                        <a:pt x="583" y="378"/>
                      </a:cubicBezTo>
                      <a:close/>
                      <a:moveTo>
                        <a:pt x="769" y="373"/>
                      </a:moveTo>
                      <a:cubicBezTo>
                        <a:pt x="686" y="373"/>
                        <a:pt x="686" y="373"/>
                        <a:pt x="686" y="373"/>
                      </a:cubicBezTo>
                      <a:cubicBezTo>
                        <a:pt x="686" y="251"/>
                        <a:pt x="686" y="251"/>
                        <a:pt x="686" y="251"/>
                      </a:cubicBezTo>
                      <a:cubicBezTo>
                        <a:pt x="769" y="251"/>
                        <a:pt x="769" y="251"/>
                        <a:pt x="769" y="251"/>
                      </a:cubicBezTo>
                      <a:lnTo>
                        <a:pt x="769" y="373"/>
                      </a:lnTo>
                      <a:close/>
                      <a:moveTo>
                        <a:pt x="0" y="428"/>
                      </a:moveTo>
                      <a:cubicBezTo>
                        <a:pt x="0" y="623"/>
                        <a:pt x="0" y="623"/>
                        <a:pt x="0" y="623"/>
                      </a:cubicBezTo>
                      <a:cubicBezTo>
                        <a:pt x="804" y="623"/>
                        <a:pt x="804" y="623"/>
                        <a:pt x="804" y="623"/>
                      </a:cubicBezTo>
                      <a:cubicBezTo>
                        <a:pt x="804" y="428"/>
                        <a:pt x="804" y="428"/>
                        <a:pt x="804" y="428"/>
                      </a:cubicBezTo>
                      <a:lnTo>
                        <a:pt x="0" y="428"/>
                      </a:lnTo>
                      <a:close/>
                      <a:moveTo>
                        <a:pt x="539" y="589"/>
                      </a:moveTo>
                      <a:cubicBezTo>
                        <a:pt x="433" y="589"/>
                        <a:pt x="433" y="589"/>
                        <a:pt x="433" y="589"/>
                      </a:cubicBezTo>
                      <a:cubicBezTo>
                        <a:pt x="433" y="566"/>
                        <a:pt x="433" y="566"/>
                        <a:pt x="433" y="566"/>
                      </a:cubicBezTo>
                      <a:cubicBezTo>
                        <a:pt x="539" y="566"/>
                        <a:pt x="539" y="566"/>
                        <a:pt x="539" y="566"/>
                      </a:cubicBezTo>
                      <a:lnTo>
                        <a:pt x="539" y="589"/>
                      </a:lnTo>
                      <a:close/>
                      <a:moveTo>
                        <a:pt x="583" y="592"/>
                      </a:moveTo>
                      <a:cubicBezTo>
                        <a:pt x="575" y="592"/>
                        <a:pt x="568" y="585"/>
                        <a:pt x="568" y="577"/>
                      </a:cubicBezTo>
                      <a:cubicBezTo>
                        <a:pt x="568" y="569"/>
                        <a:pt x="575" y="563"/>
                        <a:pt x="583" y="563"/>
                      </a:cubicBezTo>
                      <a:cubicBezTo>
                        <a:pt x="591" y="563"/>
                        <a:pt x="597" y="569"/>
                        <a:pt x="597" y="577"/>
                      </a:cubicBezTo>
                      <a:cubicBezTo>
                        <a:pt x="597" y="585"/>
                        <a:pt x="591" y="592"/>
                        <a:pt x="583" y="592"/>
                      </a:cubicBezTo>
                      <a:close/>
                      <a:moveTo>
                        <a:pt x="769" y="587"/>
                      </a:moveTo>
                      <a:cubicBezTo>
                        <a:pt x="686" y="587"/>
                        <a:pt x="686" y="587"/>
                        <a:pt x="686" y="587"/>
                      </a:cubicBezTo>
                      <a:cubicBezTo>
                        <a:pt x="686" y="465"/>
                        <a:pt x="686" y="465"/>
                        <a:pt x="686" y="465"/>
                      </a:cubicBezTo>
                      <a:cubicBezTo>
                        <a:pt x="769" y="465"/>
                        <a:pt x="769" y="465"/>
                        <a:pt x="769" y="465"/>
                      </a:cubicBezTo>
                      <a:lnTo>
                        <a:pt x="769" y="587"/>
                      </a:lnTo>
                      <a:close/>
                    </a:path>
                  </a:pathLst>
                </a:custGeom>
                <a:solidFill>
                  <a:schemeClr val="bg1"/>
                </a:solidFill>
                <a:ln>
                  <a:noFill/>
                </a:ln>
                <a:extLst/>
              </p:spPr>
              <p:txBody>
                <a:bodyPr vert="horz" wrap="square" lIns="89630" tIns="44815" rIns="89630" bIns="44815" numCol="1" anchor="t" anchorCtr="0" compatLnSpc="1">
                  <a:prstTxWarp prst="textNoShape">
                    <a:avLst/>
                  </a:prstTxWarp>
                </a:bodyPr>
                <a:lstStyle/>
                <a:p>
                  <a:pPr defTabSz="1218996" eaLnBrk="0" fontAlgn="base" hangingPunct="0">
                    <a:spcBef>
                      <a:spcPct val="0"/>
                    </a:spcBef>
                    <a:spcAft>
                      <a:spcPct val="0"/>
                    </a:spcAft>
                    <a:defRPr/>
                  </a:pPr>
                  <a:endParaRPr lang="en-US" sz="2400">
                    <a:solidFill>
                      <a:prstClr val="black"/>
                    </a:solidFill>
                    <a:latin typeface="Arial" pitchFamily="34" charset="0"/>
                  </a:endParaRPr>
                </a:p>
              </p:txBody>
            </p:sp>
            <p:sp>
              <p:nvSpPr>
                <p:cNvPr id="100" name="Freeform 127"/>
                <p:cNvSpPr>
                  <a:spLocks noChangeAspect="1" noEditPoints="1"/>
                </p:cNvSpPr>
                <p:nvPr/>
              </p:nvSpPr>
              <p:spPr bwMode="auto">
                <a:xfrm>
                  <a:off x="8987668" y="3874981"/>
                  <a:ext cx="306467" cy="236571"/>
                </a:xfrm>
                <a:custGeom>
                  <a:avLst/>
                  <a:gdLst>
                    <a:gd name="T0" fmla="*/ 0 w 804"/>
                    <a:gd name="T1" fmla="*/ 0 h 623"/>
                    <a:gd name="T2" fmla="*/ 0 w 804"/>
                    <a:gd name="T3" fmla="*/ 195 h 623"/>
                    <a:gd name="T4" fmla="*/ 804 w 804"/>
                    <a:gd name="T5" fmla="*/ 195 h 623"/>
                    <a:gd name="T6" fmla="*/ 804 w 804"/>
                    <a:gd name="T7" fmla="*/ 0 h 623"/>
                    <a:gd name="T8" fmla="*/ 0 w 804"/>
                    <a:gd name="T9" fmla="*/ 0 h 623"/>
                    <a:gd name="T10" fmla="*/ 539 w 804"/>
                    <a:gd name="T11" fmla="*/ 161 h 623"/>
                    <a:gd name="T12" fmla="*/ 433 w 804"/>
                    <a:gd name="T13" fmla="*/ 161 h 623"/>
                    <a:gd name="T14" fmla="*/ 433 w 804"/>
                    <a:gd name="T15" fmla="*/ 138 h 623"/>
                    <a:gd name="T16" fmla="*/ 539 w 804"/>
                    <a:gd name="T17" fmla="*/ 138 h 623"/>
                    <a:gd name="T18" fmla="*/ 539 w 804"/>
                    <a:gd name="T19" fmla="*/ 161 h 623"/>
                    <a:gd name="T20" fmla="*/ 583 w 804"/>
                    <a:gd name="T21" fmla="*/ 164 h 623"/>
                    <a:gd name="T22" fmla="*/ 568 w 804"/>
                    <a:gd name="T23" fmla="*/ 149 h 623"/>
                    <a:gd name="T24" fmla="*/ 583 w 804"/>
                    <a:gd name="T25" fmla="*/ 135 h 623"/>
                    <a:gd name="T26" fmla="*/ 597 w 804"/>
                    <a:gd name="T27" fmla="*/ 149 h 623"/>
                    <a:gd name="T28" fmla="*/ 583 w 804"/>
                    <a:gd name="T29" fmla="*/ 164 h 623"/>
                    <a:gd name="T30" fmla="*/ 769 w 804"/>
                    <a:gd name="T31" fmla="*/ 159 h 623"/>
                    <a:gd name="T32" fmla="*/ 686 w 804"/>
                    <a:gd name="T33" fmla="*/ 159 h 623"/>
                    <a:gd name="T34" fmla="*/ 686 w 804"/>
                    <a:gd name="T35" fmla="*/ 37 h 623"/>
                    <a:gd name="T36" fmla="*/ 769 w 804"/>
                    <a:gd name="T37" fmla="*/ 37 h 623"/>
                    <a:gd name="T38" fmla="*/ 769 w 804"/>
                    <a:gd name="T39" fmla="*/ 159 h 623"/>
                    <a:gd name="T40" fmla="*/ 0 w 804"/>
                    <a:gd name="T41" fmla="*/ 214 h 623"/>
                    <a:gd name="T42" fmla="*/ 0 w 804"/>
                    <a:gd name="T43" fmla="*/ 409 h 623"/>
                    <a:gd name="T44" fmla="*/ 804 w 804"/>
                    <a:gd name="T45" fmla="*/ 409 h 623"/>
                    <a:gd name="T46" fmla="*/ 804 w 804"/>
                    <a:gd name="T47" fmla="*/ 214 h 623"/>
                    <a:gd name="T48" fmla="*/ 0 w 804"/>
                    <a:gd name="T49" fmla="*/ 214 h 623"/>
                    <a:gd name="T50" fmla="*/ 539 w 804"/>
                    <a:gd name="T51" fmla="*/ 375 h 623"/>
                    <a:gd name="T52" fmla="*/ 433 w 804"/>
                    <a:gd name="T53" fmla="*/ 375 h 623"/>
                    <a:gd name="T54" fmla="*/ 433 w 804"/>
                    <a:gd name="T55" fmla="*/ 352 h 623"/>
                    <a:gd name="T56" fmla="*/ 539 w 804"/>
                    <a:gd name="T57" fmla="*/ 352 h 623"/>
                    <a:gd name="T58" fmla="*/ 539 w 804"/>
                    <a:gd name="T59" fmla="*/ 375 h 623"/>
                    <a:gd name="T60" fmla="*/ 583 w 804"/>
                    <a:gd name="T61" fmla="*/ 378 h 623"/>
                    <a:gd name="T62" fmla="*/ 568 w 804"/>
                    <a:gd name="T63" fmla="*/ 363 h 623"/>
                    <a:gd name="T64" fmla="*/ 583 w 804"/>
                    <a:gd name="T65" fmla="*/ 349 h 623"/>
                    <a:gd name="T66" fmla="*/ 597 w 804"/>
                    <a:gd name="T67" fmla="*/ 363 h 623"/>
                    <a:gd name="T68" fmla="*/ 583 w 804"/>
                    <a:gd name="T69" fmla="*/ 378 h 623"/>
                    <a:gd name="T70" fmla="*/ 769 w 804"/>
                    <a:gd name="T71" fmla="*/ 373 h 623"/>
                    <a:gd name="T72" fmla="*/ 686 w 804"/>
                    <a:gd name="T73" fmla="*/ 373 h 623"/>
                    <a:gd name="T74" fmla="*/ 686 w 804"/>
                    <a:gd name="T75" fmla="*/ 251 h 623"/>
                    <a:gd name="T76" fmla="*/ 769 w 804"/>
                    <a:gd name="T77" fmla="*/ 251 h 623"/>
                    <a:gd name="T78" fmla="*/ 769 w 804"/>
                    <a:gd name="T79" fmla="*/ 373 h 623"/>
                    <a:gd name="T80" fmla="*/ 0 w 804"/>
                    <a:gd name="T81" fmla="*/ 428 h 623"/>
                    <a:gd name="T82" fmla="*/ 0 w 804"/>
                    <a:gd name="T83" fmla="*/ 623 h 623"/>
                    <a:gd name="T84" fmla="*/ 804 w 804"/>
                    <a:gd name="T85" fmla="*/ 623 h 623"/>
                    <a:gd name="T86" fmla="*/ 804 w 804"/>
                    <a:gd name="T87" fmla="*/ 428 h 623"/>
                    <a:gd name="T88" fmla="*/ 0 w 804"/>
                    <a:gd name="T89" fmla="*/ 428 h 623"/>
                    <a:gd name="T90" fmla="*/ 539 w 804"/>
                    <a:gd name="T91" fmla="*/ 589 h 623"/>
                    <a:gd name="T92" fmla="*/ 433 w 804"/>
                    <a:gd name="T93" fmla="*/ 589 h 623"/>
                    <a:gd name="T94" fmla="*/ 433 w 804"/>
                    <a:gd name="T95" fmla="*/ 566 h 623"/>
                    <a:gd name="T96" fmla="*/ 539 w 804"/>
                    <a:gd name="T97" fmla="*/ 566 h 623"/>
                    <a:gd name="T98" fmla="*/ 539 w 804"/>
                    <a:gd name="T99" fmla="*/ 589 h 623"/>
                    <a:gd name="T100" fmla="*/ 583 w 804"/>
                    <a:gd name="T101" fmla="*/ 592 h 623"/>
                    <a:gd name="T102" fmla="*/ 568 w 804"/>
                    <a:gd name="T103" fmla="*/ 577 h 623"/>
                    <a:gd name="T104" fmla="*/ 583 w 804"/>
                    <a:gd name="T105" fmla="*/ 563 h 623"/>
                    <a:gd name="T106" fmla="*/ 597 w 804"/>
                    <a:gd name="T107" fmla="*/ 577 h 623"/>
                    <a:gd name="T108" fmla="*/ 583 w 804"/>
                    <a:gd name="T109" fmla="*/ 592 h 623"/>
                    <a:gd name="T110" fmla="*/ 769 w 804"/>
                    <a:gd name="T111" fmla="*/ 587 h 623"/>
                    <a:gd name="T112" fmla="*/ 686 w 804"/>
                    <a:gd name="T113" fmla="*/ 587 h 623"/>
                    <a:gd name="T114" fmla="*/ 686 w 804"/>
                    <a:gd name="T115" fmla="*/ 465 h 623"/>
                    <a:gd name="T116" fmla="*/ 769 w 804"/>
                    <a:gd name="T117" fmla="*/ 465 h 623"/>
                    <a:gd name="T118" fmla="*/ 769 w 804"/>
                    <a:gd name="T119" fmla="*/ 587 h 6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804" h="623">
                      <a:moveTo>
                        <a:pt x="0" y="0"/>
                      </a:moveTo>
                      <a:cubicBezTo>
                        <a:pt x="0" y="195"/>
                        <a:pt x="0" y="195"/>
                        <a:pt x="0" y="195"/>
                      </a:cubicBezTo>
                      <a:cubicBezTo>
                        <a:pt x="804" y="195"/>
                        <a:pt x="804" y="195"/>
                        <a:pt x="804" y="195"/>
                      </a:cubicBezTo>
                      <a:cubicBezTo>
                        <a:pt x="804" y="0"/>
                        <a:pt x="804" y="0"/>
                        <a:pt x="804" y="0"/>
                      </a:cubicBezTo>
                      <a:lnTo>
                        <a:pt x="0" y="0"/>
                      </a:lnTo>
                      <a:close/>
                      <a:moveTo>
                        <a:pt x="539" y="161"/>
                      </a:moveTo>
                      <a:cubicBezTo>
                        <a:pt x="433" y="161"/>
                        <a:pt x="433" y="161"/>
                        <a:pt x="433" y="161"/>
                      </a:cubicBezTo>
                      <a:cubicBezTo>
                        <a:pt x="433" y="138"/>
                        <a:pt x="433" y="138"/>
                        <a:pt x="433" y="138"/>
                      </a:cubicBezTo>
                      <a:cubicBezTo>
                        <a:pt x="539" y="138"/>
                        <a:pt x="539" y="138"/>
                        <a:pt x="539" y="138"/>
                      </a:cubicBezTo>
                      <a:lnTo>
                        <a:pt x="539" y="161"/>
                      </a:lnTo>
                      <a:close/>
                      <a:moveTo>
                        <a:pt x="583" y="164"/>
                      </a:moveTo>
                      <a:cubicBezTo>
                        <a:pt x="575" y="164"/>
                        <a:pt x="568" y="157"/>
                        <a:pt x="568" y="149"/>
                      </a:cubicBezTo>
                      <a:cubicBezTo>
                        <a:pt x="568" y="141"/>
                        <a:pt x="575" y="135"/>
                        <a:pt x="583" y="135"/>
                      </a:cubicBezTo>
                      <a:cubicBezTo>
                        <a:pt x="591" y="135"/>
                        <a:pt x="597" y="141"/>
                        <a:pt x="597" y="149"/>
                      </a:cubicBezTo>
                      <a:cubicBezTo>
                        <a:pt x="597" y="157"/>
                        <a:pt x="591" y="164"/>
                        <a:pt x="583" y="164"/>
                      </a:cubicBezTo>
                      <a:close/>
                      <a:moveTo>
                        <a:pt x="769" y="159"/>
                      </a:moveTo>
                      <a:cubicBezTo>
                        <a:pt x="686" y="159"/>
                        <a:pt x="686" y="159"/>
                        <a:pt x="686" y="159"/>
                      </a:cubicBezTo>
                      <a:cubicBezTo>
                        <a:pt x="686" y="37"/>
                        <a:pt x="686" y="37"/>
                        <a:pt x="686" y="37"/>
                      </a:cubicBezTo>
                      <a:cubicBezTo>
                        <a:pt x="769" y="37"/>
                        <a:pt x="769" y="37"/>
                        <a:pt x="769" y="37"/>
                      </a:cubicBezTo>
                      <a:lnTo>
                        <a:pt x="769" y="159"/>
                      </a:lnTo>
                      <a:close/>
                      <a:moveTo>
                        <a:pt x="0" y="214"/>
                      </a:moveTo>
                      <a:cubicBezTo>
                        <a:pt x="0" y="409"/>
                        <a:pt x="0" y="409"/>
                        <a:pt x="0" y="409"/>
                      </a:cubicBezTo>
                      <a:cubicBezTo>
                        <a:pt x="804" y="409"/>
                        <a:pt x="804" y="409"/>
                        <a:pt x="804" y="409"/>
                      </a:cubicBezTo>
                      <a:cubicBezTo>
                        <a:pt x="804" y="214"/>
                        <a:pt x="804" y="214"/>
                        <a:pt x="804" y="214"/>
                      </a:cubicBezTo>
                      <a:lnTo>
                        <a:pt x="0" y="214"/>
                      </a:lnTo>
                      <a:close/>
                      <a:moveTo>
                        <a:pt x="539" y="375"/>
                      </a:moveTo>
                      <a:cubicBezTo>
                        <a:pt x="433" y="375"/>
                        <a:pt x="433" y="375"/>
                        <a:pt x="433" y="375"/>
                      </a:cubicBezTo>
                      <a:cubicBezTo>
                        <a:pt x="433" y="352"/>
                        <a:pt x="433" y="352"/>
                        <a:pt x="433" y="352"/>
                      </a:cubicBezTo>
                      <a:cubicBezTo>
                        <a:pt x="539" y="352"/>
                        <a:pt x="539" y="352"/>
                        <a:pt x="539" y="352"/>
                      </a:cubicBezTo>
                      <a:lnTo>
                        <a:pt x="539" y="375"/>
                      </a:lnTo>
                      <a:close/>
                      <a:moveTo>
                        <a:pt x="583" y="378"/>
                      </a:moveTo>
                      <a:cubicBezTo>
                        <a:pt x="575" y="378"/>
                        <a:pt x="568" y="371"/>
                        <a:pt x="568" y="363"/>
                      </a:cubicBezTo>
                      <a:cubicBezTo>
                        <a:pt x="568" y="355"/>
                        <a:pt x="575" y="349"/>
                        <a:pt x="583" y="349"/>
                      </a:cubicBezTo>
                      <a:cubicBezTo>
                        <a:pt x="591" y="349"/>
                        <a:pt x="597" y="355"/>
                        <a:pt x="597" y="363"/>
                      </a:cubicBezTo>
                      <a:cubicBezTo>
                        <a:pt x="597" y="371"/>
                        <a:pt x="591" y="378"/>
                        <a:pt x="583" y="378"/>
                      </a:cubicBezTo>
                      <a:close/>
                      <a:moveTo>
                        <a:pt x="769" y="373"/>
                      </a:moveTo>
                      <a:cubicBezTo>
                        <a:pt x="686" y="373"/>
                        <a:pt x="686" y="373"/>
                        <a:pt x="686" y="373"/>
                      </a:cubicBezTo>
                      <a:cubicBezTo>
                        <a:pt x="686" y="251"/>
                        <a:pt x="686" y="251"/>
                        <a:pt x="686" y="251"/>
                      </a:cubicBezTo>
                      <a:cubicBezTo>
                        <a:pt x="769" y="251"/>
                        <a:pt x="769" y="251"/>
                        <a:pt x="769" y="251"/>
                      </a:cubicBezTo>
                      <a:lnTo>
                        <a:pt x="769" y="373"/>
                      </a:lnTo>
                      <a:close/>
                      <a:moveTo>
                        <a:pt x="0" y="428"/>
                      </a:moveTo>
                      <a:cubicBezTo>
                        <a:pt x="0" y="623"/>
                        <a:pt x="0" y="623"/>
                        <a:pt x="0" y="623"/>
                      </a:cubicBezTo>
                      <a:cubicBezTo>
                        <a:pt x="804" y="623"/>
                        <a:pt x="804" y="623"/>
                        <a:pt x="804" y="623"/>
                      </a:cubicBezTo>
                      <a:cubicBezTo>
                        <a:pt x="804" y="428"/>
                        <a:pt x="804" y="428"/>
                        <a:pt x="804" y="428"/>
                      </a:cubicBezTo>
                      <a:lnTo>
                        <a:pt x="0" y="428"/>
                      </a:lnTo>
                      <a:close/>
                      <a:moveTo>
                        <a:pt x="539" y="589"/>
                      </a:moveTo>
                      <a:cubicBezTo>
                        <a:pt x="433" y="589"/>
                        <a:pt x="433" y="589"/>
                        <a:pt x="433" y="589"/>
                      </a:cubicBezTo>
                      <a:cubicBezTo>
                        <a:pt x="433" y="566"/>
                        <a:pt x="433" y="566"/>
                        <a:pt x="433" y="566"/>
                      </a:cubicBezTo>
                      <a:cubicBezTo>
                        <a:pt x="539" y="566"/>
                        <a:pt x="539" y="566"/>
                        <a:pt x="539" y="566"/>
                      </a:cubicBezTo>
                      <a:lnTo>
                        <a:pt x="539" y="589"/>
                      </a:lnTo>
                      <a:close/>
                      <a:moveTo>
                        <a:pt x="583" y="592"/>
                      </a:moveTo>
                      <a:cubicBezTo>
                        <a:pt x="575" y="592"/>
                        <a:pt x="568" y="585"/>
                        <a:pt x="568" y="577"/>
                      </a:cubicBezTo>
                      <a:cubicBezTo>
                        <a:pt x="568" y="569"/>
                        <a:pt x="575" y="563"/>
                        <a:pt x="583" y="563"/>
                      </a:cubicBezTo>
                      <a:cubicBezTo>
                        <a:pt x="591" y="563"/>
                        <a:pt x="597" y="569"/>
                        <a:pt x="597" y="577"/>
                      </a:cubicBezTo>
                      <a:cubicBezTo>
                        <a:pt x="597" y="585"/>
                        <a:pt x="591" y="592"/>
                        <a:pt x="583" y="592"/>
                      </a:cubicBezTo>
                      <a:close/>
                      <a:moveTo>
                        <a:pt x="769" y="587"/>
                      </a:moveTo>
                      <a:cubicBezTo>
                        <a:pt x="686" y="587"/>
                        <a:pt x="686" y="587"/>
                        <a:pt x="686" y="587"/>
                      </a:cubicBezTo>
                      <a:cubicBezTo>
                        <a:pt x="686" y="465"/>
                        <a:pt x="686" y="465"/>
                        <a:pt x="686" y="465"/>
                      </a:cubicBezTo>
                      <a:cubicBezTo>
                        <a:pt x="769" y="465"/>
                        <a:pt x="769" y="465"/>
                        <a:pt x="769" y="465"/>
                      </a:cubicBezTo>
                      <a:lnTo>
                        <a:pt x="769" y="587"/>
                      </a:lnTo>
                      <a:close/>
                    </a:path>
                  </a:pathLst>
                </a:custGeom>
                <a:solidFill>
                  <a:schemeClr val="bg1"/>
                </a:solidFill>
                <a:ln>
                  <a:noFill/>
                </a:ln>
                <a:extLst/>
              </p:spPr>
              <p:txBody>
                <a:bodyPr vert="horz" wrap="square" lIns="89630" tIns="44815" rIns="89630" bIns="44815" numCol="1" anchor="t" anchorCtr="0" compatLnSpc="1">
                  <a:prstTxWarp prst="textNoShape">
                    <a:avLst/>
                  </a:prstTxWarp>
                </a:bodyPr>
                <a:lstStyle/>
                <a:p>
                  <a:pPr defTabSz="1218996" eaLnBrk="0" fontAlgn="base" hangingPunct="0">
                    <a:spcBef>
                      <a:spcPct val="0"/>
                    </a:spcBef>
                    <a:spcAft>
                      <a:spcPct val="0"/>
                    </a:spcAft>
                    <a:defRPr/>
                  </a:pPr>
                  <a:endParaRPr lang="en-US" sz="2400">
                    <a:solidFill>
                      <a:prstClr val="black"/>
                    </a:solidFill>
                    <a:latin typeface="Arial" pitchFamily="34" charset="0"/>
                  </a:endParaRPr>
                </a:p>
              </p:txBody>
            </p:sp>
            <p:sp>
              <p:nvSpPr>
                <p:cNvPr id="101" name="Freeform 127"/>
                <p:cNvSpPr>
                  <a:spLocks noChangeAspect="1" noEditPoints="1"/>
                </p:cNvSpPr>
                <p:nvPr/>
              </p:nvSpPr>
              <p:spPr bwMode="auto">
                <a:xfrm>
                  <a:off x="9365659" y="3874981"/>
                  <a:ext cx="306467" cy="236571"/>
                </a:xfrm>
                <a:custGeom>
                  <a:avLst/>
                  <a:gdLst>
                    <a:gd name="T0" fmla="*/ 0 w 804"/>
                    <a:gd name="T1" fmla="*/ 0 h 623"/>
                    <a:gd name="T2" fmla="*/ 0 w 804"/>
                    <a:gd name="T3" fmla="*/ 195 h 623"/>
                    <a:gd name="T4" fmla="*/ 804 w 804"/>
                    <a:gd name="T5" fmla="*/ 195 h 623"/>
                    <a:gd name="T6" fmla="*/ 804 w 804"/>
                    <a:gd name="T7" fmla="*/ 0 h 623"/>
                    <a:gd name="T8" fmla="*/ 0 w 804"/>
                    <a:gd name="T9" fmla="*/ 0 h 623"/>
                    <a:gd name="T10" fmla="*/ 539 w 804"/>
                    <a:gd name="T11" fmla="*/ 161 h 623"/>
                    <a:gd name="T12" fmla="*/ 433 w 804"/>
                    <a:gd name="T13" fmla="*/ 161 h 623"/>
                    <a:gd name="T14" fmla="*/ 433 w 804"/>
                    <a:gd name="T15" fmla="*/ 138 h 623"/>
                    <a:gd name="T16" fmla="*/ 539 w 804"/>
                    <a:gd name="T17" fmla="*/ 138 h 623"/>
                    <a:gd name="T18" fmla="*/ 539 w 804"/>
                    <a:gd name="T19" fmla="*/ 161 h 623"/>
                    <a:gd name="T20" fmla="*/ 583 w 804"/>
                    <a:gd name="T21" fmla="*/ 164 h 623"/>
                    <a:gd name="T22" fmla="*/ 568 w 804"/>
                    <a:gd name="T23" fmla="*/ 149 h 623"/>
                    <a:gd name="T24" fmla="*/ 583 w 804"/>
                    <a:gd name="T25" fmla="*/ 135 h 623"/>
                    <a:gd name="T26" fmla="*/ 597 w 804"/>
                    <a:gd name="T27" fmla="*/ 149 h 623"/>
                    <a:gd name="T28" fmla="*/ 583 w 804"/>
                    <a:gd name="T29" fmla="*/ 164 h 623"/>
                    <a:gd name="T30" fmla="*/ 769 w 804"/>
                    <a:gd name="T31" fmla="*/ 159 h 623"/>
                    <a:gd name="T32" fmla="*/ 686 w 804"/>
                    <a:gd name="T33" fmla="*/ 159 h 623"/>
                    <a:gd name="T34" fmla="*/ 686 w 804"/>
                    <a:gd name="T35" fmla="*/ 37 h 623"/>
                    <a:gd name="T36" fmla="*/ 769 w 804"/>
                    <a:gd name="T37" fmla="*/ 37 h 623"/>
                    <a:gd name="T38" fmla="*/ 769 w 804"/>
                    <a:gd name="T39" fmla="*/ 159 h 623"/>
                    <a:gd name="T40" fmla="*/ 0 w 804"/>
                    <a:gd name="T41" fmla="*/ 214 h 623"/>
                    <a:gd name="T42" fmla="*/ 0 w 804"/>
                    <a:gd name="T43" fmla="*/ 409 h 623"/>
                    <a:gd name="T44" fmla="*/ 804 w 804"/>
                    <a:gd name="T45" fmla="*/ 409 h 623"/>
                    <a:gd name="T46" fmla="*/ 804 w 804"/>
                    <a:gd name="T47" fmla="*/ 214 h 623"/>
                    <a:gd name="T48" fmla="*/ 0 w 804"/>
                    <a:gd name="T49" fmla="*/ 214 h 623"/>
                    <a:gd name="T50" fmla="*/ 539 w 804"/>
                    <a:gd name="T51" fmla="*/ 375 h 623"/>
                    <a:gd name="T52" fmla="*/ 433 w 804"/>
                    <a:gd name="T53" fmla="*/ 375 h 623"/>
                    <a:gd name="T54" fmla="*/ 433 w 804"/>
                    <a:gd name="T55" fmla="*/ 352 h 623"/>
                    <a:gd name="T56" fmla="*/ 539 w 804"/>
                    <a:gd name="T57" fmla="*/ 352 h 623"/>
                    <a:gd name="T58" fmla="*/ 539 w 804"/>
                    <a:gd name="T59" fmla="*/ 375 h 623"/>
                    <a:gd name="T60" fmla="*/ 583 w 804"/>
                    <a:gd name="T61" fmla="*/ 378 h 623"/>
                    <a:gd name="T62" fmla="*/ 568 w 804"/>
                    <a:gd name="T63" fmla="*/ 363 h 623"/>
                    <a:gd name="T64" fmla="*/ 583 w 804"/>
                    <a:gd name="T65" fmla="*/ 349 h 623"/>
                    <a:gd name="T66" fmla="*/ 597 w 804"/>
                    <a:gd name="T67" fmla="*/ 363 h 623"/>
                    <a:gd name="T68" fmla="*/ 583 w 804"/>
                    <a:gd name="T69" fmla="*/ 378 h 623"/>
                    <a:gd name="T70" fmla="*/ 769 w 804"/>
                    <a:gd name="T71" fmla="*/ 373 h 623"/>
                    <a:gd name="T72" fmla="*/ 686 w 804"/>
                    <a:gd name="T73" fmla="*/ 373 h 623"/>
                    <a:gd name="T74" fmla="*/ 686 w 804"/>
                    <a:gd name="T75" fmla="*/ 251 h 623"/>
                    <a:gd name="T76" fmla="*/ 769 w 804"/>
                    <a:gd name="T77" fmla="*/ 251 h 623"/>
                    <a:gd name="T78" fmla="*/ 769 w 804"/>
                    <a:gd name="T79" fmla="*/ 373 h 623"/>
                    <a:gd name="T80" fmla="*/ 0 w 804"/>
                    <a:gd name="T81" fmla="*/ 428 h 623"/>
                    <a:gd name="T82" fmla="*/ 0 w 804"/>
                    <a:gd name="T83" fmla="*/ 623 h 623"/>
                    <a:gd name="T84" fmla="*/ 804 w 804"/>
                    <a:gd name="T85" fmla="*/ 623 h 623"/>
                    <a:gd name="T86" fmla="*/ 804 w 804"/>
                    <a:gd name="T87" fmla="*/ 428 h 623"/>
                    <a:gd name="T88" fmla="*/ 0 w 804"/>
                    <a:gd name="T89" fmla="*/ 428 h 623"/>
                    <a:gd name="T90" fmla="*/ 539 w 804"/>
                    <a:gd name="T91" fmla="*/ 589 h 623"/>
                    <a:gd name="T92" fmla="*/ 433 w 804"/>
                    <a:gd name="T93" fmla="*/ 589 h 623"/>
                    <a:gd name="T94" fmla="*/ 433 w 804"/>
                    <a:gd name="T95" fmla="*/ 566 h 623"/>
                    <a:gd name="T96" fmla="*/ 539 w 804"/>
                    <a:gd name="T97" fmla="*/ 566 h 623"/>
                    <a:gd name="T98" fmla="*/ 539 w 804"/>
                    <a:gd name="T99" fmla="*/ 589 h 623"/>
                    <a:gd name="T100" fmla="*/ 583 w 804"/>
                    <a:gd name="T101" fmla="*/ 592 h 623"/>
                    <a:gd name="T102" fmla="*/ 568 w 804"/>
                    <a:gd name="T103" fmla="*/ 577 h 623"/>
                    <a:gd name="T104" fmla="*/ 583 w 804"/>
                    <a:gd name="T105" fmla="*/ 563 h 623"/>
                    <a:gd name="T106" fmla="*/ 597 w 804"/>
                    <a:gd name="T107" fmla="*/ 577 h 623"/>
                    <a:gd name="T108" fmla="*/ 583 w 804"/>
                    <a:gd name="T109" fmla="*/ 592 h 623"/>
                    <a:gd name="T110" fmla="*/ 769 w 804"/>
                    <a:gd name="T111" fmla="*/ 587 h 623"/>
                    <a:gd name="T112" fmla="*/ 686 w 804"/>
                    <a:gd name="T113" fmla="*/ 587 h 623"/>
                    <a:gd name="T114" fmla="*/ 686 w 804"/>
                    <a:gd name="T115" fmla="*/ 465 h 623"/>
                    <a:gd name="T116" fmla="*/ 769 w 804"/>
                    <a:gd name="T117" fmla="*/ 465 h 623"/>
                    <a:gd name="T118" fmla="*/ 769 w 804"/>
                    <a:gd name="T119" fmla="*/ 587 h 6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804" h="623">
                      <a:moveTo>
                        <a:pt x="0" y="0"/>
                      </a:moveTo>
                      <a:cubicBezTo>
                        <a:pt x="0" y="195"/>
                        <a:pt x="0" y="195"/>
                        <a:pt x="0" y="195"/>
                      </a:cubicBezTo>
                      <a:cubicBezTo>
                        <a:pt x="804" y="195"/>
                        <a:pt x="804" y="195"/>
                        <a:pt x="804" y="195"/>
                      </a:cubicBezTo>
                      <a:cubicBezTo>
                        <a:pt x="804" y="0"/>
                        <a:pt x="804" y="0"/>
                        <a:pt x="804" y="0"/>
                      </a:cubicBezTo>
                      <a:lnTo>
                        <a:pt x="0" y="0"/>
                      </a:lnTo>
                      <a:close/>
                      <a:moveTo>
                        <a:pt x="539" y="161"/>
                      </a:moveTo>
                      <a:cubicBezTo>
                        <a:pt x="433" y="161"/>
                        <a:pt x="433" y="161"/>
                        <a:pt x="433" y="161"/>
                      </a:cubicBezTo>
                      <a:cubicBezTo>
                        <a:pt x="433" y="138"/>
                        <a:pt x="433" y="138"/>
                        <a:pt x="433" y="138"/>
                      </a:cubicBezTo>
                      <a:cubicBezTo>
                        <a:pt x="539" y="138"/>
                        <a:pt x="539" y="138"/>
                        <a:pt x="539" y="138"/>
                      </a:cubicBezTo>
                      <a:lnTo>
                        <a:pt x="539" y="161"/>
                      </a:lnTo>
                      <a:close/>
                      <a:moveTo>
                        <a:pt x="583" y="164"/>
                      </a:moveTo>
                      <a:cubicBezTo>
                        <a:pt x="575" y="164"/>
                        <a:pt x="568" y="157"/>
                        <a:pt x="568" y="149"/>
                      </a:cubicBezTo>
                      <a:cubicBezTo>
                        <a:pt x="568" y="141"/>
                        <a:pt x="575" y="135"/>
                        <a:pt x="583" y="135"/>
                      </a:cubicBezTo>
                      <a:cubicBezTo>
                        <a:pt x="591" y="135"/>
                        <a:pt x="597" y="141"/>
                        <a:pt x="597" y="149"/>
                      </a:cubicBezTo>
                      <a:cubicBezTo>
                        <a:pt x="597" y="157"/>
                        <a:pt x="591" y="164"/>
                        <a:pt x="583" y="164"/>
                      </a:cubicBezTo>
                      <a:close/>
                      <a:moveTo>
                        <a:pt x="769" y="159"/>
                      </a:moveTo>
                      <a:cubicBezTo>
                        <a:pt x="686" y="159"/>
                        <a:pt x="686" y="159"/>
                        <a:pt x="686" y="159"/>
                      </a:cubicBezTo>
                      <a:cubicBezTo>
                        <a:pt x="686" y="37"/>
                        <a:pt x="686" y="37"/>
                        <a:pt x="686" y="37"/>
                      </a:cubicBezTo>
                      <a:cubicBezTo>
                        <a:pt x="769" y="37"/>
                        <a:pt x="769" y="37"/>
                        <a:pt x="769" y="37"/>
                      </a:cubicBezTo>
                      <a:lnTo>
                        <a:pt x="769" y="159"/>
                      </a:lnTo>
                      <a:close/>
                      <a:moveTo>
                        <a:pt x="0" y="214"/>
                      </a:moveTo>
                      <a:cubicBezTo>
                        <a:pt x="0" y="409"/>
                        <a:pt x="0" y="409"/>
                        <a:pt x="0" y="409"/>
                      </a:cubicBezTo>
                      <a:cubicBezTo>
                        <a:pt x="804" y="409"/>
                        <a:pt x="804" y="409"/>
                        <a:pt x="804" y="409"/>
                      </a:cubicBezTo>
                      <a:cubicBezTo>
                        <a:pt x="804" y="214"/>
                        <a:pt x="804" y="214"/>
                        <a:pt x="804" y="214"/>
                      </a:cubicBezTo>
                      <a:lnTo>
                        <a:pt x="0" y="214"/>
                      </a:lnTo>
                      <a:close/>
                      <a:moveTo>
                        <a:pt x="539" y="375"/>
                      </a:moveTo>
                      <a:cubicBezTo>
                        <a:pt x="433" y="375"/>
                        <a:pt x="433" y="375"/>
                        <a:pt x="433" y="375"/>
                      </a:cubicBezTo>
                      <a:cubicBezTo>
                        <a:pt x="433" y="352"/>
                        <a:pt x="433" y="352"/>
                        <a:pt x="433" y="352"/>
                      </a:cubicBezTo>
                      <a:cubicBezTo>
                        <a:pt x="539" y="352"/>
                        <a:pt x="539" y="352"/>
                        <a:pt x="539" y="352"/>
                      </a:cubicBezTo>
                      <a:lnTo>
                        <a:pt x="539" y="375"/>
                      </a:lnTo>
                      <a:close/>
                      <a:moveTo>
                        <a:pt x="583" y="378"/>
                      </a:moveTo>
                      <a:cubicBezTo>
                        <a:pt x="575" y="378"/>
                        <a:pt x="568" y="371"/>
                        <a:pt x="568" y="363"/>
                      </a:cubicBezTo>
                      <a:cubicBezTo>
                        <a:pt x="568" y="355"/>
                        <a:pt x="575" y="349"/>
                        <a:pt x="583" y="349"/>
                      </a:cubicBezTo>
                      <a:cubicBezTo>
                        <a:pt x="591" y="349"/>
                        <a:pt x="597" y="355"/>
                        <a:pt x="597" y="363"/>
                      </a:cubicBezTo>
                      <a:cubicBezTo>
                        <a:pt x="597" y="371"/>
                        <a:pt x="591" y="378"/>
                        <a:pt x="583" y="378"/>
                      </a:cubicBezTo>
                      <a:close/>
                      <a:moveTo>
                        <a:pt x="769" y="373"/>
                      </a:moveTo>
                      <a:cubicBezTo>
                        <a:pt x="686" y="373"/>
                        <a:pt x="686" y="373"/>
                        <a:pt x="686" y="373"/>
                      </a:cubicBezTo>
                      <a:cubicBezTo>
                        <a:pt x="686" y="251"/>
                        <a:pt x="686" y="251"/>
                        <a:pt x="686" y="251"/>
                      </a:cubicBezTo>
                      <a:cubicBezTo>
                        <a:pt x="769" y="251"/>
                        <a:pt x="769" y="251"/>
                        <a:pt x="769" y="251"/>
                      </a:cubicBezTo>
                      <a:lnTo>
                        <a:pt x="769" y="373"/>
                      </a:lnTo>
                      <a:close/>
                      <a:moveTo>
                        <a:pt x="0" y="428"/>
                      </a:moveTo>
                      <a:cubicBezTo>
                        <a:pt x="0" y="623"/>
                        <a:pt x="0" y="623"/>
                        <a:pt x="0" y="623"/>
                      </a:cubicBezTo>
                      <a:cubicBezTo>
                        <a:pt x="804" y="623"/>
                        <a:pt x="804" y="623"/>
                        <a:pt x="804" y="623"/>
                      </a:cubicBezTo>
                      <a:cubicBezTo>
                        <a:pt x="804" y="428"/>
                        <a:pt x="804" y="428"/>
                        <a:pt x="804" y="428"/>
                      </a:cubicBezTo>
                      <a:lnTo>
                        <a:pt x="0" y="428"/>
                      </a:lnTo>
                      <a:close/>
                      <a:moveTo>
                        <a:pt x="539" y="589"/>
                      </a:moveTo>
                      <a:cubicBezTo>
                        <a:pt x="433" y="589"/>
                        <a:pt x="433" y="589"/>
                        <a:pt x="433" y="589"/>
                      </a:cubicBezTo>
                      <a:cubicBezTo>
                        <a:pt x="433" y="566"/>
                        <a:pt x="433" y="566"/>
                        <a:pt x="433" y="566"/>
                      </a:cubicBezTo>
                      <a:cubicBezTo>
                        <a:pt x="539" y="566"/>
                        <a:pt x="539" y="566"/>
                        <a:pt x="539" y="566"/>
                      </a:cubicBezTo>
                      <a:lnTo>
                        <a:pt x="539" y="589"/>
                      </a:lnTo>
                      <a:close/>
                      <a:moveTo>
                        <a:pt x="583" y="592"/>
                      </a:moveTo>
                      <a:cubicBezTo>
                        <a:pt x="575" y="592"/>
                        <a:pt x="568" y="585"/>
                        <a:pt x="568" y="577"/>
                      </a:cubicBezTo>
                      <a:cubicBezTo>
                        <a:pt x="568" y="569"/>
                        <a:pt x="575" y="563"/>
                        <a:pt x="583" y="563"/>
                      </a:cubicBezTo>
                      <a:cubicBezTo>
                        <a:pt x="591" y="563"/>
                        <a:pt x="597" y="569"/>
                        <a:pt x="597" y="577"/>
                      </a:cubicBezTo>
                      <a:cubicBezTo>
                        <a:pt x="597" y="585"/>
                        <a:pt x="591" y="592"/>
                        <a:pt x="583" y="592"/>
                      </a:cubicBezTo>
                      <a:close/>
                      <a:moveTo>
                        <a:pt x="769" y="587"/>
                      </a:moveTo>
                      <a:cubicBezTo>
                        <a:pt x="686" y="587"/>
                        <a:pt x="686" y="587"/>
                        <a:pt x="686" y="587"/>
                      </a:cubicBezTo>
                      <a:cubicBezTo>
                        <a:pt x="686" y="465"/>
                        <a:pt x="686" y="465"/>
                        <a:pt x="686" y="465"/>
                      </a:cubicBezTo>
                      <a:cubicBezTo>
                        <a:pt x="769" y="465"/>
                        <a:pt x="769" y="465"/>
                        <a:pt x="769" y="465"/>
                      </a:cubicBezTo>
                      <a:lnTo>
                        <a:pt x="769" y="587"/>
                      </a:lnTo>
                      <a:close/>
                    </a:path>
                  </a:pathLst>
                </a:custGeom>
                <a:solidFill>
                  <a:schemeClr val="bg1"/>
                </a:solidFill>
                <a:ln>
                  <a:noFill/>
                </a:ln>
                <a:extLst/>
              </p:spPr>
              <p:txBody>
                <a:bodyPr vert="horz" wrap="square" lIns="89630" tIns="44815" rIns="89630" bIns="44815" numCol="1" anchor="t" anchorCtr="0" compatLnSpc="1">
                  <a:prstTxWarp prst="textNoShape">
                    <a:avLst/>
                  </a:prstTxWarp>
                </a:bodyPr>
                <a:lstStyle/>
                <a:p>
                  <a:pPr defTabSz="1218996" eaLnBrk="0" fontAlgn="base" hangingPunct="0">
                    <a:spcBef>
                      <a:spcPct val="0"/>
                    </a:spcBef>
                    <a:spcAft>
                      <a:spcPct val="0"/>
                    </a:spcAft>
                    <a:defRPr/>
                  </a:pPr>
                  <a:endParaRPr lang="en-US" sz="2400">
                    <a:solidFill>
                      <a:prstClr val="black"/>
                    </a:solidFill>
                    <a:latin typeface="Arial" pitchFamily="34" charset="0"/>
                  </a:endParaRPr>
                </a:p>
              </p:txBody>
            </p:sp>
            <p:sp>
              <p:nvSpPr>
                <p:cNvPr id="102" name="Freeform 127"/>
                <p:cNvSpPr>
                  <a:spLocks noChangeAspect="1" noEditPoints="1"/>
                </p:cNvSpPr>
                <p:nvPr/>
              </p:nvSpPr>
              <p:spPr bwMode="auto">
                <a:xfrm>
                  <a:off x="9743649" y="3874981"/>
                  <a:ext cx="306467" cy="236571"/>
                </a:xfrm>
                <a:custGeom>
                  <a:avLst/>
                  <a:gdLst>
                    <a:gd name="T0" fmla="*/ 0 w 804"/>
                    <a:gd name="T1" fmla="*/ 0 h 623"/>
                    <a:gd name="T2" fmla="*/ 0 w 804"/>
                    <a:gd name="T3" fmla="*/ 195 h 623"/>
                    <a:gd name="T4" fmla="*/ 804 w 804"/>
                    <a:gd name="T5" fmla="*/ 195 h 623"/>
                    <a:gd name="T6" fmla="*/ 804 w 804"/>
                    <a:gd name="T7" fmla="*/ 0 h 623"/>
                    <a:gd name="T8" fmla="*/ 0 w 804"/>
                    <a:gd name="T9" fmla="*/ 0 h 623"/>
                    <a:gd name="T10" fmla="*/ 539 w 804"/>
                    <a:gd name="T11" fmla="*/ 161 h 623"/>
                    <a:gd name="T12" fmla="*/ 433 w 804"/>
                    <a:gd name="T13" fmla="*/ 161 h 623"/>
                    <a:gd name="T14" fmla="*/ 433 w 804"/>
                    <a:gd name="T15" fmla="*/ 138 h 623"/>
                    <a:gd name="T16" fmla="*/ 539 w 804"/>
                    <a:gd name="T17" fmla="*/ 138 h 623"/>
                    <a:gd name="T18" fmla="*/ 539 w 804"/>
                    <a:gd name="T19" fmla="*/ 161 h 623"/>
                    <a:gd name="T20" fmla="*/ 583 w 804"/>
                    <a:gd name="T21" fmla="*/ 164 h 623"/>
                    <a:gd name="T22" fmla="*/ 568 w 804"/>
                    <a:gd name="T23" fmla="*/ 149 h 623"/>
                    <a:gd name="T24" fmla="*/ 583 w 804"/>
                    <a:gd name="T25" fmla="*/ 135 h 623"/>
                    <a:gd name="T26" fmla="*/ 597 w 804"/>
                    <a:gd name="T27" fmla="*/ 149 h 623"/>
                    <a:gd name="T28" fmla="*/ 583 w 804"/>
                    <a:gd name="T29" fmla="*/ 164 h 623"/>
                    <a:gd name="T30" fmla="*/ 769 w 804"/>
                    <a:gd name="T31" fmla="*/ 159 h 623"/>
                    <a:gd name="T32" fmla="*/ 686 w 804"/>
                    <a:gd name="T33" fmla="*/ 159 h 623"/>
                    <a:gd name="T34" fmla="*/ 686 w 804"/>
                    <a:gd name="T35" fmla="*/ 37 h 623"/>
                    <a:gd name="T36" fmla="*/ 769 w 804"/>
                    <a:gd name="T37" fmla="*/ 37 h 623"/>
                    <a:gd name="T38" fmla="*/ 769 w 804"/>
                    <a:gd name="T39" fmla="*/ 159 h 623"/>
                    <a:gd name="T40" fmla="*/ 0 w 804"/>
                    <a:gd name="T41" fmla="*/ 214 h 623"/>
                    <a:gd name="T42" fmla="*/ 0 w 804"/>
                    <a:gd name="T43" fmla="*/ 409 h 623"/>
                    <a:gd name="T44" fmla="*/ 804 w 804"/>
                    <a:gd name="T45" fmla="*/ 409 h 623"/>
                    <a:gd name="T46" fmla="*/ 804 w 804"/>
                    <a:gd name="T47" fmla="*/ 214 h 623"/>
                    <a:gd name="T48" fmla="*/ 0 w 804"/>
                    <a:gd name="T49" fmla="*/ 214 h 623"/>
                    <a:gd name="T50" fmla="*/ 539 w 804"/>
                    <a:gd name="T51" fmla="*/ 375 h 623"/>
                    <a:gd name="T52" fmla="*/ 433 w 804"/>
                    <a:gd name="T53" fmla="*/ 375 h 623"/>
                    <a:gd name="T54" fmla="*/ 433 w 804"/>
                    <a:gd name="T55" fmla="*/ 352 h 623"/>
                    <a:gd name="T56" fmla="*/ 539 w 804"/>
                    <a:gd name="T57" fmla="*/ 352 h 623"/>
                    <a:gd name="T58" fmla="*/ 539 w 804"/>
                    <a:gd name="T59" fmla="*/ 375 h 623"/>
                    <a:gd name="T60" fmla="*/ 583 w 804"/>
                    <a:gd name="T61" fmla="*/ 378 h 623"/>
                    <a:gd name="T62" fmla="*/ 568 w 804"/>
                    <a:gd name="T63" fmla="*/ 363 h 623"/>
                    <a:gd name="T64" fmla="*/ 583 w 804"/>
                    <a:gd name="T65" fmla="*/ 349 h 623"/>
                    <a:gd name="T66" fmla="*/ 597 w 804"/>
                    <a:gd name="T67" fmla="*/ 363 h 623"/>
                    <a:gd name="T68" fmla="*/ 583 w 804"/>
                    <a:gd name="T69" fmla="*/ 378 h 623"/>
                    <a:gd name="T70" fmla="*/ 769 w 804"/>
                    <a:gd name="T71" fmla="*/ 373 h 623"/>
                    <a:gd name="T72" fmla="*/ 686 w 804"/>
                    <a:gd name="T73" fmla="*/ 373 h 623"/>
                    <a:gd name="T74" fmla="*/ 686 w 804"/>
                    <a:gd name="T75" fmla="*/ 251 h 623"/>
                    <a:gd name="T76" fmla="*/ 769 w 804"/>
                    <a:gd name="T77" fmla="*/ 251 h 623"/>
                    <a:gd name="T78" fmla="*/ 769 w 804"/>
                    <a:gd name="T79" fmla="*/ 373 h 623"/>
                    <a:gd name="T80" fmla="*/ 0 w 804"/>
                    <a:gd name="T81" fmla="*/ 428 h 623"/>
                    <a:gd name="T82" fmla="*/ 0 w 804"/>
                    <a:gd name="T83" fmla="*/ 623 h 623"/>
                    <a:gd name="T84" fmla="*/ 804 w 804"/>
                    <a:gd name="T85" fmla="*/ 623 h 623"/>
                    <a:gd name="T86" fmla="*/ 804 w 804"/>
                    <a:gd name="T87" fmla="*/ 428 h 623"/>
                    <a:gd name="T88" fmla="*/ 0 w 804"/>
                    <a:gd name="T89" fmla="*/ 428 h 623"/>
                    <a:gd name="T90" fmla="*/ 539 w 804"/>
                    <a:gd name="T91" fmla="*/ 589 h 623"/>
                    <a:gd name="T92" fmla="*/ 433 w 804"/>
                    <a:gd name="T93" fmla="*/ 589 h 623"/>
                    <a:gd name="T94" fmla="*/ 433 w 804"/>
                    <a:gd name="T95" fmla="*/ 566 h 623"/>
                    <a:gd name="T96" fmla="*/ 539 w 804"/>
                    <a:gd name="T97" fmla="*/ 566 h 623"/>
                    <a:gd name="T98" fmla="*/ 539 w 804"/>
                    <a:gd name="T99" fmla="*/ 589 h 623"/>
                    <a:gd name="T100" fmla="*/ 583 w 804"/>
                    <a:gd name="T101" fmla="*/ 592 h 623"/>
                    <a:gd name="T102" fmla="*/ 568 w 804"/>
                    <a:gd name="T103" fmla="*/ 577 h 623"/>
                    <a:gd name="T104" fmla="*/ 583 w 804"/>
                    <a:gd name="T105" fmla="*/ 563 h 623"/>
                    <a:gd name="T106" fmla="*/ 597 w 804"/>
                    <a:gd name="T107" fmla="*/ 577 h 623"/>
                    <a:gd name="T108" fmla="*/ 583 w 804"/>
                    <a:gd name="T109" fmla="*/ 592 h 623"/>
                    <a:gd name="T110" fmla="*/ 769 w 804"/>
                    <a:gd name="T111" fmla="*/ 587 h 623"/>
                    <a:gd name="T112" fmla="*/ 686 w 804"/>
                    <a:gd name="T113" fmla="*/ 587 h 623"/>
                    <a:gd name="T114" fmla="*/ 686 w 804"/>
                    <a:gd name="T115" fmla="*/ 465 h 623"/>
                    <a:gd name="T116" fmla="*/ 769 w 804"/>
                    <a:gd name="T117" fmla="*/ 465 h 623"/>
                    <a:gd name="T118" fmla="*/ 769 w 804"/>
                    <a:gd name="T119" fmla="*/ 587 h 6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804" h="623">
                      <a:moveTo>
                        <a:pt x="0" y="0"/>
                      </a:moveTo>
                      <a:cubicBezTo>
                        <a:pt x="0" y="195"/>
                        <a:pt x="0" y="195"/>
                        <a:pt x="0" y="195"/>
                      </a:cubicBezTo>
                      <a:cubicBezTo>
                        <a:pt x="804" y="195"/>
                        <a:pt x="804" y="195"/>
                        <a:pt x="804" y="195"/>
                      </a:cubicBezTo>
                      <a:cubicBezTo>
                        <a:pt x="804" y="0"/>
                        <a:pt x="804" y="0"/>
                        <a:pt x="804" y="0"/>
                      </a:cubicBezTo>
                      <a:lnTo>
                        <a:pt x="0" y="0"/>
                      </a:lnTo>
                      <a:close/>
                      <a:moveTo>
                        <a:pt x="539" y="161"/>
                      </a:moveTo>
                      <a:cubicBezTo>
                        <a:pt x="433" y="161"/>
                        <a:pt x="433" y="161"/>
                        <a:pt x="433" y="161"/>
                      </a:cubicBezTo>
                      <a:cubicBezTo>
                        <a:pt x="433" y="138"/>
                        <a:pt x="433" y="138"/>
                        <a:pt x="433" y="138"/>
                      </a:cubicBezTo>
                      <a:cubicBezTo>
                        <a:pt x="539" y="138"/>
                        <a:pt x="539" y="138"/>
                        <a:pt x="539" y="138"/>
                      </a:cubicBezTo>
                      <a:lnTo>
                        <a:pt x="539" y="161"/>
                      </a:lnTo>
                      <a:close/>
                      <a:moveTo>
                        <a:pt x="583" y="164"/>
                      </a:moveTo>
                      <a:cubicBezTo>
                        <a:pt x="575" y="164"/>
                        <a:pt x="568" y="157"/>
                        <a:pt x="568" y="149"/>
                      </a:cubicBezTo>
                      <a:cubicBezTo>
                        <a:pt x="568" y="141"/>
                        <a:pt x="575" y="135"/>
                        <a:pt x="583" y="135"/>
                      </a:cubicBezTo>
                      <a:cubicBezTo>
                        <a:pt x="591" y="135"/>
                        <a:pt x="597" y="141"/>
                        <a:pt x="597" y="149"/>
                      </a:cubicBezTo>
                      <a:cubicBezTo>
                        <a:pt x="597" y="157"/>
                        <a:pt x="591" y="164"/>
                        <a:pt x="583" y="164"/>
                      </a:cubicBezTo>
                      <a:close/>
                      <a:moveTo>
                        <a:pt x="769" y="159"/>
                      </a:moveTo>
                      <a:cubicBezTo>
                        <a:pt x="686" y="159"/>
                        <a:pt x="686" y="159"/>
                        <a:pt x="686" y="159"/>
                      </a:cubicBezTo>
                      <a:cubicBezTo>
                        <a:pt x="686" y="37"/>
                        <a:pt x="686" y="37"/>
                        <a:pt x="686" y="37"/>
                      </a:cubicBezTo>
                      <a:cubicBezTo>
                        <a:pt x="769" y="37"/>
                        <a:pt x="769" y="37"/>
                        <a:pt x="769" y="37"/>
                      </a:cubicBezTo>
                      <a:lnTo>
                        <a:pt x="769" y="159"/>
                      </a:lnTo>
                      <a:close/>
                      <a:moveTo>
                        <a:pt x="0" y="214"/>
                      </a:moveTo>
                      <a:cubicBezTo>
                        <a:pt x="0" y="409"/>
                        <a:pt x="0" y="409"/>
                        <a:pt x="0" y="409"/>
                      </a:cubicBezTo>
                      <a:cubicBezTo>
                        <a:pt x="804" y="409"/>
                        <a:pt x="804" y="409"/>
                        <a:pt x="804" y="409"/>
                      </a:cubicBezTo>
                      <a:cubicBezTo>
                        <a:pt x="804" y="214"/>
                        <a:pt x="804" y="214"/>
                        <a:pt x="804" y="214"/>
                      </a:cubicBezTo>
                      <a:lnTo>
                        <a:pt x="0" y="214"/>
                      </a:lnTo>
                      <a:close/>
                      <a:moveTo>
                        <a:pt x="539" y="375"/>
                      </a:moveTo>
                      <a:cubicBezTo>
                        <a:pt x="433" y="375"/>
                        <a:pt x="433" y="375"/>
                        <a:pt x="433" y="375"/>
                      </a:cubicBezTo>
                      <a:cubicBezTo>
                        <a:pt x="433" y="352"/>
                        <a:pt x="433" y="352"/>
                        <a:pt x="433" y="352"/>
                      </a:cubicBezTo>
                      <a:cubicBezTo>
                        <a:pt x="539" y="352"/>
                        <a:pt x="539" y="352"/>
                        <a:pt x="539" y="352"/>
                      </a:cubicBezTo>
                      <a:lnTo>
                        <a:pt x="539" y="375"/>
                      </a:lnTo>
                      <a:close/>
                      <a:moveTo>
                        <a:pt x="583" y="378"/>
                      </a:moveTo>
                      <a:cubicBezTo>
                        <a:pt x="575" y="378"/>
                        <a:pt x="568" y="371"/>
                        <a:pt x="568" y="363"/>
                      </a:cubicBezTo>
                      <a:cubicBezTo>
                        <a:pt x="568" y="355"/>
                        <a:pt x="575" y="349"/>
                        <a:pt x="583" y="349"/>
                      </a:cubicBezTo>
                      <a:cubicBezTo>
                        <a:pt x="591" y="349"/>
                        <a:pt x="597" y="355"/>
                        <a:pt x="597" y="363"/>
                      </a:cubicBezTo>
                      <a:cubicBezTo>
                        <a:pt x="597" y="371"/>
                        <a:pt x="591" y="378"/>
                        <a:pt x="583" y="378"/>
                      </a:cubicBezTo>
                      <a:close/>
                      <a:moveTo>
                        <a:pt x="769" y="373"/>
                      </a:moveTo>
                      <a:cubicBezTo>
                        <a:pt x="686" y="373"/>
                        <a:pt x="686" y="373"/>
                        <a:pt x="686" y="373"/>
                      </a:cubicBezTo>
                      <a:cubicBezTo>
                        <a:pt x="686" y="251"/>
                        <a:pt x="686" y="251"/>
                        <a:pt x="686" y="251"/>
                      </a:cubicBezTo>
                      <a:cubicBezTo>
                        <a:pt x="769" y="251"/>
                        <a:pt x="769" y="251"/>
                        <a:pt x="769" y="251"/>
                      </a:cubicBezTo>
                      <a:lnTo>
                        <a:pt x="769" y="373"/>
                      </a:lnTo>
                      <a:close/>
                      <a:moveTo>
                        <a:pt x="0" y="428"/>
                      </a:moveTo>
                      <a:cubicBezTo>
                        <a:pt x="0" y="623"/>
                        <a:pt x="0" y="623"/>
                        <a:pt x="0" y="623"/>
                      </a:cubicBezTo>
                      <a:cubicBezTo>
                        <a:pt x="804" y="623"/>
                        <a:pt x="804" y="623"/>
                        <a:pt x="804" y="623"/>
                      </a:cubicBezTo>
                      <a:cubicBezTo>
                        <a:pt x="804" y="428"/>
                        <a:pt x="804" y="428"/>
                        <a:pt x="804" y="428"/>
                      </a:cubicBezTo>
                      <a:lnTo>
                        <a:pt x="0" y="428"/>
                      </a:lnTo>
                      <a:close/>
                      <a:moveTo>
                        <a:pt x="539" y="589"/>
                      </a:moveTo>
                      <a:cubicBezTo>
                        <a:pt x="433" y="589"/>
                        <a:pt x="433" y="589"/>
                        <a:pt x="433" y="589"/>
                      </a:cubicBezTo>
                      <a:cubicBezTo>
                        <a:pt x="433" y="566"/>
                        <a:pt x="433" y="566"/>
                        <a:pt x="433" y="566"/>
                      </a:cubicBezTo>
                      <a:cubicBezTo>
                        <a:pt x="539" y="566"/>
                        <a:pt x="539" y="566"/>
                        <a:pt x="539" y="566"/>
                      </a:cubicBezTo>
                      <a:lnTo>
                        <a:pt x="539" y="589"/>
                      </a:lnTo>
                      <a:close/>
                      <a:moveTo>
                        <a:pt x="583" y="592"/>
                      </a:moveTo>
                      <a:cubicBezTo>
                        <a:pt x="575" y="592"/>
                        <a:pt x="568" y="585"/>
                        <a:pt x="568" y="577"/>
                      </a:cubicBezTo>
                      <a:cubicBezTo>
                        <a:pt x="568" y="569"/>
                        <a:pt x="575" y="563"/>
                        <a:pt x="583" y="563"/>
                      </a:cubicBezTo>
                      <a:cubicBezTo>
                        <a:pt x="591" y="563"/>
                        <a:pt x="597" y="569"/>
                        <a:pt x="597" y="577"/>
                      </a:cubicBezTo>
                      <a:cubicBezTo>
                        <a:pt x="597" y="585"/>
                        <a:pt x="591" y="592"/>
                        <a:pt x="583" y="592"/>
                      </a:cubicBezTo>
                      <a:close/>
                      <a:moveTo>
                        <a:pt x="769" y="587"/>
                      </a:moveTo>
                      <a:cubicBezTo>
                        <a:pt x="686" y="587"/>
                        <a:pt x="686" y="587"/>
                        <a:pt x="686" y="587"/>
                      </a:cubicBezTo>
                      <a:cubicBezTo>
                        <a:pt x="686" y="465"/>
                        <a:pt x="686" y="465"/>
                        <a:pt x="686" y="465"/>
                      </a:cubicBezTo>
                      <a:cubicBezTo>
                        <a:pt x="769" y="465"/>
                        <a:pt x="769" y="465"/>
                        <a:pt x="769" y="465"/>
                      </a:cubicBezTo>
                      <a:lnTo>
                        <a:pt x="769" y="587"/>
                      </a:lnTo>
                      <a:close/>
                    </a:path>
                  </a:pathLst>
                </a:custGeom>
                <a:solidFill>
                  <a:schemeClr val="bg1"/>
                </a:solidFill>
                <a:ln>
                  <a:noFill/>
                </a:ln>
                <a:extLst/>
              </p:spPr>
              <p:txBody>
                <a:bodyPr vert="horz" wrap="square" lIns="89630" tIns="44815" rIns="89630" bIns="44815" numCol="1" anchor="t" anchorCtr="0" compatLnSpc="1">
                  <a:prstTxWarp prst="textNoShape">
                    <a:avLst/>
                  </a:prstTxWarp>
                </a:bodyPr>
                <a:lstStyle/>
                <a:p>
                  <a:pPr defTabSz="1218996" eaLnBrk="0" fontAlgn="base" hangingPunct="0">
                    <a:spcBef>
                      <a:spcPct val="0"/>
                    </a:spcBef>
                    <a:spcAft>
                      <a:spcPct val="0"/>
                    </a:spcAft>
                    <a:defRPr/>
                  </a:pPr>
                  <a:endParaRPr lang="en-US" sz="2400">
                    <a:solidFill>
                      <a:prstClr val="black"/>
                    </a:solidFill>
                    <a:latin typeface="Arial" pitchFamily="34" charset="0"/>
                  </a:endParaRPr>
                </a:p>
              </p:txBody>
            </p:sp>
          </p:grpSp>
        </p:grpSp>
        <p:grpSp>
          <p:nvGrpSpPr>
            <p:cNvPr id="442" name="Group 441"/>
            <p:cNvGrpSpPr/>
            <p:nvPr/>
          </p:nvGrpSpPr>
          <p:grpSpPr>
            <a:xfrm>
              <a:off x="9164967" y="2918751"/>
              <a:ext cx="1575468" cy="1565276"/>
              <a:chOff x="1808160" y="2424113"/>
              <a:chExt cx="1575468" cy="1565276"/>
            </a:xfrm>
          </p:grpSpPr>
          <p:grpSp>
            <p:nvGrpSpPr>
              <p:cNvPr id="437" name="Group 436"/>
              <p:cNvGrpSpPr/>
              <p:nvPr/>
            </p:nvGrpSpPr>
            <p:grpSpPr>
              <a:xfrm flipH="1">
                <a:off x="2996277" y="2424113"/>
                <a:ext cx="387351" cy="1565275"/>
                <a:chOff x="1350375" y="2424113"/>
                <a:chExt cx="387351" cy="1565275"/>
              </a:xfrm>
            </p:grpSpPr>
            <p:sp>
              <p:nvSpPr>
                <p:cNvPr id="380" name="Rectangle 314"/>
                <p:cNvSpPr>
                  <a:spLocks noChangeArrowheads="1"/>
                </p:cNvSpPr>
                <p:nvPr/>
              </p:nvSpPr>
              <p:spPr bwMode="auto">
                <a:xfrm>
                  <a:off x="1350375" y="3278188"/>
                  <a:ext cx="155575" cy="711200"/>
                </a:xfrm>
                <a:prstGeom prst="rect">
                  <a:avLst/>
                </a:prstGeom>
                <a:solidFill>
                  <a:srgbClr val="6DC2E9"/>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9630" tIns="44815" rIns="89630" bIns="44815" numCol="1" anchor="t" anchorCtr="0" compatLnSpc="1">
                  <a:prstTxWarp prst="textNoShape">
                    <a:avLst/>
                  </a:prstTxWarp>
                </a:bodyPr>
                <a:lstStyle/>
                <a:p>
                  <a:pPr defTabSz="1218996" eaLnBrk="0" fontAlgn="base" hangingPunct="0">
                    <a:spcBef>
                      <a:spcPct val="0"/>
                    </a:spcBef>
                    <a:spcAft>
                      <a:spcPct val="0"/>
                    </a:spcAft>
                    <a:defRPr/>
                  </a:pPr>
                  <a:endParaRPr lang="en-US" sz="2400">
                    <a:solidFill>
                      <a:prstClr val="black"/>
                    </a:solidFill>
                    <a:latin typeface="Arial" pitchFamily="34" charset="0"/>
                  </a:endParaRPr>
                </a:p>
              </p:txBody>
            </p:sp>
            <p:sp>
              <p:nvSpPr>
                <p:cNvPr id="381" name="Rectangle 315"/>
                <p:cNvSpPr>
                  <a:spLocks noChangeArrowheads="1"/>
                </p:cNvSpPr>
                <p:nvPr/>
              </p:nvSpPr>
              <p:spPr bwMode="auto">
                <a:xfrm>
                  <a:off x="1428163" y="2874963"/>
                  <a:ext cx="309563" cy="1114425"/>
                </a:xfrm>
                <a:prstGeom prst="rect">
                  <a:avLst/>
                </a:prstGeom>
                <a:solidFill>
                  <a:srgbClr val="6DC2E9"/>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9630" tIns="44815" rIns="89630" bIns="44815" numCol="1" anchor="t" anchorCtr="0" compatLnSpc="1">
                  <a:prstTxWarp prst="textNoShape">
                    <a:avLst/>
                  </a:prstTxWarp>
                </a:bodyPr>
                <a:lstStyle/>
                <a:p>
                  <a:pPr defTabSz="1218996" eaLnBrk="0" fontAlgn="base" hangingPunct="0">
                    <a:spcBef>
                      <a:spcPct val="0"/>
                    </a:spcBef>
                    <a:spcAft>
                      <a:spcPct val="0"/>
                    </a:spcAft>
                    <a:defRPr/>
                  </a:pPr>
                  <a:endParaRPr lang="en-US" sz="2400">
                    <a:solidFill>
                      <a:prstClr val="black"/>
                    </a:solidFill>
                    <a:latin typeface="Arial" pitchFamily="34" charset="0"/>
                  </a:endParaRPr>
                </a:p>
              </p:txBody>
            </p:sp>
            <p:sp>
              <p:nvSpPr>
                <p:cNvPr id="382" name="Freeform 316"/>
                <p:cNvSpPr>
                  <a:spLocks/>
                </p:cNvSpPr>
                <p:nvPr/>
              </p:nvSpPr>
              <p:spPr bwMode="auto">
                <a:xfrm>
                  <a:off x="1502775" y="2762251"/>
                  <a:ext cx="160338" cy="112713"/>
                </a:xfrm>
                <a:custGeom>
                  <a:avLst/>
                  <a:gdLst>
                    <a:gd name="T0" fmla="*/ 75 w 101"/>
                    <a:gd name="T1" fmla="*/ 0 h 71"/>
                    <a:gd name="T2" fmla="*/ 26 w 101"/>
                    <a:gd name="T3" fmla="*/ 0 h 71"/>
                    <a:gd name="T4" fmla="*/ 0 w 101"/>
                    <a:gd name="T5" fmla="*/ 71 h 71"/>
                    <a:gd name="T6" fmla="*/ 101 w 101"/>
                    <a:gd name="T7" fmla="*/ 71 h 71"/>
                    <a:gd name="T8" fmla="*/ 75 w 101"/>
                    <a:gd name="T9" fmla="*/ 0 h 71"/>
                  </a:gdLst>
                  <a:ahLst/>
                  <a:cxnLst>
                    <a:cxn ang="0">
                      <a:pos x="T0" y="T1"/>
                    </a:cxn>
                    <a:cxn ang="0">
                      <a:pos x="T2" y="T3"/>
                    </a:cxn>
                    <a:cxn ang="0">
                      <a:pos x="T4" y="T5"/>
                    </a:cxn>
                    <a:cxn ang="0">
                      <a:pos x="T6" y="T7"/>
                    </a:cxn>
                    <a:cxn ang="0">
                      <a:pos x="T8" y="T9"/>
                    </a:cxn>
                  </a:cxnLst>
                  <a:rect l="0" t="0" r="r" b="b"/>
                  <a:pathLst>
                    <a:path w="101" h="71">
                      <a:moveTo>
                        <a:pt x="75" y="0"/>
                      </a:moveTo>
                      <a:lnTo>
                        <a:pt x="26" y="0"/>
                      </a:lnTo>
                      <a:lnTo>
                        <a:pt x="0" y="71"/>
                      </a:lnTo>
                      <a:lnTo>
                        <a:pt x="101" y="71"/>
                      </a:lnTo>
                      <a:lnTo>
                        <a:pt x="75" y="0"/>
                      </a:lnTo>
                      <a:close/>
                    </a:path>
                  </a:pathLst>
                </a:custGeom>
                <a:solidFill>
                  <a:srgbClr val="6DC2E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630" tIns="44815" rIns="89630" bIns="44815" numCol="1" anchor="t" anchorCtr="0" compatLnSpc="1">
                  <a:prstTxWarp prst="textNoShape">
                    <a:avLst/>
                  </a:prstTxWarp>
                </a:bodyPr>
                <a:lstStyle/>
                <a:p>
                  <a:pPr defTabSz="1218996" eaLnBrk="0" fontAlgn="base" hangingPunct="0">
                    <a:spcBef>
                      <a:spcPct val="0"/>
                    </a:spcBef>
                    <a:spcAft>
                      <a:spcPct val="0"/>
                    </a:spcAft>
                    <a:defRPr/>
                  </a:pPr>
                  <a:endParaRPr lang="en-US" sz="2400">
                    <a:solidFill>
                      <a:prstClr val="black"/>
                    </a:solidFill>
                    <a:latin typeface="Arial" pitchFamily="34" charset="0"/>
                  </a:endParaRPr>
                </a:p>
              </p:txBody>
            </p:sp>
            <p:sp>
              <p:nvSpPr>
                <p:cNvPr id="383" name="Rectangle 317"/>
                <p:cNvSpPr>
                  <a:spLocks noChangeArrowheads="1"/>
                </p:cNvSpPr>
                <p:nvPr/>
              </p:nvSpPr>
              <p:spPr bwMode="auto">
                <a:xfrm>
                  <a:off x="1569450" y="2424113"/>
                  <a:ext cx="26988" cy="387350"/>
                </a:xfrm>
                <a:prstGeom prst="rect">
                  <a:avLst/>
                </a:prstGeom>
                <a:solidFill>
                  <a:srgbClr val="6DC2E9"/>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9630" tIns="44815" rIns="89630" bIns="44815" numCol="1" anchor="t" anchorCtr="0" compatLnSpc="1">
                  <a:prstTxWarp prst="textNoShape">
                    <a:avLst/>
                  </a:prstTxWarp>
                </a:bodyPr>
                <a:lstStyle/>
                <a:p>
                  <a:pPr defTabSz="1218996" eaLnBrk="0" fontAlgn="base" hangingPunct="0">
                    <a:spcBef>
                      <a:spcPct val="0"/>
                    </a:spcBef>
                    <a:spcAft>
                      <a:spcPct val="0"/>
                    </a:spcAft>
                    <a:defRPr/>
                  </a:pPr>
                  <a:endParaRPr lang="en-US" sz="2400">
                    <a:solidFill>
                      <a:prstClr val="black"/>
                    </a:solidFill>
                    <a:latin typeface="Arial" pitchFamily="34" charset="0"/>
                  </a:endParaRPr>
                </a:p>
              </p:txBody>
            </p:sp>
            <p:sp>
              <p:nvSpPr>
                <p:cNvPr id="384" name="Rectangle 318"/>
                <p:cNvSpPr>
                  <a:spLocks noChangeArrowheads="1"/>
                </p:cNvSpPr>
                <p:nvPr/>
              </p:nvSpPr>
              <p:spPr bwMode="auto">
                <a:xfrm>
                  <a:off x="1469438" y="2913063"/>
                  <a:ext cx="30163" cy="71438"/>
                </a:xfrm>
                <a:prstGeom prst="rect">
                  <a:avLst/>
                </a:prstGeom>
                <a:solidFill>
                  <a:srgbClr val="E94025"/>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9630" tIns="44815" rIns="89630" bIns="44815" numCol="1" anchor="t" anchorCtr="0" compatLnSpc="1">
                  <a:prstTxWarp prst="textNoShape">
                    <a:avLst/>
                  </a:prstTxWarp>
                </a:bodyPr>
                <a:lstStyle/>
                <a:p>
                  <a:pPr defTabSz="1218996" eaLnBrk="0" fontAlgn="base" hangingPunct="0">
                    <a:spcBef>
                      <a:spcPct val="0"/>
                    </a:spcBef>
                    <a:spcAft>
                      <a:spcPct val="0"/>
                    </a:spcAft>
                    <a:defRPr/>
                  </a:pPr>
                  <a:endParaRPr lang="en-US" sz="2400">
                    <a:solidFill>
                      <a:prstClr val="black"/>
                    </a:solidFill>
                    <a:latin typeface="Arial" pitchFamily="34" charset="0"/>
                  </a:endParaRPr>
                </a:p>
              </p:txBody>
            </p:sp>
            <p:sp>
              <p:nvSpPr>
                <p:cNvPr id="385" name="Rectangle 319"/>
                <p:cNvSpPr>
                  <a:spLocks noChangeArrowheads="1"/>
                </p:cNvSpPr>
                <p:nvPr/>
              </p:nvSpPr>
              <p:spPr bwMode="auto">
                <a:xfrm>
                  <a:off x="1534525" y="2913063"/>
                  <a:ext cx="31750" cy="71438"/>
                </a:xfrm>
                <a:prstGeom prst="rect">
                  <a:avLst/>
                </a:prstGeom>
                <a:solidFill>
                  <a:srgbClr val="E94025"/>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9630" tIns="44815" rIns="89630" bIns="44815" numCol="1" anchor="t" anchorCtr="0" compatLnSpc="1">
                  <a:prstTxWarp prst="textNoShape">
                    <a:avLst/>
                  </a:prstTxWarp>
                </a:bodyPr>
                <a:lstStyle/>
                <a:p>
                  <a:pPr defTabSz="1218996" eaLnBrk="0" fontAlgn="base" hangingPunct="0">
                    <a:spcBef>
                      <a:spcPct val="0"/>
                    </a:spcBef>
                    <a:spcAft>
                      <a:spcPct val="0"/>
                    </a:spcAft>
                    <a:defRPr/>
                  </a:pPr>
                  <a:endParaRPr lang="en-US" sz="2400">
                    <a:solidFill>
                      <a:prstClr val="black"/>
                    </a:solidFill>
                    <a:latin typeface="Arial" pitchFamily="34" charset="0"/>
                  </a:endParaRPr>
                </a:p>
              </p:txBody>
            </p:sp>
            <p:sp>
              <p:nvSpPr>
                <p:cNvPr id="386" name="Rectangle 320"/>
                <p:cNvSpPr>
                  <a:spLocks noChangeArrowheads="1"/>
                </p:cNvSpPr>
                <p:nvPr/>
              </p:nvSpPr>
              <p:spPr bwMode="auto">
                <a:xfrm>
                  <a:off x="1599613" y="2913063"/>
                  <a:ext cx="31750" cy="71438"/>
                </a:xfrm>
                <a:prstGeom prst="rect">
                  <a:avLst/>
                </a:prstGeom>
                <a:solidFill>
                  <a:srgbClr val="FF8C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9630" tIns="44815" rIns="89630" bIns="44815" numCol="1" anchor="t" anchorCtr="0" compatLnSpc="1">
                  <a:prstTxWarp prst="textNoShape">
                    <a:avLst/>
                  </a:prstTxWarp>
                </a:bodyPr>
                <a:lstStyle/>
                <a:p>
                  <a:pPr defTabSz="1218996" eaLnBrk="0" fontAlgn="base" hangingPunct="0">
                    <a:spcBef>
                      <a:spcPct val="0"/>
                    </a:spcBef>
                    <a:spcAft>
                      <a:spcPct val="0"/>
                    </a:spcAft>
                    <a:defRPr/>
                  </a:pPr>
                  <a:endParaRPr lang="en-US" sz="2400">
                    <a:solidFill>
                      <a:prstClr val="black"/>
                    </a:solidFill>
                    <a:latin typeface="Arial" pitchFamily="34" charset="0"/>
                  </a:endParaRPr>
                </a:p>
              </p:txBody>
            </p:sp>
            <p:sp>
              <p:nvSpPr>
                <p:cNvPr id="387" name="Rectangle 321"/>
                <p:cNvSpPr>
                  <a:spLocks noChangeArrowheads="1"/>
                </p:cNvSpPr>
                <p:nvPr/>
              </p:nvSpPr>
              <p:spPr bwMode="auto">
                <a:xfrm>
                  <a:off x="1666288" y="2913063"/>
                  <a:ext cx="30163" cy="71438"/>
                </a:xfrm>
                <a:prstGeom prst="rect">
                  <a:avLst/>
                </a:prstGeom>
                <a:solidFill>
                  <a:srgbClr val="E94025"/>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9630" tIns="44815" rIns="89630" bIns="44815" numCol="1" anchor="t" anchorCtr="0" compatLnSpc="1">
                  <a:prstTxWarp prst="textNoShape">
                    <a:avLst/>
                  </a:prstTxWarp>
                </a:bodyPr>
                <a:lstStyle/>
                <a:p>
                  <a:pPr defTabSz="1218996" eaLnBrk="0" fontAlgn="base" hangingPunct="0">
                    <a:spcBef>
                      <a:spcPct val="0"/>
                    </a:spcBef>
                    <a:spcAft>
                      <a:spcPct val="0"/>
                    </a:spcAft>
                    <a:defRPr/>
                  </a:pPr>
                  <a:endParaRPr lang="en-US" sz="2400">
                    <a:solidFill>
                      <a:prstClr val="black"/>
                    </a:solidFill>
                    <a:latin typeface="Arial" pitchFamily="34" charset="0"/>
                  </a:endParaRPr>
                </a:p>
              </p:txBody>
            </p:sp>
            <p:sp>
              <p:nvSpPr>
                <p:cNvPr id="388" name="Rectangle 322"/>
                <p:cNvSpPr>
                  <a:spLocks noChangeArrowheads="1"/>
                </p:cNvSpPr>
                <p:nvPr/>
              </p:nvSpPr>
              <p:spPr bwMode="auto">
                <a:xfrm>
                  <a:off x="1469438" y="3016251"/>
                  <a:ext cx="30163" cy="71438"/>
                </a:xfrm>
                <a:prstGeom prst="rect">
                  <a:avLst/>
                </a:prstGeom>
                <a:solidFill>
                  <a:srgbClr val="E94025"/>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9630" tIns="44815" rIns="89630" bIns="44815" numCol="1" anchor="t" anchorCtr="0" compatLnSpc="1">
                  <a:prstTxWarp prst="textNoShape">
                    <a:avLst/>
                  </a:prstTxWarp>
                </a:bodyPr>
                <a:lstStyle/>
                <a:p>
                  <a:pPr defTabSz="1218996" eaLnBrk="0" fontAlgn="base" hangingPunct="0">
                    <a:spcBef>
                      <a:spcPct val="0"/>
                    </a:spcBef>
                    <a:spcAft>
                      <a:spcPct val="0"/>
                    </a:spcAft>
                    <a:defRPr/>
                  </a:pPr>
                  <a:endParaRPr lang="en-US" sz="2400">
                    <a:solidFill>
                      <a:prstClr val="black"/>
                    </a:solidFill>
                    <a:latin typeface="Arial" pitchFamily="34" charset="0"/>
                  </a:endParaRPr>
                </a:p>
              </p:txBody>
            </p:sp>
            <p:sp>
              <p:nvSpPr>
                <p:cNvPr id="389" name="Rectangle 323"/>
                <p:cNvSpPr>
                  <a:spLocks noChangeArrowheads="1"/>
                </p:cNvSpPr>
                <p:nvPr/>
              </p:nvSpPr>
              <p:spPr bwMode="auto">
                <a:xfrm>
                  <a:off x="1534525" y="3016251"/>
                  <a:ext cx="31750" cy="71438"/>
                </a:xfrm>
                <a:prstGeom prst="rect">
                  <a:avLst/>
                </a:prstGeom>
                <a:solidFill>
                  <a:srgbClr val="FF8C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9630" tIns="44815" rIns="89630" bIns="44815" numCol="1" anchor="t" anchorCtr="0" compatLnSpc="1">
                  <a:prstTxWarp prst="textNoShape">
                    <a:avLst/>
                  </a:prstTxWarp>
                </a:bodyPr>
                <a:lstStyle/>
                <a:p>
                  <a:pPr defTabSz="1218996" eaLnBrk="0" fontAlgn="base" hangingPunct="0">
                    <a:spcBef>
                      <a:spcPct val="0"/>
                    </a:spcBef>
                    <a:spcAft>
                      <a:spcPct val="0"/>
                    </a:spcAft>
                    <a:defRPr/>
                  </a:pPr>
                  <a:endParaRPr lang="en-US" sz="2400">
                    <a:solidFill>
                      <a:prstClr val="black"/>
                    </a:solidFill>
                    <a:latin typeface="Arial" pitchFamily="34" charset="0"/>
                  </a:endParaRPr>
                </a:p>
              </p:txBody>
            </p:sp>
            <p:sp>
              <p:nvSpPr>
                <p:cNvPr id="390" name="Rectangle 324"/>
                <p:cNvSpPr>
                  <a:spLocks noChangeArrowheads="1"/>
                </p:cNvSpPr>
                <p:nvPr/>
              </p:nvSpPr>
              <p:spPr bwMode="auto">
                <a:xfrm>
                  <a:off x="1599613" y="3016251"/>
                  <a:ext cx="31750" cy="71438"/>
                </a:xfrm>
                <a:prstGeom prst="rect">
                  <a:avLst/>
                </a:prstGeom>
                <a:solidFill>
                  <a:srgbClr val="E94025"/>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9630" tIns="44815" rIns="89630" bIns="44815" numCol="1" anchor="t" anchorCtr="0" compatLnSpc="1">
                  <a:prstTxWarp prst="textNoShape">
                    <a:avLst/>
                  </a:prstTxWarp>
                </a:bodyPr>
                <a:lstStyle/>
                <a:p>
                  <a:pPr defTabSz="1218996" eaLnBrk="0" fontAlgn="base" hangingPunct="0">
                    <a:spcBef>
                      <a:spcPct val="0"/>
                    </a:spcBef>
                    <a:spcAft>
                      <a:spcPct val="0"/>
                    </a:spcAft>
                    <a:defRPr/>
                  </a:pPr>
                  <a:endParaRPr lang="en-US" sz="2400">
                    <a:solidFill>
                      <a:prstClr val="black"/>
                    </a:solidFill>
                    <a:latin typeface="Arial" pitchFamily="34" charset="0"/>
                  </a:endParaRPr>
                </a:p>
              </p:txBody>
            </p:sp>
            <p:sp>
              <p:nvSpPr>
                <p:cNvPr id="391" name="Rectangle 325"/>
                <p:cNvSpPr>
                  <a:spLocks noChangeArrowheads="1"/>
                </p:cNvSpPr>
                <p:nvPr/>
              </p:nvSpPr>
              <p:spPr bwMode="auto">
                <a:xfrm>
                  <a:off x="1666288" y="3016251"/>
                  <a:ext cx="30163" cy="71438"/>
                </a:xfrm>
                <a:prstGeom prst="rect">
                  <a:avLst/>
                </a:prstGeom>
                <a:solidFill>
                  <a:srgbClr val="E94025"/>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9630" tIns="44815" rIns="89630" bIns="44815" numCol="1" anchor="t" anchorCtr="0" compatLnSpc="1">
                  <a:prstTxWarp prst="textNoShape">
                    <a:avLst/>
                  </a:prstTxWarp>
                </a:bodyPr>
                <a:lstStyle/>
                <a:p>
                  <a:pPr defTabSz="1218996" eaLnBrk="0" fontAlgn="base" hangingPunct="0">
                    <a:spcBef>
                      <a:spcPct val="0"/>
                    </a:spcBef>
                    <a:spcAft>
                      <a:spcPct val="0"/>
                    </a:spcAft>
                    <a:defRPr/>
                  </a:pPr>
                  <a:endParaRPr lang="en-US" sz="2400">
                    <a:solidFill>
                      <a:prstClr val="black"/>
                    </a:solidFill>
                    <a:latin typeface="Arial" pitchFamily="34" charset="0"/>
                  </a:endParaRPr>
                </a:p>
              </p:txBody>
            </p:sp>
            <p:sp>
              <p:nvSpPr>
                <p:cNvPr id="392" name="Rectangle 326"/>
                <p:cNvSpPr>
                  <a:spLocks noChangeArrowheads="1"/>
                </p:cNvSpPr>
                <p:nvPr/>
              </p:nvSpPr>
              <p:spPr bwMode="auto">
                <a:xfrm>
                  <a:off x="1469438" y="3119438"/>
                  <a:ext cx="30163" cy="71438"/>
                </a:xfrm>
                <a:prstGeom prst="rect">
                  <a:avLst/>
                </a:prstGeom>
                <a:solidFill>
                  <a:srgbClr val="FF8C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9630" tIns="44815" rIns="89630" bIns="44815" numCol="1" anchor="t" anchorCtr="0" compatLnSpc="1">
                  <a:prstTxWarp prst="textNoShape">
                    <a:avLst/>
                  </a:prstTxWarp>
                </a:bodyPr>
                <a:lstStyle/>
                <a:p>
                  <a:pPr defTabSz="1218996" eaLnBrk="0" fontAlgn="base" hangingPunct="0">
                    <a:spcBef>
                      <a:spcPct val="0"/>
                    </a:spcBef>
                    <a:spcAft>
                      <a:spcPct val="0"/>
                    </a:spcAft>
                    <a:defRPr/>
                  </a:pPr>
                  <a:endParaRPr lang="en-US" sz="2400">
                    <a:solidFill>
                      <a:prstClr val="black"/>
                    </a:solidFill>
                    <a:latin typeface="Arial" pitchFamily="34" charset="0"/>
                  </a:endParaRPr>
                </a:p>
              </p:txBody>
            </p:sp>
            <p:sp>
              <p:nvSpPr>
                <p:cNvPr id="393" name="Rectangle 327"/>
                <p:cNvSpPr>
                  <a:spLocks noChangeArrowheads="1"/>
                </p:cNvSpPr>
                <p:nvPr/>
              </p:nvSpPr>
              <p:spPr bwMode="auto">
                <a:xfrm>
                  <a:off x="1534525" y="3119438"/>
                  <a:ext cx="31750" cy="71438"/>
                </a:xfrm>
                <a:prstGeom prst="rect">
                  <a:avLst/>
                </a:prstGeom>
                <a:solidFill>
                  <a:srgbClr val="FF8C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9630" tIns="44815" rIns="89630" bIns="44815" numCol="1" anchor="t" anchorCtr="0" compatLnSpc="1">
                  <a:prstTxWarp prst="textNoShape">
                    <a:avLst/>
                  </a:prstTxWarp>
                </a:bodyPr>
                <a:lstStyle/>
                <a:p>
                  <a:pPr defTabSz="1218996" eaLnBrk="0" fontAlgn="base" hangingPunct="0">
                    <a:spcBef>
                      <a:spcPct val="0"/>
                    </a:spcBef>
                    <a:spcAft>
                      <a:spcPct val="0"/>
                    </a:spcAft>
                    <a:defRPr/>
                  </a:pPr>
                  <a:endParaRPr lang="en-US" sz="2400">
                    <a:solidFill>
                      <a:prstClr val="black"/>
                    </a:solidFill>
                    <a:latin typeface="Arial" pitchFamily="34" charset="0"/>
                  </a:endParaRPr>
                </a:p>
              </p:txBody>
            </p:sp>
            <p:sp>
              <p:nvSpPr>
                <p:cNvPr id="394" name="Rectangle 328"/>
                <p:cNvSpPr>
                  <a:spLocks noChangeArrowheads="1"/>
                </p:cNvSpPr>
                <p:nvPr/>
              </p:nvSpPr>
              <p:spPr bwMode="auto">
                <a:xfrm>
                  <a:off x="1599613" y="3119438"/>
                  <a:ext cx="31750" cy="71438"/>
                </a:xfrm>
                <a:prstGeom prst="rect">
                  <a:avLst/>
                </a:prstGeom>
                <a:solidFill>
                  <a:srgbClr val="E94025"/>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9630" tIns="44815" rIns="89630" bIns="44815" numCol="1" anchor="t" anchorCtr="0" compatLnSpc="1">
                  <a:prstTxWarp prst="textNoShape">
                    <a:avLst/>
                  </a:prstTxWarp>
                </a:bodyPr>
                <a:lstStyle/>
                <a:p>
                  <a:pPr defTabSz="1218996" eaLnBrk="0" fontAlgn="base" hangingPunct="0">
                    <a:spcBef>
                      <a:spcPct val="0"/>
                    </a:spcBef>
                    <a:spcAft>
                      <a:spcPct val="0"/>
                    </a:spcAft>
                    <a:defRPr/>
                  </a:pPr>
                  <a:endParaRPr lang="en-US" sz="2400">
                    <a:solidFill>
                      <a:prstClr val="black"/>
                    </a:solidFill>
                    <a:latin typeface="Arial" pitchFamily="34" charset="0"/>
                  </a:endParaRPr>
                </a:p>
              </p:txBody>
            </p:sp>
            <p:sp>
              <p:nvSpPr>
                <p:cNvPr id="395" name="Rectangle 329"/>
                <p:cNvSpPr>
                  <a:spLocks noChangeArrowheads="1"/>
                </p:cNvSpPr>
                <p:nvPr/>
              </p:nvSpPr>
              <p:spPr bwMode="auto">
                <a:xfrm>
                  <a:off x="1666288" y="3119438"/>
                  <a:ext cx="30163" cy="71438"/>
                </a:xfrm>
                <a:prstGeom prst="rect">
                  <a:avLst/>
                </a:prstGeom>
                <a:solidFill>
                  <a:srgbClr val="FF8C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9630" tIns="44815" rIns="89630" bIns="44815" numCol="1" anchor="t" anchorCtr="0" compatLnSpc="1">
                  <a:prstTxWarp prst="textNoShape">
                    <a:avLst/>
                  </a:prstTxWarp>
                </a:bodyPr>
                <a:lstStyle/>
                <a:p>
                  <a:pPr defTabSz="1218996" eaLnBrk="0" fontAlgn="base" hangingPunct="0">
                    <a:spcBef>
                      <a:spcPct val="0"/>
                    </a:spcBef>
                    <a:spcAft>
                      <a:spcPct val="0"/>
                    </a:spcAft>
                    <a:defRPr/>
                  </a:pPr>
                  <a:endParaRPr lang="en-US" sz="2400">
                    <a:solidFill>
                      <a:prstClr val="black"/>
                    </a:solidFill>
                    <a:latin typeface="Arial" pitchFamily="34" charset="0"/>
                  </a:endParaRPr>
                </a:p>
              </p:txBody>
            </p:sp>
            <p:sp>
              <p:nvSpPr>
                <p:cNvPr id="396" name="Rectangle 330"/>
                <p:cNvSpPr>
                  <a:spLocks noChangeArrowheads="1"/>
                </p:cNvSpPr>
                <p:nvPr/>
              </p:nvSpPr>
              <p:spPr bwMode="auto">
                <a:xfrm>
                  <a:off x="1469438" y="3222626"/>
                  <a:ext cx="30163" cy="71438"/>
                </a:xfrm>
                <a:prstGeom prst="rect">
                  <a:avLst/>
                </a:prstGeom>
                <a:solidFill>
                  <a:srgbClr val="E94025"/>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9630" tIns="44815" rIns="89630" bIns="44815" numCol="1" anchor="t" anchorCtr="0" compatLnSpc="1">
                  <a:prstTxWarp prst="textNoShape">
                    <a:avLst/>
                  </a:prstTxWarp>
                </a:bodyPr>
                <a:lstStyle/>
                <a:p>
                  <a:pPr defTabSz="1218996" eaLnBrk="0" fontAlgn="base" hangingPunct="0">
                    <a:spcBef>
                      <a:spcPct val="0"/>
                    </a:spcBef>
                    <a:spcAft>
                      <a:spcPct val="0"/>
                    </a:spcAft>
                    <a:defRPr/>
                  </a:pPr>
                  <a:endParaRPr lang="en-US" sz="2400">
                    <a:solidFill>
                      <a:prstClr val="black"/>
                    </a:solidFill>
                    <a:latin typeface="Arial" pitchFamily="34" charset="0"/>
                  </a:endParaRPr>
                </a:p>
              </p:txBody>
            </p:sp>
            <p:sp>
              <p:nvSpPr>
                <p:cNvPr id="397" name="Rectangle 331"/>
                <p:cNvSpPr>
                  <a:spLocks noChangeArrowheads="1"/>
                </p:cNvSpPr>
                <p:nvPr/>
              </p:nvSpPr>
              <p:spPr bwMode="auto">
                <a:xfrm>
                  <a:off x="1534525" y="3222626"/>
                  <a:ext cx="31750" cy="71438"/>
                </a:xfrm>
                <a:prstGeom prst="rect">
                  <a:avLst/>
                </a:prstGeom>
                <a:solidFill>
                  <a:srgbClr val="FF8C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9630" tIns="44815" rIns="89630" bIns="44815" numCol="1" anchor="t" anchorCtr="0" compatLnSpc="1">
                  <a:prstTxWarp prst="textNoShape">
                    <a:avLst/>
                  </a:prstTxWarp>
                </a:bodyPr>
                <a:lstStyle/>
                <a:p>
                  <a:pPr defTabSz="1218996" eaLnBrk="0" fontAlgn="base" hangingPunct="0">
                    <a:spcBef>
                      <a:spcPct val="0"/>
                    </a:spcBef>
                    <a:spcAft>
                      <a:spcPct val="0"/>
                    </a:spcAft>
                    <a:defRPr/>
                  </a:pPr>
                  <a:endParaRPr lang="en-US" sz="2400">
                    <a:solidFill>
                      <a:prstClr val="black"/>
                    </a:solidFill>
                    <a:latin typeface="Arial" pitchFamily="34" charset="0"/>
                  </a:endParaRPr>
                </a:p>
              </p:txBody>
            </p:sp>
            <p:sp>
              <p:nvSpPr>
                <p:cNvPr id="398" name="Rectangle 332"/>
                <p:cNvSpPr>
                  <a:spLocks noChangeArrowheads="1"/>
                </p:cNvSpPr>
                <p:nvPr/>
              </p:nvSpPr>
              <p:spPr bwMode="auto">
                <a:xfrm>
                  <a:off x="1599613" y="3222626"/>
                  <a:ext cx="31750" cy="71438"/>
                </a:xfrm>
                <a:prstGeom prst="rect">
                  <a:avLst/>
                </a:prstGeom>
                <a:solidFill>
                  <a:srgbClr val="FF8C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9630" tIns="44815" rIns="89630" bIns="44815" numCol="1" anchor="t" anchorCtr="0" compatLnSpc="1">
                  <a:prstTxWarp prst="textNoShape">
                    <a:avLst/>
                  </a:prstTxWarp>
                </a:bodyPr>
                <a:lstStyle/>
                <a:p>
                  <a:pPr defTabSz="1218996" eaLnBrk="0" fontAlgn="base" hangingPunct="0">
                    <a:spcBef>
                      <a:spcPct val="0"/>
                    </a:spcBef>
                    <a:spcAft>
                      <a:spcPct val="0"/>
                    </a:spcAft>
                    <a:defRPr/>
                  </a:pPr>
                  <a:endParaRPr lang="en-US" sz="2400">
                    <a:solidFill>
                      <a:prstClr val="black"/>
                    </a:solidFill>
                    <a:latin typeface="Arial" pitchFamily="34" charset="0"/>
                  </a:endParaRPr>
                </a:p>
              </p:txBody>
            </p:sp>
            <p:sp>
              <p:nvSpPr>
                <p:cNvPr id="399" name="Rectangle 333"/>
                <p:cNvSpPr>
                  <a:spLocks noChangeArrowheads="1"/>
                </p:cNvSpPr>
                <p:nvPr/>
              </p:nvSpPr>
              <p:spPr bwMode="auto">
                <a:xfrm>
                  <a:off x="1666288" y="3222626"/>
                  <a:ext cx="30163" cy="71438"/>
                </a:xfrm>
                <a:prstGeom prst="rect">
                  <a:avLst/>
                </a:prstGeom>
                <a:solidFill>
                  <a:srgbClr val="E94025"/>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9630" tIns="44815" rIns="89630" bIns="44815" numCol="1" anchor="t" anchorCtr="0" compatLnSpc="1">
                  <a:prstTxWarp prst="textNoShape">
                    <a:avLst/>
                  </a:prstTxWarp>
                </a:bodyPr>
                <a:lstStyle/>
                <a:p>
                  <a:pPr defTabSz="1218996" eaLnBrk="0" fontAlgn="base" hangingPunct="0">
                    <a:spcBef>
                      <a:spcPct val="0"/>
                    </a:spcBef>
                    <a:spcAft>
                      <a:spcPct val="0"/>
                    </a:spcAft>
                    <a:defRPr/>
                  </a:pPr>
                  <a:endParaRPr lang="en-US" sz="2400">
                    <a:solidFill>
                      <a:prstClr val="black"/>
                    </a:solidFill>
                    <a:latin typeface="Arial" pitchFamily="34" charset="0"/>
                  </a:endParaRPr>
                </a:p>
              </p:txBody>
            </p:sp>
            <p:sp>
              <p:nvSpPr>
                <p:cNvPr id="400" name="Rectangle 334"/>
                <p:cNvSpPr>
                  <a:spLocks noChangeArrowheads="1"/>
                </p:cNvSpPr>
                <p:nvPr/>
              </p:nvSpPr>
              <p:spPr bwMode="auto">
                <a:xfrm>
                  <a:off x="1469438" y="3328988"/>
                  <a:ext cx="30163" cy="71438"/>
                </a:xfrm>
                <a:prstGeom prst="rect">
                  <a:avLst/>
                </a:prstGeom>
                <a:solidFill>
                  <a:srgbClr val="E94025"/>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9630" tIns="44815" rIns="89630" bIns="44815" numCol="1" anchor="t" anchorCtr="0" compatLnSpc="1">
                  <a:prstTxWarp prst="textNoShape">
                    <a:avLst/>
                  </a:prstTxWarp>
                </a:bodyPr>
                <a:lstStyle/>
                <a:p>
                  <a:pPr defTabSz="1218996" eaLnBrk="0" fontAlgn="base" hangingPunct="0">
                    <a:spcBef>
                      <a:spcPct val="0"/>
                    </a:spcBef>
                    <a:spcAft>
                      <a:spcPct val="0"/>
                    </a:spcAft>
                    <a:defRPr/>
                  </a:pPr>
                  <a:endParaRPr lang="en-US" sz="2400">
                    <a:solidFill>
                      <a:prstClr val="black"/>
                    </a:solidFill>
                    <a:latin typeface="Arial" pitchFamily="34" charset="0"/>
                  </a:endParaRPr>
                </a:p>
              </p:txBody>
            </p:sp>
            <p:sp>
              <p:nvSpPr>
                <p:cNvPr id="401" name="Rectangle 335"/>
                <p:cNvSpPr>
                  <a:spLocks noChangeArrowheads="1"/>
                </p:cNvSpPr>
                <p:nvPr/>
              </p:nvSpPr>
              <p:spPr bwMode="auto">
                <a:xfrm>
                  <a:off x="1534525" y="3328988"/>
                  <a:ext cx="31750" cy="71438"/>
                </a:xfrm>
                <a:prstGeom prst="rect">
                  <a:avLst/>
                </a:prstGeom>
                <a:solidFill>
                  <a:srgbClr val="FF8C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9630" tIns="44815" rIns="89630" bIns="44815" numCol="1" anchor="t" anchorCtr="0" compatLnSpc="1">
                  <a:prstTxWarp prst="textNoShape">
                    <a:avLst/>
                  </a:prstTxWarp>
                </a:bodyPr>
                <a:lstStyle/>
                <a:p>
                  <a:pPr defTabSz="1218996" eaLnBrk="0" fontAlgn="base" hangingPunct="0">
                    <a:spcBef>
                      <a:spcPct val="0"/>
                    </a:spcBef>
                    <a:spcAft>
                      <a:spcPct val="0"/>
                    </a:spcAft>
                    <a:defRPr/>
                  </a:pPr>
                  <a:endParaRPr lang="en-US" sz="2400">
                    <a:solidFill>
                      <a:prstClr val="black"/>
                    </a:solidFill>
                    <a:latin typeface="Arial" pitchFamily="34" charset="0"/>
                  </a:endParaRPr>
                </a:p>
              </p:txBody>
            </p:sp>
            <p:sp>
              <p:nvSpPr>
                <p:cNvPr id="402" name="Rectangle 336"/>
                <p:cNvSpPr>
                  <a:spLocks noChangeArrowheads="1"/>
                </p:cNvSpPr>
                <p:nvPr/>
              </p:nvSpPr>
              <p:spPr bwMode="auto">
                <a:xfrm>
                  <a:off x="1599613" y="3328988"/>
                  <a:ext cx="31750" cy="71438"/>
                </a:xfrm>
                <a:prstGeom prst="rect">
                  <a:avLst/>
                </a:prstGeom>
                <a:solidFill>
                  <a:srgbClr val="E94025"/>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9630" tIns="44815" rIns="89630" bIns="44815" numCol="1" anchor="t" anchorCtr="0" compatLnSpc="1">
                  <a:prstTxWarp prst="textNoShape">
                    <a:avLst/>
                  </a:prstTxWarp>
                </a:bodyPr>
                <a:lstStyle/>
                <a:p>
                  <a:pPr defTabSz="1218996" eaLnBrk="0" fontAlgn="base" hangingPunct="0">
                    <a:spcBef>
                      <a:spcPct val="0"/>
                    </a:spcBef>
                    <a:spcAft>
                      <a:spcPct val="0"/>
                    </a:spcAft>
                    <a:defRPr/>
                  </a:pPr>
                  <a:endParaRPr lang="en-US" sz="2400">
                    <a:solidFill>
                      <a:prstClr val="black"/>
                    </a:solidFill>
                    <a:latin typeface="Arial" pitchFamily="34" charset="0"/>
                  </a:endParaRPr>
                </a:p>
              </p:txBody>
            </p:sp>
            <p:sp>
              <p:nvSpPr>
                <p:cNvPr id="403" name="Rectangle 337"/>
                <p:cNvSpPr>
                  <a:spLocks noChangeArrowheads="1"/>
                </p:cNvSpPr>
                <p:nvPr/>
              </p:nvSpPr>
              <p:spPr bwMode="auto">
                <a:xfrm>
                  <a:off x="1666288" y="3328988"/>
                  <a:ext cx="30163" cy="71438"/>
                </a:xfrm>
                <a:prstGeom prst="rect">
                  <a:avLst/>
                </a:prstGeom>
                <a:solidFill>
                  <a:srgbClr val="E94025"/>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9630" tIns="44815" rIns="89630" bIns="44815" numCol="1" anchor="t" anchorCtr="0" compatLnSpc="1">
                  <a:prstTxWarp prst="textNoShape">
                    <a:avLst/>
                  </a:prstTxWarp>
                </a:bodyPr>
                <a:lstStyle/>
                <a:p>
                  <a:pPr defTabSz="1218996" eaLnBrk="0" fontAlgn="base" hangingPunct="0">
                    <a:spcBef>
                      <a:spcPct val="0"/>
                    </a:spcBef>
                    <a:spcAft>
                      <a:spcPct val="0"/>
                    </a:spcAft>
                    <a:defRPr/>
                  </a:pPr>
                  <a:endParaRPr lang="en-US" sz="2400">
                    <a:solidFill>
                      <a:prstClr val="black"/>
                    </a:solidFill>
                    <a:latin typeface="Arial" pitchFamily="34" charset="0"/>
                  </a:endParaRPr>
                </a:p>
              </p:txBody>
            </p:sp>
            <p:sp>
              <p:nvSpPr>
                <p:cNvPr id="404" name="Rectangle 338"/>
                <p:cNvSpPr>
                  <a:spLocks noChangeArrowheads="1"/>
                </p:cNvSpPr>
                <p:nvPr/>
              </p:nvSpPr>
              <p:spPr bwMode="auto">
                <a:xfrm>
                  <a:off x="1469438" y="3432176"/>
                  <a:ext cx="30163" cy="71438"/>
                </a:xfrm>
                <a:prstGeom prst="rect">
                  <a:avLst/>
                </a:prstGeom>
                <a:solidFill>
                  <a:srgbClr val="E94025"/>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9630" tIns="44815" rIns="89630" bIns="44815" numCol="1" anchor="t" anchorCtr="0" compatLnSpc="1">
                  <a:prstTxWarp prst="textNoShape">
                    <a:avLst/>
                  </a:prstTxWarp>
                </a:bodyPr>
                <a:lstStyle/>
                <a:p>
                  <a:pPr defTabSz="1218996" eaLnBrk="0" fontAlgn="base" hangingPunct="0">
                    <a:spcBef>
                      <a:spcPct val="0"/>
                    </a:spcBef>
                    <a:spcAft>
                      <a:spcPct val="0"/>
                    </a:spcAft>
                    <a:defRPr/>
                  </a:pPr>
                  <a:endParaRPr lang="en-US" sz="2400">
                    <a:solidFill>
                      <a:prstClr val="black"/>
                    </a:solidFill>
                    <a:latin typeface="Arial" pitchFamily="34" charset="0"/>
                  </a:endParaRPr>
                </a:p>
              </p:txBody>
            </p:sp>
            <p:sp>
              <p:nvSpPr>
                <p:cNvPr id="405" name="Rectangle 339"/>
                <p:cNvSpPr>
                  <a:spLocks noChangeArrowheads="1"/>
                </p:cNvSpPr>
                <p:nvPr/>
              </p:nvSpPr>
              <p:spPr bwMode="auto">
                <a:xfrm>
                  <a:off x="1534525" y="3432176"/>
                  <a:ext cx="31750" cy="71438"/>
                </a:xfrm>
                <a:prstGeom prst="rect">
                  <a:avLst/>
                </a:prstGeom>
                <a:solidFill>
                  <a:srgbClr val="E94025"/>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9630" tIns="44815" rIns="89630" bIns="44815" numCol="1" anchor="t" anchorCtr="0" compatLnSpc="1">
                  <a:prstTxWarp prst="textNoShape">
                    <a:avLst/>
                  </a:prstTxWarp>
                </a:bodyPr>
                <a:lstStyle/>
                <a:p>
                  <a:pPr defTabSz="1218996" eaLnBrk="0" fontAlgn="base" hangingPunct="0">
                    <a:spcBef>
                      <a:spcPct val="0"/>
                    </a:spcBef>
                    <a:spcAft>
                      <a:spcPct val="0"/>
                    </a:spcAft>
                    <a:defRPr/>
                  </a:pPr>
                  <a:endParaRPr lang="en-US" sz="2400">
                    <a:solidFill>
                      <a:prstClr val="black"/>
                    </a:solidFill>
                    <a:latin typeface="Arial" pitchFamily="34" charset="0"/>
                  </a:endParaRPr>
                </a:p>
              </p:txBody>
            </p:sp>
            <p:sp>
              <p:nvSpPr>
                <p:cNvPr id="406" name="Rectangle 340"/>
                <p:cNvSpPr>
                  <a:spLocks noChangeArrowheads="1"/>
                </p:cNvSpPr>
                <p:nvPr/>
              </p:nvSpPr>
              <p:spPr bwMode="auto">
                <a:xfrm>
                  <a:off x="1599613" y="3432176"/>
                  <a:ext cx="31750" cy="71438"/>
                </a:xfrm>
                <a:prstGeom prst="rect">
                  <a:avLst/>
                </a:prstGeom>
                <a:solidFill>
                  <a:srgbClr val="FF8C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9630" tIns="44815" rIns="89630" bIns="44815" numCol="1" anchor="t" anchorCtr="0" compatLnSpc="1">
                  <a:prstTxWarp prst="textNoShape">
                    <a:avLst/>
                  </a:prstTxWarp>
                </a:bodyPr>
                <a:lstStyle/>
                <a:p>
                  <a:pPr defTabSz="1218996" eaLnBrk="0" fontAlgn="base" hangingPunct="0">
                    <a:spcBef>
                      <a:spcPct val="0"/>
                    </a:spcBef>
                    <a:spcAft>
                      <a:spcPct val="0"/>
                    </a:spcAft>
                    <a:defRPr/>
                  </a:pPr>
                  <a:endParaRPr lang="en-US" sz="2400">
                    <a:solidFill>
                      <a:prstClr val="black"/>
                    </a:solidFill>
                    <a:latin typeface="Arial" pitchFamily="34" charset="0"/>
                  </a:endParaRPr>
                </a:p>
              </p:txBody>
            </p:sp>
            <p:sp>
              <p:nvSpPr>
                <p:cNvPr id="407" name="Rectangle 341"/>
                <p:cNvSpPr>
                  <a:spLocks noChangeArrowheads="1"/>
                </p:cNvSpPr>
                <p:nvPr/>
              </p:nvSpPr>
              <p:spPr bwMode="auto">
                <a:xfrm>
                  <a:off x="1666288" y="3432176"/>
                  <a:ext cx="30163" cy="71438"/>
                </a:xfrm>
                <a:prstGeom prst="rect">
                  <a:avLst/>
                </a:prstGeom>
                <a:solidFill>
                  <a:srgbClr val="E94025"/>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9630" tIns="44815" rIns="89630" bIns="44815" numCol="1" anchor="t" anchorCtr="0" compatLnSpc="1">
                  <a:prstTxWarp prst="textNoShape">
                    <a:avLst/>
                  </a:prstTxWarp>
                </a:bodyPr>
                <a:lstStyle/>
                <a:p>
                  <a:pPr defTabSz="1218996" eaLnBrk="0" fontAlgn="base" hangingPunct="0">
                    <a:spcBef>
                      <a:spcPct val="0"/>
                    </a:spcBef>
                    <a:spcAft>
                      <a:spcPct val="0"/>
                    </a:spcAft>
                    <a:defRPr/>
                  </a:pPr>
                  <a:endParaRPr lang="en-US" sz="2400">
                    <a:solidFill>
                      <a:prstClr val="black"/>
                    </a:solidFill>
                    <a:latin typeface="Arial" pitchFamily="34" charset="0"/>
                  </a:endParaRPr>
                </a:p>
              </p:txBody>
            </p:sp>
            <p:sp>
              <p:nvSpPr>
                <p:cNvPr id="408" name="Rectangle 342"/>
                <p:cNvSpPr>
                  <a:spLocks noChangeArrowheads="1"/>
                </p:cNvSpPr>
                <p:nvPr/>
              </p:nvSpPr>
              <p:spPr bwMode="auto">
                <a:xfrm>
                  <a:off x="1469438" y="3535363"/>
                  <a:ext cx="30163" cy="71438"/>
                </a:xfrm>
                <a:prstGeom prst="rect">
                  <a:avLst/>
                </a:prstGeom>
                <a:solidFill>
                  <a:srgbClr val="E94025"/>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9630" tIns="44815" rIns="89630" bIns="44815" numCol="1" anchor="t" anchorCtr="0" compatLnSpc="1">
                  <a:prstTxWarp prst="textNoShape">
                    <a:avLst/>
                  </a:prstTxWarp>
                </a:bodyPr>
                <a:lstStyle/>
                <a:p>
                  <a:pPr defTabSz="1218996" eaLnBrk="0" fontAlgn="base" hangingPunct="0">
                    <a:spcBef>
                      <a:spcPct val="0"/>
                    </a:spcBef>
                    <a:spcAft>
                      <a:spcPct val="0"/>
                    </a:spcAft>
                    <a:defRPr/>
                  </a:pPr>
                  <a:endParaRPr lang="en-US" sz="2400">
                    <a:solidFill>
                      <a:prstClr val="black"/>
                    </a:solidFill>
                    <a:latin typeface="Arial" pitchFamily="34" charset="0"/>
                  </a:endParaRPr>
                </a:p>
              </p:txBody>
            </p:sp>
            <p:sp>
              <p:nvSpPr>
                <p:cNvPr id="409" name="Rectangle 343"/>
                <p:cNvSpPr>
                  <a:spLocks noChangeArrowheads="1"/>
                </p:cNvSpPr>
                <p:nvPr/>
              </p:nvSpPr>
              <p:spPr bwMode="auto">
                <a:xfrm>
                  <a:off x="1534525" y="3535363"/>
                  <a:ext cx="31750" cy="71438"/>
                </a:xfrm>
                <a:prstGeom prst="rect">
                  <a:avLst/>
                </a:prstGeom>
                <a:solidFill>
                  <a:srgbClr val="E94025"/>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9630" tIns="44815" rIns="89630" bIns="44815" numCol="1" anchor="t" anchorCtr="0" compatLnSpc="1">
                  <a:prstTxWarp prst="textNoShape">
                    <a:avLst/>
                  </a:prstTxWarp>
                </a:bodyPr>
                <a:lstStyle/>
                <a:p>
                  <a:pPr defTabSz="1218996" eaLnBrk="0" fontAlgn="base" hangingPunct="0">
                    <a:spcBef>
                      <a:spcPct val="0"/>
                    </a:spcBef>
                    <a:spcAft>
                      <a:spcPct val="0"/>
                    </a:spcAft>
                    <a:defRPr/>
                  </a:pPr>
                  <a:endParaRPr lang="en-US" sz="2400">
                    <a:solidFill>
                      <a:prstClr val="black"/>
                    </a:solidFill>
                    <a:latin typeface="Arial" pitchFamily="34" charset="0"/>
                  </a:endParaRPr>
                </a:p>
              </p:txBody>
            </p:sp>
            <p:sp>
              <p:nvSpPr>
                <p:cNvPr id="410" name="Rectangle 344"/>
                <p:cNvSpPr>
                  <a:spLocks noChangeArrowheads="1"/>
                </p:cNvSpPr>
                <p:nvPr/>
              </p:nvSpPr>
              <p:spPr bwMode="auto">
                <a:xfrm>
                  <a:off x="1599613" y="3535363"/>
                  <a:ext cx="31750" cy="71438"/>
                </a:xfrm>
                <a:prstGeom prst="rect">
                  <a:avLst/>
                </a:prstGeom>
                <a:solidFill>
                  <a:srgbClr val="E94025"/>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9630" tIns="44815" rIns="89630" bIns="44815" numCol="1" anchor="t" anchorCtr="0" compatLnSpc="1">
                  <a:prstTxWarp prst="textNoShape">
                    <a:avLst/>
                  </a:prstTxWarp>
                </a:bodyPr>
                <a:lstStyle/>
                <a:p>
                  <a:pPr defTabSz="1218996" eaLnBrk="0" fontAlgn="base" hangingPunct="0">
                    <a:spcBef>
                      <a:spcPct val="0"/>
                    </a:spcBef>
                    <a:spcAft>
                      <a:spcPct val="0"/>
                    </a:spcAft>
                    <a:defRPr/>
                  </a:pPr>
                  <a:endParaRPr lang="en-US" sz="2400">
                    <a:solidFill>
                      <a:prstClr val="black"/>
                    </a:solidFill>
                    <a:latin typeface="Arial" pitchFamily="34" charset="0"/>
                  </a:endParaRPr>
                </a:p>
              </p:txBody>
            </p:sp>
            <p:sp>
              <p:nvSpPr>
                <p:cNvPr id="411" name="Rectangle 345"/>
                <p:cNvSpPr>
                  <a:spLocks noChangeArrowheads="1"/>
                </p:cNvSpPr>
                <p:nvPr/>
              </p:nvSpPr>
              <p:spPr bwMode="auto">
                <a:xfrm>
                  <a:off x="1666288" y="3535363"/>
                  <a:ext cx="30163" cy="71438"/>
                </a:xfrm>
                <a:prstGeom prst="rect">
                  <a:avLst/>
                </a:prstGeom>
                <a:solidFill>
                  <a:srgbClr val="E94025"/>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9630" tIns="44815" rIns="89630" bIns="44815" numCol="1" anchor="t" anchorCtr="0" compatLnSpc="1">
                  <a:prstTxWarp prst="textNoShape">
                    <a:avLst/>
                  </a:prstTxWarp>
                </a:bodyPr>
                <a:lstStyle/>
                <a:p>
                  <a:pPr defTabSz="1218996" eaLnBrk="0" fontAlgn="base" hangingPunct="0">
                    <a:spcBef>
                      <a:spcPct val="0"/>
                    </a:spcBef>
                    <a:spcAft>
                      <a:spcPct val="0"/>
                    </a:spcAft>
                    <a:defRPr/>
                  </a:pPr>
                  <a:endParaRPr lang="en-US" sz="2400">
                    <a:solidFill>
                      <a:prstClr val="black"/>
                    </a:solidFill>
                    <a:latin typeface="Arial" pitchFamily="34" charset="0"/>
                  </a:endParaRPr>
                </a:p>
              </p:txBody>
            </p:sp>
            <p:sp>
              <p:nvSpPr>
                <p:cNvPr id="412" name="Rectangle 346"/>
                <p:cNvSpPr>
                  <a:spLocks noChangeArrowheads="1"/>
                </p:cNvSpPr>
                <p:nvPr/>
              </p:nvSpPr>
              <p:spPr bwMode="auto">
                <a:xfrm>
                  <a:off x="1469438" y="3638551"/>
                  <a:ext cx="30163" cy="71438"/>
                </a:xfrm>
                <a:prstGeom prst="rect">
                  <a:avLst/>
                </a:prstGeom>
                <a:solidFill>
                  <a:srgbClr val="E94025"/>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9630" tIns="44815" rIns="89630" bIns="44815" numCol="1" anchor="t" anchorCtr="0" compatLnSpc="1">
                  <a:prstTxWarp prst="textNoShape">
                    <a:avLst/>
                  </a:prstTxWarp>
                </a:bodyPr>
                <a:lstStyle/>
                <a:p>
                  <a:pPr defTabSz="1218996" eaLnBrk="0" fontAlgn="base" hangingPunct="0">
                    <a:spcBef>
                      <a:spcPct val="0"/>
                    </a:spcBef>
                    <a:spcAft>
                      <a:spcPct val="0"/>
                    </a:spcAft>
                    <a:defRPr/>
                  </a:pPr>
                  <a:endParaRPr lang="en-US" sz="2400">
                    <a:solidFill>
                      <a:prstClr val="black"/>
                    </a:solidFill>
                    <a:latin typeface="Arial" pitchFamily="34" charset="0"/>
                  </a:endParaRPr>
                </a:p>
              </p:txBody>
            </p:sp>
            <p:sp>
              <p:nvSpPr>
                <p:cNvPr id="413" name="Rectangle 347"/>
                <p:cNvSpPr>
                  <a:spLocks noChangeArrowheads="1"/>
                </p:cNvSpPr>
                <p:nvPr/>
              </p:nvSpPr>
              <p:spPr bwMode="auto">
                <a:xfrm>
                  <a:off x="1534525" y="3638551"/>
                  <a:ext cx="31750" cy="71438"/>
                </a:xfrm>
                <a:prstGeom prst="rect">
                  <a:avLst/>
                </a:prstGeom>
                <a:solidFill>
                  <a:srgbClr val="E94025"/>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9630" tIns="44815" rIns="89630" bIns="44815" numCol="1" anchor="t" anchorCtr="0" compatLnSpc="1">
                  <a:prstTxWarp prst="textNoShape">
                    <a:avLst/>
                  </a:prstTxWarp>
                </a:bodyPr>
                <a:lstStyle/>
                <a:p>
                  <a:pPr defTabSz="1218996" eaLnBrk="0" fontAlgn="base" hangingPunct="0">
                    <a:spcBef>
                      <a:spcPct val="0"/>
                    </a:spcBef>
                    <a:spcAft>
                      <a:spcPct val="0"/>
                    </a:spcAft>
                    <a:defRPr/>
                  </a:pPr>
                  <a:endParaRPr lang="en-US" sz="2400">
                    <a:solidFill>
                      <a:prstClr val="black"/>
                    </a:solidFill>
                    <a:latin typeface="Arial" pitchFamily="34" charset="0"/>
                  </a:endParaRPr>
                </a:p>
              </p:txBody>
            </p:sp>
            <p:sp>
              <p:nvSpPr>
                <p:cNvPr id="414" name="Rectangle 348"/>
                <p:cNvSpPr>
                  <a:spLocks noChangeArrowheads="1"/>
                </p:cNvSpPr>
                <p:nvPr/>
              </p:nvSpPr>
              <p:spPr bwMode="auto">
                <a:xfrm>
                  <a:off x="1599613" y="3638551"/>
                  <a:ext cx="31750" cy="71438"/>
                </a:xfrm>
                <a:prstGeom prst="rect">
                  <a:avLst/>
                </a:prstGeom>
                <a:solidFill>
                  <a:srgbClr val="E94025"/>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9630" tIns="44815" rIns="89630" bIns="44815" numCol="1" anchor="t" anchorCtr="0" compatLnSpc="1">
                  <a:prstTxWarp prst="textNoShape">
                    <a:avLst/>
                  </a:prstTxWarp>
                </a:bodyPr>
                <a:lstStyle/>
                <a:p>
                  <a:pPr defTabSz="1218996" eaLnBrk="0" fontAlgn="base" hangingPunct="0">
                    <a:spcBef>
                      <a:spcPct val="0"/>
                    </a:spcBef>
                    <a:spcAft>
                      <a:spcPct val="0"/>
                    </a:spcAft>
                    <a:defRPr/>
                  </a:pPr>
                  <a:endParaRPr lang="en-US" sz="2400">
                    <a:solidFill>
                      <a:prstClr val="black"/>
                    </a:solidFill>
                    <a:latin typeface="Arial" pitchFamily="34" charset="0"/>
                  </a:endParaRPr>
                </a:p>
              </p:txBody>
            </p:sp>
            <p:sp>
              <p:nvSpPr>
                <p:cNvPr id="415" name="Rectangle 349"/>
                <p:cNvSpPr>
                  <a:spLocks noChangeArrowheads="1"/>
                </p:cNvSpPr>
                <p:nvPr/>
              </p:nvSpPr>
              <p:spPr bwMode="auto">
                <a:xfrm>
                  <a:off x="1666288" y="3638551"/>
                  <a:ext cx="30163" cy="71438"/>
                </a:xfrm>
                <a:prstGeom prst="rect">
                  <a:avLst/>
                </a:prstGeom>
                <a:solidFill>
                  <a:srgbClr val="E94025"/>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9630" tIns="44815" rIns="89630" bIns="44815" numCol="1" anchor="t" anchorCtr="0" compatLnSpc="1">
                  <a:prstTxWarp prst="textNoShape">
                    <a:avLst/>
                  </a:prstTxWarp>
                </a:bodyPr>
                <a:lstStyle/>
                <a:p>
                  <a:pPr defTabSz="1218996" eaLnBrk="0" fontAlgn="base" hangingPunct="0">
                    <a:spcBef>
                      <a:spcPct val="0"/>
                    </a:spcBef>
                    <a:spcAft>
                      <a:spcPct val="0"/>
                    </a:spcAft>
                    <a:defRPr/>
                  </a:pPr>
                  <a:endParaRPr lang="en-US" sz="2400">
                    <a:solidFill>
                      <a:prstClr val="black"/>
                    </a:solidFill>
                    <a:latin typeface="Arial" pitchFamily="34" charset="0"/>
                  </a:endParaRPr>
                </a:p>
              </p:txBody>
            </p:sp>
            <p:sp>
              <p:nvSpPr>
                <p:cNvPr id="416" name="Rectangle 350"/>
                <p:cNvSpPr>
                  <a:spLocks noChangeArrowheads="1"/>
                </p:cNvSpPr>
                <p:nvPr/>
              </p:nvSpPr>
              <p:spPr bwMode="auto">
                <a:xfrm>
                  <a:off x="1469438" y="3741738"/>
                  <a:ext cx="30163" cy="71438"/>
                </a:xfrm>
                <a:prstGeom prst="rect">
                  <a:avLst/>
                </a:prstGeom>
                <a:solidFill>
                  <a:srgbClr val="E94025"/>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9630" tIns="44815" rIns="89630" bIns="44815" numCol="1" anchor="t" anchorCtr="0" compatLnSpc="1">
                  <a:prstTxWarp prst="textNoShape">
                    <a:avLst/>
                  </a:prstTxWarp>
                </a:bodyPr>
                <a:lstStyle/>
                <a:p>
                  <a:pPr defTabSz="1218996" eaLnBrk="0" fontAlgn="base" hangingPunct="0">
                    <a:spcBef>
                      <a:spcPct val="0"/>
                    </a:spcBef>
                    <a:spcAft>
                      <a:spcPct val="0"/>
                    </a:spcAft>
                    <a:defRPr/>
                  </a:pPr>
                  <a:endParaRPr lang="en-US" sz="2400">
                    <a:solidFill>
                      <a:prstClr val="black"/>
                    </a:solidFill>
                    <a:latin typeface="Arial" pitchFamily="34" charset="0"/>
                  </a:endParaRPr>
                </a:p>
              </p:txBody>
            </p:sp>
            <p:sp>
              <p:nvSpPr>
                <p:cNvPr id="417" name="Rectangle 351"/>
                <p:cNvSpPr>
                  <a:spLocks noChangeArrowheads="1"/>
                </p:cNvSpPr>
                <p:nvPr/>
              </p:nvSpPr>
              <p:spPr bwMode="auto">
                <a:xfrm>
                  <a:off x="1534525" y="3741738"/>
                  <a:ext cx="31750" cy="71438"/>
                </a:xfrm>
                <a:prstGeom prst="rect">
                  <a:avLst/>
                </a:prstGeom>
                <a:solidFill>
                  <a:srgbClr val="E94025"/>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9630" tIns="44815" rIns="89630" bIns="44815" numCol="1" anchor="t" anchorCtr="0" compatLnSpc="1">
                  <a:prstTxWarp prst="textNoShape">
                    <a:avLst/>
                  </a:prstTxWarp>
                </a:bodyPr>
                <a:lstStyle/>
                <a:p>
                  <a:pPr defTabSz="1218996" eaLnBrk="0" fontAlgn="base" hangingPunct="0">
                    <a:spcBef>
                      <a:spcPct val="0"/>
                    </a:spcBef>
                    <a:spcAft>
                      <a:spcPct val="0"/>
                    </a:spcAft>
                    <a:defRPr/>
                  </a:pPr>
                  <a:endParaRPr lang="en-US" sz="2400">
                    <a:solidFill>
                      <a:prstClr val="black"/>
                    </a:solidFill>
                    <a:latin typeface="Arial" pitchFamily="34" charset="0"/>
                  </a:endParaRPr>
                </a:p>
              </p:txBody>
            </p:sp>
            <p:sp>
              <p:nvSpPr>
                <p:cNvPr id="418" name="Rectangle 352"/>
                <p:cNvSpPr>
                  <a:spLocks noChangeArrowheads="1"/>
                </p:cNvSpPr>
                <p:nvPr/>
              </p:nvSpPr>
              <p:spPr bwMode="auto">
                <a:xfrm>
                  <a:off x="1599613" y="3741738"/>
                  <a:ext cx="31750" cy="71438"/>
                </a:xfrm>
                <a:prstGeom prst="rect">
                  <a:avLst/>
                </a:prstGeom>
                <a:solidFill>
                  <a:srgbClr val="E94025"/>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9630" tIns="44815" rIns="89630" bIns="44815" numCol="1" anchor="t" anchorCtr="0" compatLnSpc="1">
                  <a:prstTxWarp prst="textNoShape">
                    <a:avLst/>
                  </a:prstTxWarp>
                </a:bodyPr>
                <a:lstStyle/>
                <a:p>
                  <a:pPr defTabSz="1218996" eaLnBrk="0" fontAlgn="base" hangingPunct="0">
                    <a:spcBef>
                      <a:spcPct val="0"/>
                    </a:spcBef>
                    <a:spcAft>
                      <a:spcPct val="0"/>
                    </a:spcAft>
                    <a:defRPr/>
                  </a:pPr>
                  <a:endParaRPr lang="en-US" sz="2400">
                    <a:solidFill>
                      <a:prstClr val="black"/>
                    </a:solidFill>
                    <a:latin typeface="Arial" pitchFamily="34" charset="0"/>
                  </a:endParaRPr>
                </a:p>
              </p:txBody>
            </p:sp>
            <p:sp>
              <p:nvSpPr>
                <p:cNvPr id="419" name="Rectangle 353"/>
                <p:cNvSpPr>
                  <a:spLocks noChangeArrowheads="1"/>
                </p:cNvSpPr>
                <p:nvPr/>
              </p:nvSpPr>
              <p:spPr bwMode="auto">
                <a:xfrm>
                  <a:off x="1666288" y="3741738"/>
                  <a:ext cx="30163" cy="71438"/>
                </a:xfrm>
                <a:prstGeom prst="rect">
                  <a:avLst/>
                </a:prstGeom>
                <a:solidFill>
                  <a:srgbClr val="E94025"/>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9630" tIns="44815" rIns="89630" bIns="44815" numCol="1" anchor="t" anchorCtr="0" compatLnSpc="1">
                  <a:prstTxWarp prst="textNoShape">
                    <a:avLst/>
                  </a:prstTxWarp>
                </a:bodyPr>
                <a:lstStyle/>
                <a:p>
                  <a:pPr defTabSz="1218996" eaLnBrk="0" fontAlgn="base" hangingPunct="0">
                    <a:spcBef>
                      <a:spcPct val="0"/>
                    </a:spcBef>
                    <a:spcAft>
                      <a:spcPct val="0"/>
                    </a:spcAft>
                    <a:defRPr/>
                  </a:pPr>
                  <a:endParaRPr lang="en-US" sz="2400">
                    <a:solidFill>
                      <a:prstClr val="black"/>
                    </a:solidFill>
                    <a:latin typeface="Arial" pitchFamily="34" charset="0"/>
                  </a:endParaRPr>
                </a:p>
              </p:txBody>
            </p:sp>
            <p:sp>
              <p:nvSpPr>
                <p:cNvPr id="420" name="Rectangle 354"/>
                <p:cNvSpPr>
                  <a:spLocks noChangeArrowheads="1"/>
                </p:cNvSpPr>
                <p:nvPr/>
              </p:nvSpPr>
              <p:spPr bwMode="auto">
                <a:xfrm>
                  <a:off x="1469438" y="3848101"/>
                  <a:ext cx="30163" cy="71438"/>
                </a:xfrm>
                <a:prstGeom prst="rect">
                  <a:avLst/>
                </a:prstGeom>
                <a:solidFill>
                  <a:srgbClr val="E94025"/>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9630" tIns="44815" rIns="89630" bIns="44815" numCol="1" anchor="t" anchorCtr="0" compatLnSpc="1">
                  <a:prstTxWarp prst="textNoShape">
                    <a:avLst/>
                  </a:prstTxWarp>
                </a:bodyPr>
                <a:lstStyle/>
                <a:p>
                  <a:pPr defTabSz="1218996" eaLnBrk="0" fontAlgn="base" hangingPunct="0">
                    <a:spcBef>
                      <a:spcPct val="0"/>
                    </a:spcBef>
                    <a:spcAft>
                      <a:spcPct val="0"/>
                    </a:spcAft>
                    <a:defRPr/>
                  </a:pPr>
                  <a:endParaRPr lang="en-US" sz="2400">
                    <a:solidFill>
                      <a:prstClr val="black"/>
                    </a:solidFill>
                    <a:latin typeface="Arial" pitchFamily="34" charset="0"/>
                  </a:endParaRPr>
                </a:p>
              </p:txBody>
            </p:sp>
            <p:sp>
              <p:nvSpPr>
                <p:cNvPr id="421" name="Rectangle 355"/>
                <p:cNvSpPr>
                  <a:spLocks noChangeArrowheads="1"/>
                </p:cNvSpPr>
                <p:nvPr/>
              </p:nvSpPr>
              <p:spPr bwMode="auto">
                <a:xfrm>
                  <a:off x="1534525" y="3848101"/>
                  <a:ext cx="31750" cy="71438"/>
                </a:xfrm>
                <a:prstGeom prst="rect">
                  <a:avLst/>
                </a:prstGeom>
                <a:solidFill>
                  <a:srgbClr val="E94025"/>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9630" tIns="44815" rIns="89630" bIns="44815" numCol="1" anchor="t" anchorCtr="0" compatLnSpc="1">
                  <a:prstTxWarp prst="textNoShape">
                    <a:avLst/>
                  </a:prstTxWarp>
                </a:bodyPr>
                <a:lstStyle/>
                <a:p>
                  <a:pPr defTabSz="1218996" eaLnBrk="0" fontAlgn="base" hangingPunct="0">
                    <a:spcBef>
                      <a:spcPct val="0"/>
                    </a:spcBef>
                    <a:spcAft>
                      <a:spcPct val="0"/>
                    </a:spcAft>
                    <a:defRPr/>
                  </a:pPr>
                  <a:endParaRPr lang="en-US" sz="2400">
                    <a:solidFill>
                      <a:prstClr val="black"/>
                    </a:solidFill>
                    <a:latin typeface="Arial" pitchFamily="34" charset="0"/>
                  </a:endParaRPr>
                </a:p>
              </p:txBody>
            </p:sp>
            <p:sp>
              <p:nvSpPr>
                <p:cNvPr id="422" name="Rectangle 356"/>
                <p:cNvSpPr>
                  <a:spLocks noChangeArrowheads="1"/>
                </p:cNvSpPr>
                <p:nvPr/>
              </p:nvSpPr>
              <p:spPr bwMode="auto">
                <a:xfrm>
                  <a:off x="1599613" y="3848101"/>
                  <a:ext cx="31750" cy="71438"/>
                </a:xfrm>
                <a:prstGeom prst="rect">
                  <a:avLst/>
                </a:prstGeom>
                <a:solidFill>
                  <a:srgbClr val="E94025"/>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9630" tIns="44815" rIns="89630" bIns="44815" numCol="1" anchor="t" anchorCtr="0" compatLnSpc="1">
                  <a:prstTxWarp prst="textNoShape">
                    <a:avLst/>
                  </a:prstTxWarp>
                </a:bodyPr>
                <a:lstStyle/>
                <a:p>
                  <a:pPr defTabSz="1218996" eaLnBrk="0" fontAlgn="base" hangingPunct="0">
                    <a:spcBef>
                      <a:spcPct val="0"/>
                    </a:spcBef>
                    <a:spcAft>
                      <a:spcPct val="0"/>
                    </a:spcAft>
                    <a:defRPr/>
                  </a:pPr>
                  <a:endParaRPr lang="en-US" sz="2400">
                    <a:solidFill>
                      <a:prstClr val="black"/>
                    </a:solidFill>
                    <a:latin typeface="Arial" pitchFamily="34" charset="0"/>
                  </a:endParaRPr>
                </a:p>
              </p:txBody>
            </p:sp>
            <p:sp>
              <p:nvSpPr>
                <p:cNvPr id="423" name="Rectangle 357"/>
                <p:cNvSpPr>
                  <a:spLocks noChangeArrowheads="1"/>
                </p:cNvSpPr>
                <p:nvPr/>
              </p:nvSpPr>
              <p:spPr bwMode="auto">
                <a:xfrm>
                  <a:off x="1666288" y="3848101"/>
                  <a:ext cx="30163" cy="71438"/>
                </a:xfrm>
                <a:prstGeom prst="rect">
                  <a:avLst/>
                </a:prstGeom>
                <a:solidFill>
                  <a:srgbClr val="E94025"/>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9630" tIns="44815" rIns="89630" bIns="44815" numCol="1" anchor="t" anchorCtr="0" compatLnSpc="1">
                  <a:prstTxWarp prst="textNoShape">
                    <a:avLst/>
                  </a:prstTxWarp>
                </a:bodyPr>
                <a:lstStyle/>
                <a:p>
                  <a:pPr defTabSz="1218996" eaLnBrk="0" fontAlgn="base" hangingPunct="0">
                    <a:spcBef>
                      <a:spcPct val="0"/>
                    </a:spcBef>
                    <a:spcAft>
                      <a:spcPct val="0"/>
                    </a:spcAft>
                    <a:defRPr/>
                  </a:pPr>
                  <a:endParaRPr lang="en-US" sz="2400">
                    <a:solidFill>
                      <a:prstClr val="black"/>
                    </a:solidFill>
                    <a:latin typeface="Arial" pitchFamily="34" charset="0"/>
                  </a:endParaRPr>
                </a:p>
              </p:txBody>
            </p:sp>
          </p:grpSp>
          <p:grpSp>
            <p:nvGrpSpPr>
              <p:cNvPr id="436" name="Group 435"/>
              <p:cNvGrpSpPr/>
              <p:nvPr/>
            </p:nvGrpSpPr>
            <p:grpSpPr>
              <a:xfrm>
                <a:off x="1808160" y="2824164"/>
                <a:ext cx="1094873" cy="1165225"/>
                <a:chOff x="1819157" y="2439988"/>
                <a:chExt cx="1455857" cy="1549401"/>
              </a:xfrm>
            </p:grpSpPr>
            <p:sp>
              <p:nvSpPr>
                <p:cNvPr id="273" name="Rectangle 207"/>
                <p:cNvSpPr>
                  <a:spLocks noChangeArrowheads="1"/>
                </p:cNvSpPr>
                <p:nvPr/>
              </p:nvSpPr>
              <p:spPr bwMode="auto">
                <a:xfrm>
                  <a:off x="2797176" y="3033713"/>
                  <a:ext cx="477838" cy="955675"/>
                </a:xfrm>
                <a:prstGeom prst="rect">
                  <a:avLst/>
                </a:prstGeom>
                <a:solidFill>
                  <a:srgbClr val="68217A"/>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9630" tIns="44815" rIns="89630" bIns="44815" numCol="1" anchor="t" anchorCtr="0" compatLnSpc="1">
                  <a:prstTxWarp prst="textNoShape">
                    <a:avLst/>
                  </a:prstTxWarp>
                </a:bodyPr>
                <a:lstStyle/>
                <a:p>
                  <a:pPr defTabSz="1218996" eaLnBrk="0" fontAlgn="base" hangingPunct="0">
                    <a:spcBef>
                      <a:spcPct val="0"/>
                    </a:spcBef>
                    <a:spcAft>
                      <a:spcPct val="0"/>
                    </a:spcAft>
                    <a:defRPr/>
                  </a:pPr>
                  <a:endParaRPr lang="en-US" sz="2400">
                    <a:solidFill>
                      <a:prstClr val="black"/>
                    </a:solidFill>
                    <a:latin typeface="Arial" pitchFamily="34" charset="0"/>
                  </a:endParaRPr>
                </a:p>
              </p:txBody>
            </p:sp>
            <p:sp>
              <p:nvSpPr>
                <p:cNvPr id="274" name="Rectangle 208"/>
                <p:cNvSpPr>
                  <a:spLocks noChangeArrowheads="1"/>
                </p:cNvSpPr>
                <p:nvPr/>
              </p:nvSpPr>
              <p:spPr bwMode="auto">
                <a:xfrm>
                  <a:off x="3171826" y="3103563"/>
                  <a:ext cx="38100" cy="68263"/>
                </a:xfrm>
                <a:prstGeom prst="rect">
                  <a:avLst/>
                </a:prstGeom>
                <a:solidFill>
                  <a:srgbClr val="E94025"/>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9630" tIns="44815" rIns="89630" bIns="44815" numCol="1" anchor="t" anchorCtr="0" compatLnSpc="1">
                  <a:prstTxWarp prst="textNoShape">
                    <a:avLst/>
                  </a:prstTxWarp>
                </a:bodyPr>
                <a:lstStyle/>
                <a:p>
                  <a:pPr defTabSz="1218996" eaLnBrk="0" fontAlgn="base" hangingPunct="0">
                    <a:spcBef>
                      <a:spcPct val="0"/>
                    </a:spcBef>
                    <a:spcAft>
                      <a:spcPct val="0"/>
                    </a:spcAft>
                    <a:defRPr/>
                  </a:pPr>
                  <a:endParaRPr lang="en-US" sz="2400">
                    <a:solidFill>
                      <a:prstClr val="black"/>
                    </a:solidFill>
                    <a:latin typeface="Arial" pitchFamily="34" charset="0"/>
                  </a:endParaRPr>
                </a:p>
              </p:txBody>
            </p:sp>
            <p:sp>
              <p:nvSpPr>
                <p:cNvPr id="275" name="Rectangle 209"/>
                <p:cNvSpPr>
                  <a:spLocks noChangeArrowheads="1"/>
                </p:cNvSpPr>
                <p:nvPr/>
              </p:nvSpPr>
              <p:spPr bwMode="auto">
                <a:xfrm>
                  <a:off x="3068638" y="3103563"/>
                  <a:ext cx="38100" cy="68263"/>
                </a:xfrm>
                <a:prstGeom prst="rect">
                  <a:avLst/>
                </a:prstGeom>
                <a:solidFill>
                  <a:srgbClr val="E94025"/>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9630" tIns="44815" rIns="89630" bIns="44815" numCol="1" anchor="t" anchorCtr="0" compatLnSpc="1">
                  <a:prstTxWarp prst="textNoShape">
                    <a:avLst/>
                  </a:prstTxWarp>
                </a:bodyPr>
                <a:lstStyle/>
                <a:p>
                  <a:pPr defTabSz="1218996" eaLnBrk="0" fontAlgn="base" hangingPunct="0">
                    <a:spcBef>
                      <a:spcPct val="0"/>
                    </a:spcBef>
                    <a:spcAft>
                      <a:spcPct val="0"/>
                    </a:spcAft>
                    <a:defRPr/>
                  </a:pPr>
                  <a:endParaRPr lang="en-US" sz="2400">
                    <a:solidFill>
                      <a:prstClr val="black"/>
                    </a:solidFill>
                    <a:latin typeface="Arial" pitchFamily="34" charset="0"/>
                  </a:endParaRPr>
                </a:p>
              </p:txBody>
            </p:sp>
            <p:sp>
              <p:nvSpPr>
                <p:cNvPr id="276" name="Rectangle 210"/>
                <p:cNvSpPr>
                  <a:spLocks noChangeArrowheads="1"/>
                </p:cNvSpPr>
                <p:nvPr/>
              </p:nvSpPr>
              <p:spPr bwMode="auto">
                <a:xfrm>
                  <a:off x="2962276" y="3103563"/>
                  <a:ext cx="41275" cy="68263"/>
                </a:xfrm>
                <a:prstGeom prst="rect">
                  <a:avLst/>
                </a:prstGeom>
                <a:solidFill>
                  <a:srgbClr val="E94025"/>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9630" tIns="44815" rIns="89630" bIns="44815" numCol="1" anchor="t" anchorCtr="0" compatLnSpc="1">
                  <a:prstTxWarp prst="textNoShape">
                    <a:avLst/>
                  </a:prstTxWarp>
                </a:bodyPr>
                <a:lstStyle/>
                <a:p>
                  <a:pPr defTabSz="1218996" eaLnBrk="0" fontAlgn="base" hangingPunct="0">
                    <a:spcBef>
                      <a:spcPct val="0"/>
                    </a:spcBef>
                    <a:spcAft>
                      <a:spcPct val="0"/>
                    </a:spcAft>
                    <a:defRPr/>
                  </a:pPr>
                  <a:endParaRPr lang="en-US" sz="2400">
                    <a:solidFill>
                      <a:prstClr val="black"/>
                    </a:solidFill>
                    <a:latin typeface="Arial" pitchFamily="34" charset="0"/>
                  </a:endParaRPr>
                </a:p>
              </p:txBody>
            </p:sp>
            <p:sp>
              <p:nvSpPr>
                <p:cNvPr id="277" name="Rectangle 211"/>
                <p:cNvSpPr>
                  <a:spLocks noChangeArrowheads="1"/>
                </p:cNvSpPr>
                <p:nvPr/>
              </p:nvSpPr>
              <p:spPr bwMode="auto">
                <a:xfrm>
                  <a:off x="2859088" y="3103563"/>
                  <a:ext cx="41275" cy="68263"/>
                </a:xfrm>
                <a:prstGeom prst="rect">
                  <a:avLst/>
                </a:prstGeom>
                <a:solidFill>
                  <a:srgbClr val="E94025"/>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9630" tIns="44815" rIns="89630" bIns="44815" numCol="1" anchor="t" anchorCtr="0" compatLnSpc="1">
                  <a:prstTxWarp prst="textNoShape">
                    <a:avLst/>
                  </a:prstTxWarp>
                </a:bodyPr>
                <a:lstStyle/>
                <a:p>
                  <a:pPr defTabSz="1218996" eaLnBrk="0" fontAlgn="base" hangingPunct="0">
                    <a:spcBef>
                      <a:spcPct val="0"/>
                    </a:spcBef>
                    <a:spcAft>
                      <a:spcPct val="0"/>
                    </a:spcAft>
                    <a:defRPr/>
                  </a:pPr>
                  <a:endParaRPr lang="en-US" sz="2400">
                    <a:solidFill>
                      <a:prstClr val="black"/>
                    </a:solidFill>
                    <a:latin typeface="Arial" pitchFamily="34" charset="0"/>
                  </a:endParaRPr>
                </a:p>
              </p:txBody>
            </p:sp>
            <p:sp>
              <p:nvSpPr>
                <p:cNvPr id="278" name="Rectangle 212"/>
                <p:cNvSpPr>
                  <a:spLocks noChangeArrowheads="1"/>
                </p:cNvSpPr>
                <p:nvPr/>
              </p:nvSpPr>
              <p:spPr bwMode="auto">
                <a:xfrm>
                  <a:off x="3171826" y="3206751"/>
                  <a:ext cx="38100" cy="71438"/>
                </a:xfrm>
                <a:prstGeom prst="rect">
                  <a:avLst/>
                </a:prstGeom>
                <a:solidFill>
                  <a:srgbClr val="E94025"/>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9630" tIns="44815" rIns="89630" bIns="44815" numCol="1" anchor="t" anchorCtr="0" compatLnSpc="1">
                  <a:prstTxWarp prst="textNoShape">
                    <a:avLst/>
                  </a:prstTxWarp>
                </a:bodyPr>
                <a:lstStyle/>
                <a:p>
                  <a:pPr defTabSz="1218996" eaLnBrk="0" fontAlgn="base" hangingPunct="0">
                    <a:spcBef>
                      <a:spcPct val="0"/>
                    </a:spcBef>
                    <a:spcAft>
                      <a:spcPct val="0"/>
                    </a:spcAft>
                    <a:defRPr/>
                  </a:pPr>
                  <a:endParaRPr lang="en-US" sz="2400">
                    <a:solidFill>
                      <a:prstClr val="black"/>
                    </a:solidFill>
                    <a:latin typeface="Arial" pitchFamily="34" charset="0"/>
                  </a:endParaRPr>
                </a:p>
              </p:txBody>
            </p:sp>
            <p:sp>
              <p:nvSpPr>
                <p:cNvPr id="279" name="Rectangle 213"/>
                <p:cNvSpPr>
                  <a:spLocks noChangeArrowheads="1"/>
                </p:cNvSpPr>
                <p:nvPr/>
              </p:nvSpPr>
              <p:spPr bwMode="auto">
                <a:xfrm>
                  <a:off x="3068638" y="3206751"/>
                  <a:ext cx="38100" cy="71438"/>
                </a:xfrm>
                <a:prstGeom prst="rect">
                  <a:avLst/>
                </a:prstGeom>
                <a:solidFill>
                  <a:srgbClr val="E94025"/>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9630" tIns="44815" rIns="89630" bIns="44815" numCol="1" anchor="t" anchorCtr="0" compatLnSpc="1">
                  <a:prstTxWarp prst="textNoShape">
                    <a:avLst/>
                  </a:prstTxWarp>
                </a:bodyPr>
                <a:lstStyle/>
                <a:p>
                  <a:pPr defTabSz="1218996" eaLnBrk="0" fontAlgn="base" hangingPunct="0">
                    <a:spcBef>
                      <a:spcPct val="0"/>
                    </a:spcBef>
                    <a:spcAft>
                      <a:spcPct val="0"/>
                    </a:spcAft>
                    <a:defRPr/>
                  </a:pPr>
                  <a:endParaRPr lang="en-US" sz="2400">
                    <a:solidFill>
                      <a:prstClr val="black"/>
                    </a:solidFill>
                    <a:latin typeface="Arial" pitchFamily="34" charset="0"/>
                  </a:endParaRPr>
                </a:p>
              </p:txBody>
            </p:sp>
            <p:sp>
              <p:nvSpPr>
                <p:cNvPr id="280" name="Rectangle 214"/>
                <p:cNvSpPr>
                  <a:spLocks noChangeArrowheads="1"/>
                </p:cNvSpPr>
                <p:nvPr/>
              </p:nvSpPr>
              <p:spPr bwMode="auto">
                <a:xfrm>
                  <a:off x="2962276" y="3206751"/>
                  <a:ext cx="41275" cy="71438"/>
                </a:xfrm>
                <a:prstGeom prst="rect">
                  <a:avLst/>
                </a:prstGeom>
                <a:solidFill>
                  <a:srgbClr val="E94025"/>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9630" tIns="44815" rIns="89630" bIns="44815" numCol="1" anchor="t" anchorCtr="0" compatLnSpc="1">
                  <a:prstTxWarp prst="textNoShape">
                    <a:avLst/>
                  </a:prstTxWarp>
                </a:bodyPr>
                <a:lstStyle/>
                <a:p>
                  <a:pPr defTabSz="1218996" eaLnBrk="0" fontAlgn="base" hangingPunct="0">
                    <a:spcBef>
                      <a:spcPct val="0"/>
                    </a:spcBef>
                    <a:spcAft>
                      <a:spcPct val="0"/>
                    </a:spcAft>
                    <a:defRPr/>
                  </a:pPr>
                  <a:endParaRPr lang="en-US" sz="2400">
                    <a:solidFill>
                      <a:prstClr val="black"/>
                    </a:solidFill>
                    <a:latin typeface="Arial" pitchFamily="34" charset="0"/>
                  </a:endParaRPr>
                </a:p>
              </p:txBody>
            </p:sp>
            <p:sp>
              <p:nvSpPr>
                <p:cNvPr id="281" name="Rectangle 215"/>
                <p:cNvSpPr>
                  <a:spLocks noChangeArrowheads="1"/>
                </p:cNvSpPr>
                <p:nvPr/>
              </p:nvSpPr>
              <p:spPr bwMode="auto">
                <a:xfrm>
                  <a:off x="2859088" y="3206751"/>
                  <a:ext cx="41275" cy="71438"/>
                </a:xfrm>
                <a:prstGeom prst="rect">
                  <a:avLst/>
                </a:prstGeom>
                <a:solidFill>
                  <a:srgbClr val="E94025"/>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9630" tIns="44815" rIns="89630" bIns="44815" numCol="1" anchor="t" anchorCtr="0" compatLnSpc="1">
                  <a:prstTxWarp prst="textNoShape">
                    <a:avLst/>
                  </a:prstTxWarp>
                </a:bodyPr>
                <a:lstStyle/>
                <a:p>
                  <a:pPr defTabSz="1218996" eaLnBrk="0" fontAlgn="base" hangingPunct="0">
                    <a:spcBef>
                      <a:spcPct val="0"/>
                    </a:spcBef>
                    <a:spcAft>
                      <a:spcPct val="0"/>
                    </a:spcAft>
                    <a:defRPr/>
                  </a:pPr>
                  <a:endParaRPr lang="en-US" sz="2400">
                    <a:solidFill>
                      <a:prstClr val="black"/>
                    </a:solidFill>
                    <a:latin typeface="Arial" pitchFamily="34" charset="0"/>
                  </a:endParaRPr>
                </a:p>
              </p:txBody>
            </p:sp>
            <p:sp>
              <p:nvSpPr>
                <p:cNvPr id="282" name="Rectangle 216"/>
                <p:cNvSpPr>
                  <a:spLocks noChangeArrowheads="1"/>
                </p:cNvSpPr>
                <p:nvPr/>
              </p:nvSpPr>
              <p:spPr bwMode="auto">
                <a:xfrm>
                  <a:off x="3171826" y="3309938"/>
                  <a:ext cx="38100" cy="71438"/>
                </a:xfrm>
                <a:prstGeom prst="rect">
                  <a:avLst/>
                </a:prstGeom>
                <a:solidFill>
                  <a:srgbClr val="E94025"/>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9630" tIns="44815" rIns="89630" bIns="44815" numCol="1" anchor="t" anchorCtr="0" compatLnSpc="1">
                  <a:prstTxWarp prst="textNoShape">
                    <a:avLst/>
                  </a:prstTxWarp>
                </a:bodyPr>
                <a:lstStyle/>
                <a:p>
                  <a:pPr defTabSz="1218996" eaLnBrk="0" fontAlgn="base" hangingPunct="0">
                    <a:spcBef>
                      <a:spcPct val="0"/>
                    </a:spcBef>
                    <a:spcAft>
                      <a:spcPct val="0"/>
                    </a:spcAft>
                    <a:defRPr/>
                  </a:pPr>
                  <a:endParaRPr lang="en-US" sz="2400">
                    <a:solidFill>
                      <a:prstClr val="black"/>
                    </a:solidFill>
                    <a:latin typeface="Arial" pitchFamily="34" charset="0"/>
                  </a:endParaRPr>
                </a:p>
              </p:txBody>
            </p:sp>
            <p:sp>
              <p:nvSpPr>
                <p:cNvPr id="283" name="Rectangle 217"/>
                <p:cNvSpPr>
                  <a:spLocks noChangeArrowheads="1"/>
                </p:cNvSpPr>
                <p:nvPr/>
              </p:nvSpPr>
              <p:spPr bwMode="auto">
                <a:xfrm>
                  <a:off x="3068638" y="3309938"/>
                  <a:ext cx="38100" cy="71438"/>
                </a:xfrm>
                <a:prstGeom prst="rect">
                  <a:avLst/>
                </a:prstGeom>
                <a:solidFill>
                  <a:srgbClr val="E94025"/>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9630" tIns="44815" rIns="89630" bIns="44815" numCol="1" anchor="t" anchorCtr="0" compatLnSpc="1">
                  <a:prstTxWarp prst="textNoShape">
                    <a:avLst/>
                  </a:prstTxWarp>
                </a:bodyPr>
                <a:lstStyle/>
                <a:p>
                  <a:pPr defTabSz="1218996" eaLnBrk="0" fontAlgn="base" hangingPunct="0">
                    <a:spcBef>
                      <a:spcPct val="0"/>
                    </a:spcBef>
                    <a:spcAft>
                      <a:spcPct val="0"/>
                    </a:spcAft>
                    <a:defRPr/>
                  </a:pPr>
                  <a:endParaRPr lang="en-US" sz="2400">
                    <a:solidFill>
                      <a:prstClr val="black"/>
                    </a:solidFill>
                    <a:latin typeface="Arial" pitchFamily="34" charset="0"/>
                  </a:endParaRPr>
                </a:p>
              </p:txBody>
            </p:sp>
            <p:sp>
              <p:nvSpPr>
                <p:cNvPr id="284" name="Rectangle 218"/>
                <p:cNvSpPr>
                  <a:spLocks noChangeArrowheads="1"/>
                </p:cNvSpPr>
                <p:nvPr/>
              </p:nvSpPr>
              <p:spPr bwMode="auto">
                <a:xfrm>
                  <a:off x="2962276" y="3309938"/>
                  <a:ext cx="41275" cy="71438"/>
                </a:xfrm>
                <a:prstGeom prst="rect">
                  <a:avLst/>
                </a:prstGeom>
                <a:solidFill>
                  <a:srgbClr val="E94025"/>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9630" tIns="44815" rIns="89630" bIns="44815" numCol="1" anchor="t" anchorCtr="0" compatLnSpc="1">
                  <a:prstTxWarp prst="textNoShape">
                    <a:avLst/>
                  </a:prstTxWarp>
                </a:bodyPr>
                <a:lstStyle/>
                <a:p>
                  <a:pPr defTabSz="1218996" eaLnBrk="0" fontAlgn="base" hangingPunct="0">
                    <a:spcBef>
                      <a:spcPct val="0"/>
                    </a:spcBef>
                    <a:spcAft>
                      <a:spcPct val="0"/>
                    </a:spcAft>
                    <a:defRPr/>
                  </a:pPr>
                  <a:endParaRPr lang="en-US" sz="2400">
                    <a:solidFill>
                      <a:prstClr val="black"/>
                    </a:solidFill>
                    <a:latin typeface="Arial" pitchFamily="34" charset="0"/>
                  </a:endParaRPr>
                </a:p>
              </p:txBody>
            </p:sp>
            <p:sp>
              <p:nvSpPr>
                <p:cNvPr id="285" name="Rectangle 219"/>
                <p:cNvSpPr>
                  <a:spLocks noChangeArrowheads="1"/>
                </p:cNvSpPr>
                <p:nvPr/>
              </p:nvSpPr>
              <p:spPr bwMode="auto">
                <a:xfrm>
                  <a:off x="2859088" y="3309938"/>
                  <a:ext cx="41275" cy="71438"/>
                </a:xfrm>
                <a:prstGeom prst="rect">
                  <a:avLst/>
                </a:prstGeom>
                <a:solidFill>
                  <a:srgbClr val="E94025"/>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9630" tIns="44815" rIns="89630" bIns="44815" numCol="1" anchor="t" anchorCtr="0" compatLnSpc="1">
                  <a:prstTxWarp prst="textNoShape">
                    <a:avLst/>
                  </a:prstTxWarp>
                </a:bodyPr>
                <a:lstStyle/>
                <a:p>
                  <a:pPr defTabSz="1218996" eaLnBrk="0" fontAlgn="base" hangingPunct="0">
                    <a:spcBef>
                      <a:spcPct val="0"/>
                    </a:spcBef>
                    <a:spcAft>
                      <a:spcPct val="0"/>
                    </a:spcAft>
                    <a:defRPr/>
                  </a:pPr>
                  <a:endParaRPr lang="en-US" sz="2400">
                    <a:solidFill>
                      <a:prstClr val="black"/>
                    </a:solidFill>
                    <a:latin typeface="Arial" pitchFamily="34" charset="0"/>
                  </a:endParaRPr>
                </a:p>
              </p:txBody>
            </p:sp>
            <p:sp>
              <p:nvSpPr>
                <p:cNvPr id="286" name="Rectangle 220"/>
                <p:cNvSpPr>
                  <a:spLocks noChangeArrowheads="1"/>
                </p:cNvSpPr>
                <p:nvPr/>
              </p:nvSpPr>
              <p:spPr bwMode="auto">
                <a:xfrm>
                  <a:off x="3171826" y="3413126"/>
                  <a:ext cx="38100" cy="71438"/>
                </a:xfrm>
                <a:prstGeom prst="rect">
                  <a:avLst/>
                </a:prstGeom>
                <a:solidFill>
                  <a:srgbClr val="E94025"/>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9630" tIns="44815" rIns="89630" bIns="44815" numCol="1" anchor="t" anchorCtr="0" compatLnSpc="1">
                  <a:prstTxWarp prst="textNoShape">
                    <a:avLst/>
                  </a:prstTxWarp>
                </a:bodyPr>
                <a:lstStyle/>
                <a:p>
                  <a:pPr defTabSz="1218996" eaLnBrk="0" fontAlgn="base" hangingPunct="0">
                    <a:spcBef>
                      <a:spcPct val="0"/>
                    </a:spcBef>
                    <a:spcAft>
                      <a:spcPct val="0"/>
                    </a:spcAft>
                    <a:defRPr/>
                  </a:pPr>
                  <a:endParaRPr lang="en-US" sz="2400">
                    <a:solidFill>
                      <a:prstClr val="black"/>
                    </a:solidFill>
                    <a:latin typeface="Arial" pitchFamily="34" charset="0"/>
                  </a:endParaRPr>
                </a:p>
              </p:txBody>
            </p:sp>
            <p:sp>
              <p:nvSpPr>
                <p:cNvPr id="287" name="Rectangle 221"/>
                <p:cNvSpPr>
                  <a:spLocks noChangeArrowheads="1"/>
                </p:cNvSpPr>
                <p:nvPr/>
              </p:nvSpPr>
              <p:spPr bwMode="auto">
                <a:xfrm>
                  <a:off x="3068638" y="3413126"/>
                  <a:ext cx="38100" cy="71438"/>
                </a:xfrm>
                <a:prstGeom prst="rect">
                  <a:avLst/>
                </a:prstGeom>
                <a:solidFill>
                  <a:srgbClr val="E94025"/>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9630" tIns="44815" rIns="89630" bIns="44815" numCol="1" anchor="t" anchorCtr="0" compatLnSpc="1">
                  <a:prstTxWarp prst="textNoShape">
                    <a:avLst/>
                  </a:prstTxWarp>
                </a:bodyPr>
                <a:lstStyle/>
                <a:p>
                  <a:pPr defTabSz="1218996" eaLnBrk="0" fontAlgn="base" hangingPunct="0">
                    <a:spcBef>
                      <a:spcPct val="0"/>
                    </a:spcBef>
                    <a:spcAft>
                      <a:spcPct val="0"/>
                    </a:spcAft>
                    <a:defRPr/>
                  </a:pPr>
                  <a:endParaRPr lang="en-US" sz="2400">
                    <a:solidFill>
                      <a:prstClr val="black"/>
                    </a:solidFill>
                    <a:latin typeface="Arial" pitchFamily="34" charset="0"/>
                  </a:endParaRPr>
                </a:p>
              </p:txBody>
            </p:sp>
            <p:sp>
              <p:nvSpPr>
                <p:cNvPr id="288" name="Rectangle 222"/>
                <p:cNvSpPr>
                  <a:spLocks noChangeArrowheads="1"/>
                </p:cNvSpPr>
                <p:nvPr/>
              </p:nvSpPr>
              <p:spPr bwMode="auto">
                <a:xfrm>
                  <a:off x="2962276" y="3413126"/>
                  <a:ext cx="41275" cy="71438"/>
                </a:xfrm>
                <a:prstGeom prst="rect">
                  <a:avLst/>
                </a:prstGeom>
                <a:solidFill>
                  <a:srgbClr val="E94025"/>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9630" tIns="44815" rIns="89630" bIns="44815" numCol="1" anchor="t" anchorCtr="0" compatLnSpc="1">
                  <a:prstTxWarp prst="textNoShape">
                    <a:avLst/>
                  </a:prstTxWarp>
                </a:bodyPr>
                <a:lstStyle/>
                <a:p>
                  <a:pPr defTabSz="1218996" eaLnBrk="0" fontAlgn="base" hangingPunct="0">
                    <a:spcBef>
                      <a:spcPct val="0"/>
                    </a:spcBef>
                    <a:spcAft>
                      <a:spcPct val="0"/>
                    </a:spcAft>
                    <a:defRPr/>
                  </a:pPr>
                  <a:endParaRPr lang="en-US" sz="2400">
                    <a:solidFill>
                      <a:prstClr val="black"/>
                    </a:solidFill>
                    <a:latin typeface="Arial" pitchFamily="34" charset="0"/>
                  </a:endParaRPr>
                </a:p>
              </p:txBody>
            </p:sp>
            <p:sp>
              <p:nvSpPr>
                <p:cNvPr id="289" name="Rectangle 223"/>
                <p:cNvSpPr>
                  <a:spLocks noChangeArrowheads="1"/>
                </p:cNvSpPr>
                <p:nvPr/>
              </p:nvSpPr>
              <p:spPr bwMode="auto">
                <a:xfrm>
                  <a:off x="2859088" y="3413126"/>
                  <a:ext cx="41275" cy="71438"/>
                </a:xfrm>
                <a:prstGeom prst="rect">
                  <a:avLst/>
                </a:prstGeom>
                <a:solidFill>
                  <a:srgbClr val="E94025"/>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9630" tIns="44815" rIns="89630" bIns="44815" numCol="1" anchor="t" anchorCtr="0" compatLnSpc="1">
                  <a:prstTxWarp prst="textNoShape">
                    <a:avLst/>
                  </a:prstTxWarp>
                </a:bodyPr>
                <a:lstStyle/>
                <a:p>
                  <a:pPr defTabSz="1218996" eaLnBrk="0" fontAlgn="base" hangingPunct="0">
                    <a:spcBef>
                      <a:spcPct val="0"/>
                    </a:spcBef>
                    <a:spcAft>
                      <a:spcPct val="0"/>
                    </a:spcAft>
                    <a:defRPr/>
                  </a:pPr>
                  <a:endParaRPr lang="en-US" sz="2400">
                    <a:solidFill>
                      <a:prstClr val="black"/>
                    </a:solidFill>
                    <a:latin typeface="Arial" pitchFamily="34" charset="0"/>
                  </a:endParaRPr>
                </a:p>
              </p:txBody>
            </p:sp>
            <p:sp>
              <p:nvSpPr>
                <p:cNvPr id="290" name="Rectangle 224"/>
                <p:cNvSpPr>
                  <a:spLocks noChangeArrowheads="1"/>
                </p:cNvSpPr>
                <p:nvPr/>
              </p:nvSpPr>
              <p:spPr bwMode="auto">
                <a:xfrm>
                  <a:off x="3171826" y="3519488"/>
                  <a:ext cx="38100" cy="68263"/>
                </a:xfrm>
                <a:prstGeom prst="rect">
                  <a:avLst/>
                </a:prstGeom>
                <a:solidFill>
                  <a:srgbClr val="E94025"/>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9630" tIns="44815" rIns="89630" bIns="44815" numCol="1" anchor="t" anchorCtr="0" compatLnSpc="1">
                  <a:prstTxWarp prst="textNoShape">
                    <a:avLst/>
                  </a:prstTxWarp>
                </a:bodyPr>
                <a:lstStyle/>
                <a:p>
                  <a:pPr defTabSz="1218996" eaLnBrk="0" fontAlgn="base" hangingPunct="0">
                    <a:spcBef>
                      <a:spcPct val="0"/>
                    </a:spcBef>
                    <a:spcAft>
                      <a:spcPct val="0"/>
                    </a:spcAft>
                    <a:defRPr/>
                  </a:pPr>
                  <a:endParaRPr lang="en-US" sz="2400">
                    <a:solidFill>
                      <a:prstClr val="black"/>
                    </a:solidFill>
                    <a:latin typeface="Arial" pitchFamily="34" charset="0"/>
                  </a:endParaRPr>
                </a:p>
              </p:txBody>
            </p:sp>
            <p:sp>
              <p:nvSpPr>
                <p:cNvPr id="291" name="Rectangle 225"/>
                <p:cNvSpPr>
                  <a:spLocks noChangeArrowheads="1"/>
                </p:cNvSpPr>
                <p:nvPr/>
              </p:nvSpPr>
              <p:spPr bwMode="auto">
                <a:xfrm>
                  <a:off x="3068638" y="3519488"/>
                  <a:ext cx="38100" cy="68263"/>
                </a:xfrm>
                <a:prstGeom prst="rect">
                  <a:avLst/>
                </a:prstGeom>
                <a:solidFill>
                  <a:srgbClr val="E94025"/>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9630" tIns="44815" rIns="89630" bIns="44815" numCol="1" anchor="t" anchorCtr="0" compatLnSpc="1">
                  <a:prstTxWarp prst="textNoShape">
                    <a:avLst/>
                  </a:prstTxWarp>
                </a:bodyPr>
                <a:lstStyle/>
                <a:p>
                  <a:pPr defTabSz="1218996" eaLnBrk="0" fontAlgn="base" hangingPunct="0">
                    <a:spcBef>
                      <a:spcPct val="0"/>
                    </a:spcBef>
                    <a:spcAft>
                      <a:spcPct val="0"/>
                    </a:spcAft>
                    <a:defRPr/>
                  </a:pPr>
                  <a:endParaRPr lang="en-US" sz="2400">
                    <a:solidFill>
                      <a:prstClr val="black"/>
                    </a:solidFill>
                    <a:latin typeface="Arial" pitchFamily="34" charset="0"/>
                  </a:endParaRPr>
                </a:p>
              </p:txBody>
            </p:sp>
            <p:sp>
              <p:nvSpPr>
                <p:cNvPr id="292" name="Rectangle 226"/>
                <p:cNvSpPr>
                  <a:spLocks noChangeArrowheads="1"/>
                </p:cNvSpPr>
                <p:nvPr/>
              </p:nvSpPr>
              <p:spPr bwMode="auto">
                <a:xfrm>
                  <a:off x="2962276" y="3519488"/>
                  <a:ext cx="41275" cy="68263"/>
                </a:xfrm>
                <a:prstGeom prst="rect">
                  <a:avLst/>
                </a:prstGeom>
                <a:solidFill>
                  <a:srgbClr val="E94025"/>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9630" tIns="44815" rIns="89630" bIns="44815" numCol="1" anchor="t" anchorCtr="0" compatLnSpc="1">
                  <a:prstTxWarp prst="textNoShape">
                    <a:avLst/>
                  </a:prstTxWarp>
                </a:bodyPr>
                <a:lstStyle/>
                <a:p>
                  <a:pPr defTabSz="1218996" eaLnBrk="0" fontAlgn="base" hangingPunct="0">
                    <a:spcBef>
                      <a:spcPct val="0"/>
                    </a:spcBef>
                    <a:spcAft>
                      <a:spcPct val="0"/>
                    </a:spcAft>
                    <a:defRPr/>
                  </a:pPr>
                  <a:endParaRPr lang="en-US" sz="2400">
                    <a:solidFill>
                      <a:prstClr val="black"/>
                    </a:solidFill>
                    <a:latin typeface="Arial" pitchFamily="34" charset="0"/>
                  </a:endParaRPr>
                </a:p>
              </p:txBody>
            </p:sp>
            <p:sp>
              <p:nvSpPr>
                <p:cNvPr id="293" name="Rectangle 227"/>
                <p:cNvSpPr>
                  <a:spLocks noChangeArrowheads="1"/>
                </p:cNvSpPr>
                <p:nvPr/>
              </p:nvSpPr>
              <p:spPr bwMode="auto">
                <a:xfrm>
                  <a:off x="2859088" y="3519488"/>
                  <a:ext cx="41275" cy="68263"/>
                </a:xfrm>
                <a:prstGeom prst="rect">
                  <a:avLst/>
                </a:prstGeom>
                <a:solidFill>
                  <a:srgbClr val="E94025"/>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9630" tIns="44815" rIns="89630" bIns="44815" numCol="1" anchor="t" anchorCtr="0" compatLnSpc="1">
                  <a:prstTxWarp prst="textNoShape">
                    <a:avLst/>
                  </a:prstTxWarp>
                </a:bodyPr>
                <a:lstStyle/>
                <a:p>
                  <a:pPr defTabSz="1218996" eaLnBrk="0" fontAlgn="base" hangingPunct="0">
                    <a:spcBef>
                      <a:spcPct val="0"/>
                    </a:spcBef>
                    <a:spcAft>
                      <a:spcPct val="0"/>
                    </a:spcAft>
                    <a:defRPr/>
                  </a:pPr>
                  <a:endParaRPr lang="en-US" sz="2400">
                    <a:solidFill>
                      <a:prstClr val="black"/>
                    </a:solidFill>
                    <a:latin typeface="Arial" pitchFamily="34" charset="0"/>
                  </a:endParaRPr>
                </a:p>
              </p:txBody>
            </p:sp>
            <p:sp>
              <p:nvSpPr>
                <p:cNvPr id="294" name="Rectangle 228"/>
                <p:cNvSpPr>
                  <a:spLocks noChangeArrowheads="1"/>
                </p:cNvSpPr>
                <p:nvPr/>
              </p:nvSpPr>
              <p:spPr bwMode="auto">
                <a:xfrm>
                  <a:off x="3171826" y="3622676"/>
                  <a:ext cx="38100" cy="69850"/>
                </a:xfrm>
                <a:prstGeom prst="rect">
                  <a:avLst/>
                </a:prstGeom>
                <a:solidFill>
                  <a:srgbClr val="E94025"/>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9630" tIns="44815" rIns="89630" bIns="44815" numCol="1" anchor="t" anchorCtr="0" compatLnSpc="1">
                  <a:prstTxWarp prst="textNoShape">
                    <a:avLst/>
                  </a:prstTxWarp>
                </a:bodyPr>
                <a:lstStyle/>
                <a:p>
                  <a:pPr defTabSz="1218996" eaLnBrk="0" fontAlgn="base" hangingPunct="0">
                    <a:spcBef>
                      <a:spcPct val="0"/>
                    </a:spcBef>
                    <a:spcAft>
                      <a:spcPct val="0"/>
                    </a:spcAft>
                    <a:defRPr/>
                  </a:pPr>
                  <a:endParaRPr lang="en-US" sz="2400">
                    <a:solidFill>
                      <a:prstClr val="black"/>
                    </a:solidFill>
                    <a:latin typeface="Arial" pitchFamily="34" charset="0"/>
                  </a:endParaRPr>
                </a:p>
              </p:txBody>
            </p:sp>
            <p:sp>
              <p:nvSpPr>
                <p:cNvPr id="295" name="Rectangle 229"/>
                <p:cNvSpPr>
                  <a:spLocks noChangeArrowheads="1"/>
                </p:cNvSpPr>
                <p:nvPr/>
              </p:nvSpPr>
              <p:spPr bwMode="auto">
                <a:xfrm>
                  <a:off x="3068638" y="3622676"/>
                  <a:ext cx="38100" cy="69850"/>
                </a:xfrm>
                <a:prstGeom prst="rect">
                  <a:avLst/>
                </a:prstGeom>
                <a:solidFill>
                  <a:srgbClr val="E94025"/>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9630" tIns="44815" rIns="89630" bIns="44815" numCol="1" anchor="t" anchorCtr="0" compatLnSpc="1">
                  <a:prstTxWarp prst="textNoShape">
                    <a:avLst/>
                  </a:prstTxWarp>
                </a:bodyPr>
                <a:lstStyle/>
                <a:p>
                  <a:pPr defTabSz="1218996" eaLnBrk="0" fontAlgn="base" hangingPunct="0">
                    <a:spcBef>
                      <a:spcPct val="0"/>
                    </a:spcBef>
                    <a:spcAft>
                      <a:spcPct val="0"/>
                    </a:spcAft>
                    <a:defRPr/>
                  </a:pPr>
                  <a:endParaRPr lang="en-US" sz="2400">
                    <a:solidFill>
                      <a:prstClr val="black"/>
                    </a:solidFill>
                    <a:latin typeface="Arial" pitchFamily="34" charset="0"/>
                  </a:endParaRPr>
                </a:p>
              </p:txBody>
            </p:sp>
            <p:sp>
              <p:nvSpPr>
                <p:cNvPr id="296" name="Rectangle 230"/>
                <p:cNvSpPr>
                  <a:spLocks noChangeArrowheads="1"/>
                </p:cNvSpPr>
                <p:nvPr/>
              </p:nvSpPr>
              <p:spPr bwMode="auto">
                <a:xfrm>
                  <a:off x="2962276" y="3622676"/>
                  <a:ext cx="41275" cy="69850"/>
                </a:xfrm>
                <a:prstGeom prst="rect">
                  <a:avLst/>
                </a:prstGeom>
                <a:solidFill>
                  <a:srgbClr val="E94025"/>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9630" tIns="44815" rIns="89630" bIns="44815" numCol="1" anchor="t" anchorCtr="0" compatLnSpc="1">
                  <a:prstTxWarp prst="textNoShape">
                    <a:avLst/>
                  </a:prstTxWarp>
                </a:bodyPr>
                <a:lstStyle/>
                <a:p>
                  <a:pPr defTabSz="1218996" eaLnBrk="0" fontAlgn="base" hangingPunct="0">
                    <a:spcBef>
                      <a:spcPct val="0"/>
                    </a:spcBef>
                    <a:spcAft>
                      <a:spcPct val="0"/>
                    </a:spcAft>
                    <a:defRPr/>
                  </a:pPr>
                  <a:endParaRPr lang="en-US" sz="2400">
                    <a:solidFill>
                      <a:prstClr val="black"/>
                    </a:solidFill>
                    <a:latin typeface="Arial" pitchFamily="34" charset="0"/>
                  </a:endParaRPr>
                </a:p>
              </p:txBody>
            </p:sp>
            <p:sp>
              <p:nvSpPr>
                <p:cNvPr id="297" name="Rectangle 231"/>
                <p:cNvSpPr>
                  <a:spLocks noChangeArrowheads="1"/>
                </p:cNvSpPr>
                <p:nvPr/>
              </p:nvSpPr>
              <p:spPr bwMode="auto">
                <a:xfrm>
                  <a:off x="2859088" y="3622676"/>
                  <a:ext cx="41275" cy="69850"/>
                </a:xfrm>
                <a:prstGeom prst="rect">
                  <a:avLst/>
                </a:prstGeom>
                <a:solidFill>
                  <a:srgbClr val="E94025"/>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9630" tIns="44815" rIns="89630" bIns="44815" numCol="1" anchor="t" anchorCtr="0" compatLnSpc="1">
                  <a:prstTxWarp prst="textNoShape">
                    <a:avLst/>
                  </a:prstTxWarp>
                </a:bodyPr>
                <a:lstStyle/>
                <a:p>
                  <a:pPr defTabSz="1218996" eaLnBrk="0" fontAlgn="base" hangingPunct="0">
                    <a:spcBef>
                      <a:spcPct val="0"/>
                    </a:spcBef>
                    <a:spcAft>
                      <a:spcPct val="0"/>
                    </a:spcAft>
                    <a:defRPr/>
                  </a:pPr>
                  <a:endParaRPr lang="en-US" sz="2400">
                    <a:solidFill>
                      <a:prstClr val="black"/>
                    </a:solidFill>
                    <a:latin typeface="Arial" pitchFamily="34" charset="0"/>
                  </a:endParaRPr>
                </a:p>
              </p:txBody>
            </p:sp>
            <p:sp>
              <p:nvSpPr>
                <p:cNvPr id="298" name="Rectangle 232"/>
                <p:cNvSpPr>
                  <a:spLocks noChangeArrowheads="1"/>
                </p:cNvSpPr>
                <p:nvPr/>
              </p:nvSpPr>
              <p:spPr bwMode="auto">
                <a:xfrm>
                  <a:off x="3171826" y="3725863"/>
                  <a:ext cx="38100" cy="73025"/>
                </a:xfrm>
                <a:prstGeom prst="rect">
                  <a:avLst/>
                </a:prstGeom>
                <a:solidFill>
                  <a:srgbClr val="E94025"/>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9630" tIns="44815" rIns="89630" bIns="44815" numCol="1" anchor="t" anchorCtr="0" compatLnSpc="1">
                  <a:prstTxWarp prst="textNoShape">
                    <a:avLst/>
                  </a:prstTxWarp>
                </a:bodyPr>
                <a:lstStyle/>
                <a:p>
                  <a:pPr defTabSz="1218996" eaLnBrk="0" fontAlgn="base" hangingPunct="0">
                    <a:spcBef>
                      <a:spcPct val="0"/>
                    </a:spcBef>
                    <a:spcAft>
                      <a:spcPct val="0"/>
                    </a:spcAft>
                    <a:defRPr/>
                  </a:pPr>
                  <a:endParaRPr lang="en-US" sz="2400">
                    <a:solidFill>
                      <a:prstClr val="black"/>
                    </a:solidFill>
                    <a:latin typeface="Arial" pitchFamily="34" charset="0"/>
                  </a:endParaRPr>
                </a:p>
              </p:txBody>
            </p:sp>
            <p:sp>
              <p:nvSpPr>
                <p:cNvPr id="299" name="Rectangle 233"/>
                <p:cNvSpPr>
                  <a:spLocks noChangeArrowheads="1"/>
                </p:cNvSpPr>
                <p:nvPr/>
              </p:nvSpPr>
              <p:spPr bwMode="auto">
                <a:xfrm>
                  <a:off x="3068638" y="3725863"/>
                  <a:ext cx="38100" cy="73025"/>
                </a:xfrm>
                <a:prstGeom prst="rect">
                  <a:avLst/>
                </a:prstGeom>
                <a:solidFill>
                  <a:srgbClr val="E94025"/>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9630" tIns="44815" rIns="89630" bIns="44815" numCol="1" anchor="t" anchorCtr="0" compatLnSpc="1">
                  <a:prstTxWarp prst="textNoShape">
                    <a:avLst/>
                  </a:prstTxWarp>
                </a:bodyPr>
                <a:lstStyle/>
                <a:p>
                  <a:pPr defTabSz="1218996" eaLnBrk="0" fontAlgn="base" hangingPunct="0">
                    <a:spcBef>
                      <a:spcPct val="0"/>
                    </a:spcBef>
                    <a:spcAft>
                      <a:spcPct val="0"/>
                    </a:spcAft>
                    <a:defRPr/>
                  </a:pPr>
                  <a:endParaRPr lang="en-US" sz="2400">
                    <a:solidFill>
                      <a:prstClr val="black"/>
                    </a:solidFill>
                    <a:latin typeface="Arial" pitchFamily="34" charset="0"/>
                  </a:endParaRPr>
                </a:p>
              </p:txBody>
            </p:sp>
            <p:sp>
              <p:nvSpPr>
                <p:cNvPr id="300" name="Rectangle 234"/>
                <p:cNvSpPr>
                  <a:spLocks noChangeArrowheads="1"/>
                </p:cNvSpPr>
                <p:nvPr/>
              </p:nvSpPr>
              <p:spPr bwMode="auto">
                <a:xfrm>
                  <a:off x="2962276" y="3725863"/>
                  <a:ext cx="41275" cy="73025"/>
                </a:xfrm>
                <a:prstGeom prst="rect">
                  <a:avLst/>
                </a:prstGeom>
                <a:solidFill>
                  <a:srgbClr val="E94025"/>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9630" tIns="44815" rIns="89630" bIns="44815" numCol="1" anchor="t" anchorCtr="0" compatLnSpc="1">
                  <a:prstTxWarp prst="textNoShape">
                    <a:avLst/>
                  </a:prstTxWarp>
                </a:bodyPr>
                <a:lstStyle/>
                <a:p>
                  <a:pPr defTabSz="1218996" eaLnBrk="0" fontAlgn="base" hangingPunct="0">
                    <a:spcBef>
                      <a:spcPct val="0"/>
                    </a:spcBef>
                    <a:spcAft>
                      <a:spcPct val="0"/>
                    </a:spcAft>
                    <a:defRPr/>
                  </a:pPr>
                  <a:endParaRPr lang="en-US" sz="2400">
                    <a:solidFill>
                      <a:prstClr val="black"/>
                    </a:solidFill>
                    <a:latin typeface="Arial" pitchFamily="34" charset="0"/>
                  </a:endParaRPr>
                </a:p>
              </p:txBody>
            </p:sp>
            <p:sp>
              <p:nvSpPr>
                <p:cNvPr id="301" name="Rectangle 235"/>
                <p:cNvSpPr>
                  <a:spLocks noChangeArrowheads="1"/>
                </p:cNvSpPr>
                <p:nvPr/>
              </p:nvSpPr>
              <p:spPr bwMode="auto">
                <a:xfrm>
                  <a:off x="2859088" y="3725863"/>
                  <a:ext cx="41275" cy="73025"/>
                </a:xfrm>
                <a:prstGeom prst="rect">
                  <a:avLst/>
                </a:prstGeom>
                <a:solidFill>
                  <a:srgbClr val="E94025"/>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9630" tIns="44815" rIns="89630" bIns="44815" numCol="1" anchor="t" anchorCtr="0" compatLnSpc="1">
                  <a:prstTxWarp prst="textNoShape">
                    <a:avLst/>
                  </a:prstTxWarp>
                </a:bodyPr>
                <a:lstStyle/>
                <a:p>
                  <a:pPr defTabSz="1218996" eaLnBrk="0" fontAlgn="base" hangingPunct="0">
                    <a:spcBef>
                      <a:spcPct val="0"/>
                    </a:spcBef>
                    <a:spcAft>
                      <a:spcPct val="0"/>
                    </a:spcAft>
                    <a:defRPr/>
                  </a:pPr>
                  <a:endParaRPr lang="en-US" sz="2400">
                    <a:solidFill>
                      <a:prstClr val="black"/>
                    </a:solidFill>
                    <a:latin typeface="Arial" pitchFamily="34" charset="0"/>
                  </a:endParaRPr>
                </a:p>
              </p:txBody>
            </p:sp>
            <p:sp>
              <p:nvSpPr>
                <p:cNvPr id="302" name="Rectangle 236"/>
                <p:cNvSpPr>
                  <a:spLocks noChangeArrowheads="1"/>
                </p:cNvSpPr>
                <p:nvPr/>
              </p:nvSpPr>
              <p:spPr bwMode="auto">
                <a:xfrm>
                  <a:off x="3171826" y="3829051"/>
                  <a:ext cx="38100" cy="73025"/>
                </a:xfrm>
                <a:prstGeom prst="rect">
                  <a:avLst/>
                </a:prstGeom>
                <a:solidFill>
                  <a:srgbClr val="E94025"/>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9630" tIns="44815" rIns="89630" bIns="44815" numCol="1" anchor="t" anchorCtr="0" compatLnSpc="1">
                  <a:prstTxWarp prst="textNoShape">
                    <a:avLst/>
                  </a:prstTxWarp>
                </a:bodyPr>
                <a:lstStyle/>
                <a:p>
                  <a:pPr defTabSz="1218996" eaLnBrk="0" fontAlgn="base" hangingPunct="0">
                    <a:spcBef>
                      <a:spcPct val="0"/>
                    </a:spcBef>
                    <a:spcAft>
                      <a:spcPct val="0"/>
                    </a:spcAft>
                    <a:defRPr/>
                  </a:pPr>
                  <a:endParaRPr lang="en-US" sz="2400">
                    <a:solidFill>
                      <a:prstClr val="black"/>
                    </a:solidFill>
                    <a:latin typeface="Arial" pitchFamily="34" charset="0"/>
                  </a:endParaRPr>
                </a:p>
              </p:txBody>
            </p:sp>
            <p:sp>
              <p:nvSpPr>
                <p:cNvPr id="303" name="Rectangle 237"/>
                <p:cNvSpPr>
                  <a:spLocks noChangeArrowheads="1"/>
                </p:cNvSpPr>
                <p:nvPr/>
              </p:nvSpPr>
              <p:spPr bwMode="auto">
                <a:xfrm>
                  <a:off x="3068638" y="3829051"/>
                  <a:ext cx="38100" cy="73025"/>
                </a:xfrm>
                <a:prstGeom prst="rect">
                  <a:avLst/>
                </a:prstGeom>
                <a:solidFill>
                  <a:srgbClr val="E94025"/>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9630" tIns="44815" rIns="89630" bIns="44815" numCol="1" anchor="t" anchorCtr="0" compatLnSpc="1">
                  <a:prstTxWarp prst="textNoShape">
                    <a:avLst/>
                  </a:prstTxWarp>
                </a:bodyPr>
                <a:lstStyle/>
                <a:p>
                  <a:pPr defTabSz="1218996" eaLnBrk="0" fontAlgn="base" hangingPunct="0">
                    <a:spcBef>
                      <a:spcPct val="0"/>
                    </a:spcBef>
                    <a:spcAft>
                      <a:spcPct val="0"/>
                    </a:spcAft>
                    <a:defRPr/>
                  </a:pPr>
                  <a:endParaRPr lang="en-US" sz="2400">
                    <a:solidFill>
                      <a:prstClr val="black"/>
                    </a:solidFill>
                    <a:latin typeface="Arial" pitchFamily="34" charset="0"/>
                  </a:endParaRPr>
                </a:p>
              </p:txBody>
            </p:sp>
            <p:sp>
              <p:nvSpPr>
                <p:cNvPr id="304" name="Rectangle 238"/>
                <p:cNvSpPr>
                  <a:spLocks noChangeArrowheads="1"/>
                </p:cNvSpPr>
                <p:nvPr/>
              </p:nvSpPr>
              <p:spPr bwMode="auto">
                <a:xfrm>
                  <a:off x="2962276" y="3829051"/>
                  <a:ext cx="41275" cy="73025"/>
                </a:xfrm>
                <a:prstGeom prst="rect">
                  <a:avLst/>
                </a:prstGeom>
                <a:solidFill>
                  <a:srgbClr val="E94025"/>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9630" tIns="44815" rIns="89630" bIns="44815" numCol="1" anchor="t" anchorCtr="0" compatLnSpc="1">
                  <a:prstTxWarp prst="textNoShape">
                    <a:avLst/>
                  </a:prstTxWarp>
                </a:bodyPr>
                <a:lstStyle/>
                <a:p>
                  <a:pPr defTabSz="1218996" eaLnBrk="0" fontAlgn="base" hangingPunct="0">
                    <a:spcBef>
                      <a:spcPct val="0"/>
                    </a:spcBef>
                    <a:spcAft>
                      <a:spcPct val="0"/>
                    </a:spcAft>
                    <a:defRPr/>
                  </a:pPr>
                  <a:endParaRPr lang="en-US" sz="2400">
                    <a:solidFill>
                      <a:prstClr val="black"/>
                    </a:solidFill>
                    <a:latin typeface="Arial" pitchFamily="34" charset="0"/>
                  </a:endParaRPr>
                </a:p>
              </p:txBody>
            </p:sp>
            <p:sp>
              <p:nvSpPr>
                <p:cNvPr id="305" name="Rectangle 239"/>
                <p:cNvSpPr>
                  <a:spLocks noChangeArrowheads="1"/>
                </p:cNvSpPr>
                <p:nvPr/>
              </p:nvSpPr>
              <p:spPr bwMode="auto">
                <a:xfrm>
                  <a:off x="2859088" y="3829051"/>
                  <a:ext cx="41275" cy="73025"/>
                </a:xfrm>
                <a:prstGeom prst="rect">
                  <a:avLst/>
                </a:prstGeom>
                <a:solidFill>
                  <a:srgbClr val="E94025"/>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9630" tIns="44815" rIns="89630" bIns="44815" numCol="1" anchor="t" anchorCtr="0" compatLnSpc="1">
                  <a:prstTxWarp prst="textNoShape">
                    <a:avLst/>
                  </a:prstTxWarp>
                </a:bodyPr>
                <a:lstStyle/>
                <a:p>
                  <a:pPr defTabSz="1218996" eaLnBrk="0" fontAlgn="base" hangingPunct="0">
                    <a:spcBef>
                      <a:spcPct val="0"/>
                    </a:spcBef>
                    <a:spcAft>
                      <a:spcPct val="0"/>
                    </a:spcAft>
                    <a:defRPr/>
                  </a:pPr>
                  <a:endParaRPr lang="en-US" sz="2400">
                    <a:solidFill>
                      <a:prstClr val="black"/>
                    </a:solidFill>
                    <a:latin typeface="Arial" pitchFamily="34" charset="0"/>
                  </a:endParaRPr>
                </a:p>
              </p:txBody>
            </p:sp>
            <p:sp>
              <p:nvSpPr>
                <p:cNvPr id="306" name="Rectangle 240"/>
                <p:cNvSpPr>
                  <a:spLocks noChangeArrowheads="1"/>
                </p:cNvSpPr>
                <p:nvPr/>
              </p:nvSpPr>
              <p:spPr bwMode="auto">
                <a:xfrm>
                  <a:off x="1819157" y="3500438"/>
                  <a:ext cx="277814" cy="488950"/>
                </a:xfrm>
                <a:prstGeom prst="rect">
                  <a:avLst/>
                </a:prstGeom>
                <a:solidFill>
                  <a:srgbClr val="68217A"/>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9630" tIns="44815" rIns="89630" bIns="44815" numCol="1" anchor="t" anchorCtr="0" compatLnSpc="1">
                  <a:prstTxWarp prst="textNoShape">
                    <a:avLst/>
                  </a:prstTxWarp>
                </a:bodyPr>
                <a:lstStyle/>
                <a:p>
                  <a:pPr defTabSz="1218996" eaLnBrk="0" fontAlgn="base" hangingPunct="0">
                    <a:spcBef>
                      <a:spcPct val="0"/>
                    </a:spcBef>
                    <a:spcAft>
                      <a:spcPct val="0"/>
                    </a:spcAft>
                    <a:defRPr/>
                  </a:pPr>
                  <a:endParaRPr lang="en-US" sz="2400">
                    <a:solidFill>
                      <a:prstClr val="black"/>
                    </a:solidFill>
                    <a:latin typeface="Arial" pitchFamily="34" charset="0"/>
                  </a:endParaRPr>
                </a:p>
              </p:txBody>
            </p:sp>
            <p:sp>
              <p:nvSpPr>
                <p:cNvPr id="307" name="Rectangle 241"/>
                <p:cNvSpPr>
                  <a:spLocks noChangeArrowheads="1"/>
                </p:cNvSpPr>
                <p:nvPr/>
              </p:nvSpPr>
              <p:spPr bwMode="auto">
                <a:xfrm>
                  <a:off x="2600326" y="3241676"/>
                  <a:ext cx="277813" cy="747713"/>
                </a:xfrm>
                <a:prstGeom prst="rect">
                  <a:avLst/>
                </a:prstGeom>
                <a:solidFill>
                  <a:srgbClr val="0072C6"/>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9630" tIns="44815" rIns="89630" bIns="44815" numCol="1" anchor="t" anchorCtr="0" compatLnSpc="1">
                  <a:prstTxWarp prst="textNoShape">
                    <a:avLst/>
                  </a:prstTxWarp>
                </a:bodyPr>
                <a:lstStyle/>
                <a:p>
                  <a:pPr defTabSz="1218996" eaLnBrk="0" fontAlgn="base" hangingPunct="0">
                    <a:spcBef>
                      <a:spcPct val="0"/>
                    </a:spcBef>
                    <a:spcAft>
                      <a:spcPct val="0"/>
                    </a:spcAft>
                    <a:defRPr/>
                  </a:pPr>
                  <a:endParaRPr lang="en-US" sz="2400">
                    <a:solidFill>
                      <a:prstClr val="black"/>
                    </a:solidFill>
                    <a:latin typeface="Arial" pitchFamily="34" charset="0"/>
                  </a:endParaRPr>
                </a:p>
              </p:txBody>
            </p:sp>
            <p:sp>
              <p:nvSpPr>
                <p:cNvPr id="308" name="Rectangle 242"/>
                <p:cNvSpPr>
                  <a:spLocks noChangeArrowheads="1"/>
                </p:cNvSpPr>
                <p:nvPr/>
              </p:nvSpPr>
              <p:spPr bwMode="auto">
                <a:xfrm>
                  <a:off x="1931988" y="3244851"/>
                  <a:ext cx="468313" cy="374650"/>
                </a:xfrm>
                <a:prstGeom prst="rect">
                  <a:avLst/>
                </a:prstGeom>
                <a:solidFill>
                  <a:srgbClr val="FF8C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9630" tIns="44815" rIns="89630" bIns="44815" numCol="1" anchor="t" anchorCtr="0" compatLnSpc="1">
                  <a:prstTxWarp prst="textNoShape">
                    <a:avLst/>
                  </a:prstTxWarp>
                </a:bodyPr>
                <a:lstStyle/>
                <a:p>
                  <a:pPr defTabSz="1218996" eaLnBrk="0" fontAlgn="base" hangingPunct="0">
                    <a:spcBef>
                      <a:spcPct val="0"/>
                    </a:spcBef>
                    <a:spcAft>
                      <a:spcPct val="0"/>
                    </a:spcAft>
                    <a:defRPr/>
                  </a:pPr>
                  <a:endParaRPr lang="en-US" sz="2400">
                    <a:solidFill>
                      <a:prstClr val="black"/>
                    </a:solidFill>
                    <a:latin typeface="Arial" pitchFamily="34" charset="0"/>
                  </a:endParaRPr>
                </a:p>
              </p:txBody>
            </p:sp>
            <p:sp>
              <p:nvSpPr>
                <p:cNvPr id="309" name="Freeform 243"/>
                <p:cNvSpPr>
                  <a:spLocks/>
                </p:cNvSpPr>
                <p:nvPr/>
              </p:nvSpPr>
              <p:spPr bwMode="auto">
                <a:xfrm>
                  <a:off x="2200276" y="2562226"/>
                  <a:ext cx="400050" cy="1427163"/>
                </a:xfrm>
                <a:custGeom>
                  <a:avLst/>
                  <a:gdLst>
                    <a:gd name="T0" fmla="*/ 0 w 252"/>
                    <a:gd name="T1" fmla="*/ 0 h 899"/>
                    <a:gd name="T2" fmla="*/ 252 w 252"/>
                    <a:gd name="T3" fmla="*/ 0 h 899"/>
                    <a:gd name="T4" fmla="*/ 252 w 252"/>
                    <a:gd name="T5" fmla="*/ 899 h 899"/>
                    <a:gd name="T6" fmla="*/ 0 w 252"/>
                    <a:gd name="T7" fmla="*/ 899 h 899"/>
                    <a:gd name="T8" fmla="*/ 0 w 252"/>
                    <a:gd name="T9" fmla="*/ 585 h 899"/>
                    <a:gd name="T10" fmla="*/ 0 w 252"/>
                    <a:gd name="T11" fmla="*/ 0 h 899"/>
                  </a:gdLst>
                  <a:ahLst/>
                  <a:cxnLst>
                    <a:cxn ang="0">
                      <a:pos x="T0" y="T1"/>
                    </a:cxn>
                    <a:cxn ang="0">
                      <a:pos x="T2" y="T3"/>
                    </a:cxn>
                    <a:cxn ang="0">
                      <a:pos x="T4" y="T5"/>
                    </a:cxn>
                    <a:cxn ang="0">
                      <a:pos x="T6" y="T7"/>
                    </a:cxn>
                    <a:cxn ang="0">
                      <a:pos x="T8" y="T9"/>
                    </a:cxn>
                    <a:cxn ang="0">
                      <a:pos x="T10" y="T11"/>
                    </a:cxn>
                  </a:cxnLst>
                  <a:rect l="0" t="0" r="r" b="b"/>
                  <a:pathLst>
                    <a:path w="252" h="899">
                      <a:moveTo>
                        <a:pt x="0" y="0"/>
                      </a:moveTo>
                      <a:lnTo>
                        <a:pt x="252" y="0"/>
                      </a:lnTo>
                      <a:lnTo>
                        <a:pt x="252" y="899"/>
                      </a:lnTo>
                      <a:lnTo>
                        <a:pt x="0" y="899"/>
                      </a:lnTo>
                      <a:lnTo>
                        <a:pt x="0" y="585"/>
                      </a:lnTo>
                      <a:lnTo>
                        <a:pt x="0" y="0"/>
                      </a:lnTo>
                      <a:close/>
                    </a:path>
                  </a:pathLst>
                </a:custGeom>
                <a:solidFill>
                  <a:srgbClr val="FF8C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630" tIns="44815" rIns="89630" bIns="44815" numCol="1" anchor="t" anchorCtr="0" compatLnSpc="1">
                  <a:prstTxWarp prst="textNoShape">
                    <a:avLst/>
                  </a:prstTxWarp>
                </a:bodyPr>
                <a:lstStyle/>
                <a:p>
                  <a:pPr defTabSz="1218996" eaLnBrk="0" fontAlgn="base" hangingPunct="0">
                    <a:spcBef>
                      <a:spcPct val="0"/>
                    </a:spcBef>
                    <a:spcAft>
                      <a:spcPct val="0"/>
                    </a:spcAft>
                    <a:defRPr/>
                  </a:pPr>
                  <a:endParaRPr lang="en-US" sz="2400">
                    <a:solidFill>
                      <a:prstClr val="black"/>
                    </a:solidFill>
                    <a:latin typeface="Arial" pitchFamily="34" charset="0"/>
                  </a:endParaRPr>
                </a:p>
              </p:txBody>
            </p:sp>
            <p:sp>
              <p:nvSpPr>
                <p:cNvPr id="310" name="Freeform 244"/>
                <p:cNvSpPr>
                  <a:spLocks/>
                </p:cNvSpPr>
                <p:nvPr/>
              </p:nvSpPr>
              <p:spPr bwMode="auto">
                <a:xfrm>
                  <a:off x="1931988" y="3249613"/>
                  <a:ext cx="268288" cy="739775"/>
                </a:xfrm>
                <a:custGeom>
                  <a:avLst/>
                  <a:gdLst>
                    <a:gd name="T0" fmla="*/ 0 w 169"/>
                    <a:gd name="T1" fmla="*/ 233 h 466"/>
                    <a:gd name="T2" fmla="*/ 0 w 169"/>
                    <a:gd name="T3" fmla="*/ 466 h 466"/>
                    <a:gd name="T4" fmla="*/ 169 w 169"/>
                    <a:gd name="T5" fmla="*/ 466 h 466"/>
                    <a:gd name="T6" fmla="*/ 169 w 169"/>
                    <a:gd name="T7" fmla="*/ 0 h 466"/>
                    <a:gd name="T8" fmla="*/ 0 w 169"/>
                    <a:gd name="T9" fmla="*/ 233 h 466"/>
                  </a:gdLst>
                  <a:ahLst/>
                  <a:cxnLst>
                    <a:cxn ang="0">
                      <a:pos x="T0" y="T1"/>
                    </a:cxn>
                    <a:cxn ang="0">
                      <a:pos x="T2" y="T3"/>
                    </a:cxn>
                    <a:cxn ang="0">
                      <a:pos x="T4" y="T5"/>
                    </a:cxn>
                    <a:cxn ang="0">
                      <a:pos x="T6" y="T7"/>
                    </a:cxn>
                    <a:cxn ang="0">
                      <a:pos x="T8" y="T9"/>
                    </a:cxn>
                  </a:cxnLst>
                  <a:rect l="0" t="0" r="r" b="b"/>
                  <a:pathLst>
                    <a:path w="169" h="466">
                      <a:moveTo>
                        <a:pt x="0" y="233"/>
                      </a:moveTo>
                      <a:lnTo>
                        <a:pt x="0" y="466"/>
                      </a:lnTo>
                      <a:lnTo>
                        <a:pt x="169" y="466"/>
                      </a:lnTo>
                      <a:lnTo>
                        <a:pt x="169" y="0"/>
                      </a:lnTo>
                      <a:lnTo>
                        <a:pt x="0" y="233"/>
                      </a:lnTo>
                      <a:close/>
                    </a:path>
                  </a:pathLst>
                </a:custGeom>
                <a:solidFill>
                  <a:srgbClr val="E9402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630" tIns="44815" rIns="89630" bIns="44815" numCol="1" anchor="t" anchorCtr="0" compatLnSpc="1">
                  <a:prstTxWarp prst="textNoShape">
                    <a:avLst/>
                  </a:prstTxWarp>
                </a:bodyPr>
                <a:lstStyle/>
                <a:p>
                  <a:pPr defTabSz="1218996" eaLnBrk="0" fontAlgn="base" hangingPunct="0">
                    <a:spcBef>
                      <a:spcPct val="0"/>
                    </a:spcBef>
                    <a:spcAft>
                      <a:spcPct val="0"/>
                    </a:spcAft>
                    <a:defRPr/>
                  </a:pPr>
                  <a:endParaRPr lang="en-US" sz="2400">
                    <a:solidFill>
                      <a:prstClr val="black"/>
                    </a:solidFill>
                    <a:latin typeface="Arial" pitchFamily="34" charset="0"/>
                  </a:endParaRPr>
                </a:p>
              </p:txBody>
            </p:sp>
            <p:sp>
              <p:nvSpPr>
                <p:cNvPr id="311" name="Rectangle 245"/>
                <p:cNvSpPr>
                  <a:spLocks noChangeArrowheads="1"/>
                </p:cNvSpPr>
                <p:nvPr/>
              </p:nvSpPr>
              <p:spPr bwMode="auto">
                <a:xfrm>
                  <a:off x="2249488" y="2640013"/>
                  <a:ext cx="41275" cy="74613"/>
                </a:xfrm>
                <a:prstGeom prst="rect">
                  <a:avLst/>
                </a:prstGeom>
                <a:solidFill>
                  <a:srgbClr val="E94025"/>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9630" tIns="44815" rIns="89630" bIns="44815" numCol="1" anchor="t" anchorCtr="0" compatLnSpc="1">
                  <a:prstTxWarp prst="textNoShape">
                    <a:avLst/>
                  </a:prstTxWarp>
                </a:bodyPr>
                <a:lstStyle/>
                <a:p>
                  <a:pPr defTabSz="1218996" eaLnBrk="0" fontAlgn="base" hangingPunct="0">
                    <a:spcBef>
                      <a:spcPct val="0"/>
                    </a:spcBef>
                    <a:spcAft>
                      <a:spcPct val="0"/>
                    </a:spcAft>
                    <a:defRPr/>
                  </a:pPr>
                  <a:endParaRPr lang="en-US" sz="2400">
                    <a:solidFill>
                      <a:prstClr val="black"/>
                    </a:solidFill>
                    <a:latin typeface="Arial" pitchFamily="34" charset="0"/>
                  </a:endParaRPr>
                </a:p>
              </p:txBody>
            </p:sp>
            <p:sp>
              <p:nvSpPr>
                <p:cNvPr id="312" name="Rectangle 246"/>
                <p:cNvSpPr>
                  <a:spLocks noChangeArrowheads="1"/>
                </p:cNvSpPr>
                <p:nvPr/>
              </p:nvSpPr>
              <p:spPr bwMode="auto">
                <a:xfrm>
                  <a:off x="2338388" y="2640013"/>
                  <a:ext cx="39688" cy="74613"/>
                </a:xfrm>
                <a:prstGeom prst="rect">
                  <a:avLst/>
                </a:prstGeom>
                <a:solidFill>
                  <a:srgbClr val="E94025"/>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9630" tIns="44815" rIns="89630" bIns="44815" numCol="1" anchor="t" anchorCtr="0" compatLnSpc="1">
                  <a:prstTxWarp prst="textNoShape">
                    <a:avLst/>
                  </a:prstTxWarp>
                </a:bodyPr>
                <a:lstStyle/>
                <a:p>
                  <a:pPr defTabSz="1218996" eaLnBrk="0" fontAlgn="base" hangingPunct="0">
                    <a:spcBef>
                      <a:spcPct val="0"/>
                    </a:spcBef>
                    <a:spcAft>
                      <a:spcPct val="0"/>
                    </a:spcAft>
                    <a:defRPr/>
                  </a:pPr>
                  <a:endParaRPr lang="en-US" sz="2400">
                    <a:solidFill>
                      <a:prstClr val="black"/>
                    </a:solidFill>
                    <a:latin typeface="Arial" pitchFamily="34" charset="0"/>
                  </a:endParaRPr>
                </a:p>
              </p:txBody>
            </p:sp>
            <p:sp>
              <p:nvSpPr>
                <p:cNvPr id="313" name="Rectangle 247"/>
                <p:cNvSpPr>
                  <a:spLocks noChangeArrowheads="1"/>
                </p:cNvSpPr>
                <p:nvPr/>
              </p:nvSpPr>
              <p:spPr bwMode="auto">
                <a:xfrm>
                  <a:off x="2422526" y="2640013"/>
                  <a:ext cx="39688" cy="74613"/>
                </a:xfrm>
                <a:prstGeom prst="rect">
                  <a:avLst/>
                </a:prstGeom>
                <a:solidFill>
                  <a:srgbClr val="E94025"/>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9630" tIns="44815" rIns="89630" bIns="44815" numCol="1" anchor="t" anchorCtr="0" compatLnSpc="1">
                  <a:prstTxWarp prst="textNoShape">
                    <a:avLst/>
                  </a:prstTxWarp>
                </a:bodyPr>
                <a:lstStyle/>
                <a:p>
                  <a:pPr defTabSz="1218996" eaLnBrk="0" fontAlgn="base" hangingPunct="0">
                    <a:spcBef>
                      <a:spcPct val="0"/>
                    </a:spcBef>
                    <a:spcAft>
                      <a:spcPct val="0"/>
                    </a:spcAft>
                    <a:defRPr/>
                  </a:pPr>
                  <a:endParaRPr lang="en-US" sz="2400">
                    <a:solidFill>
                      <a:prstClr val="black"/>
                    </a:solidFill>
                    <a:latin typeface="Arial" pitchFamily="34" charset="0"/>
                  </a:endParaRPr>
                </a:p>
              </p:txBody>
            </p:sp>
            <p:sp>
              <p:nvSpPr>
                <p:cNvPr id="314" name="Rectangle 248"/>
                <p:cNvSpPr>
                  <a:spLocks noChangeArrowheads="1"/>
                </p:cNvSpPr>
                <p:nvPr/>
              </p:nvSpPr>
              <p:spPr bwMode="auto">
                <a:xfrm>
                  <a:off x="2509838" y="2640013"/>
                  <a:ext cx="39688" cy="74613"/>
                </a:xfrm>
                <a:prstGeom prst="rect">
                  <a:avLst/>
                </a:prstGeom>
                <a:solidFill>
                  <a:srgbClr val="E94025"/>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9630" tIns="44815" rIns="89630" bIns="44815" numCol="1" anchor="t" anchorCtr="0" compatLnSpc="1">
                  <a:prstTxWarp prst="textNoShape">
                    <a:avLst/>
                  </a:prstTxWarp>
                </a:bodyPr>
                <a:lstStyle/>
                <a:p>
                  <a:pPr defTabSz="1218996" eaLnBrk="0" fontAlgn="base" hangingPunct="0">
                    <a:spcBef>
                      <a:spcPct val="0"/>
                    </a:spcBef>
                    <a:spcAft>
                      <a:spcPct val="0"/>
                    </a:spcAft>
                    <a:defRPr/>
                  </a:pPr>
                  <a:endParaRPr lang="en-US" sz="2400">
                    <a:solidFill>
                      <a:prstClr val="black"/>
                    </a:solidFill>
                    <a:latin typeface="Arial" pitchFamily="34" charset="0"/>
                  </a:endParaRPr>
                </a:p>
              </p:txBody>
            </p:sp>
            <p:sp>
              <p:nvSpPr>
                <p:cNvPr id="315" name="Rectangle 249"/>
                <p:cNvSpPr>
                  <a:spLocks noChangeArrowheads="1"/>
                </p:cNvSpPr>
                <p:nvPr/>
              </p:nvSpPr>
              <p:spPr bwMode="auto">
                <a:xfrm>
                  <a:off x="2249488" y="2752726"/>
                  <a:ext cx="41275" cy="71438"/>
                </a:xfrm>
                <a:prstGeom prst="rect">
                  <a:avLst/>
                </a:prstGeom>
                <a:solidFill>
                  <a:srgbClr val="E94025"/>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9630" tIns="44815" rIns="89630" bIns="44815" numCol="1" anchor="t" anchorCtr="0" compatLnSpc="1">
                  <a:prstTxWarp prst="textNoShape">
                    <a:avLst/>
                  </a:prstTxWarp>
                </a:bodyPr>
                <a:lstStyle/>
                <a:p>
                  <a:pPr defTabSz="1218996" eaLnBrk="0" fontAlgn="base" hangingPunct="0">
                    <a:spcBef>
                      <a:spcPct val="0"/>
                    </a:spcBef>
                    <a:spcAft>
                      <a:spcPct val="0"/>
                    </a:spcAft>
                    <a:defRPr/>
                  </a:pPr>
                  <a:endParaRPr lang="en-US" sz="2400">
                    <a:solidFill>
                      <a:prstClr val="black"/>
                    </a:solidFill>
                    <a:latin typeface="Arial" pitchFamily="34" charset="0"/>
                  </a:endParaRPr>
                </a:p>
              </p:txBody>
            </p:sp>
            <p:sp>
              <p:nvSpPr>
                <p:cNvPr id="316" name="Rectangle 250"/>
                <p:cNvSpPr>
                  <a:spLocks noChangeArrowheads="1"/>
                </p:cNvSpPr>
                <p:nvPr/>
              </p:nvSpPr>
              <p:spPr bwMode="auto">
                <a:xfrm>
                  <a:off x="2338388" y="2752726"/>
                  <a:ext cx="39688" cy="71438"/>
                </a:xfrm>
                <a:prstGeom prst="rect">
                  <a:avLst/>
                </a:prstGeom>
                <a:solidFill>
                  <a:srgbClr val="E94025"/>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9630" tIns="44815" rIns="89630" bIns="44815" numCol="1" anchor="t" anchorCtr="0" compatLnSpc="1">
                  <a:prstTxWarp prst="textNoShape">
                    <a:avLst/>
                  </a:prstTxWarp>
                </a:bodyPr>
                <a:lstStyle/>
                <a:p>
                  <a:pPr defTabSz="1218996" eaLnBrk="0" fontAlgn="base" hangingPunct="0">
                    <a:spcBef>
                      <a:spcPct val="0"/>
                    </a:spcBef>
                    <a:spcAft>
                      <a:spcPct val="0"/>
                    </a:spcAft>
                    <a:defRPr/>
                  </a:pPr>
                  <a:endParaRPr lang="en-US" sz="2400">
                    <a:solidFill>
                      <a:prstClr val="black"/>
                    </a:solidFill>
                    <a:latin typeface="Arial" pitchFamily="34" charset="0"/>
                  </a:endParaRPr>
                </a:p>
              </p:txBody>
            </p:sp>
            <p:sp>
              <p:nvSpPr>
                <p:cNvPr id="317" name="Rectangle 251"/>
                <p:cNvSpPr>
                  <a:spLocks noChangeArrowheads="1"/>
                </p:cNvSpPr>
                <p:nvPr/>
              </p:nvSpPr>
              <p:spPr bwMode="auto">
                <a:xfrm>
                  <a:off x="2422526" y="2752726"/>
                  <a:ext cx="39688" cy="71438"/>
                </a:xfrm>
                <a:prstGeom prst="rect">
                  <a:avLst/>
                </a:prstGeom>
                <a:solidFill>
                  <a:srgbClr val="E94025"/>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9630" tIns="44815" rIns="89630" bIns="44815" numCol="1" anchor="t" anchorCtr="0" compatLnSpc="1">
                  <a:prstTxWarp prst="textNoShape">
                    <a:avLst/>
                  </a:prstTxWarp>
                </a:bodyPr>
                <a:lstStyle/>
                <a:p>
                  <a:pPr defTabSz="1218996" eaLnBrk="0" fontAlgn="base" hangingPunct="0">
                    <a:spcBef>
                      <a:spcPct val="0"/>
                    </a:spcBef>
                    <a:spcAft>
                      <a:spcPct val="0"/>
                    </a:spcAft>
                    <a:defRPr/>
                  </a:pPr>
                  <a:endParaRPr lang="en-US" sz="2400">
                    <a:solidFill>
                      <a:prstClr val="black"/>
                    </a:solidFill>
                    <a:latin typeface="Arial" pitchFamily="34" charset="0"/>
                  </a:endParaRPr>
                </a:p>
              </p:txBody>
            </p:sp>
            <p:sp>
              <p:nvSpPr>
                <p:cNvPr id="318" name="Rectangle 252"/>
                <p:cNvSpPr>
                  <a:spLocks noChangeArrowheads="1"/>
                </p:cNvSpPr>
                <p:nvPr/>
              </p:nvSpPr>
              <p:spPr bwMode="auto">
                <a:xfrm>
                  <a:off x="2509838" y="2752726"/>
                  <a:ext cx="39688" cy="71438"/>
                </a:xfrm>
                <a:prstGeom prst="rect">
                  <a:avLst/>
                </a:prstGeom>
                <a:solidFill>
                  <a:srgbClr val="E94025"/>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9630" tIns="44815" rIns="89630" bIns="44815" numCol="1" anchor="t" anchorCtr="0" compatLnSpc="1">
                  <a:prstTxWarp prst="textNoShape">
                    <a:avLst/>
                  </a:prstTxWarp>
                </a:bodyPr>
                <a:lstStyle/>
                <a:p>
                  <a:pPr defTabSz="1218996" eaLnBrk="0" fontAlgn="base" hangingPunct="0">
                    <a:spcBef>
                      <a:spcPct val="0"/>
                    </a:spcBef>
                    <a:spcAft>
                      <a:spcPct val="0"/>
                    </a:spcAft>
                    <a:defRPr/>
                  </a:pPr>
                  <a:endParaRPr lang="en-US" sz="2400">
                    <a:solidFill>
                      <a:prstClr val="black"/>
                    </a:solidFill>
                    <a:latin typeface="Arial" pitchFamily="34" charset="0"/>
                  </a:endParaRPr>
                </a:p>
              </p:txBody>
            </p:sp>
            <p:sp>
              <p:nvSpPr>
                <p:cNvPr id="319" name="Rectangle 253"/>
                <p:cNvSpPr>
                  <a:spLocks noChangeArrowheads="1"/>
                </p:cNvSpPr>
                <p:nvPr/>
              </p:nvSpPr>
              <p:spPr bwMode="auto">
                <a:xfrm>
                  <a:off x="2249488" y="2862263"/>
                  <a:ext cx="41275" cy="74613"/>
                </a:xfrm>
                <a:prstGeom prst="rect">
                  <a:avLst/>
                </a:prstGeom>
                <a:solidFill>
                  <a:srgbClr val="E94025"/>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9630" tIns="44815" rIns="89630" bIns="44815" numCol="1" anchor="t" anchorCtr="0" compatLnSpc="1">
                  <a:prstTxWarp prst="textNoShape">
                    <a:avLst/>
                  </a:prstTxWarp>
                </a:bodyPr>
                <a:lstStyle/>
                <a:p>
                  <a:pPr defTabSz="1218996" eaLnBrk="0" fontAlgn="base" hangingPunct="0">
                    <a:spcBef>
                      <a:spcPct val="0"/>
                    </a:spcBef>
                    <a:spcAft>
                      <a:spcPct val="0"/>
                    </a:spcAft>
                    <a:defRPr/>
                  </a:pPr>
                  <a:endParaRPr lang="en-US" sz="2400">
                    <a:solidFill>
                      <a:prstClr val="black"/>
                    </a:solidFill>
                    <a:latin typeface="Arial" pitchFamily="34" charset="0"/>
                  </a:endParaRPr>
                </a:p>
              </p:txBody>
            </p:sp>
            <p:sp>
              <p:nvSpPr>
                <p:cNvPr id="320" name="Rectangle 254"/>
                <p:cNvSpPr>
                  <a:spLocks noChangeArrowheads="1"/>
                </p:cNvSpPr>
                <p:nvPr/>
              </p:nvSpPr>
              <p:spPr bwMode="auto">
                <a:xfrm>
                  <a:off x="2338388" y="2862263"/>
                  <a:ext cx="39688" cy="74613"/>
                </a:xfrm>
                <a:prstGeom prst="rect">
                  <a:avLst/>
                </a:prstGeom>
                <a:solidFill>
                  <a:srgbClr val="E94025"/>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9630" tIns="44815" rIns="89630" bIns="44815" numCol="1" anchor="t" anchorCtr="0" compatLnSpc="1">
                  <a:prstTxWarp prst="textNoShape">
                    <a:avLst/>
                  </a:prstTxWarp>
                </a:bodyPr>
                <a:lstStyle/>
                <a:p>
                  <a:pPr defTabSz="1218996" eaLnBrk="0" fontAlgn="base" hangingPunct="0">
                    <a:spcBef>
                      <a:spcPct val="0"/>
                    </a:spcBef>
                    <a:spcAft>
                      <a:spcPct val="0"/>
                    </a:spcAft>
                    <a:defRPr/>
                  </a:pPr>
                  <a:endParaRPr lang="en-US" sz="2400">
                    <a:solidFill>
                      <a:prstClr val="black"/>
                    </a:solidFill>
                    <a:latin typeface="Arial" pitchFamily="34" charset="0"/>
                  </a:endParaRPr>
                </a:p>
              </p:txBody>
            </p:sp>
            <p:sp>
              <p:nvSpPr>
                <p:cNvPr id="321" name="Rectangle 255"/>
                <p:cNvSpPr>
                  <a:spLocks noChangeArrowheads="1"/>
                </p:cNvSpPr>
                <p:nvPr/>
              </p:nvSpPr>
              <p:spPr bwMode="auto">
                <a:xfrm>
                  <a:off x="2422526" y="2862263"/>
                  <a:ext cx="39688" cy="74613"/>
                </a:xfrm>
                <a:prstGeom prst="rect">
                  <a:avLst/>
                </a:prstGeom>
                <a:solidFill>
                  <a:srgbClr val="E94025"/>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9630" tIns="44815" rIns="89630" bIns="44815" numCol="1" anchor="t" anchorCtr="0" compatLnSpc="1">
                  <a:prstTxWarp prst="textNoShape">
                    <a:avLst/>
                  </a:prstTxWarp>
                </a:bodyPr>
                <a:lstStyle/>
                <a:p>
                  <a:pPr defTabSz="1218996" eaLnBrk="0" fontAlgn="base" hangingPunct="0">
                    <a:spcBef>
                      <a:spcPct val="0"/>
                    </a:spcBef>
                    <a:spcAft>
                      <a:spcPct val="0"/>
                    </a:spcAft>
                    <a:defRPr/>
                  </a:pPr>
                  <a:endParaRPr lang="en-US" sz="2400">
                    <a:solidFill>
                      <a:prstClr val="black"/>
                    </a:solidFill>
                    <a:latin typeface="Arial" pitchFamily="34" charset="0"/>
                  </a:endParaRPr>
                </a:p>
              </p:txBody>
            </p:sp>
            <p:sp>
              <p:nvSpPr>
                <p:cNvPr id="322" name="Rectangle 256"/>
                <p:cNvSpPr>
                  <a:spLocks noChangeArrowheads="1"/>
                </p:cNvSpPr>
                <p:nvPr/>
              </p:nvSpPr>
              <p:spPr bwMode="auto">
                <a:xfrm>
                  <a:off x="2509838" y="2862263"/>
                  <a:ext cx="39688" cy="74613"/>
                </a:xfrm>
                <a:prstGeom prst="rect">
                  <a:avLst/>
                </a:prstGeom>
                <a:solidFill>
                  <a:srgbClr val="E94025"/>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9630" tIns="44815" rIns="89630" bIns="44815" numCol="1" anchor="t" anchorCtr="0" compatLnSpc="1">
                  <a:prstTxWarp prst="textNoShape">
                    <a:avLst/>
                  </a:prstTxWarp>
                </a:bodyPr>
                <a:lstStyle/>
                <a:p>
                  <a:pPr defTabSz="1218996" eaLnBrk="0" fontAlgn="base" hangingPunct="0">
                    <a:spcBef>
                      <a:spcPct val="0"/>
                    </a:spcBef>
                    <a:spcAft>
                      <a:spcPct val="0"/>
                    </a:spcAft>
                    <a:defRPr/>
                  </a:pPr>
                  <a:endParaRPr lang="en-US" sz="2400">
                    <a:solidFill>
                      <a:prstClr val="black"/>
                    </a:solidFill>
                    <a:latin typeface="Arial" pitchFamily="34" charset="0"/>
                  </a:endParaRPr>
                </a:p>
              </p:txBody>
            </p:sp>
            <p:sp>
              <p:nvSpPr>
                <p:cNvPr id="323" name="Rectangle 257"/>
                <p:cNvSpPr>
                  <a:spLocks noChangeArrowheads="1"/>
                </p:cNvSpPr>
                <p:nvPr/>
              </p:nvSpPr>
              <p:spPr bwMode="auto">
                <a:xfrm>
                  <a:off x="2249488" y="2974976"/>
                  <a:ext cx="41275" cy="74613"/>
                </a:xfrm>
                <a:prstGeom prst="rect">
                  <a:avLst/>
                </a:prstGeom>
                <a:solidFill>
                  <a:srgbClr val="E94025"/>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9630" tIns="44815" rIns="89630" bIns="44815" numCol="1" anchor="t" anchorCtr="0" compatLnSpc="1">
                  <a:prstTxWarp prst="textNoShape">
                    <a:avLst/>
                  </a:prstTxWarp>
                </a:bodyPr>
                <a:lstStyle/>
                <a:p>
                  <a:pPr defTabSz="1218996" eaLnBrk="0" fontAlgn="base" hangingPunct="0">
                    <a:spcBef>
                      <a:spcPct val="0"/>
                    </a:spcBef>
                    <a:spcAft>
                      <a:spcPct val="0"/>
                    </a:spcAft>
                    <a:defRPr/>
                  </a:pPr>
                  <a:endParaRPr lang="en-US" sz="2400">
                    <a:solidFill>
                      <a:prstClr val="black"/>
                    </a:solidFill>
                    <a:latin typeface="Arial" pitchFamily="34" charset="0"/>
                  </a:endParaRPr>
                </a:p>
              </p:txBody>
            </p:sp>
            <p:sp>
              <p:nvSpPr>
                <p:cNvPr id="324" name="Rectangle 258"/>
                <p:cNvSpPr>
                  <a:spLocks noChangeArrowheads="1"/>
                </p:cNvSpPr>
                <p:nvPr/>
              </p:nvSpPr>
              <p:spPr bwMode="auto">
                <a:xfrm>
                  <a:off x="2338388" y="2974976"/>
                  <a:ext cx="39688" cy="74613"/>
                </a:xfrm>
                <a:prstGeom prst="rect">
                  <a:avLst/>
                </a:prstGeom>
                <a:solidFill>
                  <a:srgbClr val="E94025"/>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9630" tIns="44815" rIns="89630" bIns="44815" numCol="1" anchor="t" anchorCtr="0" compatLnSpc="1">
                  <a:prstTxWarp prst="textNoShape">
                    <a:avLst/>
                  </a:prstTxWarp>
                </a:bodyPr>
                <a:lstStyle/>
                <a:p>
                  <a:pPr defTabSz="1218996" eaLnBrk="0" fontAlgn="base" hangingPunct="0">
                    <a:spcBef>
                      <a:spcPct val="0"/>
                    </a:spcBef>
                    <a:spcAft>
                      <a:spcPct val="0"/>
                    </a:spcAft>
                    <a:defRPr/>
                  </a:pPr>
                  <a:endParaRPr lang="en-US" sz="2400">
                    <a:solidFill>
                      <a:prstClr val="black"/>
                    </a:solidFill>
                    <a:latin typeface="Arial" pitchFamily="34" charset="0"/>
                  </a:endParaRPr>
                </a:p>
              </p:txBody>
            </p:sp>
            <p:sp>
              <p:nvSpPr>
                <p:cNvPr id="325" name="Rectangle 259"/>
                <p:cNvSpPr>
                  <a:spLocks noChangeArrowheads="1"/>
                </p:cNvSpPr>
                <p:nvPr/>
              </p:nvSpPr>
              <p:spPr bwMode="auto">
                <a:xfrm>
                  <a:off x="2422526" y="2974976"/>
                  <a:ext cx="39688" cy="74613"/>
                </a:xfrm>
                <a:prstGeom prst="rect">
                  <a:avLst/>
                </a:prstGeom>
                <a:solidFill>
                  <a:srgbClr val="E94025"/>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9630" tIns="44815" rIns="89630" bIns="44815" numCol="1" anchor="t" anchorCtr="0" compatLnSpc="1">
                  <a:prstTxWarp prst="textNoShape">
                    <a:avLst/>
                  </a:prstTxWarp>
                </a:bodyPr>
                <a:lstStyle/>
                <a:p>
                  <a:pPr defTabSz="1218996" eaLnBrk="0" fontAlgn="base" hangingPunct="0">
                    <a:spcBef>
                      <a:spcPct val="0"/>
                    </a:spcBef>
                    <a:spcAft>
                      <a:spcPct val="0"/>
                    </a:spcAft>
                    <a:defRPr/>
                  </a:pPr>
                  <a:endParaRPr lang="en-US" sz="2400">
                    <a:solidFill>
                      <a:prstClr val="black"/>
                    </a:solidFill>
                    <a:latin typeface="Arial" pitchFamily="34" charset="0"/>
                  </a:endParaRPr>
                </a:p>
              </p:txBody>
            </p:sp>
            <p:sp>
              <p:nvSpPr>
                <p:cNvPr id="326" name="Rectangle 260"/>
                <p:cNvSpPr>
                  <a:spLocks noChangeArrowheads="1"/>
                </p:cNvSpPr>
                <p:nvPr/>
              </p:nvSpPr>
              <p:spPr bwMode="auto">
                <a:xfrm>
                  <a:off x="2509838" y="2974976"/>
                  <a:ext cx="39688" cy="74613"/>
                </a:xfrm>
                <a:prstGeom prst="rect">
                  <a:avLst/>
                </a:prstGeom>
                <a:solidFill>
                  <a:srgbClr val="E94025"/>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9630" tIns="44815" rIns="89630" bIns="44815" numCol="1" anchor="t" anchorCtr="0" compatLnSpc="1">
                  <a:prstTxWarp prst="textNoShape">
                    <a:avLst/>
                  </a:prstTxWarp>
                </a:bodyPr>
                <a:lstStyle/>
                <a:p>
                  <a:pPr defTabSz="1218996" eaLnBrk="0" fontAlgn="base" hangingPunct="0">
                    <a:spcBef>
                      <a:spcPct val="0"/>
                    </a:spcBef>
                    <a:spcAft>
                      <a:spcPct val="0"/>
                    </a:spcAft>
                    <a:defRPr/>
                  </a:pPr>
                  <a:endParaRPr lang="en-US" sz="2400">
                    <a:solidFill>
                      <a:prstClr val="black"/>
                    </a:solidFill>
                    <a:latin typeface="Arial" pitchFamily="34" charset="0"/>
                  </a:endParaRPr>
                </a:p>
              </p:txBody>
            </p:sp>
            <p:sp>
              <p:nvSpPr>
                <p:cNvPr id="327" name="Rectangle 261"/>
                <p:cNvSpPr>
                  <a:spLocks noChangeArrowheads="1"/>
                </p:cNvSpPr>
                <p:nvPr/>
              </p:nvSpPr>
              <p:spPr bwMode="auto">
                <a:xfrm>
                  <a:off x="2249488" y="3087688"/>
                  <a:ext cx="41275" cy="74613"/>
                </a:xfrm>
                <a:prstGeom prst="rect">
                  <a:avLst/>
                </a:prstGeom>
                <a:solidFill>
                  <a:srgbClr val="E94025"/>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9630" tIns="44815" rIns="89630" bIns="44815" numCol="1" anchor="t" anchorCtr="0" compatLnSpc="1">
                  <a:prstTxWarp prst="textNoShape">
                    <a:avLst/>
                  </a:prstTxWarp>
                </a:bodyPr>
                <a:lstStyle/>
                <a:p>
                  <a:pPr defTabSz="1218996" eaLnBrk="0" fontAlgn="base" hangingPunct="0">
                    <a:spcBef>
                      <a:spcPct val="0"/>
                    </a:spcBef>
                    <a:spcAft>
                      <a:spcPct val="0"/>
                    </a:spcAft>
                    <a:defRPr/>
                  </a:pPr>
                  <a:endParaRPr lang="en-US" sz="2400">
                    <a:solidFill>
                      <a:prstClr val="black"/>
                    </a:solidFill>
                    <a:latin typeface="Arial" pitchFamily="34" charset="0"/>
                  </a:endParaRPr>
                </a:p>
              </p:txBody>
            </p:sp>
            <p:sp>
              <p:nvSpPr>
                <p:cNvPr id="328" name="Rectangle 262"/>
                <p:cNvSpPr>
                  <a:spLocks noChangeArrowheads="1"/>
                </p:cNvSpPr>
                <p:nvPr/>
              </p:nvSpPr>
              <p:spPr bwMode="auto">
                <a:xfrm>
                  <a:off x="2338388" y="3087688"/>
                  <a:ext cx="39688" cy="74613"/>
                </a:xfrm>
                <a:prstGeom prst="rect">
                  <a:avLst/>
                </a:prstGeom>
                <a:solidFill>
                  <a:srgbClr val="E94025"/>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9630" tIns="44815" rIns="89630" bIns="44815" numCol="1" anchor="t" anchorCtr="0" compatLnSpc="1">
                  <a:prstTxWarp prst="textNoShape">
                    <a:avLst/>
                  </a:prstTxWarp>
                </a:bodyPr>
                <a:lstStyle/>
                <a:p>
                  <a:pPr defTabSz="1218996" eaLnBrk="0" fontAlgn="base" hangingPunct="0">
                    <a:spcBef>
                      <a:spcPct val="0"/>
                    </a:spcBef>
                    <a:spcAft>
                      <a:spcPct val="0"/>
                    </a:spcAft>
                    <a:defRPr/>
                  </a:pPr>
                  <a:endParaRPr lang="en-US" sz="2400">
                    <a:solidFill>
                      <a:prstClr val="black"/>
                    </a:solidFill>
                    <a:latin typeface="Arial" pitchFamily="34" charset="0"/>
                  </a:endParaRPr>
                </a:p>
              </p:txBody>
            </p:sp>
            <p:sp>
              <p:nvSpPr>
                <p:cNvPr id="329" name="Rectangle 263"/>
                <p:cNvSpPr>
                  <a:spLocks noChangeArrowheads="1"/>
                </p:cNvSpPr>
                <p:nvPr/>
              </p:nvSpPr>
              <p:spPr bwMode="auto">
                <a:xfrm>
                  <a:off x="2422526" y="3087688"/>
                  <a:ext cx="39688" cy="74613"/>
                </a:xfrm>
                <a:prstGeom prst="rect">
                  <a:avLst/>
                </a:prstGeom>
                <a:solidFill>
                  <a:srgbClr val="E94025"/>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9630" tIns="44815" rIns="89630" bIns="44815" numCol="1" anchor="t" anchorCtr="0" compatLnSpc="1">
                  <a:prstTxWarp prst="textNoShape">
                    <a:avLst/>
                  </a:prstTxWarp>
                </a:bodyPr>
                <a:lstStyle/>
                <a:p>
                  <a:pPr defTabSz="1218996" eaLnBrk="0" fontAlgn="base" hangingPunct="0">
                    <a:spcBef>
                      <a:spcPct val="0"/>
                    </a:spcBef>
                    <a:spcAft>
                      <a:spcPct val="0"/>
                    </a:spcAft>
                    <a:defRPr/>
                  </a:pPr>
                  <a:endParaRPr lang="en-US" sz="2400">
                    <a:solidFill>
                      <a:prstClr val="black"/>
                    </a:solidFill>
                    <a:latin typeface="Arial" pitchFamily="34" charset="0"/>
                  </a:endParaRPr>
                </a:p>
              </p:txBody>
            </p:sp>
            <p:sp>
              <p:nvSpPr>
                <p:cNvPr id="330" name="Rectangle 264"/>
                <p:cNvSpPr>
                  <a:spLocks noChangeArrowheads="1"/>
                </p:cNvSpPr>
                <p:nvPr/>
              </p:nvSpPr>
              <p:spPr bwMode="auto">
                <a:xfrm>
                  <a:off x="2509838" y="3087688"/>
                  <a:ext cx="39688" cy="74613"/>
                </a:xfrm>
                <a:prstGeom prst="rect">
                  <a:avLst/>
                </a:prstGeom>
                <a:solidFill>
                  <a:srgbClr val="E94025"/>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9630" tIns="44815" rIns="89630" bIns="44815" numCol="1" anchor="t" anchorCtr="0" compatLnSpc="1">
                  <a:prstTxWarp prst="textNoShape">
                    <a:avLst/>
                  </a:prstTxWarp>
                </a:bodyPr>
                <a:lstStyle/>
                <a:p>
                  <a:pPr defTabSz="1218996" eaLnBrk="0" fontAlgn="base" hangingPunct="0">
                    <a:spcBef>
                      <a:spcPct val="0"/>
                    </a:spcBef>
                    <a:spcAft>
                      <a:spcPct val="0"/>
                    </a:spcAft>
                    <a:defRPr/>
                  </a:pPr>
                  <a:endParaRPr lang="en-US" sz="2400">
                    <a:solidFill>
                      <a:prstClr val="black"/>
                    </a:solidFill>
                    <a:latin typeface="Arial" pitchFamily="34" charset="0"/>
                  </a:endParaRPr>
                </a:p>
              </p:txBody>
            </p:sp>
            <p:sp>
              <p:nvSpPr>
                <p:cNvPr id="331" name="Rectangle 265"/>
                <p:cNvSpPr>
                  <a:spLocks noChangeArrowheads="1"/>
                </p:cNvSpPr>
                <p:nvPr/>
              </p:nvSpPr>
              <p:spPr bwMode="auto">
                <a:xfrm>
                  <a:off x="2249488" y="3200401"/>
                  <a:ext cx="41275" cy="74613"/>
                </a:xfrm>
                <a:prstGeom prst="rect">
                  <a:avLst/>
                </a:prstGeom>
                <a:solidFill>
                  <a:srgbClr val="E94025"/>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9630" tIns="44815" rIns="89630" bIns="44815" numCol="1" anchor="t" anchorCtr="0" compatLnSpc="1">
                  <a:prstTxWarp prst="textNoShape">
                    <a:avLst/>
                  </a:prstTxWarp>
                </a:bodyPr>
                <a:lstStyle/>
                <a:p>
                  <a:pPr defTabSz="1218996" eaLnBrk="0" fontAlgn="base" hangingPunct="0">
                    <a:spcBef>
                      <a:spcPct val="0"/>
                    </a:spcBef>
                    <a:spcAft>
                      <a:spcPct val="0"/>
                    </a:spcAft>
                    <a:defRPr/>
                  </a:pPr>
                  <a:endParaRPr lang="en-US" sz="2400">
                    <a:solidFill>
                      <a:prstClr val="black"/>
                    </a:solidFill>
                    <a:latin typeface="Arial" pitchFamily="34" charset="0"/>
                  </a:endParaRPr>
                </a:p>
              </p:txBody>
            </p:sp>
            <p:sp>
              <p:nvSpPr>
                <p:cNvPr id="332" name="Rectangle 266"/>
                <p:cNvSpPr>
                  <a:spLocks noChangeArrowheads="1"/>
                </p:cNvSpPr>
                <p:nvPr/>
              </p:nvSpPr>
              <p:spPr bwMode="auto">
                <a:xfrm>
                  <a:off x="2338388" y="3200401"/>
                  <a:ext cx="39688" cy="74613"/>
                </a:xfrm>
                <a:prstGeom prst="rect">
                  <a:avLst/>
                </a:prstGeom>
                <a:solidFill>
                  <a:srgbClr val="E94025"/>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9630" tIns="44815" rIns="89630" bIns="44815" numCol="1" anchor="t" anchorCtr="0" compatLnSpc="1">
                  <a:prstTxWarp prst="textNoShape">
                    <a:avLst/>
                  </a:prstTxWarp>
                </a:bodyPr>
                <a:lstStyle/>
                <a:p>
                  <a:pPr defTabSz="1218996" eaLnBrk="0" fontAlgn="base" hangingPunct="0">
                    <a:spcBef>
                      <a:spcPct val="0"/>
                    </a:spcBef>
                    <a:spcAft>
                      <a:spcPct val="0"/>
                    </a:spcAft>
                    <a:defRPr/>
                  </a:pPr>
                  <a:endParaRPr lang="en-US" sz="2400">
                    <a:solidFill>
                      <a:prstClr val="black"/>
                    </a:solidFill>
                    <a:latin typeface="Arial" pitchFamily="34" charset="0"/>
                  </a:endParaRPr>
                </a:p>
              </p:txBody>
            </p:sp>
            <p:sp>
              <p:nvSpPr>
                <p:cNvPr id="333" name="Rectangle 267"/>
                <p:cNvSpPr>
                  <a:spLocks noChangeArrowheads="1"/>
                </p:cNvSpPr>
                <p:nvPr/>
              </p:nvSpPr>
              <p:spPr bwMode="auto">
                <a:xfrm>
                  <a:off x="2422526" y="3200401"/>
                  <a:ext cx="39688" cy="74613"/>
                </a:xfrm>
                <a:prstGeom prst="rect">
                  <a:avLst/>
                </a:prstGeom>
                <a:solidFill>
                  <a:srgbClr val="E94025"/>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9630" tIns="44815" rIns="89630" bIns="44815" numCol="1" anchor="t" anchorCtr="0" compatLnSpc="1">
                  <a:prstTxWarp prst="textNoShape">
                    <a:avLst/>
                  </a:prstTxWarp>
                </a:bodyPr>
                <a:lstStyle/>
                <a:p>
                  <a:pPr defTabSz="1218996" eaLnBrk="0" fontAlgn="base" hangingPunct="0">
                    <a:spcBef>
                      <a:spcPct val="0"/>
                    </a:spcBef>
                    <a:spcAft>
                      <a:spcPct val="0"/>
                    </a:spcAft>
                    <a:defRPr/>
                  </a:pPr>
                  <a:endParaRPr lang="en-US" sz="2400">
                    <a:solidFill>
                      <a:prstClr val="black"/>
                    </a:solidFill>
                    <a:latin typeface="Arial" pitchFamily="34" charset="0"/>
                  </a:endParaRPr>
                </a:p>
              </p:txBody>
            </p:sp>
            <p:sp>
              <p:nvSpPr>
                <p:cNvPr id="334" name="Rectangle 268"/>
                <p:cNvSpPr>
                  <a:spLocks noChangeArrowheads="1"/>
                </p:cNvSpPr>
                <p:nvPr/>
              </p:nvSpPr>
              <p:spPr bwMode="auto">
                <a:xfrm>
                  <a:off x="2509838" y="3200401"/>
                  <a:ext cx="39688" cy="74613"/>
                </a:xfrm>
                <a:prstGeom prst="rect">
                  <a:avLst/>
                </a:prstGeom>
                <a:solidFill>
                  <a:srgbClr val="E94025"/>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9630" tIns="44815" rIns="89630" bIns="44815" numCol="1" anchor="t" anchorCtr="0" compatLnSpc="1">
                  <a:prstTxWarp prst="textNoShape">
                    <a:avLst/>
                  </a:prstTxWarp>
                </a:bodyPr>
                <a:lstStyle/>
                <a:p>
                  <a:pPr defTabSz="1218996" eaLnBrk="0" fontAlgn="base" hangingPunct="0">
                    <a:spcBef>
                      <a:spcPct val="0"/>
                    </a:spcBef>
                    <a:spcAft>
                      <a:spcPct val="0"/>
                    </a:spcAft>
                    <a:defRPr/>
                  </a:pPr>
                  <a:endParaRPr lang="en-US" sz="2400">
                    <a:solidFill>
                      <a:prstClr val="black"/>
                    </a:solidFill>
                    <a:latin typeface="Arial" pitchFamily="34" charset="0"/>
                  </a:endParaRPr>
                </a:p>
              </p:txBody>
            </p:sp>
            <p:sp>
              <p:nvSpPr>
                <p:cNvPr id="335" name="Rectangle 269"/>
                <p:cNvSpPr>
                  <a:spLocks noChangeArrowheads="1"/>
                </p:cNvSpPr>
                <p:nvPr/>
              </p:nvSpPr>
              <p:spPr bwMode="auto">
                <a:xfrm>
                  <a:off x="2249488" y="3313113"/>
                  <a:ext cx="41275" cy="74613"/>
                </a:xfrm>
                <a:prstGeom prst="rect">
                  <a:avLst/>
                </a:prstGeom>
                <a:solidFill>
                  <a:srgbClr val="E94025"/>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9630" tIns="44815" rIns="89630" bIns="44815" numCol="1" anchor="t" anchorCtr="0" compatLnSpc="1">
                  <a:prstTxWarp prst="textNoShape">
                    <a:avLst/>
                  </a:prstTxWarp>
                </a:bodyPr>
                <a:lstStyle/>
                <a:p>
                  <a:pPr defTabSz="1218996" eaLnBrk="0" fontAlgn="base" hangingPunct="0">
                    <a:spcBef>
                      <a:spcPct val="0"/>
                    </a:spcBef>
                    <a:spcAft>
                      <a:spcPct val="0"/>
                    </a:spcAft>
                    <a:defRPr/>
                  </a:pPr>
                  <a:endParaRPr lang="en-US" sz="2400">
                    <a:solidFill>
                      <a:prstClr val="black"/>
                    </a:solidFill>
                    <a:latin typeface="Arial" pitchFamily="34" charset="0"/>
                  </a:endParaRPr>
                </a:p>
              </p:txBody>
            </p:sp>
            <p:sp>
              <p:nvSpPr>
                <p:cNvPr id="336" name="Rectangle 270"/>
                <p:cNvSpPr>
                  <a:spLocks noChangeArrowheads="1"/>
                </p:cNvSpPr>
                <p:nvPr/>
              </p:nvSpPr>
              <p:spPr bwMode="auto">
                <a:xfrm>
                  <a:off x="2338388" y="3313113"/>
                  <a:ext cx="39688" cy="74613"/>
                </a:xfrm>
                <a:prstGeom prst="rect">
                  <a:avLst/>
                </a:prstGeom>
                <a:solidFill>
                  <a:srgbClr val="E94025"/>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9630" tIns="44815" rIns="89630" bIns="44815" numCol="1" anchor="t" anchorCtr="0" compatLnSpc="1">
                  <a:prstTxWarp prst="textNoShape">
                    <a:avLst/>
                  </a:prstTxWarp>
                </a:bodyPr>
                <a:lstStyle/>
                <a:p>
                  <a:pPr defTabSz="1218996" eaLnBrk="0" fontAlgn="base" hangingPunct="0">
                    <a:spcBef>
                      <a:spcPct val="0"/>
                    </a:spcBef>
                    <a:spcAft>
                      <a:spcPct val="0"/>
                    </a:spcAft>
                    <a:defRPr/>
                  </a:pPr>
                  <a:endParaRPr lang="en-US" sz="2400">
                    <a:solidFill>
                      <a:prstClr val="black"/>
                    </a:solidFill>
                    <a:latin typeface="Arial" pitchFamily="34" charset="0"/>
                  </a:endParaRPr>
                </a:p>
              </p:txBody>
            </p:sp>
            <p:sp>
              <p:nvSpPr>
                <p:cNvPr id="337" name="Rectangle 271"/>
                <p:cNvSpPr>
                  <a:spLocks noChangeArrowheads="1"/>
                </p:cNvSpPr>
                <p:nvPr/>
              </p:nvSpPr>
              <p:spPr bwMode="auto">
                <a:xfrm>
                  <a:off x="2422526" y="3313113"/>
                  <a:ext cx="39688" cy="74613"/>
                </a:xfrm>
                <a:prstGeom prst="rect">
                  <a:avLst/>
                </a:prstGeom>
                <a:solidFill>
                  <a:srgbClr val="E94025"/>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9630" tIns="44815" rIns="89630" bIns="44815" numCol="1" anchor="t" anchorCtr="0" compatLnSpc="1">
                  <a:prstTxWarp prst="textNoShape">
                    <a:avLst/>
                  </a:prstTxWarp>
                </a:bodyPr>
                <a:lstStyle/>
                <a:p>
                  <a:pPr defTabSz="1218996" eaLnBrk="0" fontAlgn="base" hangingPunct="0">
                    <a:spcBef>
                      <a:spcPct val="0"/>
                    </a:spcBef>
                    <a:spcAft>
                      <a:spcPct val="0"/>
                    </a:spcAft>
                    <a:defRPr/>
                  </a:pPr>
                  <a:endParaRPr lang="en-US" sz="2400">
                    <a:solidFill>
                      <a:prstClr val="black"/>
                    </a:solidFill>
                    <a:latin typeface="Arial" pitchFamily="34" charset="0"/>
                  </a:endParaRPr>
                </a:p>
              </p:txBody>
            </p:sp>
            <p:sp>
              <p:nvSpPr>
                <p:cNvPr id="338" name="Rectangle 272"/>
                <p:cNvSpPr>
                  <a:spLocks noChangeArrowheads="1"/>
                </p:cNvSpPr>
                <p:nvPr/>
              </p:nvSpPr>
              <p:spPr bwMode="auto">
                <a:xfrm>
                  <a:off x="2509838" y="3313113"/>
                  <a:ext cx="39688" cy="74613"/>
                </a:xfrm>
                <a:prstGeom prst="rect">
                  <a:avLst/>
                </a:prstGeom>
                <a:solidFill>
                  <a:srgbClr val="E94025"/>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9630" tIns="44815" rIns="89630" bIns="44815" numCol="1" anchor="t" anchorCtr="0" compatLnSpc="1">
                  <a:prstTxWarp prst="textNoShape">
                    <a:avLst/>
                  </a:prstTxWarp>
                </a:bodyPr>
                <a:lstStyle/>
                <a:p>
                  <a:pPr defTabSz="1218996" eaLnBrk="0" fontAlgn="base" hangingPunct="0">
                    <a:spcBef>
                      <a:spcPct val="0"/>
                    </a:spcBef>
                    <a:spcAft>
                      <a:spcPct val="0"/>
                    </a:spcAft>
                    <a:defRPr/>
                  </a:pPr>
                  <a:endParaRPr lang="en-US" sz="2400">
                    <a:solidFill>
                      <a:prstClr val="black"/>
                    </a:solidFill>
                    <a:latin typeface="Arial" pitchFamily="34" charset="0"/>
                  </a:endParaRPr>
                </a:p>
              </p:txBody>
            </p:sp>
            <p:sp>
              <p:nvSpPr>
                <p:cNvPr id="339" name="Rectangle 273"/>
                <p:cNvSpPr>
                  <a:spLocks noChangeArrowheads="1"/>
                </p:cNvSpPr>
                <p:nvPr/>
              </p:nvSpPr>
              <p:spPr bwMode="auto">
                <a:xfrm>
                  <a:off x="2249488" y="3532188"/>
                  <a:ext cx="41275" cy="74613"/>
                </a:xfrm>
                <a:prstGeom prst="rect">
                  <a:avLst/>
                </a:prstGeom>
                <a:solidFill>
                  <a:srgbClr val="E94025"/>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9630" tIns="44815" rIns="89630" bIns="44815" numCol="1" anchor="t" anchorCtr="0" compatLnSpc="1">
                  <a:prstTxWarp prst="textNoShape">
                    <a:avLst/>
                  </a:prstTxWarp>
                </a:bodyPr>
                <a:lstStyle/>
                <a:p>
                  <a:pPr defTabSz="1218996" eaLnBrk="0" fontAlgn="base" hangingPunct="0">
                    <a:spcBef>
                      <a:spcPct val="0"/>
                    </a:spcBef>
                    <a:spcAft>
                      <a:spcPct val="0"/>
                    </a:spcAft>
                    <a:defRPr/>
                  </a:pPr>
                  <a:endParaRPr lang="en-US" sz="2400">
                    <a:solidFill>
                      <a:prstClr val="black"/>
                    </a:solidFill>
                    <a:latin typeface="Arial" pitchFamily="34" charset="0"/>
                  </a:endParaRPr>
                </a:p>
              </p:txBody>
            </p:sp>
            <p:sp>
              <p:nvSpPr>
                <p:cNvPr id="340" name="Rectangle 274"/>
                <p:cNvSpPr>
                  <a:spLocks noChangeArrowheads="1"/>
                </p:cNvSpPr>
                <p:nvPr/>
              </p:nvSpPr>
              <p:spPr bwMode="auto">
                <a:xfrm>
                  <a:off x="2338388" y="3532188"/>
                  <a:ext cx="39688" cy="74613"/>
                </a:xfrm>
                <a:prstGeom prst="rect">
                  <a:avLst/>
                </a:prstGeom>
                <a:solidFill>
                  <a:srgbClr val="E94025"/>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9630" tIns="44815" rIns="89630" bIns="44815" numCol="1" anchor="t" anchorCtr="0" compatLnSpc="1">
                  <a:prstTxWarp prst="textNoShape">
                    <a:avLst/>
                  </a:prstTxWarp>
                </a:bodyPr>
                <a:lstStyle/>
                <a:p>
                  <a:pPr defTabSz="1218996" eaLnBrk="0" fontAlgn="base" hangingPunct="0">
                    <a:spcBef>
                      <a:spcPct val="0"/>
                    </a:spcBef>
                    <a:spcAft>
                      <a:spcPct val="0"/>
                    </a:spcAft>
                    <a:defRPr/>
                  </a:pPr>
                  <a:endParaRPr lang="en-US" sz="2400">
                    <a:solidFill>
                      <a:prstClr val="black"/>
                    </a:solidFill>
                    <a:latin typeface="Arial" pitchFamily="34" charset="0"/>
                  </a:endParaRPr>
                </a:p>
              </p:txBody>
            </p:sp>
            <p:sp>
              <p:nvSpPr>
                <p:cNvPr id="341" name="Rectangle 275"/>
                <p:cNvSpPr>
                  <a:spLocks noChangeArrowheads="1"/>
                </p:cNvSpPr>
                <p:nvPr/>
              </p:nvSpPr>
              <p:spPr bwMode="auto">
                <a:xfrm>
                  <a:off x="2422526" y="3532188"/>
                  <a:ext cx="39688" cy="74613"/>
                </a:xfrm>
                <a:prstGeom prst="rect">
                  <a:avLst/>
                </a:prstGeom>
                <a:solidFill>
                  <a:srgbClr val="E94025"/>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9630" tIns="44815" rIns="89630" bIns="44815" numCol="1" anchor="t" anchorCtr="0" compatLnSpc="1">
                  <a:prstTxWarp prst="textNoShape">
                    <a:avLst/>
                  </a:prstTxWarp>
                </a:bodyPr>
                <a:lstStyle/>
                <a:p>
                  <a:pPr defTabSz="1218996" eaLnBrk="0" fontAlgn="base" hangingPunct="0">
                    <a:spcBef>
                      <a:spcPct val="0"/>
                    </a:spcBef>
                    <a:spcAft>
                      <a:spcPct val="0"/>
                    </a:spcAft>
                    <a:defRPr/>
                  </a:pPr>
                  <a:endParaRPr lang="en-US" sz="2400">
                    <a:solidFill>
                      <a:prstClr val="black"/>
                    </a:solidFill>
                    <a:latin typeface="Arial" pitchFamily="34" charset="0"/>
                  </a:endParaRPr>
                </a:p>
              </p:txBody>
            </p:sp>
            <p:sp>
              <p:nvSpPr>
                <p:cNvPr id="342" name="Rectangle 276"/>
                <p:cNvSpPr>
                  <a:spLocks noChangeArrowheads="1"/>
                </p:cNvSpPr>
                <p:nvPr/>
              </p:nvSpPr>
              <p:spPr bwMode="auto">
                <a:xfrm>
                  <a:off x="2509838" y="3532188"/>
                  <a:ext cx="39688" cy="74613"/>
                </a:xfrm>
                <a:prstGeom prst="rect">
                  <a:avLst/>
                </a:prstGeom>
                <a:solidFill>
                  <a:srgbClr val="E94025"/>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9630" tIns="44815" rIns="89630" bIns="44815" numCol="1" anchor="t" anchorCtr="0" compatLnSpc="1">
                  <a:prstTxWarp prst="textNoShape">
                    <a:avLst/>
                  </a:prstTxWarp>
                </a:bodyPr>
                <a:lstStyle/>
                <a:p>
                  <a:pPr defTabSz="1218996" eaLnBrk="0" fontAlgn="base" hangingPunct="0">
                    <a:spcBef>
                      <a:spcPct val="0"/>
                    </a:spcBef>
                    <a:spcAft>
                      <a:spcPct val="0"/>
                    </a:spcAft>
                    <a:defRPr/>
                  </a:pPr>
                  <a:endParaRPr lang="en-US" sz="2400">
                    <a:solidFill>
                      <a:prstClr val="black"/>
                    </a:solidFill>
                    <a:latin typeface="Arial" pitchFamily="34" charset="0"/>
                  </a:endParaRPr>
                </a:p>
              </p:txBody>
            </p:sp>
            <p:sp>
              <p:nvSpPr>
                <p:cNvPr id="343" name="Rectangle 277"/>
                <p:cNvSpPr>
                  <a:spLocks noChangeArrowheads="1"/>
                </p:cNvSpPr>
                <p:nvPr/>
              </p:nvSpPr>
              <p:spPr bwMode="auto">
                <a:xfrm>
                  <a:off x="2249488" y="3416301"/>
                  <a:ext cx="41275" cy="74613"/>
                </a:xfrm>
                <a:prstGeom prst="rect">
                  <a:avLst/>
                </a:prstGeom>
                <a:solidFill>
                  <a:srgbClr val="E94025"/>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9630" tIns="44815" rIns="89630" bIns="44815" numCol="1" anchor="t" anchorCtr="0" compatLnSpc="1">
                  <a:prstTxWarp prst="textNoShape">
                    <a:avLst/>
                  </a:prstTxWarp>
                </a:bodyPr>
                <a:lstStyle/>
                <a:p>
                  <a:pPr defTabSz="1218996" eaLnBrk="0" fontAlgn="base" hangingPunct="0">
                    <a:spcBef>
                      <a:spcPct val="0"/>
                    </a:spcBef>
                    <a:spcAft>
                      <a:spcPct val="0"/>
                    </a:spcAft>
                    <a:defRPr/>
                  </a:pPr>
                  <a:endParaRPr lang="en-US" sz="2400">
                    <a:solidFill>
                      <a:prstClr val="black"/>
                    </a:solidFill>
                    <a:latin typeface="Arial" pitchFamily="34" charset="0"/>
                  </a:endParaRPr>
                </a:p>
              </p:txBody>
            </p:sp>
            <p:sp>
              <p:nvSpPr>
                <p:cNvPr id="344" name="Rectangle 278"/>
                <p:cNvSpPr>
                  <a:spLocks noChangeArrowheads="1"/>
                </p:cNvSpPr>
                <p:nvPr/>
              </p:nvSpPr>
              <p:spPr bwMode="auto">
                <a:xfrm>
                  <a:off x="2338388" y="3416301"/>
                  <a:ext cx="39688" cy="74613"/>
                </a:xfrm>
                <a:prstGeom prst="rect">
                  <a:avLst/>
                </a:prstGeom>
                <a:solidFill>
                  <a:srgbClr val="E94025"/>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9630" tIns="44815" rIns="89630" bIns="44815" numCol="1" anchor="t" anchorCtr="0" compatLnSpc="1">
                  <a:prstTxWarp prst="textNoShape">
                    <a:avLst/>
                  </a:prstTxWarp>
                </a:bodyPr>
                <a:lstStyle/>
                <a:p>
                  <a:pPr defTabSz="1218996" eaLnBrk="0" fontAlgn="base" hangingPunct="0">
                    <a:spcBef>
                      <a:spcPct val="0"/>
                    </a:spcBef>
                    <a:spcAft>
                      <a:spcPct val="0"/>
                    </a:spcAft>
                    <a:defRPr/>
                  </a:pPr>
                  <a:endParaRPr lang="en-US" sz="2400">
                    <a:solidFill>
                      <a:prstClr val="black"/>
                    </a:solidFill>
                    <a:latin typeface="Arial" pitchFamily="34" charset="0"/>
                  </a:endParaRPr>
                </a:p>
              </p:txBody>
            </p:sp>
            <p:sp>
              <p:nvSpPr>
                <p:cNvPr id="345" name="Rectangle 279"/>
                <p:cNvSpPr>
                  <a:spLocks noChangeArrowheads="1"/>
                </p:cNvSpPr>
                <p:nvPr/>
              </p:nvSpPr>
              <p:spPr bwMode="auto">
                <a:xfrm>
                  <a:off x="2422526" y="3416301"/>
                  <a:ext cx="39688" cy="74613"/>
                </a:xfrm>
                <a:prstGeom prst="rect">
                  <a:avLst/>
                </a:prstGeom>
                <a:solidFill>
                  <a:srgbClr val="E94025"/>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9630" tIns="44815" rIns="89630" bIns="44815" numCol="1" anchor="t" anchorCtr="0" compatLnSpc="1">
                  <a:prstTxWarp prst="textNoShape">
                    <a:avLst/>
                  </a:prstTxWarp>
                </a:bodyPr>
                <a:lstStyle/>
                <a:p>
                  <a:pPr defTabSz="1218996" eaLnBrk="0" fontAlgn="base" hangingPunct="0">
                    <a:spcBef>
                      <a:spcPct val="0"/>
                    </a:spcBef>
                    <a:spcAft>
                      <a:spcPct val="0"/>
                    </a:spcAft>
                    <a:defRPr/>
                  </a:pPr>
                  <a:endParaRPr lang="en-US" sz="2400">
                    <a:solidFill>
                      <a:prstClr val="black"/>
                    </a:solidFill>
                    <a:latin typeface="Arial" pitchFamily="34" charset="0"/>
                  </a:endParaRPr>
                </a:p>
              </p:txBody>
            </p:sp>
            <p:sp>
              <p:nvSpPr>
                <p:cNvPr id="346" name="Rectangle 280"/>
                <p:cNvSpPr>
                  <a:spLocks noChangeArrowheads="1"/>
                </p:cNvSpPr>
                <p:nvPr/>
              </p:nvSpPr>
              <p:spPr bwMode="auto">
                <a:xfrm>
                  <a:off x="2509838" y="3416301"/>
                  <a:ext cx="39688" cy="74613"/>
                </a:xfrm>
                <a:prstGeom prst="rect">
                  <a:avLst/>
                </a:prstGeom>
                <a:solidFill>
                  <a:srgbClr val="E94025"/>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9630" tIns="44815" rIns="89630" bIns="44815" numCol="1" anchor="t" anchorCtr="0" compatLnSpc="1">
                  <a:prstTxWarp prst="textNoShape">
                    <a:avLst/>
                  </a:prstTxWarp>
                </a:bodyPr>
                <a:lstStyle/>
                <a:p>
                  <a:pPr defTabSz="1218996" eaLnBrk="0" fontAlgn="base" hangingPunct="0">
                    <a:spcBef>
                      <a:spcPct val="0"/>
                    </a:spcBef>
                    <a:spcAft>
                      <a:spcPct val="0"/>
                    </a:spcAft>
                    <a:defRPr/>
                  </a:pPr>
                  <a:endParaRPr lang="en-US" sz="2400">
                    <a:solidFill>
                      <a:prstClr val="black"/>
                    </a:solidFill>
                    <a:latin typeface="Arial" pitchFamily="34" charset="0"/>
                  </a:endParaRPr>
                </a:p>
              </p:txBody>
            </p:sp>
            <p:sp>
              <p:nvSpPr>
                <p:cNvPr id="347" name="Rectangle 281"/>
                <p:cNvSpPr>
                  <a:spLocks noChangeArrowheads="1"/>
                </p:cNvSpPr>
                <p:nvPr/>
              </p:nvSpPr>
              <p:spPr bwMode="auto">
                <a:xfrm>
                  <a:off x="2249488" y="3644901"/>
                  <a:ext cx="41275" cy="74613"/>
                </a:xfrm>
                <a:prstGeom prst="rect">
                  <a:avLst/>
                </a:prstGeom>
                <a:solidFill>
                  <a:srgbClr val="E94025"/>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9630" tIns="44815" rIns="89630" bIns="44815" numCol="1" anchor="t" anchorCtr="0" compatLnSpc="1">
                  <a:prstTxWarp prst="textNoShape">
                    <a:avLst/>
                  </a:prstTxWarp>
                </a:bodyPr>
                <a:lstStyle/>
                <a:p>
                  <a:pPr defTabSz="1218996" eaLnBrk="0" fontAlgn="base" hangingPunct="0">
                    <a:spcBef>
                      <a:spcPct val="0"/>
                    </a:spcBef>
                    <a:spcAft>
                      <a:spcPct val="0"/>
                    </a:spcAft>
                    <a:defRPr/>
                  </a:pPr>
                  <a:endParaRPr lang="en-US" sz="2400">
                    <a:solidFill>
                      <a:prstClr val="black"/>
                    </a:solidFill>
                    <a:latin typeface="Arial" pitchFamily="34" charset="0"/>
                  </a:endParaRPr>
                </a:p>
              </p:txBody>
            </p:sp>
            <p:sp>
              <p:nvSpPr>
                <p:cNvPr id="348" name="Rectangle 282"/>
                <p:cNvSpPr>
                  <a:spLocks noChangeArrowheads="1"/>
                </p:cNvSpPr>
                <p:nvPr/>
              </p:nvSpPr>
              <p:spPr bwMode="auto">
                <a:xfrm>
                  <a:off x="2338388" y="3644901"/>
                  <a:ext cx="39688" cy="74613"/>
                </a:xfrm>
                <a:prstGeom prst="rect">
                  <a:avLst/>
                </a:prstGeom>
                <a:solidFill>
                  <a:srgbClr val="E94025"/>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9630" tIns="44815" rIns="89630" bIns="44815" numCol="1" anchor="t" anchorCtr="0" compatLnSpc="1">
                  <a:prstTxWarp prst="textNoShape">
                    <a:avLst/>
                  </a:prstTxWarp>
                </a:bodyPr>
                <a:lstStyle/>
                <a:p>
                  <a:pPr defTabSz="1218996" eaLnBrk="0" fontAlgn="base" hangingPunct="0">
                    <a:spcBef>
                      <a:spcPct val="0"/>
                    </a:spcBef>
                    <a:spcAft>
                      <a:spcPct val="0"/>
                    </a:spcAft>
                    <a:defRPr/>
                  </a:pPr>
                  <a:endParaRPr lang="en-US" sz="2400">
                    <a:solidFill>
                      <a:prstClr val="black"/>
                    </a:solidFill>
                    <a:latin typeface="Arial" pitchFamily="34" charset="0"/>
                  </a:endParaRPr>
                </a:p>
              </p:txBody>
            </p:sp>
            <p:sp>
              <p:nvSpPr>
                <p:cNvPr id="349" name="Rectangle 283"/>
                <p:cNvSpPr>
                  <a:spLocks noChangeArrowheads="1"/>
                </p:cNvSpPr>
                <p:nvPr/>
              </p:nvSpPr>
              <p:spPr bwMode="auto">
                <a:xfrm>
                  <a:off x="2422526" y="3644901"/>
                  <a:ext cx="39688" cy="74613"/>
                </a:xfrm>
                <a:prstGeom prst="rect">
                  <a:avLst/>
                </a:prstGeom>
                <a:solidFill>
                  <a:srgbClr val="E94025"/>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9630" tIns="44815" rIns="89630" bIns="44815" numCol="1" anchor="t" anchorCtr="0" compatLnSpc="1">
                  <a:prstTxWarp prst="textNoShape">
                    <a:avLst/>
                  </a:prstTxWarp>
                </a:bodyPr>
                <a:lstStyle/>
                <a:p>
                  <a:pPr defTabSz="1218996" eaLnBrk="0" fontAlgn="base" hangingPunct="0">
                    <a:spcBef>
                      <a:spcPct val="0"/>
                    </a:spcBef>
                    <a:spcAft>
                      <a:spcPct val="0"/>
                    </a:spcAft>
                    <a:defRPr/>
                  </a:pPr>
                  <a:endParaRPr lang="en-US" sz="2400">
                    <a:solidFill>
                      <a:prstClr val="black"/>
                    </a:solidFill>
                    <a:latin typeface="Arial" pitchFamily="34" charset="0"/>
                  </a:endParaRPr>
                </a:p>
              </p:txBody>
            </p:sp>
            <p:sp>
              <p:nvSpPr>
                <p:cNvPr id="350" name="Rectangle 284"/>
                <p:cNvSpPr>
                  <a:spLocks noChangeArrowheads="1"/>
                </p:cNvSpPr>
                <p:nvPr/>
              </p:nvSpPr>
              <p:spPr bwMode="auto">
                <a:xfrm>
                  <a:off x="2509838" y="3644901"/>
                  <a:ext cx="39688" cy="74613"/>
                </a:xfrm>
                <a:prstGeom prst="rect">
                  <a:avLst/>
                </a:prstGeom>
                <a:solidFill>
                  <a:srgbClr val="E94025"/>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9630" tIns="44815" rIns="89630" bIns="44815" numCol="1" anchor="t" anchorCtr="0" compatLnSpc="1">
                  <a:prstTxWarp prst="textNoShape">
                    <a:avLst/>
                  </a:prstTxWarp>
                </a:bodyPr>
                <a:lstStyle/>
                <a:p>
                  <a:pPr defTabSz="1218996" eaLnBrk="0" fontAlgn="base" hangingPunct="0">
                    <a:spcBef>
                      <a:spcPct val="0"/>
                    </a:spcBef>
                    <a:spcAft>
                      <a:spcPct val="0"/>
                    </a:spcAft>
                    <a:defRPr/>
                  </a:pPr>
                  <a:endParaRPr lang="en-US" sz="2400">
                    <a:solidFill>
                      <a:prstClr val="black"/>
                    </a:solidFill>
                    <a:latin typeface="Arial" pitchFamily="34" charset="0"/>
                  </a:endParaRPr>
                </a:p>
              </p:txBody>
            </p:sp>
            <p:sp>
              <p:nvSpPr>
                <p:cNvPr id="351" name="Rectangle 285"/>
                <p:cNvSpPr>
                  <a:spLocks noChangeArrowheads="1"/>
                </p:cNvSpPr>
                <p:nvPr/>
              </p:nvSpPr>
              <p:spPr bwMode="auto">
                <a:xfrm>
                  <a:off x="2249488" y="3760788"/>
                  <a:ext cx="41275" cy="74613"/>
                </a:xfrm>
                <a:prstGeom prst="rect">
                  <a:avLst/>
                </a:prstGeom>
                <a:solidFill>
                  <a:srgbClr val="E94025"/>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9630" tIns="44815" rIns="89630" bIns="44815" numCol="1" anchor="t" anchorCtr="0" compatLnSpc="1">
                  <a:prstTxWarp prst="textNoShape">
                    <a:avLst/>
                  </a:prstTxWarp>
                </a:bodyPr>
                <a:lstStyle/>
                <a:p>
                  <a:pPr defTabSz="1218996" eaLnBrk="0" fontAlgn="base" hangingPunct="0">
                    <a:spcBef>
                      <a:spcPct val="0"/>
                    </a:spcBef>
                    <a:spcAft>
                      <a:spcPct val="0"/>
                    </a:spcAft>
                    <a:defRPr/>
                  </a:pPr>
                  <a:endParaRPr lang="en-US" sz="2400">
                    <a:solidFill>
                      <a:prstClr val="black"/>
                    </a:solidFill>
                    <a:latin typeface="Arial" pitchFamily="34" charset="0"/>
                  </a:endParaRPr>
                </a:p>
              </p:txBody>
            </p:sp>
            <p:sp>
              <p:nvSpPr>
                <p:cNvPr id="352" name="Rectangle 286"/>
                <p:cNvSpPr>
                  <a:spLocks noChangeArrowheads="1"/>
                </p:cNvSpPr>
                <p:nvPr/>
              </p:nvSpPr>
              <p:spPr bwMode="auto">
                <a:xfrm>
                  <a:off x="2338388" y="3760788"/>
                  <a:ext cx="39688" cy="74613"/>
                </a:xfrm>
                <a:prstGeom prst="rect">
                  <a:avLst/>
                </a:prstGeom>
                <a:solidFill>
                  <a:srgbClr val="E94025"/>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9630" tIns="44815" rIns="89630" bIns="44815" numCol="1" anchor="t" anchorCtr="0" compatLnSpc="1">
                  <a:prstTxWarp prst="textNoShape">
                    <a:avLst/>
                  </a:prstTxWarp>
                </a:bodyPr>
                <a:lstStyle/>
                <a:p>
                  <a:pPr defTabSz="1218996" eaLnBrk="0" fontAlgn="base" hangingPunct="0">
                    <a:spcBef>
                      <a:spcPct val="0"/>
                    </a:spcBef>
                    <a:spcAft>
                      <a:spcPct val="0"/>
                    </a:spcAft>
                    <a:defRPr/>
                  </a:pPr>
                  <a:endParaRPr lang="en-US" sz="2400">
                    <a:solidFill>
                      <a:prstClr val="black"/>
                    </a:solidFill>
                    <a:latin typeface="Arial" pitchFamily="34" charset="0"/>
                  </a:endParaRPr>
                </a:p>
              </p:txBody>
            </p:sp>
            <p:sp>
              <p:nvSpPr>
                <p:cNvPr id="353" name="Rectangle 287"/>
                <p:cNvSpPr>
                  <a:spLocks noChangeArrowheads="1"/>
                </p:cNvSpPr>
                <p:nvPr/>
              </p:nvSpPr>
              <p:spPr bwMode="auto">
                <a:xfrm>
                  <a:off x="2422526" y="3760788"/>
                  <a:ext cx="39688" cy="74613"/>
                </a:xfrm>
                <a:prstGeom prst="rect">
                  <a:avLst/>
                </a:prstGeom>
                <a:solidFill>
                  <a:srgbClr val="E94025"/>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9630" tIns="44815" rIns="89630" bIns="44815" numCol="1" anchor="t" anchorCtr="0" compatLnSpc="1">
                  <a:prstTxWarp prst="textNoShape">
                    <a:avLst/>
                  </a:prstTxWarp>
                </a:bodyPr>
                <a:lstStyle/>
                <a:p>
                  <a:pPr defTabSz="1218996" eaLnBrk="0" fontAlgn="base" hangingPunct="0">
                    <a:spcBef>
                      <a:spcPct val="0"/>
                    </a:spcBef>
                    <a:spcAft>
                      <a:spcPct val="0"/>
                    </a:spcAft>
                    <a:defRPr/>
                  </a:pPr>
                  <a:endParaRPr lang="en-US" sz="2400">
                    <a:solidFill>
                      <a:prstClr val="black"/>
                    </a:solidFill>
                    <a:latin typeface="Arial" pitchFamily="34" charset="0"/>
                  </a:endParaRPr>
                </a:p>
              </p:txBody>
            </p:sp>
            <p:sp>
              <p:nvSpPr>
                <p:cNvPr id="354" name="Rectangle 288"/>
                <p:cNvSpPr>
                  <a:spLocks noChangeArrowheads="1"/>
                </p:cNvSpPr>
                <p:nvPr/>
              </p:nvSpPr>
              <p:spPr bwMode="auto">
                <a:xfrm>
                  <a:off x="2509838" y="3760788"/>
                  <a:ext cx="39688" cy="74613"/>
                </a:xfrm>
                <a:prstGeom prst="rect">
                  <a:avLst/>
                </a:prstGeom>
                <a:solidFill>
                  <a:srgbClr val="E94025"/>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9630" tIns="44815" rIns="89630" bIns="44815" numCol="1" anchor="t" anchorCtr="0" compatLnSpc="1">
                  <a:prstTxWarp prst="textNoShape">
                    <a:avLst/>
                  </a:prstTxWarp>
                </a:bodyPr>
                <a:lstStyle/>
                <a:p>
                  <a:pPr defTabSz="1218996" eaLnBrk="0" fontAlgn="base" hangingPunct="0">
                    <a:spcBef>
                      <a:spcPct val="0"/>
                    </a:spcBef>
                    <a:spcAft>
                      <a:spcPct val="0"/>
                    </a:spcAft>
                    <a:defRPr/>
                  </a:pPr>
                  <a:endParaRPr lang="en-US" sz="2400">
                    <a:solidFill>
                      <a:prstClr val="black"/>
                    </a:solidFill>
                    <a:latin typeface="Arial" pitchFamily="34" charset="0"/>
                  </a:endParaRPr>
                </a:p>
              </p:txBody>
            </p:sp>
            <p:sp>
              <p:nvSpPr>
                <p:cNvPr id="355" name="Rectangle 289"/>
                <p:cNvSpPr>
                  <a:spLocks noChangeArrowheads="1"/>
                </p:cNvSpPr>
                <p:nvPr/>
              </p:nvSpPr>
              <p:spPr bwMode="auto">
                <a:xfrm>
                  <a:off x="2249488" y="3873501"/>
                  <a:ext cx="41275" cy="74613"/>
                </a:xfrm>
                <a:prstGeom prst="rect">
                  <a:avLst/>
                </a:prstGeom>
                <a:solidFill>
                  <a:srgbClr val="E94025"/>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9630" tIns="44815" rIns="89630" bIns="44815" numCol="1" anchor="t" anchorCtr="0" compatLnSpc="1">
                  <a:prstTxWarp prst="textNoShape">
                    <a:avLst/>
                  </a:prstTxWarp>
                </a:bodyPr>
                <a:lstStyle/>
                <a:p>
                  <a:pPr defTabSz="1218996" eaLnBrk="0" fontAlgn="base" hangingPunct="0">
                    <a:spcBef>
                      <a:spcPct val="0"/>
                    </a:spcBef>
                    <a:spcAft>
                      <a:spcPct val="0"/>
                    </a:spcAft>
                    <a:defRPr/>
                  </a:pPr>
                  <a:endParaRPr lang="en-US" sz="2400">
                    <a:solidFill>
                      <a:prstClr val="black"/>
                    </a:solidFill>
                    <a:latin typeface="Arial" pitchFamily="34" charset="0"/>
                  </a:endParaRPr>
                </a:p>
              </p:txBody>
            </p:sp>
            <p:sp>
              <p:nvSpPr>
                <p:cNvPr id="356" name="Rectangle 290"/>
                <p:cNvSpPr>
                  <a:spLocks noChangeArrowheads="1"/>
                </p:cNvSpPr>
                <p:nvPr/>
              </p:nvSpPr>
              <p:spPr bwMode="auto">
                <a:xfrm>
                  <a:off x="2338388" y="3873501"/>
                  <a:ext cx="39688" cy="74613"/>
                </a:xfrm>
                <a:prstGeom prst="rect">
                  <a:avLst/>
                </a:prstGeom>
                <a:solidFill>
                  <a:srgbClr val="E94025"/>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9630" tIns="44815" rIns="89630" bIns="44815" numCol="1" anchor="t" anchorCtr="0" compatLnSpc="1">
                  <a:prstTxWarp prst="textNoShape">
                    <a:avLst/>
                  </a:prstTxWarp>
                </a:bodyPr>
                <a:lstStyle/>
                <a:p>
                  <a:pPr defTabSz="1218996" eaLnBrk="0" fontAlgn="base" hangingPunct="0">
                    <a:spcBef>
                      <a:spcPct val="0"/>
                    </a:spcBef>
                    <a:spcAft>
                      <a:spcPct val="0"/>
                    </a:spcAft>
                    <a:defRPr/>
                  </a:pPr>
                  <a:endParaRPr lang="en-US" sz="2400">
                    <a:solidFill>
                      <a:prstClr val="black"/>
                    </a:solidFill>
                    <a:latin typeface="Arial" pitchFamily="34" charset="0"/>
                  </a:endParaRPr>
                </a:p>
              </p:txBody>
            </p:sp>
            <p:sp>
              <p:nvSpPr>
                <p:cNvPr id="357" name="Rectangle 291"/>
                <p:cNvSpPr>
                  <a:spLocks noChangeArrowheads="1"/>
                </p:cNvSpPr>
                <p:nvPr/>
              </p:nvSpPr>
              <p:spPr bwMode="auto">
                <a:xfrm>
                  <a:off x="2422526" y="3873501"/>
                  <a:ext cx="39688" cy="74613"/>
                </a:xfrm>
                <a:prstGeom prst="rect">
                  <a:avLst/>
                </a:prstGeom>
                <a:solidFill>
                  <a:srgbClr val="E94025"/>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9630" tIns="44815" rIns="89630" bIns="44815" numCol="1" anchor="t" anchorCtr="0" compatLnSpc="1">
                  <a:prstTxWarp prst="textNoShape">
                    <a:avLst/>
                  </a:prstTxWarp>
                </a:bodyPr>
                <a:lstStyle/>
                <a:p>
                  <a:pPr defTabSz="1218996" eaLnBrk="0" fontAlgn="base" hangingPunct="0">
                    <a:spcBef>
                      <a:spcPct val="0"/>
                    </a:spcBef>
                    <a:spcAft>
                      <a:spcPct val="0"/>
                    </a:spcAft>
                    <a:defRPr/>
                  </a:pPr>
                  <a:endParaRPr lang="en-US" sz="2400">
                    <a:solidFill>
                      <a:prstClr val="black"/>
                    </a:solidFill>
                    <a:latin typeface="Arial" pitchFamily="34" charset="0"/>
                  </a:endParaRPr>
                </a:p>
              </p:txBody>
            </p:sp>
            <p:sp>
              <p:nvSpPr>
                <p:cNvPr id="358" name="Rectangle 292"/>
                <p:cNvSpPr>
                  <a:spLocks noChangeArrowheads="1"/>
                </p:cNvSpPr>
                <p:nvPr/>
              </p:nvSpPr>
              <p:spPr bwMode="auto">
                <a:xfrm>
                  <a:off x="2509838" y="3873501"/>
                  <a:ext cx="39688" cy="74613"/>
                </a:xfrm>
                <a:prstGeom prst="rect">
                  <a:avLst/>
                </a:prstGeom>
                <a:solidFill>
                  <a:srgbClr val="E94025"/>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9630" tIns="44815" rIns="89630" bIns="44815" numCol="1" anchor="t" anchorCtr="0" compatLnSpc="1">
                  <a:prstTxWarp prst="textNoShape">
                    <a:avLst/>
                  </a:prstTxWarp>
                </a:bodyPr>
                <a:lstStyle/>
                <a:p>
                  <a:pPr defTabSz="1218996" eaLnBrk="0" fontAlgn="base" hangingPunct="0">
                    <a:spcBef>
                      <a:spcPct val="0"/>
                    </a:spcBef>
                    <a:spcAft>
                      <a:spcPct val="0"/>
                    </a:spcAft>
                    <a:defRPr/>
                  </a:pPr>
                  <a:endParaRPr lang="en-US" sz="2400">
                    <a:solidFill>
                      <a:prstClr val="black"/>
                    </a:solidFill>
                    <a:latin typeface="Arial" pitchFamily="34" charset="0"/>
                  </a:endParaRPr>
                </a:p>
              </p:txBody>
            </p:sp>
            <p:sp>
              <p:nvSpPr>
                <p:cNvPr id="359" name="Rectangle 293"/>
                <p:cNvSpPr>
                  <a:spLocks noChangeArrowheads="1"/>
                </p:cNvSpPr>
                <p:nvPr/>
              </p:nvSpPr>
              <p:spPr bwMode="auto">
                <a:xfrm>
                  <a:off x="1958976" y="3313113"/>
                  <a:ext cx="41275" cy="74613"/>
                </a:xfrm>
                <a:prstGeom prst="rect">
                  <a:avLst/>
                </a:prstGeom>
                <a:solidFill>
                  <a:srgbClr val="E94025"/>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9630" tIns="44815" rIns="89630" bIns="44815" numCol="1" anchor="t" anchorCtr="0" compatLnSpc="1">
                  <a:prstTxWarp prst="textNoShape">
                    <a:avLst/>
                  </a:prstTxWarp>
                </a:bodyPr>
                <a:lstStyle/>
                <a:p>
                  <a:pPr defTabSz="1218996" eaLnBrk="0" fontAlgn="base" hangingPunct="0">
                    <a:spcBef>
                      <a:spcPct val="0"/>
                    </a:spcBef>
                    <a:spcAft>
                      <a:spcPct val="0"/>
                    </a:spcAft>
                    <a:defRPr/>
                  </a:pPr>
                  <a:endParaRPr lang="en-US" sz="2400">
                    <a:solidFill>
                      <a:prstClr val="black"/>
                    </a:solidFill>
                    <a:latin typeface="Arial" pitchFamily="34" charset="0"/>
                  </a:endParaRPr>
                </a:p>
              </p:txBody>
            </p:sp>
            <p:sp>
              <p:nvSpPr>
                <p:cNvPr id="360" name="Rectangle 294"/>
                <p:cNvSpPr>
                  <a:spLocks noChangeArrowheads="1"/>
                </p:cNvSpPr>
                <p:nvPr/>
              </p:nvSpPr>
              <p:spPr bwMode="auto">
                <a:xfrm>
                  <a:off x="2047876" y="3313113"/>
                  <a:ext cx="36513" cy="74613"/>
                </a:xfrm>
                <a:prstGeom prst="rect">
                  <a:avLst/>
                </a:prstGeom>
                <a:solidFill>
                  <a:srgbClr val="E94025"/>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9630" tIns="44815" rIns="89630" bIns="44815" numCol="1" anchor="t" anchorCtr="0" compatLnSpc="1">
                  <a:prstTxWarp prst="textNoShape">
                    <a:avLst/>
                  </a:prstTxWarp>
                </a:bodyPr>
                <a:lstStyle/>
                <a:p>
                  <a:pPr defTabSz="1218996" eaLnBrk="0" fontAlgn="base" hangingPunct="0">
                    <a:spcBef>
                      <a:spcPct val="0"/>
                    </a:spcBef>
                    <a:spcAft>
                      <a:spcPct val="0"/>
                    </a:spcAft>
                    <a:defRPr/>
                  </a:pPr>
                  <a:endParaRPr lang="en-US" sz="2400">
                    <a:solidFill>
                      <a:prstClr val="black"/>
                    </a:solidFill>
                    <a:latin typeface="Arial" pitchFamily="34" charset="0"/>
                  </a:endParaRPr>
                </a:p>
              </p:txBody>
            </p:sp>
            <p:sp>
              <p:nvSpPr>
                <p:cNvPr id="361" name="Rectangle 295"/>
                <p:cNvSpPr>
                  <a:spLocks noChangeArrowheads="1"/>
                </p:cNvSpPr>
                <p:nvPr/>
              </p:nvSpPr>
              <p:spPr bwMode="auto">
                <a:xfrm>
                  <a:off x="2132013" y="3313113"/>
                  <a:ext cx="39688" cy="74613"/>
                </a:xfrm>
                <a:prstGeom prst="rect">
                  <a:avLst/>
                </a:prstGeom>
                <a:solidFill>
                  <a:srgbClr val="E94025"/>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9630" tIns="44815" rIns="89630" bIns="44815" numCol="1" anchor="t" anchorCtr="0" compatLnSpc="1">
                  <a:prstTxWarp prst="textNoShape">
                    <a:avLst/>
                  </a:prstTxWarp>
                </a:bodyPr>
                <a:lstStyle/>
                <a:p>
                  <a:pPr defTabSz="1218996" eaLnBrk="0" fontAlgn="base" hangingPunct="0">
                    <a:spcBef>
                      <a:spcPct val="0"/>
                    </a:spcBef>
                    <a:spcAft>
                      <a:spcPct val="0"/>
                    </a:spcAft>
                    <a:defRPr/>
                  </a:pPr>
                  <a:endParaRPr lang="en-US" sz="2400">
                    <a:solidFill>
                      <a:prstClr val="black"/>
                    </a:solidFill>
                    <a:latin typeface="Arial" pitchFamily="34" charset="0"/>
                  </a:endParaRPr>
                </a:p>
              </p:txBody>
            </p:sp>
            <p:sp>
              <p:nvSpPr>
                <p:cNvPr id="362" name="Rectangle 296"/>
                <p:cNvSpPr>
                  <a:spLocks noChangeArrowheads="1"/>
                </p:cNvSpPr>
                <p:nvPr/>
              </p:nvSpPr>
              <p:spPr bwMode="auto">
                <a:xfrm>
                  <a:off x="1958976" y="3425826"/>
                  <a:ext cx="41275" cy="74613"/>
                </a:xfrm>
                <a:prstGeom prst="rect">
                  <a:avLst/>
                </a:prstGeom>
                <a:solidFill>
                  <a:srgbClr val="E94025"/>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9630" tIns="44815" rIns="89630" bIns="44815" numCol="1" anchor="t" anchorCtr="0" compatLnSpc="1">
                  <a:prstTxWarp prst="textNoShape">
                    <a:avLst/>
                  </a:prstTxWarp>
                </a:bodyPr>
                <a:lstStyle/>
                <a:p>
                  <a:pPr defTabSz="1218996" eaLnBrk="0" fontAlgn="base" hangingPunct="0">
                    <a:spcBef>
                      <a:spcPct val="0"/>
                    </a:spcBef>
                    <a:spcAft>
                      <a:spcPct val="0"/>
                    </a:spcAft>
                    <a:defRPr/>
                  </a:pPr>
                  <a:endParaRPr lang="en-US" sz="2400">
                    <a:solidFill>
                      <a:prstClr val="black"/>
                    </a:solidFill>
                    <a:latin typeface="Arial" pitchFamily="34" charset="0"/>
                  </a:endParaRPr>
                </a:p>
              </p:txBody>
            </p:sp>
            <p:sp>
              <p:nvSpPr>
                <p:cNvPr id="363" name="Rectangle 297"/>
                <p:cNvSpPr>
                  <a:spLocks noChangeArrowheads="1"/>
                </p:cNvSpPr>
                <p:nvPr/>
              </p:nvSpPr>
              <p:spPr bwMode="auto">
                <a:xfrm>
                  <a:off x="2047876" y="3425826"/>
                  <a:ext cx="36513" cy="74613"/>
                </a:xfrm>
                <a:prstGeom prst="rect">
                  <a:avLst/>
                </a:prstGeom>
                <a:solidFill>
                  <a:srgbClr val="E94025"/>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9630" tIns="44815" rIns="89630" bIns="44815" numCol="1" anchor="t" anchorCtr="0" compatLnSpc="1">
                  <a:prstTxWarp prst="textNoShape">
                    <a:avLst/>
                  </a:prstTxWarp>
                </a:bodyPr>
                <a:lstStyle/>
                <a:p>
                  <a:pPr defTabSz="1218996" eaLnBrk="0" fontAlgn="base" hangingPunct="0">
                    <a:spcBef>
                      <a:spcPct val="0"/>
                    </a:spcBef>
                    <a:spcAft>
                      <a:spcPct val="0"/>
                    </a:spcAft>
                    <a:defRPr/>
                  </a:pPr>
                  <a:endParaRPr lang="en-US" sz="2400">
                    <a:solidFill>
                      <a:prstClr val="black"/>
                    </a:solidFill>
                    <a:latin typeface="Arial" pitchFamily="34" charset="0"/>
                  </a:endParaRPr>
                </a:p>
              </p:txBody>
            </p:sp>
            <p:sp>
              <p:nvSpPr>
                <p:cNvPr id="364" name="Rectangle 298"/>
                <p:cNvSpPr>
                  <a:spLocks noChangeArrowheads="1"/>
                </p:cNvSpPr>
                <p:nvPr/>
              </p:nvSpPr>
              <p:spPr bwMode="auto">
                <a:xfrm>
                  <a:off x="2132013" y="3425826"/>
                  <a:ext cx="39688" cy="74613"/>
                </a:xfrm>
                <a:prstGeom prst="rect">
                  <a:avLst/>
                </a:prstGeom>
                <a:solidFill>
                  <a:srgbClr val="E94025"/>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9630" tIns="44815" rIns="89630" bIns="44815" numCol="1" anchor="t" anchorCtr="0" compatLnSpc="1">
                  <a:prstTxWarp prst="textNoShape">
                    <a:avLst/>
                  </a:prstTxWarp>
                </a:bodyPr>
                <a:lstStyle/>
                <a:p>
                  <a:pPr defTabSz="1218996" eaLnBrk="0" fontAlgn="base" hangingPunct="0">
                    <a:spcBef>
                      <a:spcPct val="0"/>
                    </a:spcBef>
                    <a:spcAft>
                      <a:spcPct val="0"/>
                    </a:spcAft>
                    <a:defRPr/>
                  </a:pPr>
                  <a:endParaRPr lang="en-US" sz="2400">
                    <a:solidFill>
                      <a:prstClr val="black"/>
                    </a:solidFill>
                    <a:latin typeface="Arial" pitchFamily="34" charset="0"/>
                  </a:endParaRPr>
                </a:p>
              </p:txBody>
            </p:sp>
            <p:sp>
              <p:nvSpPr>
                <p:cNvPr id="365" name="Rectangle 299"/>
                <p:cNvSpPr>
                  <a:spLocks noChangeArrowheads="1"/>
                </p:cNvSpPr>
                <p:nvPr/>
              </p:nvSpPr>
              <p:spPr bwMode="auto">
                <a:xfrm>
                  <a:off x="1958976" y="3529013"/>
                  <a:ext cx="41275" cy="74613"/>
                </a:xfrm>
                <a:prstGeom prst="rect">
                  <a:avLst/>
                </a:prstGeom>
                <a:solidFill>
                  <a:srgbClr val="E94025"/>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9630" tIns="44815" rIns="89630" bIns="44815" numCol="1" anchor="t" anchorCtr="0" compatLnSpc="1">
                  <a:prstTxWarp prst="textNoShape">
                    <a:avLst/>
                  </a:prstTxWarp>
                </a:bodyPr>
                <a:lstStyle/>
                <a:p>
                  <a:pPr defTabSz="1218996" eaLnBrk="0" fontAlgn="base" hangingPunct="0">
                    <a:spcBef>
                      <a:spcPct val="0"/>
                    </a:spcBef>
                    <a:spcAft>
                      <a:spcPct val="0"/>
                    </a:spcAft>
                    <a:defRPr/>
                  </a:pPr>
                  <a:endParaRPr lang="en-US" sz="2400">
                    <a:solidFill>
                      <a:prstClr val="black"/>
                    </a:solidFill>
                    <a:latin typeface="Arial" pitchFamily="34" charset="0"/>
                  </a:endParaRPr>
                </a:p>
              </p:txBody>
            </p:sp>
            <p:sp>
              <p:nvSpPr>
                <p:cNvPr id="366" name="Rectangle 300"/>
                <p:cNvSpPr>
                  <a:spLocks noChangeArrowheads="1"/>
                </p:cNvSpPr>
                <p:nvPr/>
              </p:nvSpPr>
              <p:spPr bwMode="auto">
                <a:xfrm>
                  <a:off x="2047876" y="3529013"/>
                  <a:ext cx="36513" cy="74613"/>
                </a:xfrm>
                <a:prstGeom prst="rect">
                  <a:avLst/>
                </a:prstGeom>
                <a:solidFill>
                  <a:srgbClr val="FF8C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9630" tIns="44815" rIns="89630" bIns="44815" numCol="1" anchor="t" anchorCtr="0" compatLnSpc="1">
                  <a:prstTxWarp prst="textNoShape">
                    <a:avLst/>
                  </a:prstTxWarp>
                </a:bodyPr>
                <a:lstStyle/>
                <a:p>
                  <a:pPr defTabSz="1218996" eaLnBrk="0" fontAlgn="base" hangingPunct="0">
                    <a:spcBef>
                      <a:spcPct val="0"/>
                    </a:spcBef>
                    <a:spcAft>
                      <a:spcPct val="0"/>
                    </a:spcAft>
                    <a:defRPr/>
                  </a:pPr>
                  <a:endParaRPr lang="en-US" sz="2400">
                    <a:solidFill>
                      <a:prstClr val="black"/>
                    </a:solidFill>
                    <a:latin typeface="Arial" pitchFamily="34" charset="0"/>
                  </a:endParaRPr>
                </a:p>
              </p:txBody>
            </p:sp>
            <p:sp>
              <p:nvSpPr>
                <p:cNvPr id="367" name="Rectangle 301"/>
                <p:cNvSpPr>
                  <a:spLocks noChangeArrowheads="1"/>
                </p:cNvSpPr>
                <p:nvPr/>
              </p:nvSpPr>
              <p:spPr bwMode="auto">
                <a:xfrm>
                  <a:off x="2132013" y="3529013"/>
                  <a:ext cx="39688" cy="74613"/>
                </a:xfrm>
                <a:prstGeom prst="rect">
                  <a:avLst/>
                </a:prstGeom>
                <a:solidFill>
                  <a:srgbClr val="FF8C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9630" tIns="44815" rIns="89630" bIns="44815" numCol="1" anchor="t" anchorCtr="0" compatLnSpc="1">
                  <a:prstTxWarp prst="textNoShape">
                    <a:avLst/>
                  </a:prstTxWarp>
                </a:bodyPr>
                <a:lstStyle/>
                <a:p>
                  <a:pPr defTabSz="1218996" eaLnBrk="0" fontAlgn="base" hangingPunct="0">
                    <a:spcBef>
                      <a:spcPct val="0"/>
                    </a:spcBef>
                    <a:spcAft>
                      <a:spcPct val="0"/>
                    </a:spcAft>
                    <a:defRPr/>
                  </a:pPr>
                  <a:endParaRPr lang="en-US" sz="2400">
                    <a:solidFill>
                      <a:prstClr val="black"/>
                    </a:solidFill>
                    <a:latin typeface="Arial" pitchFamily="34" charset="0"/>
                  </a:endParaRPr>
                </a:p>
              </p:txBody>
            </p:sp>
            <p:sp>
              <p:nvSpPr>
                <p:cNvPr id="368" name="Rectangle 302"/>
                <p:cNvSpPr>
                  <a:spLocks noChangeArrowheads="1"/>
                </p:cNvSpPr>
                <p:nvPr/>
              </p:nvSpPr>
              <p:spPr bwMode="auto">
                <a:xfrm>
                  <a:off x="1958976" y="3632201"/>
                  <a:ext cx="41275" cy="74613"/>
                </a:xfrm>
                <a:prstGeom prst="rect">
                  <a:avLst/>
                </a:prstGeom>
                <a:solidFill>
                  <a:srgbClr val="FF8C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9630" tIns="44815" rIns="89630" bIns="44815" numCol="1" anchor="t" anchorCtr="0" compatLnSpc="1">
                  <a:prstTxWarp prst="textNoShape">
                    <a:avLst/>
                  </a:prstTxWarp>
                </a:bodyPr>
                <a:lstStyle/>
                <a:p>
                  <a:pPr defTabSz="1218996" eaLnBrk="0" fontAlgn="base" hangingPunct="0">
                    <a:spcBef>
                      <a:spcPct val="0"/>
                    </a:spcBef>
                    <a:spcAft>
                      <a:spcPct val="0"/>
                    </a:spcAft>
                    <a:defRPr/>
                  </a:pPr>
                  <a:endParaRPr lang="en-US" sz="2400">
                    <a:solidFill>
                      <a:prstClr val="black"/>
                    </a:solidFill>
                    <a:latin typeface="Arial" pitchFamily="34" charset="0"/>
                  </a:endParaRPr>
                </a:p>
              </p:txBody>
            </p:sp>
            <p:sp>
              <p:nvSpPr>
                <p:cNvPr id="369" name="Rectangle 303"/>
                <p:cNvSpPr>
                  <a:spLocks noChangeArrowheads="1"/>
                </p:cNvSpPr>
                <p:nvPr/>
              </p:nvSpPr>
              <p:spPr bwMode="auto">
                <a:xfrm>
                  <a:off x="2047876" y="3632201"/>
                  <a:ext cx="36513" cy="74613"/>
                </a:xfrm>
                <a:prstGeom prst="rect">
                  <a:avLst/>
                </a:prstGeom>
                <a:solidFill>
                  <a:srgbClr val="FF8C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9630" tIns="44815" rIns="89630" bIns="44815" numCol="1" anchor="t" anchorCtr="0" compatLnSpc="1">
                  <a:prstTxWarp prst="textNoShape">
                    <a:avLst/>
                  </a:prstTxWarp>
                </a:bodyPr>
                <a:lstStyle/>
                <a:p>
                  <a:pPr defTabSz="1218996" eaLnBrk="0" fontAlgn="base" hangingPunct="0">
                    <a:spcBef>
                      <a:spcPct val="0"/>
                    </a:spcBef>
                    <a:spcAft>
                      <a:spcPct val="0"/>
                    </a:spcAft>
                    <a:defRPr/>
                  </a:pPr>
                  <a:endParaRPr lang="en-US" sz="2400">
                    <a:solidFill>
                      <a:prstClr val="black"/>
                    </a:solidFill>
                    <a:latin typeface="Arial" pitchFamily="34" charset="0"/>
                  </a:endParaRPr>
                </a:p>
              </p:txBody>
            </p:sp>
            <p:sp>
              <p:nvSpPr>
                <p:cNvPr id="370" name="Rectangle 304"/>
                <p:cNvSpPr>
                  <a:spLocks noChangeArrowheads="1"/>
                </p:cNvSpPr>
                <p:nvPr/>
              </p:nvSpPr>
              <p:spPr bwMode="auto">
                <a:xfrm>
                  <a:off x="2132013" y="3632201"/>
                  <a:ext cx="39688" cy="74613"/>
                </a:xfrm>
                <a:prstGeom prst="rect">
                  <a:avLst/>
                </a:prstGeom>
                <a:solidFill>
                  <a:srgbClr val="E94025"/>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9630" tIns="44815" rIns="89630" bIns="44815" numCol="1" anchor="t" anchorCtr="0" compatLnSpc="1">
                  <a:prstTxWarp prst="textNoShape">
                    <a:avLst/>
                  </a:prstTxWarp>
                </a:bodyPr>
                <a:lstStyle/>
                <a:p>
                  <a:pPr defTabSz="1218996" eaLnBrk="0" fontAlgn="base" hangingPunct="0">
                    <a:spcBef>
                      <a:spcPct val="0"/>
                    </a:spcBef>
                    <a:spcAft>
                      <a:spcPct val="0"/>
                    </a:spcAft>
                    <a:defRPr/>
                  </a:pPr>
                  <a:endParaRPr lang="en-US" sz="2400">
                    <a:solidFill>
                      <a:prstClr val="black"/>
                    </a:solidFill>
                    <a:latin typeface="Arial" pitchFamily="34" charset="0"/>
                  </a:endParaRPr>
                </a:p>
              </p:txBody>
            </p:sp>
            <p:sp>
              <p:nvSpPr>
                <p:cNvPr id="371" name="Rectangle 305"/>
                <p:cNvSpPr>
                  <a:spLocks noChangeArrowheads="1"/>
                </p:cNvSpPr>
                <p:nvPr/>
              </p:nvSpPr>
              <p:spPr bwMode="auto">
                <a:xfrm>
                  <a:off x="1958976" y="3738563"/>
                  <a:ext cx="41275" cy="71438"/>
                </a:xfrm>
                <a:prstGeom prst="rect">
                  <a:avLst/>
                </a:prstGeom>
                <a:solidFill>
                  <a:srgbClr val="E94025"/>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9630" tIns="44815" rIns="89630" bIns="44815" numCol="1" anchor="t" anchorCtr="0" compatLnSpc="1">
                  <a:prstTxWarp prst="textNoShape">
                    <a:avLst/>
                  </a:prstTxWarp>
                </a:bodyPr>
                <a:lstStyle/>
                <a:p>
                  <a:pPr defTabSz="1218996" eaLnBrk="0" fontAlgn="base" hangingPunct="0">
                    <a:spcBef>
                      <a:spcPct val="0"/>
                    </a:spcBef>
                    <a:spcAft>
                      <a:spcPct val="0"/>
                    </a:spcAft>
                    <a:defRPr/>
                  </a:pPr>
                  <a:endParaRPr lang="en-US" sz="2400">
                    <a:solidFill>
                      <a:prstClr val="black"/>
                    </a:solidFill>
                    <a:latin typeface="Arial" pitchFamily="34" charset="0"/>
                  </a:endParaRPr>
                </a:p>
              </p:txBody>
            </p:sp>
            <p:sp>
              <p:nvSpPr>
                <p:cNvPr id="372" name="Rectangle 306"/>
                <p:cNvSpPr>
                  <a:spLocks noChangeArrowheads="1"/>
                </p:cNvSpPr>
                <p:nvPr/>
              </p:nvSpPr>
              <p:spPr bwMode="auto">
                <a:xfrm>
                  <a:off x="2047876" y="3738563"/>
                  <a:ext cx="36513" cy="71438"/>
                </a:xfrm>
                <a:prstGeom prst="rect">
                  <a:avLst/>
                </a:prstGeom>
                <a:solidFill>
                  <a:srgbClr val="FF8C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9630" tIns="44815" rIns="89630" bIns="44815" numCol="1" anchor="t" anchorCtr="0" compatLnSpc="1">
                  <a:prstTxWarp prst="textNoShape">
                    <a:avLst/>
                  </a:prstTxWarp>
                </a:bodyPr>
                <a:lstStyle/>
                <a:p>
                  <a:pPr defTabSz="1218996" eaLnBrk="0" fontAlgn="base" hangingPunct="0">
                    <a:spcBef>
                      <a:spcPct val="0"/>
                    </a:spcBef>
                    <a:spcAft>
                      <a:spcPct val="0"/>
                    </a:spcAft>
                    <a:defRPr/>
                  </a:pPr>
                  <a:endParaRPr lang="en-US" sz="2400">
                    <a:solidFill>
                      <a:prstClr val="black"/>
                    </a:solidFill>
                    <a:latin typeface="Arial" pitchFamily="34" charset="0"/>
                  </a:endParaRPr>
                </a:p>
              </p:txBody>
            </p:sp>
            <p:sp>
              <p:nvSpPr>
                <p:cNvPr id="373" name="Rectangle 307"/>
                <p:cNvSpPr>
                  <a:spLocks noChangeArrowheads="1"/>
                </p:cNvSpPr>
                <p:nvPr/>
              </p:nvSpPr>
              <p:spPr bwMode="auto">
                <a:xfrm>
                  <a:off x="2132013" y="3738563"/>
                  <a:ext cx="39688" cy="71438"/>
                </a:xfrm>
                <a:prstGeom prst="rect">
                  <a:avLst/>
                </a:prstGeom>
                <a:solidFill>
                  <a:srgbClr val="FF8C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9630" tIns="44815" rIns="89630" bIns="44815" numCol="1" anchor="t" anchorCtr="0" compatLnSpc="1">
                  <a:prstTxWarp prst="textNoShape">
                    <a:avLst/>
                  </a:prstTxWarp>
                </a:bodyPr>
                <a:lstStyle/>
                <a:p>
                  <a:pPr defTabSz="1218996" eaLnBrk="0" fontAlgn="base" hangingPunct="0">
                    <a:spcBef>
                      <a:spcPct val="0"/>
                    </a:spcBef>
                    <a:spcAft>
                      <a:spcPct val="0"/>
                    </a:spcAft>
                    <a:defRPr/>
                  </a:pPr>
                  <a:endParaRPr lang="en-US" sz="2400">
                    <a:solidFill>
                      <a:prstClr val="black"/>
                    </a:solidFill>
                    <a:latin typeface="Arial" pitchFamily="34" charset="0"/>
                  </a:endParaRPr>
                </a:p>
              </p:txBody>
            </p:sp>
            <p:sp>
              <p:nvSpPr>
                <p:cNvPr id="374" name="Rectangle 308"/>
                <p:cNvSpPr>
                  <a:spLocks noChangeArrowheads="1"/>
                </p:cNvSpPr>
                <p:nvPr/>
              </p:nvSpPr>
              <p:spPr bwMode="auto">
                <a:xfrm>
                  <a:off x="1958976" y="3841751"/>
                  <a:ext cx="41275" cy="76200"/>
                </a:xfrm>
                <a:prstGeom prst="rect">
                  <a:avLst/>
                </a:prstGeom>
                <a:solidFill>
                  <a:srgbClr val="FF8C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9630" tIns="44815" rIns="89630" bIns="44815" numCol="1" anchor="t" anchorCtr="0" compatLnSpc="1">
                  <a:prstTxWarp prst="textNoShape">
                    <a:avLst/>
                  </a:prstTxWarp>
                </a:bodyPr>
                <a:lstStyle/>
                <a:p>
                  <a:pPr defTabSz="1218996" eaLnBrk="0" fontAlgn="base" hangingPunct="0">
                    <a:spcBef>
                      <a:spcPct val="0"/>
                    </a:spcBef>
                    <a:spcAft>
                      <a:spcPct val="0"/>
                    </a:spcAft>
                    <a:defRPr/>
                  </a:pPr>
                  <a:endParaRPr lang="en-US" sz="2400">
                    <a:solidFill>
                      <a:prstClr val="black"/>
                    </a:solidFill>
                    <a:latin typeface="Arial" pitchFamily="34" charset="0"/>
                  </a:endParaRPr>
                </a:p>
              </p:txBody>
            </p:sp>
            <p:sp>
              <p:nvSpPr>
                <p:cNvPr id="375" name="Rectangle 309"/>
                <p:cNvSpPr>
                  <a:spLocks noChangeArrowheads="1"/>
                </p:cNvSpPr>
                <p:nvPr/>
              </p:nvSpPr>
              <p:spPr bwMode="auto">
                <a:xfrm>
                  <a:off x="2047876" y="3841751"/>
                  <a:ext cx="36513" cy="76200"/>
                </a:xfrm>
                <a:prstGeom prst="rect">
                  <a:avLst/>
                </a:prstGeom>
                <a:solidFill>
                  <a:srgbClr val="FF8C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9630" tIns="44815" rIns="89630" bIns="44815" numCol="1" anchor="t" anchorCtr="0" compatLnSpc="1">
                  <a:prstTxWarp prst="textNoShape">
                    <a:avLst/>
                  </a:prstTxWarp>
                </a:bodyPr>
                <a:lstStyle/>
                <a:p>
                  <a:pPr defTabSz="1218996" eaLnBrk="0" fontAlgn="base" hangingPunct="0">
                    <a:spcBef>
                      <a:spcPct val="0"/>
                    </a:spcBef>
                    <a:spcAft>
                      <a:spcPct val="0"/>
                    </a:spcAft>
                    <a:defRPr/>
                  </a:pPr>
                  <a:endParaRPr lang="en-US" sz="2400">
                    <a:solidFill>
                      <a:prstClr val="black"/>
                    </a:solidFill>
                    <a:latin typeface="Arial" pitchFamily="34" charset="0"/>
                  </a:endParaRPr>
                </a:p>
              </p:txBody>
            </p:sp>
            <p:sp>
              <p:nvSpPr>
                <p:cNvPr id="376" name="Rectangle 310"/>
                <p:cNvSpPr>
                  <a:spLocks noChangeArrowheads="1"/>
                </p:cNvSpPr>
                <p:nvPr/>
              </p:nvSpPr>
              <p:spPr bwMode="auto">
                <a:xfrm>
                  <a:off x="2132013" y="3841751"/>
                  <a:ext cx="39688" cy="76200"/>
                </a:xfrm>
                <a:prstGeom prst="rect">
                  <a:avLst/>
                </a:prstGeom>
                <a:solidFill>
                  <a:srgbClr val="FF8C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9630" tIns="44815" rIns="89630" bIns="44815" numCol="1" anchor="t" anchorCtr="0" compatLnSpc="1">
                  <a:prstTxWarp prst="textNoShape">
                    <a:avLst/>
                  </a:prstTxWarp>
                </a:bodyPr>
                <a:lstStyle/>
                <a:p>
                  <a:pPr defTabSz="1218996" eaLnBrk="0" fontAlgn="base" hangingPunct="0">
                    <a:spcBef>
                      <a:spcPct val="0"/>
                    </a:spcBef>
                    <a:spcAft>
                      <a:spcPct val="0"/>
                    </a:spcAft>
                    <a:defRPr/>
                  </a:pPr>
                  <a:endParaRPr lang="en-US" sz="2400">
                    <a:solidFill>
                      <a:prstClr val="black"/>
                    </a:solidFill>
                    <a:latin typeface="Arial" pitchFamily="34" charset="0"/>
                  </a:endParaRPr>
                </a:p>
              </p:txBody>
            </p:sp>
            <p:sp>
              <p:nvSpPr>
                <p:cNvPr id="377" name="Rectangle 311"/>
                <p:cNvSpPr>
                  <a:spLocks noChangeArrowheads="1"/>
                </p:cNvSpPr>
                <p:nvPr/>
              </p:nvSpPr>
              <p:spPr bwMode="auto">
                <a:xfrm>
                  <a:off x="2422526" y="2486026"/>
                  <a:ext cx="127000" cy="76200"/>
                </a:xfrm>
                <a:prstGeom prst="rect">
                  <a:avLst/>
                </a:prstGeom>
                <a:solidFill>
                  <a:srgbClr val="FF8C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9630" tIns="44815" rIns="89630" bIns="44815" numCol="1" anchor="t" anchorCtr="0" compatLnSpc="1">
                  <a:prstTxWarp prst="textNoShape">
                    <a:avLst/>
                  </a:prstTxWarp>
                </a:bodyPr>
                <a:lstStyle/>
                <a:p>
                  <a:pPr defTabSz="1218996" eaLnBrk="0" fontAlgn="base" hangingPunct="0">
                    <a:spcBef>
                      <a:spcPct val="0"/>
                    </a:spcBef>
                    <a:spcAft>
                      <a:spcPct val="0"/>
                    </a:spcAft>
                    <a:defRPr/>
                  </a:pPr>
                  <a:endParaRPr lang="en-US" sz="2400">
                    <a:solidFill>
                      <a:prstClr val="black"/>
                    </a:solidFill>
                    <a:latin typeface="Arial" pitchFamily="34" charset="0"/>
                  </a:endParaRPr>
                </a:p>
              </p:txBody>
            </p:sp>
            <p:sp>
              <p:nvSpPr>
                <p:cNvPr id="378" name="Rectangle 312"/>
                <p:cNvSpPr>
                  <a:spLocks noChangeArrowheads="1"/>
                </p:cNvSpPr>
                <p:nvPr/>
              </p:nvSpPr>
              <p:spPr bwMode="auto">
                <a:xfrm>
                  <a:off x="2290763" y="2439988"/>
                  <a:ext cx="25400" cy="122238"/>
                </a:xfrm>
                <a:prstGeom prst="rect">
                  <a:avLst/>
                </a:prstGeom>
                <a:solidFill>
                  <a:srgbClr val="FF8C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9630" tIns="44815" rIns="89630" bIns="44815" numCol="1" anchor="t" anchorCtr="0" compatLnSpc="1">
                  <a:prstTxWarp prst="textNoShape">
                    <a:avLst/>
                  </a:prstTxWarp>
                </a:bodyPr>
                <a:lstStyle/>
                <a:p>
                  <a:pPr defTabSz="1218996" eaLnBrk="0" fontAlgn="base" hangingPunct="0">
                    <a:spcBef>
                      <a:spcPct val="0"/>
                    </a:spcBef>
                    <a:spcAft>
                      <a:spcPct val="0"/>
                    </a:spcAft>
                    <a:defRPr/>
                  </a:pPr>
                  <a:endParaRPr lang="en-US" sz="2400">
                    <a:solidFill>
                      <a:prstClr val="black"/>
                    </a:solidFill>
                    <a:latin typeface="Arial" pitchFamily="34" charset="0"/>
                  </a:endParaRPr>
                </a:p>
              </p:txBody>
            </p:sp>
            <p:sp>
              <p:nvSpPr>
                <p:cNvPr id="429" name="Rectangle 363"/>
                <p:cNvSpPr>
                  <a:spLocks noChangeArrowheads="1"/>
                </p:cNvSpPr>
                <p:nvPr/>
              </p:nvSpPr>
              <p:spPr bwMode="auto">
                <a:xfrm>
                  <a:off x="2600326" y="3278188"/>
                  <a:ext cx="277813" cy="60325"/>
                </a:xfrm>
                <a:prstGeom prst="rect">
                  <a:avLst/>
                </a:prstGeom>
                <a:solidFill>
                  <a:srgbClr val="00188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9630" tIns="44815" rIns="89630" bIns="44815" numCol="1" anchor="t" anchorCtr="0" compatLnSpc="1">
                  <a:prstTxWarp prst="textNoShape">
                    <a:avLst/>
                  </a:prstTxWarp>
                </a:bodyPr>
                <a:lstStyle/>
                <a:p>
                  <a:pPr defTabSz="1218996" eaLnBrk="0" fontAlgn="base" hangingPunct="0">
                    <a:spcBef>
                      <a:spcPct val="0"/>
                    </a:spcBef>
                    <a:spcAft>
                      <a:spcPct val="0"/>
                    </a:spcAft>
                    <a:defRPr/>
                  </a:pPr>
                  <a:endParaRPr lang="en-US" sz="2400">
                    <a:solidFill>
                      <a:prstClr val="black"/>
                    </a:solidFill>
                    <a:latin typeface="Arial" pitchFamily="34" charset="0"/>
                  </a:endParaRPr>
                </a:p>
              </p:txBody>
            </p:sp>
            <p:sp>
              <p:nvSpPr>
                <p:cNvPr id="430" name="Rectangle 364"/>
                <p:cNvSpPr>
                  <a:spLocks noChangeArrowheads="1"/>
                </p:cNvSpPr>
                <p:nvPr/>
              </p:nvSpPr>
              <p:spPr bwMode="auto">
                <a:xfrm>
                  <a:off x="2600326" y="3381376"/>
                  <a:ext cx="277813" cy="60325"/>
                </a:xfrm>
                <a:prstGeom prst="rect">
                  <a:avLst/>
                </a:prstGeom>
                <a:solidFill>
                  <a:srgbClr val="00188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9630" tIns="44815" rIns="89630" bIns="44815" numCol="1" anchor="t" anchorCtr="0" compatLnSpc="1">
                  <a:prstTxWarp prst="textNoShape">
                    <a:avLst/>
                  </a:prstTxWarp>
                </a:bodyPr>
                <a:lstStyle/>
                <a:p>
                  <a:pPr defTabSz="1218996" eaLnBrk="0" fontAlgn="base" hangingPunct="0">
                    <a:spcBef>
                      <a:spcPct val="0"/>
                    </a:spcBef>
                    <a:spcAft>
                      <a:spcPct val="0"/>
                    </a:spcAft>
                    <a:defRPr/>
                  </a:pPr>
                  <a:endParaRPr lang="en-US" sz="2400">
                    <a:solidFill>
                      <a:prstClr val="black"/>
                    </a:solidFill>
                    <a:latin typeface="Arial" pitchFamily="34" charset="0"/>
                  </a:endParaRPr>
                </a:p>
              </p:txBody>
            </p:sp>
            <p:sp>
              <p:nvSpPr>
                <p:cNvPr id="431" name="Rectangle 365"/>
                <p:cNvSpPr>
                  <a:spLocks noChangeArrowheads="1"/>
                </p:cNvSpPr>
                <p:nvPr/>
              </p:nvSpPr>
              <p:spPr bwMode="auto">
                <a:xfrm>
                  <a:off x="2600326" y="3487738"/>
                  <a:ext cx="277813" cy="57150"/>
                </a:xfrm>
                <a:prstGeom prst="rect">
                  <a:avLst/>
                </a:prstGeom>
                <a:solidFill>
                  <a:srgbClr val="00188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9630" tIns="44815" rIns="89630" bIns="44815" numCol="1" anchor="t" anchorCtr="0" compatLnSpc="1">
                  <a:prstTxWarp prst="textNoShape">
                    <a:avLst/>
                  </a:prstTxWarp>
                </a:bodyPr>
                <a:lstStyle/>
                <a:p>
                  <a:pPr defTabSz="1218996" eaLnBrk="0" fontAlgn="base" hangingPunct="0">
                    <a:spcBef>
                      <a:spcPct val="0"/>
                    </a:spcBef>
                    <a:spcAft>
                      <a:spcPct val="0"/>
                    </a:spcAft>
                    <a:defRPr/>
                  </a:pPr>
                  <a:endParaRPr lang="en-US" sz="2400">
                    <a:solidFill>
                      <a:prstClr val="black"/>
                    </a:solidFill>
                    <a:latin typeface="Arial" pitchFamily="34" charset="0"/>
                  </a:endParaRPr>
                </a:p>
              </p:txBody>
            </p:sp>
            <p:sp>
              <p:nvSpPr>
                <p:cNvPr id="432" name="Rectangle 366"/>
                <p:cNvSpPr>
                  <a:spLocks noChangeArrowheads="1"/>
                </p:cNvSpPr>
                <p:nvPr/>
              </p:nvSpPr>
              <p:spPr bwMode="auto">
                <a:xfrm>
                  <a:off x="2600326" y="3590926"/>
                  <a:ext cx="277813" cy="60325"/>
                </a:xfrm>
                <a:prstGeom prst="rect">
                  <a:avLst/>
                </a:prstGeom>
                <a:solidFill>
                  <a:srgbClr val="00188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9630" tIns="44815" rIns="89630" bIns="44815" numCol="1" anchor="t" anchorCtr="0" compatLnSpc="1">
                  <a:prstTxWarp prst="textNoShape">
                    <a:avLst/>
                  </a:prstTxWarp>
                </a:bodyPr>
                <a:lstStyle/>
                <a:p>
                  <a:pPr defTabSz="1218996" eaLnBrk="0" fontAlgn="base" hangingPunct="0">
                    <a:spcBef>
                      <a:spcPct val="0"/>
                    </a:spcBef>
                    <a:spcAft>
                      <a:spcPct val="0"/>
                    </a:spcAft>
                    <a:defRPr/>
                  </a:pPr>
                  <a:endParaRPr lang="en-US" sz="2400">
                    <a:solidFill>
                      <a:prstClr val="black"/>
                    </a:solidFill>
                    <a:latin typeface="Arial" pitchFamily="34" charset="0"/>
                  </a:endParaRPr>
                </a:p>
              </p:txBody>
            </p:sp>
            <p:sp>
              <p:nvSpPr>
                <p:cNvPr id="433" name="Rectangle 367"/>
                <p:cNvSpPr>
                  <a:spLocks noChangeArrowheads="1"/>
                </p:cNvSpPr>
                <p:nvPr/>
              </p:nvSpPr>
              <p:spPr bwMode="auto">
                <a:xfrm>
                  <a:off x="2600326" y="3695701"/>
                  <a:ext cx="277813" cy="58738"/>
                </a:xfrm>
                <a:prstGeom prst="rect">
                  <a:avLst/>
                </a:prstGeom>
                <a:solidFill>
                  <a:srgbClr val="00188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9630" tIns="44815" rIns="89630" bIns="44815" numCol="1" anchor="t" anchorCtr="0" compatLnSpc="1">
                  <a:prstTxWarp prst="textNoShape">
                    <a:avLst/>
                  </a:prstTxWarp>
                </a:bodyPr>
                <a:lstStyle/>
                <a:p>
                  <a:pPr defTabSz="1218996" eaLnBrk="0" fontAlgn="base" hangingPunct="0">
                    <a:spcBef>
                      <a:spcPct val="0"/>
                    </a:spcBef>
                    <a:spcAft>
                      <a:spcPct val="0"/>
                    </a:spcAft>
                    <a:defRPr/>
                  </a:pPr>
                  <a:endParaRPr lang="en-US" sz="2400">
                    <a:solidFill>
                      <a:prstClr val="black"/>
                    </a:solidFill>
                    <a:latin typeface="Arial" pitchFamily="34" charset="0"/>
                  </a:endParaRPr>
                </a:p>
              </p:txBody>
            </p:sp>
            <p:sp>
              <p:nvSpPr>
                <p:cNvPr id="434" name="Rectangle 368"/>
                <p:cNvSpPr>
                  <a:spLocks noChangeArrowheads="1"/>
                </p:cNvSpPr>
                <p:nvPr/>
              </p:nvSpPr>
              <p:spPr bwMode="auto">
                <a:xfrm>
                  <a:off x="2600326" y="3798888"/>
                  <a:ext cx="277813" cy="58738"/>
                </a:xfrm>
                <a:prstGeom prst="rect">
                  <a:avLst/>
                </a:prstGeom>
                <a:solidFill>
                  <a:srgbClr val="00188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9630" tIns="44815" rIns="89630" bIns="44815" numCol="1" anchor="t" anchorCtr="0" compatLnSpc="1">
                  <a:prstTxWarp prst="textNoShape">
                    <a:avLst/>
                  </a:prstTxWarp>
                </a:bodyPr>
                <a:lstStyle/>
                <a:p>
                  <a:pPr defTabSz="1218996" eaLnBrk="0" fontAlgn="base" hangingPunct="0">
                    <a:spcBef>
                      <a:spcPct val="0"/>
                    </a:spcBef>
                    <a:spcAft>
                      <a:spcPct val="0"/>
                    </a:spcAft>
                    <a:defRPr/>
                  </a:pPr>
                  <a:endParaRPr lang="en-US" sz="2400">
                    <a:solidFill>
                      <a:prstClr val="black"/>
                    </a:solidFill>
                    <a:latin typeface="Arial" pitchFamily="34" charset="0"/>
                  </a:endParaRPr>
                </a:p>
              </p:txBody>
            </p:sp>
            <p:sp>
              <p:nvSpPr>
                <p:cNvPr id="435" name="Rectangle 369"/>
                <p:cNvSpPr>
                  <a:spLocks noChangeArrowheads="1"/>
                </p:cNvSpPr>
                <p:nvPr/>
              </p:nvSpPr>
              <p:spPr bwMode="auto">
                <a:xfrm>
                  <a:off x="2600326" y="3905251"/>
                  <a:ext cx="277813" cy="55563"/>
                </a:xfrm>
                <a:prstGeom prst="rect">
                  <a:avLst/>
                </a:prstGeom>
                <a:solidFill>
                  <a:srgbClr val="00188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9630" tIns="44815" rIns="89630" bIns="44815" numCol="1" anchor="t" anchorCtr="0" compatLnSpc="1">
                  <a:prstTxWarp prst="textNoShape">
                    <a:avLst/>
                  </a:prstTxWarp>
                </a:bodyPr>
                <a:lstStyle/>
                <a:p>
                  <a:pPr defTabSz="1218996" eaLnBrk="0" fontAlgn="base" hangingPunct="0">
                    <a:spcBef>
                      <a:spcPct val="0"/>
                    </a:spcBef>
                    <a:spcAft>
                      <a:spcPct val="0"/>
                    </a:spcAft>
                    <a:defRPr/>
                  </a:pPr>
                  <a:endParaRPr lang="en-US" sz="2400">
                    <a:solidFill>
                      <a:prstClr val="black"/>
                    </a:solidFill>
                    <a:latin typeface="Arial" pitchFamily="34" charset="0"/>
                  </a:endParaRPr>
                </a:p>
              </p:txBody>
            </p:sp>
          </p:grpSp>
          <p:sp>
            <p:nvSpPr>
              <p:cNvPr id="440" name="Freeform 373"/>
              <p:cNvSpPr>
                <a:spLocks/>
              </p:cNvSpPr>
              <p:nvPr/>
            </p:nvSpPr>
            <p:spPr bwMode="auto">
              <a:xfrm flipH="1">
                <a:off x="2543683" y="2431847"/>
                <a:ext cx="574830" cy="133756"/>
              </a:xfrm>
              <a:custGeom>
                <a:avLst/>
                <a:gdLst>
                  <a:gd name="T0" fmla="*/ 283 w 360"/>
                  <a:gd name="T1" fmla="*/ 77 h 152"/>
                  <a:gd name="T2" fmla="*/ 360 w 360"/>
                  <a:gd name="T3" fmla="*/ 0 h 152"/>
                  <a:gd name="T4" fmla="*/ 0 w 360"/>
                  <a:gd name="T5" fmla="*/ 0 h 152"/>
                  <a:gd name="T6" fmla="*/ 0 w 360"/>
                  <a:gd name="T7" fmla="*/ 152 h 152"/>
                  <a:gd name="T8" fmla="*/ 360 w 360"/>
                  <a:gd name="T9" fmla="*/ 152 h 152"/>
                  <a:gd name="T10" fmla="*/ 283 w 360"/>
                  <a:gd name="T11" fmla="*/ 77 h 152"/>
                </a:gdLst>
                <a:ahLst/>
                <a:cxnLst>
                  <a:cxn ang="0">
                    <a:pos x="T0" y="T1"/>
                  </a:cxn>
                  <a:cxn ang="0">
                    <a:pos x="T2" y="T3"/>
                  </a:cxn>
                  <a:cxn ang="0">
                    <a:pos x="T4" y="T5"/>
                  </a:cxn>
                  <a:cxn ang="0">
                    <a:pos x="T6" y="T7"/>
                  </a:cxn>
                  <a:cxn ang="0">
                    <a:pos x="T8" y="T9"/>
                  </a:cxn>
                  <a:cxn ang="0">
                    <a:pos x="T10" y="T11"/>
                  </a:cxn>
                </a:cxnLst>
                <a:rect l="0" t="0" r="r" b="b"/>
                <a:pathLst>
                  <a:path w="360" h="152">
                    <a:moveTo>
                      <a:pt x="283" y="77"/>
                    </a:moveTo>
                    <a:lnTo>
                      <a:pt x="360" y="0"/>
                    </a:lnTo>
                    <a:lnTo>
                      <a:pt x="0" y="0"/>
                    </a:lnTo>
                    <a:lnTo>
                      <a:pt x="0" y="152"/>
                    </a:lnTo>
                    <a:lnTo>
                      <a:pt x="360" y="152"/>
                    </a:lnTo>
                    <a:lnTo>
                      <a:pt x="283" y="77"/>
                    </a:lnTo>
                    <a:close/>
                  </a:path>
                </a:pathLst>
              </a:custGeom>
              <a:solidFill>
                <a:schemeClr val="accent1"/>
              </a:solidFill>
              <a:ln>
                <a:noFill/>
              </a:ln>
            </p:spPr>
            <p:txBody>
              <a:bodyPr vert="horz" wrap="square" lIns="0" tIns="0" rIns="0" bIns="0" numCol="1" anchor="ctr" anchorCtr="0" compatLnSpc="1">
                <a:prstTxWarp prst="textNoShape">
                  <a:avLst/>
                </a:prstTxWarp>
              </a:bodyPr>
              <a:lstStyle/>
              <a:p>
                <a:pPr algn="ctr" defTabSz="1218996" eaLnBrk="0" fontAlgn="base" hangingPunct="0">
                  <a:lnSpc>
                    <a:spcPct val="90000"/>
                  </a:lnSpc>
                  <a:spcBef>
                    <a:spcPct val="0"/>
                  </a:spcBef>
                  <a:spcAft>
                    <a:spcPct val="0"/>
                  </a:spcAft>
                  <a:defRPr/>
                </a:pPr>
                <a:r>
                  <a:rPr lang="en-US" sz="784" dirty="0">
                    <a:solidFill>
                      <a:prstClr val="black"/>
                    </a:solidFill>
                    <a:latin typeface="Arial" pitchFamily="34" charset="0"/>
                  </a:rPr>
                  <a:t>    </a:t>
                </a:r>
                <a:r>
                  <a:rPr lang="en-US" sz="784" dirty="0">
                    <a:gradFill>
                      <a:gsLst>
                        <a:gs pos="12500">
                          <a:prstClr val="white"/>
                        </a:gs>
                        <a:gs pos="52000">
                          <a:prstClr val="white"/>
                        </a:gs>
                      </a:gsLst>
                      <a:lin ang="5400000" scaled="0"/>
                    </a:gradFill>
                    <a:latin typeface="Segoe UI Semibold" panose="020B0702040204020203" pitchFamily="34" charset="0"/>
                    <a:cs typeface="Segoe UI Semibold" panose="020B0702040204020203" pitchFamily="34" charset="0"/>
                  </a:rPr>
                  <a:t>Contoso</a:t>
                </a:r>
              </a:p>
            </p:txBody>
          </p:sp>
        </p:grpSp>
      </p:grpSp>
      <p:sp>
        <p:nvSpPr>
          <p:cNvPr id="13" name="Title 5"/>
          <p:cNvSpPr>
            <a:spLocks noGrp="1"/>
          </p:cNvSpPr>
          <p:nvPr>
            <p:ph type="title"/>
          </p:nvPr>
        </p:nvSpPr>
        <p:spPr/>
        <p:txBody>
          <a:bodyPr/>
          <a:lstStyle/>
          <a:p>
            <a:r>
              <a:rPr lang="en-US" b="0" dirty="0">
                <a:latin typeface="Segoe UI" panose="020B0502040204020203" pitchFamily="34" charset="0"/>
              </a:rPr>
              <a:t>Azure Resource Manager (ARM)</a:t>
            </a:r>
          </a:p>
        </p:txBody>
      </p:sp>
      <p:grpSp>
        <p:nvGrpSpPr>
          <p:cNvPr id="263" name="Group 262"/>
          <p:cNvGrpSpPr/>
          <p:nvPr/>
        </p:nvGrpSpPr>
        <p:grpSpPr>
          <a:xfrm>
            <a:off x="5289334" y="5669745"/>
            <a:ext cx="717038" cy="717030"/>
            <a:chOff x="5395278" y="5783263"/>
            <a:chExt cx="731520" cy="731512"/>
          </a:xfrm>
        </p:grpSpPr>
        <p:sp>
          <p:nvSpPr>
            <p:cNvPr id="52" name="Rectangle 51"/>
            <p:cNvSpPr/>
            <p:nvPr/>
          </p:nvSpPr>
          <p:spPr bwMode="auto">
            <a:xfrm>
              <a:off x="5395278" y="5783263"/>
              <a:ext cx="731520" cy="731512"/>
            </a:xfrm>
            <a:prstGeom prst="rect">
              <a:avLst/>
            </a:prstGeom>
            <a:solidFill>
              <a:schemeClr val="accent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59" tIns="143407" rIns="179259" bIns="143407" numCol="1" spcCol="0" rtlCol="0" fromWordArt="0" anchor="t" anchorCtr="0" forceAA="0" compatLnSpc="1">
              <a:prstTxWarp prst="textNoShape">
                <a:avLst/>
              </a:prstTxWarp>
              <a:noAutofit/>
            </a:bodyPr>
            <a:lstStyle/>
            <a:p>
              <a:pPr algn="ctr" defTabSz="914043" eaLnBrk="0" fontAlgn="base" hangingPunct="0">
                <a:lnSpc>
                  <a:spcPct val="90000"/>
                </a:lnSpc>
                <a:spcBef>
                  <a:spcPct val="0"/>
                </a:spcBef>
                <a:spcAft>
                  <a:spcPct val="0"/>
                </a:spcAft>
                <a:defRPr/>
              </a:pPr>
              <a:endParaRPr lang="en-US" sz="2353" dirty="0" err="1">
                <a:gradFill>
                  <a:gsLst>
                    <a:gs pos="0">
                      <a:srgbClr val="FFFFFF"/>
                    </a:gs>
                    <a:gs pos="100000">
                      <a:srgbClr val="FFFFFF"/>
                    </a:gs>
                  </a:gsLst>
                  <a:lin ang="5400000" scaled="0"/>
                </a:gradFill>
                <a:ea typeface="Segoe UI" pitchFamily="34" charset="0"/>
                <a:cs typeface="Segoe UI" pitchFamily="34" charset="0"/>
              </a:endParaRPr>
            </a:p>
          </p:txBody>
        </p:sp>
        <p:sp>
          <p:nvSpPr>
            <p:cNvPr id="41" name="Freeform 34"/>
            <p:cNvSpPr>
              <a:spLocks noEditPoints="1"/>
            </p:cNvSpPr>
            <p:nvPr/>
          </p:nvSpPr>
          <p:spPr bwMode="auto">
            <a:xfrm>
              <a:off x="5514593" y="5902476"/>
              <a:ext cx="492890" cy="493086"/>
            </a:xfrm>
            <a:custGeom>
              <a:avLst/>
              <a:gdLst>
                <a:gd name="T0" fmla="*/ 1054 w 2120"/>
                <a:gd name="T1" fmla="*/ 0 h 2120"/>
                <a:gd name="T2" fmla="*/ 0 w 2120"/>
                <a:gd name="T3" fmla="*/ 1066 h 2120"/>
                <a:gd name="T4" fmla="*/ 1060 w 2120"/>
                <a:gd name="T5" fmla="*/ 2120 h 2120"/>
                <a:gd name="T6" fmla="*/ 1706 w 2120"/>
                <a:gd name="T7" fmla="*/ 1901 h 2120"/>
                <a:gd name="T8" fmla="*/ 1895 w 2120"/>
                <a:gd name="T9" fmla="*/ 415 h 2120"/>
                <a:gd name="T10" fmla="*/ 1724 w 2120"/>
                <a:gd name="T11" fmla="*/ 1279 h 2120"/>
                <a:gd name="T12" fmla="*/ 1795 w 2120"/>
                <a:gd name="T13" fmla="*/ 1593 h 2120"/>
                <a:gd name="T14" fmla="*/ 1161 w 2120"/>
                <a:gd name="T15" fmla="*/ 1961 h 2120"/>
                <a:gd name="T16" fmla="*/ 960 w 2120"/>
                <a:gd name="T17" fmla="*/ 1807 h 2120"/>
                <a:gd name="T18" fmla="*/ 456 w 2120"/>
                <a:gd name="T19" fmla="*/ 1741 h 2120"/>
                <a:gd name="T20" fmla="*/ 723 w 2120"/>
                <a:gd name="T21" fmla="*/ 1706 h 2120"/>
                <a:gd name="T22" fmla="*/ 462 w 2120"/>
                <a:gd name="T23" fmla="*/ 1647 h 2120"/>
                <a:gd name="T24" fmla="*/ 344 w 2120"/>
                <a:gd name="T25" fmla="*/ 1617 h 2120"/>
                <a:gd name="T26" fmla="*/ 255 w 2120"/>
                <a:gd name="T27" fmla="*/ 652 h 2120"/>
                <a:gd name="T28" fmla="*/ 622 w 2120"/>
                <a:gd name="T29" fmla="*/ 616 h 2120"/>
                <a:gd name="T30" fmla="*/ 486 w 2120"/>
                <a:gd name="T31" fmla="*/ 509 h 2120"/>
                <a:gd name="T32" fmla="*/ 503 w 2120"/>
                <a:gd name="T33" fmla="*/ 344 h 2120"/>
                <a:gd name="T34" fmla="*/ 865 w 2120"/>
                <a:gd name="T35" fmla="*/ 403 h 2120"/>
                <a:gd name="T36" fmla="*/ 1108 w 2120"/>
                <a:gd name="T37" fmla="*/ 160 h 2120"/>
                <a:gd name="T38" fmla="*/ 1801 w 2120"/>
                <a:gd name="T39" fmla="*/ 545 h 2120"/>
                <a:gd name="T40" fmla="*/ 1753 w 2120"/>
                <a:gd name="T41" fmla="*/ 954 h 2120"/>
                <a:gd name="T42" fmla="*/ 1966 w 2120"/>
                <a:gd name="T43" fmla="*/ 1060 h 2120"/>
                <a:gd name="T44" fmla="*/ 1759 w 2120"/>
                <a:gd name="T45" fmla="*/ 1244 h 2120"/>
                <a:gd name="T46" fmla="*/ 1089 w 2120"/>
                <a:gd name="T47" fmla="*/ 1453 h 2120"/>
                <a:gd name="T48" fmla="*/ 1398 w 2120"/>
                <a:gd name="T49" fmla="*/ 1345 h 2120"/>
                <a:gd name="T50" fmla="*/ 1404 w 2120"/>
                <a:gd name="T51" fmla="*/ 1237 h 2120"/>
                <a:gd name="T52" fmla="*/ 1339 w 2120"/>
                <a:gd name="T53" fmla="*/ 1273 h 2120"/>
                <a:gd name="T54" fmla="*/ 1062 w 2120"/>
                <a:gd name="T55" fmla="*/ 662 h 2120"/>
                <a:gd name="T56" fmla="*/ 1347 w 2120"/>
                <a:gd name="T57" fmla="*/ 955 h 2120"/>
                <a:gd name="T58" fmla="*/ 1442 w 2120"/>
                <a:gd name="T59" fmla="*/ 925 h 2120"/>
                <a:gd name="T60" fmla="*/ 1407 w 2120"/>
                <a:gd name="T61" fmla="*/ 883 h 2120"/>
                <a:gd name="T62" fmla="*/ 865 w 2120"/>
                <a:gd name="T63" fmla="*/ 849 h 2120"/>
                <a:gd name="T64" fmla="*/ 771 w 2120"/>
                <a:gd name="T65" fmla="*/ 837 h 2120"/>
                <a:gd name="T66" fmla="*/ 806 w 2120"/>
                <a:gd name="T67" fmla="*/ 1387 h 2120"/>
                <a:gd name="T68" fmla="*/ 859 w 2120"/>
                <a:gd name="T69" fmla="*/ 979 h 2120"/>
                <a:gd name="T70" fmla="*/ 1021 w 2120"/>
                <a:gd name="T71" fmla="*/ 1506 h 2120"/>
                <a:gd name="T72" fmla="*/ 836 w 2120"/>
                <a:gd name="T73" fmla="*/ 1482 h 2120"/>
                <a:gd name="T74" fmla="*/ 913 w 2120"/>
                <a:gd name="T75" fmla="*/ 1720 h 2120"/>
                <a:gd name="T76" fmla="*/ 1021 w 2120"/>
                <a:gd name="T77" fmla="*/ 1506 h 2120"/>
                <a:gd name="T78" fmla="*/ 1584 w 2120"/>
                <a:gd name="T79" fmla="*/ 972 h 2120"/>
                <a:gd name="T80" fmla="*/ 1482 w 2120"/>
                <a:gd name="T81" fmla="*/ 1186 h 2120"/>
                <a:gd name="T82" fmla="*/ 1668 w 2120"/>
                <a:gd name="T83" fmla="*/ 1210 h 2120"/>
                <a:gd name="T84" fmla="*/ 846 w 2120"/>
                <a:gd name="T85" fmla="*/ 752 h 2120"/>
                <a:gd name="T86" fmla="*/ 947 w 2120"/>
                <a:gd name="T87" fmla="*/ 548 h 2120"/>
                <a:gd name="T88" fmla="*/ 769 w 2120"/>
                <a:gd name="T89" fmla="*/ 524 h 2120"/>
                <a:gd name="T90" fmla="*/ 846 w 2120"/>
                <a:gd name="T91" fmla="*/ 752 h 2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2120" h="2120">
                  <a:moveTo>
                    <a:pt x="1895" y="415"/>
                  </a:moveTo>
                  <a:cubicBezTo>
                    <a:pt x="1688" y="142"/>
                    <a:pt x="1374" y="0"/>
                    <a:pt x="1054" y="0"/>
                  </a:cubicBezTo>
                  <a:cubicBezTo>
                    <a:pt x="829" y="0"/>
                    <a:pt x="604" y="77"/>
                    <a:pt x="409" y="225"/>
                  </a:cubicBezTo>
                  <a:cubicBezTo>
                    <a:pt x="136" y="432"/>
                    <a:pt x="0" y="746"/>
                    <a:pt x="0" y="1066"/>
                  </a:cubicBezTo>
                  <a:cubicBezTo>
                    <a:pt x="0" y="1291"/>
                    <a:pt x="71" y="1516"/>
                    <a:pt x="219" y="1712"/>
                  </a:cubicBezTo>
                  <a:cubicBezTo>
                    <a:pt x="426" y="1984"/>
                    <a:pt x="740" y="2120"/>
                    <a:pt x="1060" y="2120"/>
                  </a:cubicBezTo>
                  <a:cubicBezTo>
                    <a:pt x="1060" y="2120"/>
                    <a:pt x="1060" y="2120"/>
                    <a:pt x="1060" y="2120"/>
                  </a:cubicBezTo>
                  <a:cubicBezTo>
                    <a:pt x="1285" y="2120"/>
                    <a:pt x="1516" y="2049"/>
                    <a:pt x="1706" y="1901"/>
                  </a:cubicBezTo>
                  <a:cubicBezTo>
                    <a:pt x="1978" y="1694"/>
                    <a:pt x="2120" y="1380"/>
                    <a:pt x="2120" y="1060"/>
                  </a:cubicBezTo>
                  <a:cubicBezTo>
                    <a:pt x="2120" y="835"/>
                    <a:pt x="2043" y="604"/>
                    <a:pt x="1895" y="415"/>
                  </a:cubicBezTo>
                  <a:close/>
                  <a:moveTo>
                    <a:pt x="1759" y="1244"/>
                  </a:moveTo>
                  <a:cubicBezTo>
                    <a:pt x="1747" y="1256"/>
                    <a:pt x="1735" y="1268"/>
                    <a:pt x="1724" y="1279"/>
                  </a:cubicBezTo>
                  <a:cubicBezTo>
                    <a:pt x="1712" y="1291"/>
                    <a:pt x="1694" y="1297"/>
                    <a:pt x="1682" y="1303"/>
                  </a:cubicBezTo>
                  <a:cubicBezTo>
                    <a:pt x="1747" y="1404"/>
                    <a:pt x="1789" y="1504"/>
                    <a:pt x="1795" y="1593"/>
                  </a:cubicBezTo>
                  <a:cubicBezTo>
                    <a:pt x="1741" y="1658"/>
                    <a:pt x="1682" y="1724"/>
                    <a:pt x="1611" y="1777"/>
                  </a:cubicBezTo>
                  <a:cubicBezTo>
                    <a:pt x="1475" y="1884"/>
                    <a:pt x="1321" y="1943"/>
                    <a:pt x="1161" y="1961"/>
                  </a:cubicBezTo>
                  <a:cubicBezTo>
                    <a:pt x="1119" y="1901"/>
                    <a:pt x="1078" y="1836"/>
                    <a:pt x="1042" y="1771"/>
                  </a:cubicBezTo>
                  <a:cubicBezTo>
                    <a:pt x="1019" y="1789"/>
                    <a:pt x="989" y="1801"/>
                    <a:pt x="960" y="1807"/>
                  </a:cubicBezTo>
                  <a:cubicBezTo>
                    <a:pt x="983" y="1860"/>
                    <a:pt x="1019" y="1919"/>
                    <a:pt x="1048" y="1966"/>
                  </a:cubicBezTo>
                  <a:cubicBezTo>
                    <a:pt x="835" y="1966"/>
                    <a:pt x="622" y="1889"/>
                    <a:pt x="456" y="1741"/>
                  </a:cubicBezTo>
                  <a:cubicBezTo>
                    <a:pt x="462" y="1741"/>
                    <a:pt x="462" y="1741"/>
                    <a:pt x="462" y="1741"/>
                  </a:cubicBezTo>
                  <a:cubicBezTo>
                    <a:pt x="545" y="1741"/>
                    <a:pt x="634" y="1724"/>
                    <a:pt x="723" y="1706"/>
                  </a:cubicBezTo>
                  <a:cubicBezTo>
                    <a:pt x="705" y="1676"/>
                    <a:pt x="693" y="1647"/>
                    <a:pt x="693" y="1611"/>
                  </a:cubicBezTo>
                  <a:cubicBezTo>
                    <a:pt x="610" y="1635"/>
                    <a:pt x="533" y="1647"/>
                    <a:pt x="462" y="1647"/>
                  </a:cubicBezTo>
                  <a:cubicBezTo>
                    <a:pt x="426" y="1647"/>
                    <a:pt x="391" y="1641"/>
                    <a:pt x="355" y="1635"/>
                  </a:cubicBezTo>
                  <a:cubicBezTo>
                    <a:pt x="349" y="1629"/>
                    <a:pt x="344" y="1623"/>
                    <a:pt x="344" y="1617"/>
                  </a:cubicBezTo>
                  <a:cubicBezTo>
                    <a:pt x="213" y="1451"/>
                    <a:pt x="154" y="1256"/>
                    <a:pt x="154" y="1066"/>
                  </a:cubicBezTo>
                  <a:cubicBezTo>
                    <a:pt x="154" y="918"/>
                    <a:pt x="184" y="776"/>
                    <a:pt x="255" y="652"/>
                  </a:cubicBezTo>
                  <a:cubicBezTo>
                    <a:pt x="320" y="616"/>
                    <a:pt x="403" y="604"/>
                    <a:pt x="486" y="604"/>
                  </a:cubicBezTo>
                  <a:cubicBezTo>
                    <a:pt x="533" y="604"/>
                    <a:pt x="575" y="610"/>
                    <a:pt x="622" y="616"/>
                  </a:cubicBezTo>
                  <a:cubicBezTo>
                    <a:pt x="622" y="586"/>
                    <a:pt x="634" y="551"/>
                    <a:pt x="646" y="521"/>
                  </a:cubicBezTo>
                  <a:cubicBezTo>
                    <a:pt x="592" y="515"/>
                    <a:pt x="539" y="509"/>
                    <a:pt x="486" y="509"/>
                  </a:cubicBezTo>
                  <a:cubicBezTo>
                    <a:pt x="432" y="509"/>
                    <a:pt x="379" y="515"/>
                    <a:pt x="326" y="527"/>
                  </a:cubicBezTo>
                  <a:cubicBezTo>
                    <a:pt x="379" y="462"/>
                    <a:pt x="432" y="397"/>
                    <a:pt x="503" y="344"/>
                  </a:cubicBezTo>
                  <a:cubicBezTo>
                    <a:pt x="652" y="231"/>
                    <a:pt x="817" y="172"/>
                    <a:pt x="989" y="160"/>
                  </a:cubicBezTo>
                  <a:cubicBezTo>
                    <a:pt x="942" y="237"/>
                    <a:pt x="900" y="314"/>
                    <a:pt x="865" y="403"/>
                  </a:cubicBezTo>
                  <a:cubicBezTo>
                    <a:pt x="900" y="403"/>
                    <a:pt x="930" y="415"/>
                    <a:pt x="960" y="426"/>
                  </a:cubicBezTo>
                  <a:cubicBezTo>
                    <a:pt x="995" y="332"/>
                    <a:pt x="1048" y="237"/>
                    <a:pt x="1108" y="160"/>
                  </a:cubicBezTo>
                  <a:cubicBezTo>
                    <a:pt x="1362" y="172"/>
                    <a:pt x="1605" y="290"/>
                    <a:pt x="1777" y="509"/>
                  </a:cubicBezTo>
                  <a:cubicBezTo>
                    <a:pt x="1783" y="521"/>
                    <a:pt x="1795" y="533"/>
                    <a:pt x="1801" y="545"/>
                  </a:cubicBezTo>
                  <a:cubicBezTo>
                    <a:pt x="1795" y="657"/>
                    <a:pt x="1753" y="782"/>
                    <a:pt x="1676" y="900"/>
                  </a:cubicBezTo>
                  <a:cubicBezTo>
                    <a:pt x="1706" y="912"/>
                    <a:pt x="1730" y="930"/>
                    <a:pt x="1753" y="954"/>
                  </a:cubicBezTo>
                  <a:cubicBezTo>
                    <a:pt x="1812" y="865"/>
                    <a:pt x="1854" y="770"/>
                    <a:pt x="1878" y="675"/>
                  </a:cubicBezTo>
                  <a:cubicBezTo>
                    <a:pt x="1937" y="800"/>
                    <a:pt x="1966" y="930"/>
                    <a:pt x="1966" y="1060"/>
                  </a:cubicBezTo>
                  <a:cubicBezTo>
                    <a:pt x="1966" y="1202"/>
                    <a:pt x="1931" y="1345"/>
                    <a:pt x="1866" y="1469"/>
                  </a:cubicBezTo>
                  <a:cubicBezTo>
                    <a:pt x="1848" y="1392"/>
                    <a:pt x="1806" y="1321"/>
                    <a:pt x="1759" y="1244"/>
                  </a:cubicBezTo>
                  <a:close/>
                  <a:moveTo>
                    <a:pt x="1089" y="1447"/>
                  </a:moveTo>
                  <a:cubicBezTo>
                    <a:pt x="1089" y="1447"/>
                    <a:pt x="1089" y="1447"/>
                    <a:pt x="1089" y="1453"/>
                  </a:cubicBezTo>
                  <a:cubicBezTo>
                    <a:pt x="1113" y="1477"/>
                    <a:pt x="1125" y="1501"/>
                    <a:pt x="1131" y="1531"/>
                  </a:cubicBezTo>
                  <a:cubicBezTo>
                    <a:pt x="1226" y="1477"/>
                    <a:pt x="1315" y="1417"/>
                    <a:pt x="1398" y="1345"/>
                  </a:cubicBezTo>
                  <a:cubicBezTo>
                    <a:pt x="1422" y="1327"/>
                    <a:pt x="1439" y="1309"/>
                    <a:pt x="1463" y="1291"/>
                  </a:cubicBezTo>
                  <a:cubicBezTo>
                    <a:pt x="1439" y="1279"/>
                    <a:pt x="1422" y="1261"/>
                    <a:pt x="1404" y="1237"/>
                  </a:cubicBezTo>
                  <a:cubicBezTo>
                    <a:pt x="1404" y="1231"/>
                    <a:pt x="1398" y="1231"/>
                    <a:pt x="1398" y="1225"/>
                  </a:cubicBezTo>
                  <a:cubicBezTo>
                    <a:pt x="1374" y="1237"/>
                    <a:pt x="1356" y="1255"/>
                    <a:pt x="1339" y="1273"/>
                  </a:cubicBezTo>
                  <a:cubicBezTo>
                    <a:pt x="1261" y="1339"/>
                    <a:pt x="1173" y="1393"/>
                    <a:pt x="1089" y="1447"/>
                  </a:cubicBezTo>
                  <a:close/>
                  <a:moveTo>
                    <a:pt x="1062" y="662"/>
                  </a:moveTo>
                  <a:cubicBezTo>
                    <a:pt x="1056" y="698"/>
                    <a:pt x="1044" y="728"/>
                    <a:pt x="1026" y="751"/>
                  </a:cubicBezTo>
                  <a:cubicBezTo>
                    <a:pt x="1139" y="811"/>
                    <a:pt x="1252" y="877"/>
                    <a:pt x="1347" y="955"/>
                  </a:cubicBezTo>
                  <a:cubicBezTo>
                    <a:pt x="1365" y="967"/>
                    <a:pt x="1377" y="979"/>
                    <a:pt x="1389" y="990"/>
                  </a:cubicBezTo>
                  <a:cubicBezTo>
                    <a:pt x="1401" y="967"/>
                    <a:pt x="1419" y="943"/>
                    <a:pt x="1442" y="925"/>
                  </a:cubicBezTo>
                  <a:cubicBezTo>
                    <a:pt x="1448" y="925"/>
                    <a:pt x="1448" y="919"/>
                    <a:pt x="1454" y="919"/>
                  </a:cubicBezTo>
                  <a:cubicBezTo>
                    <a:pt x="1436" y="907"/>
                    <a:pt x="1424" y="895"/>
                    <a:pt x="1407" y="883"/>
                  </a:cubicBezTo>
                  <a:cubicBezTo>
                    <a:pt x="1300" y="799"/>
                    <a:pt x="1187" y="722"/>
                    <a:pt x="1062" y="662"/>
                  </a:cubicBezTo>
                  <a:close/>
                  <a:moveTo>
                    <a:pt x="865" y="849"/>
                  </a:moveTo>
                  <a:cubicBezTo>
                    <a:pt x="859" y="849"/>
                    <a:pt x="853" y="849"/>
                    <a:pt x="848" y="849"/>
                  </a:cubicBezTo>
                  <a:cubicBezTo>
                    <a:pt x="818" y="849"/>
                    <a:pt x="795" y="843"/>
                    <a:pt x="771" y="837"/>
                  </a:cubicBezTo>
                  <a:cubicBezTo>
                    <a:pt x="765" y="885"/>
                    <a:pt x="765" y="932"/>
                    <a:pt x="765" y="979"/>
                  </a:cubicBezTo>
                  <a:cubicBezTo>
                    <a:pt x="765" y="1115"/>
                    <a:pt x="777" y="1257"/>
                    <a:pt x="806" y="1387"/>
                  </a:cubicBezTo>
                  <a:cubicBezTo>
                    <a:pt x="836" y="1375"/>
                    <a:pt x="865" y="1363"/>
                    <a:pt x="900" y="1363"/>
                  </a:cubicBezTo>
                  <a:cubicBezTo>
                    <a:pt x="871" y="1239"/>
                    <a:pt x="859" y="1109"/>
                    <a:pt x="859" y="979"/>
                  </a:cubicBezTo>
                  <a:cubicBezTo>
                    <a:pt x="859" y="938"/>
                    <a:pt x="859" y="891"/>
                    <a:pt x="865" y="849"/>
                  </a:cubicBezTo>
                  <a:close/>
                  <a:moveTo>
                    <a:pt x="1021" y="1506"/>
                  </a:moveTo>
                  <a:cubicBezTo>
                    <a:pt x="991" y="1476"/>
                    <a:pt x="955" y="1459"/>
                    <a:pt x="913" y="1459"/>
                  </a:cubicBezTo>
                  <a:cubicBezTo>
                    <a:pt x="889" y="1459"/>
                    <a:pt x="859" y="1465"/>
                    <a:pt x="836" y="1482"/>
                  </a:cubicBezTo>
                  <a:cubicBezTo>
                    <a:pt x="776" y="1530"/>
                    <a:pt x="770" y="1613"/>
                    <a:pt x="812" y="1666"/>
                  </a:cubicBezTo>
                  <a:cubicBezTo>
                    <a:pt x="836" y="1702"/>
                    <a:pt x="877" y="1720"/>
                    <a:pt x="913" y="1720"/>
                  </a:cubicBezTo>
                  <a:cubicBezTo>
                    <a:pt x="943" y="1720"/>
                    <a:pt x="973" y="1708"/>
                    <a:pt x="997" y="1690"/>
                  </a:cubicBezTo>
                  <a:cubicBezTo>
                    <a:pt x="1051" y="1649"/>
                    <a:pt x="1062" y="1565"/>
                    <a:pt x="1021" y="1506"/>
                  </a:cubicBezTo>
                  <a:close/>
                  <a:moveTo>
                    <a:pt x="1691" y="1026"/>
                  </a:moveTo>
                  <a:cubicBezTo>
                    <a:pt x="1662" y="990"/>
                    <a:pt x="1626" y="972"/>
                    <a:pt x="1584" y="972"/>
                  </a:cubicBezTo>
                  <a:cubicBezTo>
                    <a:pt x="1560" y="972"/>
                    <a:pt x="1530" y="984"/>
                    <a:pt x="1506" y="1002"/>
                  </a:cubicBezTo>
                  <a:cubicBezTo>
                    <a:pt x="1447" y="1044"/>
                    <a:pt x="1441" y="1127"/>
                    <a:pt x="1482" y="1186"/>
                  </a:cubicBezTo>
                  <a:cubicBezTo>
                    <a:pt x="1506" y="1216"/>
                    <a:pt x="1548" y="1234"/>
                    <a:pt x="1584" y="1234"/>
                  </a:cubicBezTo>
                  <a:cubicBezTo>
                    <a:pt x="1614" y="1234"/>
                    <a:pt x="1644" y="1228"/>
                    <a:pt x="1668" y="1210"/>
                  </a:cubicBezTo>
                  <a:cubicBezTo>
                    <a:pt x="1721" y="1162"/>
                    <a:pt x="1733" y="1079"/>
                    <a:pt x="1691" y="1026"/>
                  </a:cubicBezTo>
                  <a:close/>
                  <a:moveTo>
                    <a:pt x="846" y="752"/>
                  </a:moveTo>
                  <a:cubicBezTo>
                    <a:pt x="876" y="752"/>
                    <a:pt x="906" y="746"/>
                    <a:pt x="930" y="729"/>
                  </a:cubicBezTo>
                  <a:cubicBezTo>
                    <a:pt x="983" y="682"/>
                    <a:pt x="995" y="600"/>
                    <a:pt x="947" y="548"/>
                  </a:cubicBezTo>
                  <a:cubicBezTo>
                    <a:pt x="924" y="513"/>
                    <a:pt x="888" y="495"/>
                    <a:pt x="846" y="495"/>
                  </a:cubicBezTo>
                  <a:cubicBezTo>
                    <a:pt x="817" y="495"/>
                    <a:pt x="793" y="507"/>
                    <a:pt x="769" y="524"/>
                  </a:cubicBezTo>
                  <a:cubicBezTo>
                    <a:pt x="710" y="565"/>
                    <a:pt x="698" y="647"/>
                    <a:pt x="745" y="705"/>
                  </a:cubicBezTo>
                  <a:cubicBezTo>
                    <a:pt x="769" y="734"/>
                    <a:pt x="805" y="752"/>
                    <a:pt x="846" y="752"/>
                  </a:cubicBezTo>
                  <a:close/>
                </a:path>
              </a:pathLst>
            </a:custGeom>
            <a:solidFill>
              <a:schemeClr val="bg1"/>
            </a:solidFill>
            <a:ln>
              <a:noFill/>
            </a:ln>
          </p:spPr>
          <p:txBody>
            <a:bodyPr vert="horz" wrap="square" lIns="89630" tIns="44815" rIns="89630" bIns="44815" numCol="1" anchor="t" anchorCtr="0" compatLnSpc="1">
              <a:prstTxWarp prst="textNoShape">
                <a:avLst/>
              </a:prstTxWarp>
            </a:bodyPr>
            <a:lstStyle/>
            <a:p>
              <a:pPr defTabSz="1218996" eaLnBrk="0" fontAlgn="base" hangingPunct="0">
                <a:spcBef>
                  <a:spcPct val="0"/>
                </a:spcBef>
                <a:spcAft>
                  <a:spcPct val="0"/>
                </a:spcAft>
                <a:defRPr/>
              </a:pPr>
              <a:endParaRPr lang="en-US" sz="2400">
                <a:solidFill>
                  <a:prstClr val="black"/>
                </a:solidFill>
                <a:latin typeface="Arial" pitchFamily="34" charset="0"/>
              </a:endParaRPr>
            </a:p>
          </p:txBody>
        </p:sp>
      </p:grpSp>
      <p:grpSp>
        <p:nvGrpSpPr>
          <p:cNvPr id="262" name="Group 261"/>
          <p:cNvGrpSpPr/>
          <p:nvPr/>
        </p:nvGrpSpPr>
        <p:grpSpPr>
          <a:xfrm>
            <a:off x="6081067" y="5669745"/>
            <a:ext cx="717038" cy="717030"/>
            <a:chOff x="6203002" y="5783263"/>
            <a:chExt cx="731520" cy="731512"/>
          </a:xfrm>
        </p:grpSpPr>
        <p:sp>
          <p:nvSpPr>
            <p:cNvPr id="53" name="Rectangle 52"/>
            <p:cNvSpPr/>
            <p:nvPr/>
          </p:nvSpPr>
          <p:spPr bwMode="auto">
            <a:xfrm>
              <a:off x="6203002" y="5783263"/>
              <a:ext cx="731520" cy="731512"/>
            </a:xfrm>
            <a:prstGeom prst="rect">
              <a:avLst/>
            </a:prstGeom>
            <a:solidFill>
              <a:schemeClr val="accent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59" tIns="143407" rIns="179259" bIns="143407" numCol="1" spcCol="0" rtlCol="0" fromWordArt="0" anchor="t" anchorCtr="0" forceAA="0" compatLnSpc="1">
              <a:prstTxWarp prst="textNoShape">
                <a:avLst/>
              </a:prstTxWarp>
              <a:noAutofit/>
            </a:bodyPr>
            <a:lstStyle/>
            <a:p>
              <a:pPr algn="ctr" defTabSz="914043" eaLnBrk="0" fontAlgn="base" hangingPunct="0">
                <a:lnSpc>
                  <a:spcPct val="90000"/>
                </a:lnSpc>
                <a:spcBef>
                  <a:spcPct val="0"/>
                </a:spcBef>
                <a:spcAft>
                  <a:spcPct val="0"/>
                </a:spcAft>
                <a:defRPr/>
              </a:pPr>
              <a:endParaRPr lang="en-US" sz="2353" dirty="0" err="1">
                <a:gradFill>
                  <a:gsLst>
                    <a:gs pos="0">
                      <a:srgbClr val="FFFFFF"/>
                    </a:gs>
                    <a:gs pos="100000">
                      <a:srgbClr val="FFFFFF"/>
                    </a:gs>
                  </a:gsLst>
                  <a:lin ang="5400000" scaled="0"/>
                </a:gradFill>
                <a:ea typeface="Segoe UI" pitchFamily="34" charset="0"/>
                <a:cs typeface="Segoe UI" pitchFamily="34" charset="0"/>
              </a:endParaRPr>
            </a:p>
          </p:txBody>
        </p:sp>
        <p:grpSp>
          <p:nvGrpSpPr>
            <p:cNvPr id="261" name="Group 260"/>
            <p:cNvGrpSpPr/>
            <p:nvPr/>
          </p:nvGrpSpPr>
          <p:grpSpPr>
            <a:xfrm>
              <a:off x="6284196" y="5913394"/>
              <a:ext cx="569133" cy="471250"/>
              <a:chOff x="6284196" y="5913394"/>
              <a:chExt cx="569133" cy="471250"/>
            </a:xfrm>
          </p:grpSpPr>
          <p:sp>
            <p:nvSpPr>
              <p:cNvPr id="256" name="Freeform 38"/>
              <p:cNvSpPr>
                <a:spLocks noEditPoints="1"/>
              </p:cNvSpPr>
              <p:nvPr/>
            </p:nvSpPr>
            <p:spPr bwMode="auto">
              <a:xfrm>
                <a:off x="6467649" y="5967288"/>
                <a:ext cx="202227" cy="230113"/>
              </a:xfrm>
              <a:custGeom>
                <a:avLst/>
                <a:gdLst>
                  <a:gd name="T0" fmla="*/ 1516 w 2879"/>
                  <a:gd name="T1" fmla="*/ 1705 h 3276"/>
                  <a:gd name="T2" fmla="*/ 1513 w 2879"/>
                  <a:gd name="T3" fmla="*/ 3276 h 3276"/>
                  <a:gd name="T4" fmla="*/ 2877 w 2879"/>
                  <a:gd name="T5" fmla="*/ 2491 h 3276"/>
                  <a:gd name="T6" fmla="*/ 2879 w 2879"/>
                  <a:gd name="T7" fmla="*/ 919 h 3276"/>
                  <a:gd name="T8" fmla="*/ 1516 w 2879"/>
                  <a:gd name="T9" fmla="*/ 1705 h 3276"/>
                  <a:gd name="T10" fmla="*/ 0 w 2879"/>
                  <a:gd name="T11" fmla="*/ 2488 h 3276"/>
                  <a:gd name="T12" fmla="*/ 1362 w 2879"/>
                  <a:gd name="T13" fmla="*/ 3276 h 3276"/>
                  <a:gd name="T14" fmla="*/ 1364 w 2879"/>
                  <a:gd name="T15" fmla="*/ 1707 h 3276"/>
                  <a:gd name="T16" fmla="*/ 2 w 2879"/>
                  <a:gd name="T17" fmla="*/ 919 h 3276"/>
                  <a:gd name="T18" fmla="*/ 0 w 2879"/>
                  <a:gd name="T19" fmla="*/ 2488 h 3276"/>
                  <a:gd name="T20" fmla="*/ 1442 w 2879"/>
                  <a:gd name="T21" fmla="*/ 0 h 3276"/>
                  <a:gd name="T22" fmla="*/ 78 w 2879"/>
                  <a:gd name="T23" fmla="*/ 786 h 3276"/>
                  <a:gd name="T24" fmla="*/ 1440 w 2879"/>
                  <a:gd name="T25" fmla="*/ 1572 h 3276"/>
                  <a:gd name="T26" fmla="*/ 2804 w 2879"/>
                  <a:gd name="T27" fmla="*/ 788 h 3276"/>
                  <a:gd name="T28" fmla="*/ 1442 w 2879"/>
                  <a:gd name="T29" fmla="*/ 0 h 32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879" h="3276">
                    <a:moveTo>
                      <a:pt x="1516" y="1705"/>
                    </a:moveTo>
                    <a:lnTo>
                      <a:pt x="1513" y="3276"/>
                    </a:lnTo>
                    <a:lnTo>
                      <a:pt x="2877" y="2491"/>
                    </a:lnTo>
                    <a:lnTo>
                      <a:pt x="2879" y="919"/>
                    </a:lnTo>
                    <a:lnTo>
                      <a:pt x="1516" y="1705"/>
                    </a:lnTo>
                    <a:close/>
                    <a:moveTo>
                      <a:pt x="0" y="2488"/>
                    </a:moveTo>
                    <a:lnTo>
                      <a:pt x="1362" y="3276"/>
                    </a:lnTo>
                    <a:lnTo>
                      <a:pt x="1364" y="1707"/>
                    </a:lnTo>
                    <a:lnTo>
                      <a:pt x="2" y="919"/>
                    </a:lnTo>
                    <a:lnTo>
                      <a:pt x="0" y="2488"/>
                    </a:lnTo>
                    <a:close/>
                    <a:moveTo>
                      <a:pt x="1442" y="0"/>
                    </a:moveTo>
                    <a:lnTo>
                      <a:pt x="78" y="786"/>
                    </a:lnTo>
                    <a:lnTo>
                      <a:pt x="1440" y="1572"/>
                    </a:lnTo>
                    <a:lnTo>
                      <a:pt x="2804" y="788"/>
                    </a:lnTo>
                    <a:lnTo>
                      <a:pt x="1442" y="0"/>
                    </a:lnTo>
                    <a:close/>
                  </a:path>
                </a:pathLst>
              </a:custGeom>
              <a:solidFill>
                <a:schemeClr val="bg1"/>
              </a:solidFill>
              <a:ln>
                <a:noFill/>
              </a:ln>
            </p:spPr>
            <p:txBody>
              <a:bodyPr vert="horz" wrap="square" lIns="89630" tIns="44815" rIns="89630" bIns="44815" numCol="1" anchor="t" anchorCtr="0" compatLnSpc="1">
                <a:prstTxWarp prst="textNoShape">
                  <a:avLst/>
                </a:prstTxWarp>
              </a:bodyPr>
              <a:lstStyle/>
              <a:p>
                <a:pPr defTabSz="1218996" eaLnBrk="0" fontAlgn="base" hangingPunct="0">
                  <a:spcBef>
                    <a:spcPct val="0"/>
                  </a:spcBef>
                  <a:spcAft>
                    <a:spcPct val="0"/>
                  </a:spcAft>
                  <a:defRPr/>
                </a:pPr>
                <a:endParaRPr lang="en-US" sz="2400">
                  <a:solidFill>
                    <a:prstClr val="black"/>
                  </a:solidFill>
                  <a:latin typeface="Arial" pitchFamily="34" charset="0"/>
                </a:endParaRPr>
              </a:p>
            </p:txBody>
          </p:sp>
          <p:sp>
            <p:nvSpPr>
              <p:cNvPr id="260" name="Freeform 42"/>
              <p:cNvSpPr>
                <a:spLocks noEditPoints="1"/>
              </p:cNvSpPr>
              <p:nvPr/>
            </p:nvSpPr>
            <p:spPr bwMode="auto">
              <a:xfrm>
                <a:off x="6284196" y="5913394"/>
                <a:ext cx="569133" cy="471250"/>
              </a:xfrm>
              <a:custGeom>
                <a:avLst/>
                <a:gdLst>
                  <a:gd name="T0" fmla="*/ 1197 w 1907"/>
                  <a:gd name="T1" fmla="*/ 1489 h 1579"/>
                  <a:gd name="T2" fmla="*/ 1173 w 1907"/>
                  <a:gd name="T3" fmla="*/ 1460 h 1579"/>
                  <a:gd name="T4" fmla="*/ 1168 w 1907"/>
                  <a:gd name="T5" fmla="*/ 1360 h 1579"/>
                  <a:gd name="T6" fmla="*/ 1011 w 1907"/>
                  <a:gd name="T7" fmla="*/ 1360 h 1579"/>
                  <a:gd name="T8" fmla="*/ 906 w 1907"/>
                  <a:gd name="T9" fmla="*/ 1360 h 1579"/>
                  <a:gd name="T10" fmla="*/ 744 w 1907"/>
                  <a:gd name="T11" fmla="*/ 1360 h 1579"/>
                  <a:gd name="T12" fmla="*/ 739 w 1907"/>
                  <a:gd name="T13" fmla="*/ 1460 h 1579"/>
                  <a:gd name="T14" fmla="*/ 715 w 1907"/>
                  <a:gd name="T15" fmla="*/ 1489 h 1579"/>
                  <a:gd name="T16" fmla="*/ 630 w 1907"/>
                  <a:gd name="T17" fmla="*/ 1565 h 1579"/>
                  <a:gd name="T18" fmla="*/ 644 w 1907"/>
                  <a:gd name="T19" fmla="*/ 1579 h 1579"/>
                  <a:gd name="T20" fmla="*/ 906 w 1907"/>
                  <a:gd name="T21" fmla="*/ 1579 h 1579"/>
                  <a:gd name="T22" fmla="*/ 1011 w 1907"/>
                  <a:gd name="T23" fmla="*/ 1579 h 1579"/>
                  <a:gd name="T24" fmla="*/ 1268 w 1907"/>
                  <a:gd name="T25" fmla="*/ 1579 h 1579"/>
                  <a:gd name="T26" fmla="*/ 1283 w 1907"/>
                  <a:gd name="T27" fmla="*/ 1565 h 1579"/>
                  <a:gd name="T28" fmla="*/ 1197 w 1907"/>
                  <a:gd name="T29" fmla="*/ 1489 h 1579"/>
                  <a:gd name="T30" fmla="*/ 1197 w 1907"/>
                  <a:gd name="T31" fmla="*/ 1489 h 1579"/>
                  <a:gd name="T32" fmla="*/ 1850 w 1907"/>
                  <a:gd name="T33" fmla="*/ 0 h 1579"/>
                  <a:gd name="T34" fmla="*/ 57 w 1907"/>
                  <a:gd name="T35" fmla="*/ 0 h 1579"/>
                  <a:gd name="T36" fmla="*/ 0 w 1907"/>
                  <a:gd name="T37" fmla="*/ 57 h 1579"/>
                  <a:gd name="T38" fmla="*/ 0 w 1907"/>
                  <a:gd name="T39" fmla="*/ 1264 h 1579"/>
                  <a:gd name="T40" fmla="*/ 57 w 1907"/>
                  <a:gd name="T41" fmla="*/ 1321 h 1579"/>
                  <a:gd name="T42" fmla="*/ 1850 w 1907"/>
                  <a:gd name="T43" fmla="*/ 1321 h 1579"/>
                  <a:gd name="T44" fmla="*/ 1907 w 1907"/>
                  <a:gd name="T45" fmla="*/ 1264 h 1579"/>
                  <a:gd name="T46" fmla="*/ 1907 w 1907"/>
                  <a:gd name="T47" fmla="*/ 57 h 1579"/>
                  <a:gd name="T48" fmla="*/ 1850 w 1907"/>
                  <a:gd name="T49" fmla="*/ 0 h 1579"/>
                  <a:gd name="T50" fmla="*/ 1817 w 1907"/>
                  <a:gd name="T51" fmla="*/ 1083 h 1579"/>
                  <a:gd name="T52" fmla="*/ 91 w 1907"/>
                  <a:gd name="T53" fmla="*/ 1083 h 1579"/>
                  <a:gd name="T54" fmla="*/ 91 w 1907"/>
                  <a:gd name="T55" fmla="*/ 95 h 1579"/>
                  <a:gd name="T56" fmla="*/ 1817 w 1907"/>
                  <a:gd name="T57" fmla="*/ 95 h 1579"/>
                  <a:gd name="T58" fmla="*/ 1817 w 1907"/>
                  <a:gd name="T59" fmla="*/ 1083 h 1579"/>
                  <a:gd name="T60" fmla="*/ 1817 w 1907"/>
                  <a:gd name="T61" fmla="*/ 1083 h 15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1907" h="1579">
                    <a:moveTo>
                      <a:pt x="1197" y="1489"/>
                    </a:moveTo>
                    <a:cubicBezTo>
                      <a:pt x="1197" y="1489"/>
                      <a:pt x="1178" y="1469"/>
                      <a:pt x="1173" y="1460"/>
                    </a:cubicBezTo>
                    <a:cubicBezTo>
                      <a:pt x="1168" y="1441"/>
                      <a:pt x="1168" y="1384"/>
                      <a:pt x="1168" y="1360"/>
                    </a:cubicBezTo>
                    <a:cubicBezTo>
                      <a:pt x="1011" y="1360"/>
                      <a:pt x="1011" y="1360"/>
                      <a:pt x="1011" y="1360"/>
                    </a:cubicBezTo>
                    <a:cubicBezTo>
                      <a:pt x="906" y="1360"/>
                      <a:pt x="906" y="1360"/>
                      <a:pt x="906" y="1360"/>
                    </a:cubicBezTo>
                    <a:cubicBezTo>
                      <a:pt x="744" y="1360"/>
                      <a:pt x="744" y="1360"/>
                      <a:pt x="744" y="1360"/>
                    </a:cubicBezTo>
                    <a:cubicBezTo>
                      <a:pt x="744" y="1384"/>
                      <a:pt x="749" y="1441"/>
                      <a:pt x="739" y="1460"/>
                    </a:cubicBezTo>
                    <a:cubicBezTo>
                      <a:pt x="734" y="1469"/>
                      <a:pt x="715" y="1489"/>
                      <a:pt x="715" y="1489"/>
                    </a:cubicBezTo>
                    <a:cubicBezTo>
                      <a:pt x="630" y="1565"/>
                      <a:pt x="630" y="1565"/>
                      <a:pt x="630" y="1565"/>
                    </a:cubicBezTo>
                    <a:cubicBezTo>
                      <a:pt x="630" y="1574"/>
                      <a:pt x="639" y="1579"/>
                      <a:pt x="644" y="1579"/>
                    </a:cubicBezTo>
                    <a:cubicBezTo>
                      <a:pt x="906" y="1579"/>
                      <a:pt x="906" y="1579"/>
                      <a:pt x="906" y="1579"/>
                    </a:cubicBezTo>
                    <a:cubicBezTo>
                      <a:pt x="1011" y="1579"/>
                      <a:pt x="1011" y="1579"/>
                      <a:pt x="1011" y="1579"/>
                    </a:cubicBezTo>
                    <a:cubicBezTo>
                      <a:pt x="1268" y="1579"/>
                      <a:pt x="1268" y="1579"/>
                      <a:pt x="1268" y="1579"/>
                    </a:cubicBezTo>
                    <a:cubicBezTo>
                      <a:pt x="1273" y="1579"/>
                      <a:pt x="1283" y="1574"/>
                      <a:pt x="1283" y="1565"/>
                    </a:cubicBezTo>
                    <a:cubicBezTo>
                      <a:pt x="1197" y="1489"/>
                      <a:pt x="1197" y="1489"/>
                      <a:pt x="1197" y="1489"/>
                    </a:cubicBezTo>
                    <a:cubicBezTo>
                      <a:pt x="1197" y="1489"/>
                      <a:pt x="1197" y="1489"/>
                      <a:pt x="1197" y="1489"/>
                    </a:cubicBezTo>
                    <a:close/>
                    <a:moveTo>
                      <a:pt x="1850" y="0"/>
                    </a:moveTo>
                    <a:cubicBezTo>
                      <a:pt x="57" y="0"/>
                      <a:pt x="57" y="0"/>
                      <a:pt x="57" y="0"/>
                    </a:cubicBezTo>
                    <a:cubicBezTo>
                      <a:pt x="24" y="0"/>
                      <a:pt x="0" y="23"/>
                      <a:pt x="0" y="57"/>
                    </a:cubicBezTo>
                    <a:cubicBezTo>
                      <a:pt x="0" y="1264"/>
                      <a:pt x="0" y="1264"/>
                      <a:pt x="0" y="1264"/>
                    </a:cubicBezTo>
                    <a:cubicBezTo>
                      <a:pt x="0" y="1298"/>
                      <a:pt x="24" y="1321"/>
                      <a:pt x="57" y="1321"/>
                    </a:cubicBezTo>
                    <a:cubicBezTo>
                      <a:pt x="1850" y="1321"/>
                      <a:pt x="1850" y="1321"/>
                      <a:pt x="1850" y="1321"/>
                    </a:cubicBezTo>
                    <a:cubicBezTo>
                      <a:pt x="1884" y="1321"/>
                      <a:pt x="1907" y="1298"/>
                      <a:pt x="1907" y="1264"/>
                    </a:cubicBezTo>
                    <a:cubicBezTo>
                      <a:pt x="1907" y="57"/>
                      <a:pt x="1907" y="57"/>
                      <a:pt x="1907" y="57"/>
                    </a:cubicBezTo>
                    <a:cubicBezTo>
                      <a:pt x="1907" y="23"/>
                      <a:pt x="1884" y="0"/>
                      <a:pt x="1850" y="0"/>
                    </a:cubicBezTo>
                    <a:close/>
                    <a:moveTo>
                      <a:pt x="1817" y="1083"/>
                    </a:moveTo>
                    <a:cubicBezTo>
                      <a:pt x="91" y="1083"/>
                      <a:pt x="91" y="1083"/>
                      <a:pt x="91" y="1083"/>
                    </a:cubicBezTo>
                    <a:cubicBezTo>
                      <a:pt x="91" y="95"/>
                      <a:pt x="91" y="95"/>
                      <a:pt x="91" y="95"/>
                    </a:cubicBezTo>
                    <a:cubicBezTo>
                      <a:pt x="1817" y="95"/>
                      <a:pt x="1817" y="95"/>
                      <a:pt x="1817" y="95"/>
                    </a:cubicBezTo>
                    <a:cubicBezTo>
                      <a:pt x="1817" y="1083"/>
                      <a:pt x="1817" y="1083"/>
                      <a:pt x="1817" y="1083"/>
                    </a:cubicBezTo>
                    <a:cubicBezTo>
                      <a:pt x="1817" y="1083"/>
                      <a:pt x="1817" y="1083"/>
                      <a:pt x="1817" y="1083"/>
                    </a:cubicBezTo>
                    <a:close/>
                  </a:path>
                </a:pathLst>
              </a:custGeom>
              <a:solidFill>
                <a:schemeClr val="bg1"/>
              </a:solidFill>
              <a:ln>
                <a:noFill/>
              </a:ln>
            </p:spPr>
            <p:txBody>
              <a:bodyPr vert="horz" wrap="square" lIns="89630" tIns="44815" rIns="89630" bIns="44815" numCol="1" anchor="t" anchorCtr="0" compatLnSpc="1">
                <a:prstTxWarp prst="textNoShape">
                  <a:avLst/>
                </a:prstTxWarp>
              </a:bodyPr>
              <a:lstStyle/>
              <a:p>
                <a:pPr defTabSz="1218996" eaLnBrk="0" fontAlgn="base" hangingPunct="0">
                  <a:spcBef>
                    <a:spcPct val="0"/>
                  </a:spcBef>
                  <a:spcAft>
                    <a:spcPct val="0"/>
                  </a:spcAft>
                  <a:defRPr/>
                </a:pPr>
                <a:endParaRPr lang="en-US" sz="2400">
                  <a:solidFill>
                    <a:prstClr val="black"/>
                  </a:solidFill>
                  <a:latin typeface="Arial" pitchFamily="34" charset="0"/>
                </a:endParaRPr>
              </a:p>
            </p:txBody>
          </p:sp>
        </p:grpSp>
      </p:grpSp>
      <p:grpSp>
        <p:nvGrpSpPr>
          <p:cNvPr id="497" name="Group 496"/>
          <p:cNvGrpSpPr/>
          <p:nvPr/>
        </p:nvGrpSpPr>
        <p:grpSpPr>
          <a:xfrm>
            <a:off x="6872801" y="5669745"/>
            <a:ext cx="717038" cy="717030"/>
            <a:chOff x="7010726" y="5783263"/>
            <a:chExt cx="731520" cy="731512"/>
          </a:xfrm>
        </p:grpSpPr>
        <p:sp>
          <p:nvSpPr>
            <p:cNvPr id="54" name="Rectangle 53"/>
            <p:cNvSpPr/>
            <p:nvPr/>
          </p:nvSpPr>
          <p:spPr bwMode="auto">
            <a:xfrm>
              <a:off x="7010726" y="5783263"/>
              <a:ext cx="731520" cy="731512"/>
            </a:xfrm>
            <a:prstGeom prst="rect">
              <a:avLst/>
            </a:prstGeom>
            <a:solidFill>
              <a:schemeClr val="accent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59" tIns="143407" rIns="179259" bIns="143407" numCol="1" spcCol="0" rtlCol="0" fromWordArt="0" anchor="t" anchorCtr="0" forceAA="0" compatLnSpc="1">
              <a:prstTxWarp prst="textNoShape">
                <a:avLst/>
              </a:prstTxWarp>
              <a:noAutofit/>
            </a:bodyPr>
            <a:lstStyle/>
            <a:p>
              <a:pPr algn="ctr" defTabSz="914043" eaLnBrk="0" fontAlgn="base" hangingPunct="0">
                <a:lnSpc>
                  <a:spcPct val="90000"/>
                </a:lnSpc>
                <a:spcBef>
                  <a:spcPct val="0"/>
                </a:spcBef>
                <a:spcAft>
                  <a:spcPct val="0"/>
                </a:spcAft>
                <a:defRPr/>
              </a:pPr>
              <a:endParaRPr lang="en-US" sz="2353" dirty="0" err="1">
                <a:gradFill>
                  <a:gsLst>
                    <a:gs pos="0">
                      <a:srgbClr val="FFFFFF"/>
                    </a:gs>
                    <a:gs pos="100000">
                      <a:srgbClr val="FFFFFF"/>
                    </a:gs>
                  </a:gsLst>
                  <a:lin ang="5400000" scaled="0"/>
                </a:gradFill>
                <a:ea typeface="Segoe UI" pitchFamily="34" charset="0"/>
                <a:cs typeface="Segoe UI" pitchFamily="34" charset="0"/>
              </a:endParaRPr>
            </a:p>
          </p:txBody>
        </p:sp>
        <p:sp>
          <p:nvSpPr>
            <p:cNvPr id="496" name="Freeform 495"/>
            <p:cNvSpPr/>
            <p:nvPr/>
          </p:nvSpPr>
          <p:spPr bwMode="auto">
            <a:xfrm>
              <a:off x="7126518" y="5899051"/>
              <a:ext cx="499937" cy="499937"/>
            </a:xfrm>
            <a:custGeom>
              <a:avLst/>
              <a:gdLst>
                <a:gd name="connsiteX0" fmla="*/ 3781393 w 4778452"/>
                <a:gd name="connsiteY0" fmla="*/ 3962665 h 4778452"/>
                <a:gd name="connsiteX1" fmla="*/ 3988598 w 4778452"/>
                <a:gd name="connsiteY1" fmla="*/ 4169870 h 4778452"/>
                <a:gd name="connsiteX2" fmla="*/ 3913401 w 4778452"/>
                <a:gd name="connsiteY2" fmla="*/ 4238213 h 4778452"/>
                <a:gd name="connsiteX3" fmla="*/ 2634219 w 4778452"/>
                <a:gd name="connsiteY3" fmla="*/ 4773006 h 4778452"/>
                <a:gd name="connsiteX4" fmla="*/ 2526385 w 4778452"/>
                <a:gd name="connsiteY4" fmla="*/ 4778452 h 4778452"/>
                <a:gd name="connsiteX5" fmla="*/ 2526385 w 4778452"/>
                <a:gd name="connsiteY5" fmla="*/ 4485420 h 4778452"/>
                <a:gd name="connsiteX6" fmla="*/ 2604258 w 4778452"/>
                <a:gd name="connsiteY6" fmla="*/ 4481487 h 4778452"/>
                <a:gd name="connsiteX7" fmla="*/ 3727006 w 4778452"/>
                <a:gd name="connsiteY7" fmla="*/ 4012095 h 4778452"/>
                <a:gd name="connsiteX8" fmla="*/ 997059 w 4778452"/>
                <a:gd name="connsiteY8" fmla="*/ 3962664 h 4778452"/>
                <a:gd name="connsiteX9" fmla="*/ 1051447 w 4778452"/>
                <a:gd name="connsiteY9" fmla="*/ 4012095 h 4778452"/>
                <a:gd name="connsiteX10" fmla="*/ 2174194 w 4778452"/>
                <a:gd name="connsiteY10" fmla="*/ 4481487 h 4778452"/>
                <a:gd name="connsiteX11" fmla="*/ 2252069 w 4778452"/>
                <a:gd name="connsiteY11" fmla="*/ 4485420 h 4778452"/>
                <a:gd name="connsiteX12" fmla="*/ 2252069 w 4778452"/>
                <a:gd name="connsiteY12" fmla="*/ 4778452 h 4778452"/>
                <a:gd name="connsiteX13" fmla="*/ 2144234 w 4778452"/>
                <a:gd name="connsiteY13" fmla="*/ 4773006 h 4778452"/>
                <a:gd name="connsiteX14" fmla="*/ 865051 w 4778452"/>
                <a:gd name="connsiteY14" fmla="*/ 4238213 h 4778452"/>
                <a:gd name="connsiteX15" fmla="*/ 789854 w 4778452"/>
                <a:gd name="connsiteY15" fmla="*/ 4169868 h 4778452"/>
                <a:gd name="connsiteX16" fmla="*/ 4778452 w 4778452"/>
                <a:gd name="connsiteY16" fmla="*/ 2526383 h 4778452"/>
                <a:gd name="connsiteX17" fmla="*/ 4773007 w 4778452"/>
                <a:gd name="connsiteY17" fmla="*/ 2634218 h 4778452"/>
                <a:gd name="connsiteX18" fmla="*/ 4238213 w 4778452"/>
                <a:gd name="connsiteY18" fmla="*/ 3913400 h 4778452"/>
                <a:gd name="connsiteX19" fmla="*/ 4181963 w 4778452"/>
                <a:gd name="connsiteY19" fmla="*/ 3975291 h 4778452"/>
                <a:gd name="connsiteX20" fmla="*/ 3974758 w 4778452"/>
                <a:gd name="connsiteY20" fmla="*/ 3768087 h 4778452"/>
                <a:gd name="connsiteX21" fmla="*/ 4012096 w 4778452"/>
                <a:gd name="connsiteY21" fmla="*/ 3727005 h 4778452"/>
                <a:gd name="connsiteX22" fmla="*/ 4481488 w 4778452"/>
                <a:gd name="connsiteY22" fmla="*/ 2604257 h 4778452"/>
                <a:gd name="connsiteX23" fmla="*/ 4485421 w 4778452"/>
                <a:gd name="connsiteY23" fmla="*/ 2526384 h 4778452"/>
                <a:gd name="connsiteX24" fmla="*/ 0 w 4778452"/>
                <a:gd name="connsiteY24" fmla="*/ 2526383 h 4778452"/>
                <a:gd name="connsiteX25" fmla="*/ 293032 w 4778452"/>
                <a:gd name="connsiteY25" fmla="*/ 2526383 h 4778452"/>
                <a:gd name="connsiteX26" fmla="*/ 296964 w 4778452"/>
                <a:gd name="connsiteY26" fmla="*/ 2604257 h 4778452"/>
                <a:gd name="connsiteX27" fmla="*/ 766357 w 4778452"/>
                <a:gd name="connsiteY27" fmla="*/ 3727005 h 4778452"/>
                <a:gd name="connsiteX28" fmla="*/ 803694 w 4778452"/>
                <a:gd name="connsiteY28" fmla="*/ 3768086 h 4778452"/>
                <a:gd name="connsiteX29" fmla="*/ 596489 w 4778452"/>
                <a:gd name="connsiteY29" fmla="*/ 3975291 h 4778452"/>
                <a:gd name="connsiteX30" fmla="*/ 540239 w 4778452"/>
                <a:gd name="connsiteY30" fmla="*/ 3913400 h 4778452"/>
                <a:gd name="connsiteX31" fmla="*/ 5445 w 4778452"/>
                <a:gd name="connsiteY31" fmla="*/ 2634218 h 4778452"/>
                <a:gd name="connsiteX32" fmla="*/ 3561714 w 4778452"/>
                <a:gd name="connsiteY32" fmla="*/ 1922631 h 4778452"/>
                <a:gd name="connsiteX33" fmla="*/ 4018914 w 4778452"/>
                <a:gd name="connsiteY33" fmla="*/ 2379831 h 4778452"/>
                <a:gd name="connsiteX34" fmla="*/ 3561714 w 4778452"/>
                <a:gd name="connsiteY34" fmla="*/ 2837031 h 4778452"/>
                <a:gd name="connsiteX35" fmla="*/ 3104514 w 4778452"/>
                <a:gd name="connsiteY35" fmla="*/ 2379831 h 4778452"/>
                <a:gd name="connsiteX36" fmla="*/ 3561714 w 4778452"/>
                <a:gd name="connsiteY36" fmla="*/ 1922631 h 4778452"/>
                <a:gd name="connsiteX37" fmla="*/ 2418727 w 4778452"/>
                <a:gd name="connsiteY37" fmla="*/ 1922631 h 4778452"/>
                <a:gd name="connsiteX38" fmla="*/ 2875927 w 4778452"/>
                <a:gd name="connsiteY38" fmla="*/ 2379831 h 4778452"/>
                <a:gd name="connsiteX39" fmla="*/ 2418727 w 4778452"/>
                <a:gd name="connsiteY39" fmla="*/ 2837031 h 4778452"/>
                <a:gd name="connsiteX40" fmla="*/ 1961527 w 4778452"/>
                <a:gd name="connsiteY40" fmla="*/ 2379831 h 4778452"/>
                <a:gd name="connsiteX41" fmla="*/ 2418727 w 4778452"/>
                <a:gd name="connsiteY41" fmla="*/ 1922631 h 4778452"/>
                <a:gd name="connsiteX42" fmla="*/ 1275739 w 4778452"/>
                <a:gd name="connsiteY42" fmla="*/ 1922631 h 4778452"/>
                <a:gd name="connsiteX43" fmla="*/ 1732939 w 4778452"/>
                <a:gd name="connsiteY43" fmla="*/ 2379831 h 4778452"/>
                <a:gd name="connsiteX44" fmla="*/ 1275739 w 4778452"/>
                <a:gd name="connsiteY44" fmla="*/ 2837031 h 4778452"/>
                <a:gd name="connsiteX45" fmla="*/ 818539 w 4778452"/>
                <a:gd name="connsiteY45" fmla="*/ 2379831 h 4778452"/>
                <a:gd name="connsiteX46" fmla="*/ 1275739 w 4778452"/>
                <a:gd name="connsiteY46" fmla="*/ 1922631 h 4778452"/>
                <a:gd name="connsiteX47" fmla="*/ 608582 w 4778452"/>
                <a:gd name="connsiteY47" fmla="*/ 789854 h 4778452"/>
                <a:gd name="connsiteX48" fmla="*/ 815787 w 4778452"/>
                <a:gd name="connsiteY48" fmla="*/ 997059 h 4778452"/>
                <a:gd name="connsiteX49" fmla="*/ 766357 w 4778452"/>
                <a:gd name="connsiteY49" fmla="*/ 1051446 h 4778452"/>
                <a:gd name="connsiteX50" fmla="*/ 296964 w 4778452"/>
                <a:gd name="connsiteY50" fmla="*/ 2174193 h 4778452"/>
                <a:gd name="connsiteX51" fmla="*/ 293032 w 4778452"/>
                <a:gd name="connsiteY51" fmla="*/ 2252067 h 4778452"/>
                <a:gd name="connsiteX52" fmla="*/ 0 w 4778452"/>
                <a:gd name="connsiteY52" fmla="*/ 2252067 h 4778452"/>
                <a:gd name="connsiteX53" fmla="*/ 5445 w 4778452"/>
                <a:gd name="connsiteY53" fmla="*/ 2144233 h 4778452"/>
                <a:gd name="connsiteX54" fmla="*/ 540239 w 4778452"/>
                <a:gd name="connsiteY54" fmla="*/ 865050 h 4778452"/>
                <a:gd name="connsiteX55" fmla="*/ 4169869 w 4778452"/>
                <a:gd name="connsiteY55" fmla="*/ 789853 h 4778452"/>
                <a:gd name="connsiteX56" fmla="*/ 4238213 w 4778452"/>
                <a:gd name="connsiteY56" fmla="*/ 865050 h 4778452"/>
                <a:gd name="connsiteX57" fmla="*/ 4773007 w 4778452"/>
                <a:gd name="connsiteY57" fmla="*/ 2144233 h 4778452"/>
                <a:gd name="connsiteX58" fmla="*/ 4778452 w 4778452"/>
                <a:gd name="connsiteY58" fmla="*/ 2252067 h 4778452"/>
                <a:gd name="connsiteX59" fmla="*/ 4485421 w 4778452"/>
                <a:gd name="connsiteY59" fmla="*/ 2252067 h 4778452"/>
                <a:gd name="connsiteX60" fmla="*/ 4481488 w 4778452"/>
                <a:gd name="connsiteY60" fmla="*/ 2174193 h 4778452"/>
                <a:gd name="connsiteX61" fmla="*/ 4012096 w 4778452"/>
                <a:gd name="connsiteY61" fmla="*/ 1051446 h 4778452"/>
                <a:gd name="connsiteX62" fmla="*/ 3962665 w 4778452"/>
                <a:gd name="connsiteY62" fmla="*/ 997058 h 4778452"/>
                <a:gd name="connsiteX63" fmla="*/ 2526385 w 4778452"/>
                <a:gd name="connsiteY63" fmla="*/ 0 h 4778452"/>
                <a:gd name="connsiteX64" fmla="*/ 2634219 w 4778452"/>
                <a:gd name="connsiteY64" fmla="*/ 5444 h 4778452"/>
                <a:gd name="connsiteX65" fmla="*/ 3913401 w 4778452"/>
                <a:gd name="connsiteY65" fmla="*/ 540238 h 4778452"/>
                <a:gd name="connsiteX66" fmla="*/ 3975292 w 4778452"/>
                <a:gd name="connsiteY66" fmla="*/ 596488 h 4778452"/>
                <a:gd name="connsiteX67" fmla="*/ 3768087 w 4778452"/>
                <a:gd name="connsiteY67" fmla="*/ 803693 h 4778452"/>
                <a:gd name="connsiteX68" fmla="*/ 3727006 w 4778452"/>
                <a:gd name="connsiteY68" fmla="*/ 766356 h 4778452"/>
                <a:gd name="connsiteX69" fmla="*/ 2604258 w 4778452"/>
                <a:gd name="connsiteY69" fmla="*/ 296963 h 4778452"/>
                <a:gd name="connsiteX70" fmla="*/ 2526385 w 4778452"/>
                <a:gd name="connsiteY70" fmla="*/ 293031 h 4778452"/>
                <a:gd name="connsiteX71" fmla="*/ 2252069 w 4778452"/>
                <a:gd name="connsiteY71" fmla="*/ 0 h 4778452"/>
                <a:gd name="connsiteX72" fmla="*/ 2252068 w 4778452"/>
                <a:gd name="connsiteY72" fmla="*/ 293031 h 4778452"/>
                <a:gd name="connsiteX73" fmla="*/ 2174194 w 4778452"/>
                <a:gd name="connsiteY73" fmla="*/ 296963 h 4778452"/>
                <a:gd name="connsiteX74" fmla="*/ 1051447 w 4778452"/>
                <a:gd name="connsiteY74" fmla="*/ 766356 h 4778452"/>
                <a:gd name="connsiteX75" fmla="*/ 1010365 w 4778452"/>
                <a:gd name="connsiteY75" fmla="*/ 803694 h 4778452"/>
                <a:gd name="connsiteX76" fmla="*/ 803160 w 4778452"/>
                <a:gd name="connsiteY76" fmla="*/ 596489 h 4778452"/>
                <a:gd name="connsiteX77" fmla="*/ 865051 w 4778452"/>
                <a:gd name="connsiteY77" fmla="*/ 540238 h 4778452"/>
                <a:gd name="connsiteX78" fmla="*/ 2144234 w 4778452"/>
                <a:gd name="connsiteY78" fmla="*/ 5444 h 47784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Lst>
              <a:rect l="l" t="t" r="r" b="b"/>
              <a:pathLst>
                <a:path w="4778452" h="4778452">
                  <a:moveTo>
                    <a:pt x="3781393" y="3962665"/>
                  </a:moveTo>
                  <a:lnTo>
                    <a:pt x="3988598" y="4169870"/>
                  </a:lnTo>
                  <a:lnTo>
                    <a:pt x="3913401" y="4238213"/>
                  </a:lnTo>
                  <a:cubicBezTo>
                    <a:pt x="3558376" y="4531206"/>
                    <a:pt x="3117528" y="4723923"/>
                    <a:pt x="2634219" y="4773006"/>
                  </a:cubicBezTo>
                  <a:lnTo>
                    <a:pt x="2526385" y="4778452"/>
                  </a:lnTo>
                  <a:lnTo>
                    <a:pt x="2526385" y="4485420"/>
                  </a:lnTo>
                  <a:lnTo>
                    <a:pt x="2604258" y="4481487"/>
                  </a:lnTo>
                  <a:cubicBezTo>
                    <a:pt x="3028462" y="4438407"/>
                    <a:pt x="3415397" y="4269257"/>
                    <a:pt x="3727006" y="4012095"/>
                  </a:cubicBezTo>
                  <a:close/>
                  <a:moveTo>
                    <a:pt x="997059" y="3962664"/>
                  </a:moveTo>
                  <a:lnTo>
                    <a:pt x="1051447" y="4012095"/>
                  </a:lnTo>
                  <a:cubicBezTo>
                    <a:pt x="1363055" y="4269257"/>
                    <a:pt x="1749990" y="4438407"/>
                    <a:pt x="2174194" y="4481487"/>
                  </a:cubicBezTo>
                  <a:lnTo>
                    <a:pt x="2252069" y="4485420"/>
                  </a:lnTo>
                  <a:lnTo>
                    <a:pt x="2252069" y="4778452"/>
                  </a:lnTo>
                  <a:lnTo>
                    <a:pt x="2144234" y="4773006"/>
                  </a:lnTo>
                  <a:cubicBezTo>
                    <a:pt x="1660924" y="4723923"/>
                    <a:pt x="1220076" y="4531206"/>
                    <a:pt x="865051" y="4238213"/>
                  </a:cubicBezTo>
                  <a:lnTo>
                    <a:pt x="789854" y="4169868"/>
                  </a:lnTo>
                  <a:close/>
                  <a:moveTo>
                    <a:pt x="4778452" y="2526383"/>
                  </a:moveTo>
                  <a:lnTo>
                    <a:pt x="4773007" y="2634218"/>
                  </a:lnTo>
                  <a:cubicBezTo>
                    <a:pt x="4723924" y="3117527"/>
                    <a:pt x="4531207" y="3558375"/>
                    <a:pt x="4238213" y="3913400"/>
                  </a:cubicBezTo>
                  <a:lnTo>
                    <a:pt x="4181963" y="3975291"/>
                  </a:lnTo>
                  <a:lnTo>
                    <a:pt x="3974758" y="3768087"/>
                  </a:lnTo>
                  <a:lnTo>
                    <a:pt x="4012096" y="3727005"/>
                  </a:lnTo>
                  <a:cubicBezTo>
                    <a:pt x="4269258" y="3415396"/>
                    <a:pt x="4438408" y="3028461"/>
                    <a:pt x="4481488" y="2604257"/>
                  </a:cubicBezTo>
                  <a:lnTo>
                    <a:pt x="4485421" y="2526384"/>
                  </a:lnTo>
                  <a:close/>
                  <a:moveTo>
                    <a:pt x="0" y="2526383"/>
                  </a:moveTo>
                  <a:lnTo>
                    <a:pt x="293032" y="2526383"/>
                  </a:lnTo>
                  <a:lnTo>
                    <a:pt x="296964" y="2604257"/>
                  </a:lnTo>
                  <a:cubicBezTo>
                    <a:pt x="340045" y="3028461"/>
                    <a:pt x="509194" y="3415396"/>
                    <a:pt x="766357" y="3727005"/>
                  </a:cubicBezTo>
                  <a:lnTo>
                    <a:pt x="803694" y="3768086"/>
                  </a:lnTo>
                  <a:lnTo>
                    <a:pt x="596489" y="3975291"/>
                  </a:lnTo>
                  <a:lnTo>
                    <a:pt x="540239" y="3913400"/>
                  </a:lnTo>
                  <a:cubicBezTo>
                    <a:pt x="247246" y="3558375"/>
                    <a:pt x="54528" y="3117527"/>
                    <a:pt x="5445" y="2634218"/>
                  </a:cubicBezTo>
                  <a:close/>
                  <a:moveTo>
                    <a:pt x="3561714" y="1922631"/>
                  </a:moveTo>
                  <a:cubicBezTo>
                    <a:pt x="3814219" y="1922631"/>
                    <a:pt x="4018914" y="2127326"/>
                    <a:pt x="4018914" y="2379831"/>
                  </a:cubicBezTo>
                  <a:cubicBezTo>
                    <a:pt x="4018914" y="2632336"/>
                    <a:pt x="3814219" y="2837031"/>
                    <a:pt x="3561714" y="2837031"/>
                  </a:cubicBezTo>
                  <a:cubicBezTo>
                    <a:pt x="3309209" y="2837031"/>
                    <a:pt x="3104514" y="2632336"/>
                    <a:pt x="3104514" y="2379831"/>
                  </a:cubicBezTo>
                  <a:cubicBezTo>
                    <a:pt x="3104514" y="2127326"/>
                    <a:pt x="3309209" y="1922631"/>
                    <a:pt x="3561714" y="1922631"/>
                  </a:cubicBezTo>
                  <a:close/>
                  <a:moveTo>
                    <a:pt x="2418727" y="1922631"/>
                  </a:moveTo>
                  <a:cubicBezTo>
                    <a:pt x="2671232" y="1922631"/>
                    <a:pt x="2875927" y="2127326"/>
                    <a:pt x="2875927" y="2379831"/>
                  </a:cubicBezTo>
                  <a:cubicBezTo>
                    <a:pt x="2875927" y="2632336"/>
                    <a:pt x="2671232" y="2837031"/>
                    <a:pt x="2418727" y="2837031"/>
                  </a:cubicBezTo>
                  <a:cubicBezTo>
                    <a:pt x="2166222" y="2837031"/>
                    <a:pt x="1961527" y="2632336"/>
                    <a:pt x="1961527" y="2379831"/>
                  </a:cubicBezTo>
                  <a:cubicBezTo>
                    <a:pt x="1961527" y="2127326"/>
                    <a:pt x="2166222" y="1922631"/>
                    <a:pt x="2418727" y="1922631"/>
                  </a:cubicBezTo>
                  <a:close/>
                  <a:moveTo>
                    <a:pt x="1275739" y="1922631"/>
                  </a:moveTo>
                  <a:cubicBezTo>
                    <a:pt x="1528244" y="1922631"/>
                    <a:pt x="1732939" y="2127326"/>
                    <a:pt x="1732939" y="2379831"/>
                  </a:cubicBezTo>
                  <a:cubicBezTo>
                    <a:pt x="1732939" y="2632336"/>
                    <a:pt x="1528244" y="2837031"/>
                    <a:pt x="1275739" y="2837031"/>
                  </a:cubicBezTo>
                  <a:cubicBezTo>
                    <a:pt x="1023234" y="2837031"/>
                    <a:pt x="818539" y="2632336"/>
                    <a:pt x="818539" y="2379831"/>
                  </a:cubicBezTo>
                  <a:cubicBezTo>
                    <a:pt x="818539" y="2127326"/>
                    <a:pt x="1023234" y="1922631"/>
                    <a:pt x="1275739" y="1922631"/>
                  </a:cubicBezTo>
                  <a:close/>
                  <a:moveTo>
                    <a:pt x="608582" y="789854"/>
                  </a:moveTo>
                  <a:lnTo>
                    <a:pt x="815787" y="997059"/>
                  </a:lnTo>
                  <a:lnTo>
                    <a:pt x="766357" y="1051446"/>
                  </a:lnTo>
                  <a:cubicBezTo>
                    <a:pt x="509194" y="1363054"/>
                    <a:pt x="340045" y="1749989"/>
                    <a:pt x="296964" y="2174193"/>
                  </a:cubicBezTo>
                  <a:lnTo>
                    <a:pt x="293032" y="2252067"/>
                  </a:lnTo>
                  <a:lnTo>
                    <a:pt x="0" y="2252067"/>
                  </a:lnTo>
                  <a:lnTo>
                    <a:pt x="5445" y="2144233"/>
                  </a:lnTo>
                  <a:cubicBezTo>
                    <a:pt x="54528" y="1660923"/>
                    <a:pt x="247246" y="1220076"/>
                    <a:pt x="540239" y="865050"/>
                  </a:cubicBezTo>
                  <a:close/>
                  <a:moveTo>
                    <a:pt x="4169869" y="789853"/>
                  </a:moveTo>
                  <a:lnTo>
                    <a:pt x="4238213" y="865050"/>
                  </a:lnTo>
                  <a:cubicBezTo>
                    <a:pt x="4531207" y="1220076"/>
                    <a:pt x="4723924" y="1660923"/>
                    <a:pt x="4773007" y="2144233"/>
                  </a:cubicBezTo>
                  <a:lnTo>
                    <a:pt x="4778452" y="2252067"/>
                  </a:lnTo>
                  <a:lnTo>
                    <a:pt x="4485421" y="2252067"/>
                  </a:lnTo>
                  <a:lnTo>
                    <a:pt x="4481488" y="2174193"/>
                  </a:lnTo>
                  <a:cubicBezTo>
                    <a:pt x="4438408" y="1749989"/>
                    <a:pt x="4269258" y="1363054"/>
                    <a:pt x="4012096" y="1051446"/>
                  </a:cubicBezTo>
                  <a:lnTo>
                    <a:pt x="3962665" y="997058"/>
                  </a:lnTo>
                  <a:close/>
                  <a:moveTo>
                    <a:pt x="2526385" y="0"/>
                  </a:moveTo>
                  <a:lnTo>
                    <a:pt x="2634219" y="5444"/>
                  </a:lnTo>
                  <a:cubicBezTo>
                    <a:pt x="3117528" y="54527"/>
                    <a:pt x="3558376" y="247245"/>
                    <a:pt x="3913401" y="540238"/>
                  </a:cubicBezTo>
                  <a:lnTo>
                    <a:pt x="3975292" y="596488"/>
                  </a:lnTo>
                  <a:lnTo>
                    <a:pt x="3768087" y="803693"/>
                  </a:lnTo>
                  <a:lnTo>
                    <a:pt x="3727006" y="766356"/>
                  </a:lnTo>
                  <a:cubicBezTo>
                    <a:pt x="3415397" y="509194"/>
                    <a:pt x="3028462" y="340044"/>
                    <a:pt x="2604258" y="296963"/>
                  </a:cubicBezTo>
                  <a:lnTo>
                    <a:pt x="2526385" y="293031"/>
                  </a:lnTo>
                  <a:close/>
                  <a:moveTo>
                    <a:pt x="2252069" y="0"/>
                  </a:moveTo>
                  <a:lnTo>
                    <a:pt x="2252068" y="293031"/>
                  </a:lnTo>
                  <a:lnTo>
                    <a:pt x="2174194" y="296963"/>
                  </a:lnTo>
                  <a:cubicBezTo>
                    <a:pt x="1749990" y="340044"/>
                    <a:pt x="1363055" y="509194"/>
                    <a:pt x="1051447" y="766356"/>
                  </a:cubicBezTo>
                  <a:lnTo>
                    <a:pt x="1010365" y="803694"/>
                  </a:lnTo>
                  <a:lnTo>
                    <a:pt x="803160" y="596489"/>
                  </a:lnTo>
                  <a:lnTo>
                    <a:pt x="865051" y="540238"/>
                  </a:lnTo>
                  <a:cubicBezTo>
                    <a:pt x="1220076" y="247245"/>
                    <a:pt x="1660924" y="54527"/>
                    <a:pt x="2144234" y="5444"/>
                  </a:cubicBezTo>
                  <a:close/>
                </a:path>
              </a:pathLst>
            </a:cu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59" tIns="143407" rIns="179259" bIns="143407" numCol="1" spcCol="0" rtlCol="0" fromWordArt="0" anchor="t" anchorCtr="0" forceAA="0" compatLnSpc="1">
              <a:prstTxWarp prst="textNoShape">
                <a:avLst/>
              </a:prstTxWarp>
              <a:noAutofit/>
            </a:bodyPr>
            <a:lstStyle/>
            <a:p>
              <a:pPr algn="ctr" defTabSz="914043" eaLnBrk="0" fontAlgn="base" hangingPunct="0">
                <a:lnSpc>
                  <a:spcPct val="90000"/>
                </a:lnSpc>
                <a:spcBef>
                  <a:spcPct val="0"/>
                </a:spcBef>
                <a:spcAft>
                  <a:spcPct val="0"/>
                </a:spcAft>
                <a:defRPr/>
              </a:pPr>
              <a:endParaRPr lang="en-US" sz="2353" dirty="0" err="1">
                <a:gradFill>
                  <a:gsLst>
                    <a:gs pos="0">
                      <a:srgbClr val="FFFFFF"/>
                    </a:gs>
                    <a:gs pos="100000">
                      <a:srgbClr val="FFFFFF"/>
                    </a:gs>
                  </a:gsLst>
                  <a:lin ang="5400000" scaled="0"/>
                </a:gradFill>
                <a:ea typeface="Segoe UI" pitchFamily="34" charset="0"/>
                <a:cs typeface="Segoe UI" pitchFamily="34" charset="0"/>
              </a:endParaRPr>
            </a:p>
          </p:txBody>
        </p:sp>
      </p:grpSp>
      <p:grpSp>
        <p:nvGrpSpPr>
          <p:cNvPr id="79" name="Group 78"/>
          <p:cNvGrpSpPr/>
          <p:nvPr/>
        </p:nvGrpSpPr>
        <p:grpSpPr>
          <a:xfrm>
            <a:off x="7664535" y="5669745"/>
            <a:ext cx="717038" cy="717030"/>
            <a:chOff x="7818450" y="5783263"/>
            <a:chExt cx="731520" cy="731512"/>
          </a:xfrm>
        </p:grpSpPr>
        <p:sp>
          <p:nvSpPr>
            <p:cNvPr id="55" name="Rectangle 54"/>
            <p:cNvSpPr/>
            <p:nvPr/>
          </p:nvSpPr>
          <p:spPr bwMode="auto">
            <a:xfrm>
              <a:off x="7818450" y="5783263"/>
              <a:ext cx="731520" cy="731512"/>
            </a:xfrm>
            <a:prstGeom prst="rect">
              <a:avLst/>
            </a:prstGeom>
            <a:solidFill>
              <a:schemeClr val="accent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59" tIns="143407" rIns="179259" bIns="143407" numCol="1" spcCol="0" rtlCol="0" fromWordArt="0" anchor="t" anchorCtr="0" forceAA="0" compatLnSpc="1">
              <a:prstTxWarp prst="textNoShape">
                <a:avLst/>
              </a:prstTxWarp>
              <a:noAutofit/>
            </a:bodyPr>
            <a:lstStyle/>
            <a:p>
              <a:pPr algn="ctr" defTabSz="914043" eaLnBrk="0" fontAlgn="base" hangingPunct="0">
                <a:lnSpc>
                  <a:spcPct val="90000"/>
                </a:lnSpc>
                <a:spcBef>
                  <a:spcPct val="0"/>
                </a:spcBef>
                <a:spcAft>
                  <a:spcPct val="0"/>
                </a:spcAft>
                <a:defRPr/>
              </a:pPr>
              <a:endParaRPr lang="en-US" sz="2353" dirty="0" err="1">
                <a:gradFill>
                  <a:gsLst>
                    <a:gs pos="0">
                      <a:srgbClr val="FFFFFF"/>
                    </a:gs>
                    <a:gs pos="100000">
                      <a:srgbClr val="FFFFFF"/>
                    </a:gs>
                  </a:gsLst>
                  <a:lin ang="5400000" scaled="0"/>
                </a:gradFill>
                <a:ea typeface="Segoe UI" pitchFamily="34" charset="0"/>
                <a:cs typeface="Segoe UI" pitchFamily="34" charset="0"/>
              </a:endParaRPr>
            </a:p>
          </p:txBody>
        </p:sp>
        <p:grpSp>
          <p:nvGrpSpPr>
            <p:cNvPr id="78" name="Group 77"/>
            <p:cNvGrpSpPr/>
            <p:nvPr/>
          </p:nvGrpSpPr>
          <p:grpSpPr>
            <a:xfrm>
              <a:off x="7880749" y="5896591"/>
              <a:ext cx="606922" cy="504856"/>
              <a:chOff x="4071938" y="-3111500"/>
              <a:chExt cx="1935162" cy="1609725"/>
            </a:xfrm>
          </p:grpSpPr>
          <p:sp>
            <p:nvSpPr>
              <p:cNvPr id="511" name="AutoShape 55"/>
              <p:cNvSpPr>
                <a:spLocks noChangeAspect="1" noChangeArrowheads="1" noTextEdit="1"/>
              </p:cNvSpPr>
              <p:nvPr/>
            </p:nvSpPr>
            <p:spPr bwMode="auto">
              <a:xfrm>
                <a:off x="4071938" y="-3111500"/>
                <a:ext cx="1935162" cy="160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89630" tIns="44815" rIns="89630" bIns="44815" numCol="1" anchor="t" anchorCtr="0" compatLnSpc="1">
                <a:prstTxWarp prst="textNoShape">
                  <a:avLst/>
                </a:prstTxWarp>
              </a:bodyPr>
              <a:lstStyle/>
              <a:p>
                <a:pPr defTabSz="1218996" eaLnBrk="0" fontAlgn="base" hangingPunct="0">
                  <a:spcBef>
                    <a:spcPct val="0"/>
                  </a:spcBef>
                  <a:spcAft>
                    <a:spcPct val="0"/>
                  </a:spcAft>
                  <a:defRPr/>
                </a:pPr>
                <a:endParaRPr lang="en-US" sz="2400">
                  <a:solidFill>
                    <a:prstClr val="black"/>
                  </a:solidFill>
                  <a:latin typeface="Arial" pitchFamily="34" charset="0"/>
                </a:endParaRPr>
              </a:p>
            </p:txBody>
          </p:sp>
          <p:sp>
            <p:nvSpPr>
              <p:cNvPr id="64" name="Freeform 57"/>
              <p:cNvSpPr>
                <a:spLocks noEditPoints="1"/>
              </p:cNvSpPr>
              <p:nvPr/>
            </p:nvSpPr>
            <p:spPr bwMode="auto">
              <a:xfrm>
                <a:off x="4075113" y="-3108325"/>
                <a:ext cx="1931987" cy="1603375"/>
              </a:xfrm>
              <a:custGeom>
                <a:avLst/>
                <a:gdLst>
                  <a:gd name="T0" fmla="*/ 477 w 512"/>
                  <a:gd name="T1" fmla="*/ 32 h 424"/>
                  <a:gd name="T2" fmla="*/ 416 w 512"/>
                  <a:gd name="T3" fmla="*/ 32 h 424"/>
                  <a:gd name="T4" fmla="*/ 416 w 512"/>
                  <a:gd name="T5" fmla="*/ 12 h 424"/>
                  <a:gd name="T6" fmla="*/ 404 w 512"/>
                  <a:gd name="T7" fmla="*/ 0 h 424"/>
                  <a:gd name="T8" fmla="*/ 396 w 512"/>
                  <a:gd name="T9" fmla="*/ 0 h 424"/>
                  <a:gd name="T10" fmla="*/ 384 w 512"/>
                  <a:gd name="T11" fmla="*/ 12 h 424"/>
                  <a:gd name="T12" fmla="*/ 384 w 512"/>
                  <a:gd name="T13" fmla="*/ 32 h 424"/>
                  <a:gd name="T14" fmla="*/ 128 w 512"/>
                  <a:gd name="T15" fmla="*/ 32 h 424"/>
                  <a:gd name="T16" fmla="*/ 128 w 512"/>
                  <a:gd name="T17" fmla="*/ 12 h 424"/>
                  <a:gd name="T18" fmla="*/ 116 w 512"/>
                  <a:gd name="T19" fmla="*/ 0 h 424"/>
                  <a:gd name="T20" fmla="*/ 108 w 512"/>
                  <a:gd name="T21" fmla="*/ 0 h 424"/>
                  <a:gd name="T22" fmla="*/ 96 w 512"/>
                  <a:gd name="T23" fmla="*/ 12 h 424"/>
                  <a:gd name="T24" fmla="*/ 96 w 512"/>
                  <a:gd name="T25" fmla="*/ 32 h 424"/>
                  <a:gd name="T26" fmla="*/ 35 w 512"/>
                  <a:gd name="T27" fmla="*/ 32 h 424"/>
                  <a:gd name="T28" fmla="*/ 0 w 512"/>
                  <a:gd name="T29" fmla="*/ 67 h 424"/>
                  <a:gd name="T30" fmla="*/ 0 w 512"/>
                  <a:gd name="T31" fmla="*/ 389 h 424"/>
                  <a:gd name="T32" fmla="*/ 35 w 512"/>
                  <a:gd name="T33" fmla="*/ 424 h 424"/>
                  <a:gd name="T34" fmla="*/ 477 w 512"/>
                  <a:gd name="T35" fmla="*/ 424 h 424"/>
                  <a:gd name="T36" fmla="*/ 512 w 512"/>
                  <a:gd name="T37" fmla="*/ 389 h 424"/>
                  <a:gd name="T38" fmla="*/ 512 w 512"/>
                  <a:gd name="T39" fmla="*/ 67 h 424"/>
                  <a:gd name="T40" fmla="*/ 477 w 512"/>
                  <a:gd name="T41" fmla="*/ 32 h 424"/>
                  <a:gd name="T42" fmla="*/ 480 w 512"/>
                  <a:gd name="T43" fmla="*/ 375 h 424"/>
                  <a:gd name="T44" fmla="*/ 463 w 512"/>
                  <a:gd name="T45" fmla="*/ 392 h 424"/>
                  <a:gd name="T46" fmla="*/ 49 w 512"/>
                  <a:gd name="T47" fmla="*/ 392 h 424"/>
                  <a:gd name="T48" fmla="*/ 32 w 512"/>
                  <a:gd name="T49" fmla="*/ 375 h 424"/>
                  <a:gd name="T50" fmla="*/ 32 w 512"/>
                  <a:gd name="T51" fmla="*/ 136 h 424"/>
                  <a:gd name="T52" fmla="*/ 480 w 512"/>
                  <a:gd name="T53" fmla="*/ 136 h 424"/>
                  <a:gd name="T54" fmla="*/ 480 w 512"/>
                  <a:gd name="T55" fmla="*/ 375 h 4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512" h="424">
                    <a:moveTo>
                      <a:pt x="477" y="32"/>
                    </a:moveTo>
                    <a:cubicBezTo>
                      <a:pt x="416" y="32"/>
                      <a:pt x="416" y="32"/>
                      <a:pt x="416" y="32"/>
                    </a:cubicBezTo>
                    <a:cubicBezTo>
                      <a:pt x="416" y="12"/>
                      <a:pt x="416" y="12"/>
                      <a:pt x="416" y="12"/>
                    </a:cubicBezTo>
                    <a:cubicBezTo>
                      <a:pt x="416" y="5"/>
                      <a:pt x="411" y="0"/>
                      <a:pt x="404" y="0"/>
                    </a:cubicBezTo>
                    <a:cubicBezTo>
                      <a:pt x="396" y="0"/>
                      <a:pt x="396" y="0"/>
                      <a:pt x="396" y="0"/>
                    </a:cubicBezTo>
                    <a:cubicBezTo>
                      <a:pt x="389" y="0"/>
                      <a:pt x="384" y="5"/>
                      <a:pt x="384" y="12"/>
                    </a:cubicBezTo>
                    <a:cubicBezTo>
                      <a:pt x="384" y="32"/>
                      <a:pt x="384" y="32"/>
                      <a:pt x="384" y="32"/>
                    </a:cubicBezTo>
                    <a:cubicBezTo>
                      <a:pt x="128" y="32"/>
                      <a:pt x="128" y="32"/>
                      <a:pt x="128" y="32"/>
                    </a:cubicBezTo>
                    <a:cubicBezTo>
                      <a:pt x="128" y="12"/>
                      <a:pt x="128" y="12"/>
                      <a:pt x="128" y="12"/>
                    </a:cubicBezTo>
                    <a:cubicBezTo>
                      <a:pt x="128" y="5"/>
                      <a:pt x="123" y="0"/>
                      <a:pt x="116" y="0"/>
                    </a:cubicBezTo>
                    <a:cubicBezTo>
                      <a:pt x="108" y="0"/>
                      <a:pt x="108" y="0"/>
                      <a:pt x="108" y="0"/>
                    </a:cubicBezTo>
                    <a:cubicBezTo>
                      <a:pt x="101" y="0"/>
                      <a:pt x="96" y="5"/>
                      <a:pt x="96" y="12"/>
                    </a:cubicBezTo>
                    <a:cubicBezTo>
                      <a:pt x="96" y="32"/>
                      <a:pt x="96" y="32"/>
                      <a:pt x="96" y="32"/>
                    </a:cubicBezTo>
                    <a:cubicBezTo>
                      <a:pt x="35" y="32"/>
                      <a:pt x="35" y="32"/>
                      <a:pt x="35" y="32"/>
                    </a:cubicBezTo>
                    <a:cubicBezTo>
                      <a:pt x="16" y="32"/>
                      <a:pt x="0" y="47"/>
                      <a:pt x="0" y="67"/>
                    </a:cubicBezTo>
                    <a:cubicBezTo>
                      <a:pt x="0" y="389"/>
                      <a:pt x="0" y="389"/>
                      <a:pt x="0" y="389"/>
                    </a:cubicBezTo>
                    <a:cubicBezTo>
                      <a:pt x="0" y="408"/>
                      <a:pt x="16" y="424"/>
                      <a:pt x="35" y="424"/>
                    </a:cubicBezTo>
                    <a:cubicBezTo>
                      <a:pt x="477" y="424"/>
                      <a:pt x="477" y="424"/>
                      <a:pt x="477" y="424"/>
                    </a:cubicBezTo>
                    <a:cubicBezTo>
                      <a:pt x="496" y="424"/>
                      <a:pt x="512" y="408"/>
                      <a:pt x="512" y="389"/>
                    </a:cubicBezTo>
                    <a:cubicBezTo>
                      <a:pt x="512" y="67"/>
                      <a:pt x="512" y="67"/>
                      <a:pt x="512" y="67"/>
                    </a:cubicBezTo>
                    <a:cubicBezTo>
                      <a:pt x="512" y="47"/>
                      <a:pt x="496" y="32"/>
                      <a:pt x="477" y="32"/>
                    </a:cubicBezTo>
                    <a:close/>
                    <a:moveTo>
                      <a:pt x="480" y="375"/>
                    </a:moveTo>
                    <a:cubicBezTo>
                      <a:pt x="480" y="385"/>
                      <a:pt x="473" y="392"/>
                      <a:pt x="463" y="392"/>
                    </a:cubicBezTo>
                    <a:cubicBezTo>
                      <a:pt x="49" y="392"/>
                      <a:pt x="49" y="392"/>
                      <a:pt x="49" y="392"/>
                    </a:cubicBezTo>
                    <a:cubicBezTo>
                      <a:pt x="39" y="392"/>
                      <a:pt x="32" y="385"/>
                      <a:pt x="32" y="375"/>
                    </a:cubicBezTo>
                    <a:cubicBezTo>
                      <a:pt x="32" y="136"/>
                      <a:pt x="32" y="136"/>
                      <a:pt x="32" y="136"/>
                    </a:cubicBezTo>
                    <a:cubicBezTo>
                      <a:pt x="480" y="136"/>
                      <a:pt x="480" y="136"/>
                      <a:pt x="480" y="136"/>
                    </a:cubicBezTo>
                    <a:cubicBezTo>
                      <a:pt x="480" y="375"/>
                      <a:pt x="480" y="375"/>
                      <a:pt x="480" y="375"/>
                    </a:cubicBezTo>
                    <a:close/>
                  </a:path>
                </a:pathLst>
              </a:custGeom>
              <a:solidFill>
                <a:schemeClr val="bg1"/>
              </a:solidFill>
              <a:ln>
                <a:noFill/>
              </a:ln>
            </p:spPr>
            <p:txBody>
              <a:bodyPr vert="horz" wrap="square" lIns="89630" tIns="44815" rIns="89630" bIns="44815" numCol="1" anchor="t" anchorCtr="0" compatLnSpc="1">
                <a:prstTxWarp prst="textNoShape">
                  <a:avLst/>
                </a:prstTxWarp>
              </a:bodyPr>
              <a:lstStyle/>
              <a:p>
                <a:pPr defTabSz="1218996" eaLnBrk="0" fontAlgn="base" hangingPunct="0">
                  <a:spcBef>
                    <a:spcPct val="0"/>
                  </a:spcBef>
                  <a:spcAft>
                    <a:spcPct val="0"/>
                  </a:spcAft>
                  <a:defRPr/>
                </a:pPr>
                <a:endParaRPr lang="en-US" sz="2400">
                  <a:solidFill>
                    <a:prstClr val="black"/>
                  </a:solidFill>
                  <a:latin typeface="Arial" pitchFamily="34" charset="0"/>
                </a:endParaRPr>
              </a:p>
            </p:txBody>
          </p:sp>
          <p:sp>
            <p:nvSpPr>
              <p:cNvPr id="65" name="Freeform 58"/>
              <p:cNvSpPr>
                <a:spLocks/>
              </p:cNvSpPr>
              <p:nvPr/>
            </p:nvSpPr>
            <p:spPr bwMode="auto">
              <a:xfrm>
                <a:off x="4740275" y="-2473325"/>
                <a:ext cx="241300" cy="182563"/>
              </a:xfrm>
              <a:custGeom>
                <a:avLst/>
                <a:gdLst>
                  <a:gd name="T0" fmla="*/ 0 w 64"/>
                  <a:gd name="T1" fmla="*/ 16 h 48"/>
                  <a:gd name="T2" fmla="*/ 16 w 64"/>
                  <a:gd name="T3" fmla="*/ 0 h 48"/>
                  <a:gd name="T4" fmla="*/ 48 w 64"/>
                  <a:gd name="T5" fmla="*/ 0 h 48"/>
                  <a:gd name="T6" fmla="*/ 64 w 64"/>
                  <a:gd name="T7" fmla="*/ 16 h 48"/>
                  <a:gd name="T8" fmla="*/ 64 w 64"/>
                  <a:gd name="T9" fmla="*/ 32 h 48"/>
                  <a:gd name="T10" fmla="*/ 48 w 64"/>
                  <a:gd name="T11" fmla="*/ 48 h 48"/>
                  <a:gd name="T12" fmla="*/ 16 w 64"/>
                  <a:gd name="T13" fmla="*/ 48 h 48"/>
                  <a:gd name="T14" fmla="*/ 0 w 64"/>
                  <a:gd name="T15" fmla="*/ 32 h 48"/>
                  <a:gd name="T16" fmla="*/ 0 w 64"/>
                  <a:gd name="T17" fmla="*/ 16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4" h="48">
                    <a:moveTo>
                      <a:pt x="0" y="16"/>
                    </a:moveTo>
                    <a:cubicBezTo>
                      <a:pt x="0" y="7"/>
                      <a:pt x="7" y="0"/>
                      <a:pt x="16" y="0"/>
                    </a:cubicBezTo>
                    <a:cubicBezTo>
                      <a:pt x="48" y="0"/>
                      <a:pt x="48" y="0"/>
                      <a:pt x="48" y="0"/>
                    </a:cubicBezTo>
                    <a:cubicBezTo>
                      <a:pt x="57" y="0"/>
                      <a:pt x="64" y="7"/>
                      <a:pt x="64" y="16"/>
                    </a:cubicBezTo>
                    <a:cubicBezTo>
                      <a:pt x="64" y="32"/>
                      <a:pt x="64" y="32"/>
                      <a:pt x="64" y="32"/>
                    </a:cubicBezTo>
                    <a:cubicBezTo>
                      <a:pt x="64" y="41"/>
                      <a:pt x="57" y="48"/>
                      <a:pt x="48" y="48"/>
                    </a:cubicBezTo>
                    <a:cubicBezTo>
                      <a:pt x="16" y="48"/>
                      <a:pt x="16" y="48"/>
                      <a:pt x="16" y="48"/>
                    </a:cubicBezTo>
                    <a:cubicBezTo>
                      <a:pt x="7" y="48"/>
                      <a:pt x="0" y="41"/>
                      <a:pt x="0" y="32"/>
                    </a:cubicBezTo>
                    <a:lnTo>
                      <a:pt x="0" y="16"/>
                    </a:lnTo>
                    <a:close/>
                  </a:path>
                </a:pathLst>
              </a:custGeom>
              <a:solidFill>
                <a:schemeClr val="accent5">
                  <a:lumMod val="25000"/>
                  <a:lumOff val="75000"/>
                </a:schemeClr>
              </a:solidFill>
              <a:ln>
                <a:noFill/>
              </a:ln>
            </p:spPr>
            <p:txBody>
              <a:bodyPr vert="horz" wrap="square" lIns="89630" tIns="44815" rIns="89630" bIns="44815" numCol="1" anchor="t" anchorCtr="0" compatLnSpc="1">
                <a:prstTxWarp prst="textNoShape">
                  <a:avLst/>
                </a:prstTxWarp>
              </a:bodyPr>
              <a:lstStyle/>
              <a:p>
                <a:pPr defTabSz="1218996" eaLnBrk="0" fontAlgn="base" hangingPunct="0">
                  <a:spcBef>
                    <a:spcPct val="0"/>
                  </a:spcBef>
                  <a:spcAft>
                    <a:spcPct val="0"/>
                  </a:spcAft>
                  <a:defRPr/>
                </a:pPr>
                <a:endParaRPr lang="en-US" sz="2400">
                  <a:solidFill>
                    <a:prstClr val="black"/>
                  </a:solidFill>
                  <a:latin typeface="Arial" pitchFamily="34" charset="0"/>
                </a:endParaRPr>
              </a:p>
            </p:txBody>
          </p:sp>
          <p:sp>
            <p:nvSpPr>
              <p:cNvPr id="66" name="Freeform 59"/>
              <p:cNvSpPr>
                <a:spLocks/>
              </p:cNvSpPr>
              <p:nvPr/>
            </p:nvSpPr>
            <p:spPr bwMode="auto">
              <a:xfrm>
                <a:off x="5102225" y="-2473325"/>
                <a:ext cx="241300" cy="182563"/>
              </a:xfrm>
              <a:custGeom>
                <a:avLst/>
                <a:gdLst>
                  <a:gd name="T0" fmla="*/ 0 w 64"/>
                  <a:gd name="T1" fmla="*/ 16 h 48"/>
                  <a:gd name="T2" fmla="*/ 16 w 64"/>
                  <a:gd name="T3" fmla="*/ 0 h 48"/>
                  <a:gd name="T4" fmla="*/ 48 w 64"/>
                  <a:gd name="T5" fmla="*/ 0 h 48"/>
                  <a:gd name="T6" fmla="*/ 64 w 64"/>
                  <a:gd name="T7" fmla="*/ 16 h 48"/>
                  <a:gd name="T8" fmla="*/ 64 w 64"/>
                  <a:gd name="T9" fmla="*/ 32 h 48"/>
                  <a:gd name="T10" fmla="*/ 48 w 64"/>
                  <a:gd name="T11" fmla="*/ 48 h 48"/>
                  <a:gd name="T12" fmla="*/ 16 w 64"/>
                  <a:gd name="T13" fmla="*/ 48 h 48"/>
                  <a:gd name="T14" fmla="*/ 0 w 64"/>
                  <a:gd name="T15" fmla="*/ 32 h 48"/>
                  <a:gd name="T16" fmla="*/ 0 w 64"/>
                  <a:gd name="T17" fmla="*/ 16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4" h="48">
                    <a:moveTo>
                      <a:pt x="0" y="16"/>
                    </a:moveTo>
                    <a:cubicBezTo>
                      <a:pt x="0" y="7"/>
                      <a:pt x="7" y="0"/>
                      <a:pt x="16" y="0"/>
                    </a:cubicBezTo>
                    <a:cubicBezTo>
                      <a:pt x="48" y="0"/>
                      <a:pt x="48" y="0"/>
                      <a:pt x="48" y="0"/>
                    </a:cubicBezTo>
                    <a:cubicBezTo>
                      <a:pt x="57" y="0"/>
                      <a:pt x="64" y="7"/>
                      <a:pt x="64" y="16"/>
                    </a:cubicBezTo>
                    <a:cubicBezTo>
                      <a:pt x="64" y="32"/>
                      <a:pt x="64" y="32"/>
                      <a:pt x="64" y="32"/>
                    </a:cubicBezTo>
                    <a:cubicBezTo>
                      <a:pt x="64" y="41"/>
                      <a:pt x="57" y="48"/>
                      <a:pt x="48" y="48"/>
                    </a:cubicBezTo>
                    <a:cubicBezTo>
                      <a:pt x="16" y="48"/>
                      <a:pt x="16" y="48"/>
                      <a:pt x="16" y="48"/>
                    </a:cubicBezTo>
                    <a:cubicBezTo>
                      <a:pt x="7" y="48"/>
                      <a:pt x="0" y="41"/>
                      <a:pt x="0" y="32"/>
                    </a:cubicBezTo>
                    <a:lnTo>
                      <a:pt x="0" y="16"/>
                    </a:lnTo>
                    <a:close/>
                  </a:path>
                </a:pathLst>
              </a:custGeom>
              <a:solidFill>
                <a:schemeClr val="accent5">
                  <a:lumMod val="25000"/>
                  <a:lumOff val="75000"/>
                </a:schemeClr>
              </a:solidFill>
              <a:ln>
                <a:noFill/>
              </a:ln>
            </p:spPr>
            <p:txBody>
              <a:bodyPr vert="horz" wrap="square" lIns="89630" tIns="44815" rIns="89630" bIns="44815" numCol="1" anchor="t" anchorCtr="0" compatLnSpc="1">
                <a:prstTxWarp prst="textNoShape">
                  <a:avLst/>
                </a:prstTxWarp>
              </a:bodyPr>
              <a:lstStyle/>
              <a:p>
                <a:pPr defTabSz="1218996" eaLnBrk="0" fontAlgn="base" hangingPunct="0">
                  <a:spcBef>
                    <a:spcPct val="0"/>
                  </a:spcBef>
                  <a:spcAft>
                    <a:spcPct val="0"/>
                  </a:spcAft>
                  <a:defRPr/>
                </a:pPr>
                <a:endParaRPr lang="en-US" sz="2400">
                  <a:solidFill>
                    <a:prstClr val="black"/>
                  </a:solidFill>
                  <a:latin typeface="Arial" pitchFamily="34" charset="0"/>
                </a:endParaRPr>
              </a:p>
            </p:txBody>
          </p:sp>
          <p:sp>
            <p:nvSpPr>
              <p:cNvPr id="67" name="Freeform 60"/>
              <p:cNvSpPr>
                <a:spLocks/>
              </p:cNvSpPr>
              <p:nvPr/>
            </p:nvSpPr>
            <p:spPr bwMode="auto">
              <a:xfrm>
                <a:off x="5464175" y="-2473325"/>
                <a:ext cx="241300" cy="182563"/>
              </a:xfrm>
              <a:custGeom>
                <a:avLst/>
                <a:gdLst>
                  <a:gd name="T0" fmla="*/ 0 w 64"/>
                  <a:gd name="T1" fmla="*/ 16 h 48"/>
                  <a:gd name="T2" fmla="*/ 16 w 64"/>
                  <a:gd name="T3" fmla="*/ 0 h 48"/>
                  <a:gd name="T4" fmla="*/ 48 w 64"/>
                  <a:gd name="T5" fmla="*/ 0 h 48"/>
                  <a:gd name="T6" fmla="*/ 64 w 64"/>
                  <a:gd name="T7" fmla="*/ 16 h 48"/>
                  <a:gd name="T8" fmla="*/ 64 w 64"/>
                  <a:gd name="T9" fmla="*/ 32 h 48"/>
                  <a:gd name="T10" fmla="*/ 48 w 64"/>
                  <a:gd name="T11" fmla="*/ 48 h 48"/>
                  <a:gd name="T12" fmla="*/ 16 w 64"/>
                  <a:gd name="T13" fmla="*/ 48 h 48"/>
                  <a:gd name="T14" fmla="*/ 0 w 64"/>
                  <a:gd name="T15" fmla="*/ 32 h 48"/>
                  <a:gd name="T16" fmla="*/ 0 w 64"/>
                  <a:gd name="T17" fmla="*/ 16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4" h="48">
                    <a:moveTo>
                      <a:pt x="0" y="16"/>
                    </a:moveTo>
                    <a:cubicBezTo>
                      <a:pt x="0" y="7"/>
                      <a:pt x="7" y="0"/>
                      <a:pt x="16" y="0"/>
                    </a:cubicBezTo>
                    <a:cubicBezTo>
                      <a:pt x="48" y="0"/>
                      <a:pt x="48" y="0"/>
                      <a:pt x="48" y="0"/>
                    </a:cubicBezTo>
                    <a:cubicBezTo>
                      <a:pt x="57" y="0"/>
                      <a:pt x="64" y="7"/>
                      <a:pt x="64" y="16"/>
                    </a:cubicBezTo>
                    <a:cubicBezTo>
                      <a:pt x="64" y="32"/>
                      <a:pt x="64" y="32"/>
                      <a:pt x="64" y="32"/>
                    </a:cubicBezTo>
                    <a:cubicBezTo>
                      <a:pt x="64" y="41"/>
                      <a:pt x="57" y="48"/>
                      <a:pt x="48" y="48"/>
                    </a:cubicBezTo>
                    <a:cubicBezTo>
                      <a:pt x="16" y="48"/>
                      <a:pt x="16" y="48"/>
                      <a:pt x="16" y="48"/>
                    </a:cubicBezTo>
                    <a:cubicBezTo>
                      <a:pt x="7" y="48"/>
                      <a:pt x="0" y="41"/>
                      <a:pt x="0" y="32"/>
                    </a:cubicBezTo>
                    <a:lnTo>
                      <a:pt x="0" y="16"/>
                    </a:lnTo>
                    <a:close/>
                  </a:path>
                </a:pathLst>
              </a:custGeom>
              <a:solidFill>
                <a:schemeClr val="accent5">
                  <a:lumMod val="25000"/>
                  <a:lumOff val="75000"/>
                </a:schemeClr>
              </a:solidFill>
              <a:ln>
                <a:noFill/>
              </a:ln>
            </p:spPr>
            <p:txBody>
              <a:bodyPr vert="horz" wrap="square" lIns="89630" tIns="44815" rIns="89630" bIns="44815" numCol="1" anchor="t" anchorCtr="0" compatLnSpc="1">
                <a:prstTxWarp prst="textNoShape">
                  <a:avLst/>
                </a:prstTxWarp>
              </a:bodyPr>
              <a:lstStyle/>
              <a:p>
                <a:pPr defTabSz="1218996" eaLnBrk="0" fontAlgn="base" hangingPunct="0">
                  <a:spcBef>
                    <a:spcPct val="0"/>
                  </a:spcBef>
                  <a:spcAft>
                    <a:spcPct val="0"/>
                  </a:spcAft>
                  <a:defRPr/>
                </a:pPr>
                <a:endParaRPr lang="en-US" sz="2400">
                  <a:solidFill>
                    <a:prstClr val="black"/>
                  </a:solidFill>
                  <a:latin typeface="Arial" pitchFamily="34" charset="0"/>
                </a:endParaRPr>
              </a:p>
            </p:txBody>
          </p:sp>
          <p:sp>
            <p:nvSpPr>
              <p:cNvPr id="70" name="Freeform 61"/>
              <p:cNvSpPr>
                <a:spLocks/>
              </p:cNvSpPr>
              <p:nvPr/>
            </p:nvSpPr>
            <p:spPr bwMode="auto">
              <a:xfrm>
                <a:off x="4376738" y="-2200275"/>
                <a:ext cx="242887" cy="180975"/>
              </a:xfrm>
              <a:custGeom>
                <a:avLst/>
                <a:gdLst>
                  <a:gd name="T0" fmla="*/ 0 w 64"/>
                  <a:gd name="T1" fmla="*/ 16 h 48"/>
                  <a:gd name="T2" fmla="*/ 16 w 64"/>
                  <a:gd name="T3" fmla="*/ 0 h 48"/>
                  <a:gd name="T4" fmla="*/ 48 w 64"/>
                  <a:gd name="T5" fmla="*/ 0 h 48"/>
                  <a:gd name="T6" fmla="*/ 64 w 64"/>
                  <a:gd name="T7" fmla="*/ 16 h 48"/>
                  <a:gd name="T8" fmla="*/ 64 w 64"/>
                  <a:gd name="T9" fmla="*/ 32 h 48"/>
                  <a:gd name="T10" fmla="*/ 48 w 64"/>
                  <a:gd name="T11" fmla="*/ 48 h 48"/>
                  <a:gd name="T12" fmla="*/ 16 w 64"/>
                  <a:gd name="T13" fmla="*/ 48 h 48"/>
                  <a:gd name="T14" fmla="*/ 0 w 64"/>
                  <a:gd name="T15" fmla="*/ 32 h 48"/>
                  <a:gd name="T16" fmla="*/ 0 w 64"/>
                  <a:gd name="T17" fmla="*/ 16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4" h="48">
                    <a:moveTo>
                      <a:pt x="0" y="16"/>
                    </a:moveTo>
                    <a:cubicBezTo>
                      <a:pt x="0" y="7"/>
                      <a:pt x="7" y="0"/>
                      <a:pt x="16" y="0"/>
                    </a:cubicBezTo>
                    <a:cubicBezTo>
                      <a:pt x="48" y="0"/>
                      <a:pt x="48" y="0"/>
                      <a:pt x="48" y="0"/>
                    </a:cubicBezTo>
                    <a:cubicBezTo>
                      <a:pt x="57" y="0"/>
                      <a:pt x="64" y="7"/>
                      <a:pt x="64" y="16"/>
                    </a:cubicBezTo>
                    <a:cubicBezTo>
                      <a:pt x="64" y="32"/>
                      <a:pt x="64" y="32"/>
                      <a:pt x="64" y="32"/>
                    </a:cubicBezTo>
                    <a:cubicBezTo>
                      <a:pt x="64" y="41"/>
                      <a:pt x="57" y="48"/>
                      <a:pt x="48" y="48"/>
                    </a:cubicBezTo>
                    <a:cubicBezTo>
                      <a:pt x="16" y="48"/>
                      <a:pt x="16" y="48"/>
                      <a:pt x="16" y="48"/>
                    </a:cubicBezTo>
                    <a:cubicBezTo>
                      <a:pt x="7" y="48"/>
                      <a:pt x="0" y="41"/>
                      <a:pt x="0" y="32"/>
                    </a:cubicBezTo>
                    <a:lnTo>
                      <a:pt x="0" y="16"/>
                    </a:lnTo>
                    <a:close/>
                  </a:path>
                </a:pathLst>
              </a:custGeom>
              <a:solidFill>
                <a:schemeClr val="accent5">
                  <a:lumMod val="25000"/>
                  <a:lumOff val="75000"/>
                </a:schemeClr>
              </a:solidFill>
              <a:ln>
                <a:noFill/>
              </a:ln>
            </p:spPr>
            <p:txBody>
              <a:bodyPr vert="horz" wrap="square" lIns="89630" tIns="44815" rIns="89630" bIns="44815" numCol="1" anchor="t" anchorCtr="0" compatLnSpc="1">
                <a:prstTxWarp prst="textNoShape">
                  <a:avLst/>
                </a:prstTxWarp>
              </a:bodyPr>
              <a:lstStyle/>
              <a:p>
                <a:pPr defTabSz="1218996" eaLnBrk="0" fontAlgn="base" hangingPunct="0">
                  <a:spcBef>
                    <a:spcPct val="0"/>
                  </a:spcBef>
                  <a:spcAft>
                    <a:spcPct val="0"/>
                  </a:spcAft>
                  <a:defRPr/>
                </a:pPr>
                <a:endParaRPr lang="en-US" sz="2400">
                  <a:solidFill>
                    <a:prstClr val="black"/>
                  </a:solidFill>
                  <a:latin typeface="Arial" pitchFamily="34" charset="0"/>
                </a:endParaRPr>
              </a:p>
            </p:txBody>
          </p:sp>
          <p:sp>
            <p:nvSpPr>
              <p:cNvPr id="71" name="Freeform 62"/>
              <p:cNvSpPr>
                <a:spLocks/>
              </p:cNvSpPr>
              <p:nvPr/>
            </p:nvSpPr>
            <p:spPr bwMode="auto">
              <a:xfrm>
                <a:off x="4740275" y="-2200275"/>
                <a:ext cx="241300" cy="180975"/>
              </a:xfrm>
              <a:custGeom>
                <a:avLst/>
                <a:gdLst>
                  <a:gd name="T0" fmla="*/ 0 w 64"/>
                  <a:gd name="T1" fmla="*/ 16 h 48"/>
                  <a:gd name="T2" fmla="*/ 16 w 64"/>
                  <a:gd name="T3" fmla="*/ 0 h 48"/>
                  <a:gd name="T4" fmla="*/ 48 w 64"/>
                  <a:gd name="T5" fmla="*/ 0 h 48"/>
                  <a:gd name="T6" fmla="*/ 64 w 64"/>
                  <a:gd name="T7" fmla="*/ 16 h 48"/>
                  <a:gd name="T8" fmla="*/ 64 w 64"/>
                  <a:gd name="T9" fmla="*/ 32 h 48"/>
                  <a:gd name="T10" fmla="*/ 48 w 64"/>
                  <a:gd name="T11" fmla="*/ 48 h 48"/>
                  <a:gd name="T12" fmla="*/ 16 w 64"/>
                  <a:gd name="T13" fmla="*/ 48 h 48"/>
                  <a:gd name="T14" fmla="*/ 0 w 64"/>
                  <a:gd name="T15" fmla="*/ 32 h 48"/>
                  <a:gd name="T16" fmla="*/ 0 w 64"/>
                  <a:gd name="T17" fmla="*/ 16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4" h="48">
                    <a:moveTo>
                      <a:pt x="0" y="16"/>
                    </a:moveTo>
                    <a:cubicBezTo>
                      <a:pt x="0" y="7"/>
                      <a:pt x="7" y="0"/>
                      <a:pt x="16" y="0"/>
                    </a:cubicBezTo>
                    <a:cubicBezTo>
                      <a:pt x="48" y="0"/>
                      <a:pt x="48" y="0"/>
                      <a:pt x="48" y="0"/>
                    </a:cubicBezTo>
                    <a:cubicBezTo>
                      <a:pt x="57" y="0"/>
                      <a:pt x="64" y="7"/>
                      <a:pt x="64" y="16"/>
                    </a:cubicBezTo>
                    <a:cubicBezTo>
                      <a:pt x="64" y="32"/>
                      <a:pt x="64" y="32"/>
                      <a:pt x="64" y="32"/>
                    </a:cubicBezTo>
                    <a:cubicBezTo>
                      <a:pt x="64" y="41"/>
                      <a:pt x="57" y="48"/>
                      <a:pt x="48" y="48"/>
                    </a:cubicBezTo>
                    <a:cubicBezTo>
                      <a:pt x="16" y="48"/>
                      <a:pt x="16" y="48"/>
                      <a:pt x="16" y="48"/>
                    </a:cubicBezTo>
                    <a:cubicBezTo>
                      <a:pt x="7" y="48"/>
                      <a:pt x="0" y="41"/>
                      <a:pt x="0" y="32"/>
                    </a:cubicBezTo>
                    <a:lnTo>
                      <a:pt x="0" y="16"/>
                    </a:lnTo>
                    <a:close/>
                  </a:path>
                </a:pathLst>
              </a:custGeom>
              <a:solidFill>
                <a:schemeClr val="bg1"/>
              </a:solidFill>
              <a:ln>
                <a:noFill/>
              </a:ln>
            </p:spPr>
            <p:txBody>
              <a:bodyPr vert="horz" wrap="square" lIns="89630" tIns="44815" rIns="89630" bIns="44815" numCol="1" anchor="t" anchorCtr="0" compatLnSpc="1">
                <a:prstTxWarp prst="textNoShape">
                  <a:avLst/>
                </a:prstTxWarp>
              </a:bodyPr>
              <a:lstStyle/>
              <a:p>
                <a:pPr defTabSz="1218996" eaLnBrk="0" fontAlgn="base" hangingPunct="0">
                  <a:spcBef>
                    <a:spcPct val="0"/>
                  </a:spcBef>
                  <a:spcAft>
                    <a:spcPct val="0"/>
                  </a:spcAft>
                  <a:defRPr/>
                </a:pPr>
                <a:endParaRPr lang="en-US" sz="2400">
                  <a:solidFill>
                    <a:prstClr val="black"/>
                  </a:solidFill>
                  <a:latin typeface="Arial" pitchFamily="34" charset="0"/>
                </a:endParaRPr>
              </a:p>
            </p:txBody>
          </p:sp>
          <p:sp>
            <p:nvSpPr>
              <p:cNvPr id="72" name="Freeform 63"/>
              <p:cNvSpPr>
                <a:spLocks/>
              </p:cNvSpPr>
              <p:nvPr/>
            </p:nvSpPr>
            <p:spPr bwMode="auto">
              <a:xfrm>
                <a:off x="5102225" y="-2200275"/>
                <a:ext cx="241300" cy="180975"/>
              </a:xfrm>
              <a:custGeom>
                <a:avLst/>
                <a:gdLst>
                  <a:gd name="T0" fmla="*/ 0 w 64"/>
                  <a:gd name="T1" fmla="*/ 16 h 48"/>
                  <a:gd name="T2" fmla="*/ 16 w 64"/>
                  <a:gd name="T3" fmla="*/ 0 h 48"/>
                  <a:gd name="T4" fmla="*/ 48 w 64"/>
                  <a:gd name="T5" fmla="*/ 0 h 48"/>
                  <a:gd name="T6" fmla="*/ 64 w 64"/>
                  <a:gd name="T7" fmla="*/ 16 h 48"/>
                  <a:gd name="T8" fmla="*/ 64 w 64"/>
                  <a:gd name="T9" fmla="*/ 32 h 48"/>
                  <a:gd name="T10" fmla="*/ 48 w 64"/>
                  <a:gd name="T11" fmla="*/ 48 h 48"/>
                  <a:gd name="T12" fmla="*/ 16 w 64"/>
                  <a:gd name="T13" fmla="*/ 48 h 48"/>
                  <a:gd name="T14" fmla="*/ 0 w 64"/>
                  <a:gd name="T15" fmla="*/ 32 h 48"/>
                  <a:gd name="T16" fmla="*/ 0 w 64"/>
                  <a:gd name="T17" fmla="*/ 16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4" h="48">
                    <a:moveTo>
                      <a:pt x="0" y="16"/>
                    </a:moveTo>
                    <a:cubicBezTo>
                      <a:pt x="0" y="7"/>
                      <a:pt x="7" y="0"/>
                      <a:pt x="16" y="0"/>
                    </a:cubicBezTo>
                    <a:cubicBezTo>
                      <a:pt x="48" y="0"/>
                      <a:pt x="48" y="0"/>
                      <a:pt x="48" y="0"/>
                    </a:cubicBezTo>
                    <a:cubicBezTo>
                      <a:pt x="57" y="0"/>
                      <a:pt x="64" y="7"/>
                      <a:pt x="64" y="16"/>
                    </a:cubicBezTo>
                    <a:cubicBezTo>
                      <a:pt x="64" y="32"/>
                      <a:pt x="64" y="32"/>
                      <a:pt x="64" y="32"/>
                    </a:cubicBezTo>
                    <a:cubicBezTo>
                      <a:pt x="64" y="41"/>
                      <a:pt x="57" y="48"/>
                      <a:pt x="48" y="48"/>
                    </a:cubicBezTo>
                    <a:cubicBezTo>
                      <a:pt x="16" y="48"/>
                      <a:pt x="16" y="48"/>
                      <a:pt x="16" y="48"/>
                    </a:cubicBezTo>
                    <a:cubicBezTo>
                      <a:pt x="7" y="48"/>
                      <a:pt x="0" y="41"/>
                      <a:pt x="0" y="32"/>
                    </a:cubicBezTo>
                    <a:lnTo>
                      <a:pt x="0" y="16"/>
                    </a:lnTo>
                    <a:close/>
                  </a:path>
                </a:pathLst>
              </a:custGeom>
              <a:solidFill>
                <a:schemeClr val="bg1"/>
              </a:solidFill>
              <a:ln>
                <a:noFill/>
              </a:ln>
            </p:spPr>
            <p:txBody>
              <a:bodyPr vert="horz" wrap="square" lIns="89630" tIns="44815" rIns="89630" bIns="44815" numCol="1" anchor="t" anchorCtr="0" compatLnSpc="1">
                <a:prstTxWarp prst="textNoShape">
                  <a:avLst/>
                </a:prstTxWarp>
              </a:bodyPr>
              <a:lstStyle/>
              <a:p>
                <a:pPr defTabSz="1218996" eaLnBrk="0" fontAlgn="base" hangingPunct="0">
                  <a:spcBef>
                    <a:spcPct val="0"/>
                  </a:spcBef>
                  <a:spcAft>
                    <a:spcPct val="0"/>
                  </a:spcAft>
                  <a:defRPr/>
                </a:pPr>
                <a:endParaRPr lang="en-US" sz="2400">
                  <a:solidFill>
                    <a:prstClr val="black"/>
                  </a:solidFill>
                  <a:latin typeface="Arial" pitchFamily="34" charset="0"/>
                </a:endParaRPr>
              </a:p>
            </p:txBody>
          </p:sp>
          <p:sp>
            <p:nvSpPr>
              <p:cNvPr id="73" name="Freeform 64"/>
              <p:cNvSpPr>
                <a:spLocks/>
              </p:cNvSpPr>
              <p:nvPr/>
            </p:nvSpPr>
            <p:spPr bwMode="auto">
              <a:xfrm>
                <a:off x="5464175" y="-2200275"/>
                <a:ext cx="241300" cy="180975"/>
              </a:xfrm>
              <a:custGeom>
                <a:avLst/>
                <a:gdLst>
                  <a:gd name="T0" fmla="*/ 0 w 64"/>
                  <a:gd name="T1" fmla="*/ 16 h 48"/>
                  <a:gd name="T2" fmla="*/ 16 w 64"/>
                  <a:gd name="T3" fmla="*/ 0 h 48"/>
                  <a:gd name="T4" fmla="*/ 48 w 64"/>
                  <a:gd name="T5" fmla="*/ 0 h 48"/>
                  <a:gd name="T6" fmla="*/ 64 w 64"/>
                  <a:gd name="T7" fmla="*/ 16 h 48"/>
                  <a:gd name="T8" fmla="*/ 64 w 64"/>
                  <a:gd name="T9" fmla="*/ 32 h 48"/>
                  <a:gd name="T10" fmla="*/ 48 w 64"/>
                  <a:gd name="T11" fmla="*/ 48 h 48"/>
                  <a:gd name="T12" fmla="*/ 16 w 64"/>
                  <a:gd name="T13" fmla="*/ 48 h 48"/>
                  <a:gd name="T14" fmla="*/ 0 w 64"/>
                  <a:gd name="T15" fmla="*/ 32 h 48"/>
                  <a:gd name="T16" fmla="*/ 0 w 64"/>
                  <a:gd name="T17" fmla="*/ 16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4" h="48">
                    <a:moveTo>
                      <a:pt x="0" y="16"/>
                    </a:moveTo>
                    <a:cubicBezTo>
                      <a:pt x="0" y="7"/>
                      <a:pt x="7" y="0"/>
                      <a:pt x="16" y="0"/>
                    </a:cubicBezTo>
                    <a:cubicBezTo>
                      <a:pt x="48" y="0"/>
                      <a:pt x="48" y="0"/>
                      <a:pt x="48" y="0"/>
                    </a:cubicBezTo>
                    <a:cubicBezTo>
                      <a:pt x="57" y="0"/>
                      <a:pt x="64" y="7"/>
                      <a:pt x="64" y="16"/>
                    </a:cubicBezTo>
                    <a:cubicBezTo>
                      <a:pt x="64" y="32"/>
                      <a:pt x="64" y="32"/>
                      <a:pt x="64" y="32"/>
                    </a:cubicBezTo>
                    <a:cubicBezTo>
                      <a:pt x="64" y="41"/>
                      <a:pt x="57" y="48"/>
                      <a:pt x="48" y="48"/>
                    </a:cubicBezTo>
                    <a:cubicBezTo>
                      <a:pt x="16" y="48"/>
                      <a:pt x="16" y="48"/>
                      <a:pt x="16" y="48"/>
                    </a:cubicBezTo>
                    <a:cubicBezTo>
                      <a:pt x="7" y="48"/>
                      <a:pt x="0" y="41"/>
                      <a:pt x="0" y="32"/>
                    </a:cubicBezTo>
                    <a:lnTo>
                      <a:pt x="0" y="16"/>
                    </a:lnTo>
                    <a:close/>
                  </a:path>
                </a:pathLst>
              </a:custGeom>
              <a:solidFill>
                <a:schemeClr val="bg1"/>
              </a:solidFill>
              <a:ln>
                <a:noFill/>
              </a:ln>
            </p:spPr>
            <p:txBody>
              <a:bodyPr vert="horz" wrap="square" lIns="89630" tIns="44815" rIns="89630" bIns="44815" numCol="1" anchor="t" anchorCtr="0" compatLnSpc="1">
                <a:prstTxWarp prst="textNoShape">
                  <a:avLst/>
                </a:prstTxWarp>
              </a:bodyPr>
              <a:lstStyle/>
              <a:p>
                <a:pPr defTabSz="1218996" eaLnBrk="0" fontAlgn="base" hangingPunct="0">
                  <a:spcBef>
                    <a:spcPct val="0"/>
                  </a:spcBef>
                  <a:spcAft>
                    <a:spcPct val="0"/>
                  </a:spcAft>
                  <a:defRPr/>
                </a:pPr>
                <a:endParaRPr lang="en-US" sz="2400">
                  <a:solidFill>
                    <a:prstClr val="black"/>
                  </a:solidFill>
                  <a:latin typeface="Arial" pitchFamily="34" charset="0"/>
                </a:endParaRPr>
              </a:p>
            </p:txBody>
          </p:sp>
          <p:sp>
            <p:nvSpPr>
              <p:cNvPr id="74" name="Freeform 65"/>
              <p:cNvSpPr>
                <a:spLocks/>
              </p:cNvSpPr>
              <p:nvPr/>
            </p:nvSpPr>
            <p:spPr bwMode="auto">
              <a:xfrm>
                <a:off x="4376738" y="-1928813"/>
                <a:ext cx="242887" cy="180975"/>
              </a:xfrm>
              <a:custGeom>
                <a:avLst/>
                <a:gdLst>
                  <a:gd name="T0" fmla="*/ 0 w 64"/>
                  <a:gd name="T1" fmla="*/ 16 h 48"/>
                  <a:gd name="T2" fmla="*/ 16 w 64"/>
                  <a:gd name="T3" fmla="*/ 0 h 48"/>
                  <a:gd name="T4" fmla="*/ 48 w 64"/>
                  <a:gd name="T5" fmla="*/ 0 h 48"/>
                  <a:gd name="T6" fmla="*/ 64 w 64"/>
                  <a:gd name="T7" fmla="*/ 16 h 48"/>
                  <a:gd name="T8" fmla="*/ 64 w 64"/>
                  <a:gd name="T9" fmla="*/ 32 h 48"/>
                  <a:gd name="T10" fmla="*/ 48 w 64"/>
                  <a:gd name="T11" fmla="*/ 48 h 48"/>
                  <a:gd name="T12" fmla="*/ 16 w 64"/>
                  <a:gd name="T13" fmla="*/ 48 h 48"/>
                  <a:gd name="T14" fmla="*/ 0 w 64"/>
                  <a:gd name="T15" fmla="*/ 32 h 48"/>
                  <a:gd name="T16" fmla="*/ 0 w 64"/>
                  <a:gd name="T17" fmla="*/ 16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4" h="48">
                    <a:moveTo>
                      <a:pt x="0" y="16"/>
                    </a:moveTo>
                    <a:cubicBezTo>
                      <a:pt x="0" y="7"/>
                      <a:pt x="7" y="0"/>
                      <a:pt x="16" y="0"/>
                    </a:cubicBezTo>
                    <a:cubicBezTo>
                      <a:pt x="48" y="0"/>
                      <a:pt x="48" y="0"/>
                      <a:pt x="48" y="0"/>
                    </a:cubicBezTo>
                    <a:cubicBezTo>
                      <a:pt x="57" y="0"/>
                      <a:pt x="64" y="7"/>
                      <a:pt x="64" y="16"/>
                    </a:cubicBezTo>
                    <a:cubicBezTo>
                      <a:pt x="64" y="32"/>
                      <a:pt x="64" y="32"/>
                      <a:pt x="64" y="32"/>
                    </a:cubicBezTo>
                    <a:cubicBezTo>
                      <a:pt x="64" y="41"/>
                      <a:pt x="57" y="48"/>
                      <a:pt x="48" y="48"/>
                    </a:cubicBezTo>
                    <a:cubicBezTo>
                      <a:pt x="16" y="48"/>
                      <a:pt x="16" y="48"/>
                      <a:pt x="16" y="48"/>
                    </a:cubicBezTo>
                    <a:cubicBezTo>
                      <a:pt x="7" y="48"/>
                      <a:pt x="0" y="41"/>
                      <a:pt x="0" y="32"/>
                    </a:cubicBezTo>
                    <a:lnTo>
                      <a:pt x="0" y="16"/>
                    </a:lnTo>
                    <a:close/>
                  </a:path>
                </a:pathLst>
              </a:custGeom>
              <a:solidFill>
                <a:schemeClr val="bg1"/>
              </a:solidFill>
              <a:ln>
                <a:noFill/>
              </a:ln>
            </p:spPr>
            <p:txBody>
              <a:bodyPr vert="horz" wrap="square" lIns="89630" tIns="44815" rIns="89630" bIns="44815" numCol="1" anchor="t" anchorCtr="0" compatLnSpc="1">
                <a:prstTxWarp prst="textNoShape">
                  <a:avLst/>
                </a:prstTxWarp>
              </a:bodyPr>
              <a:lstStyle/>
              <a:p>
                <a:pPr defTabSz="1218996" eaLnBrk="0" fontAlgn="base" hangingPunct="0">
                  <a:spcBef>
                    <a:spcPct val="0"/>
                  </a:spcBef>
                  <a:spcAft>
                    <a:spcPct val="0"/>
                  </a:spcAft>
                  <a:defRPr/>
                </a:pPr>
                <a:endParaRPr lang="en-US" sz="2400">
                  <a:solidFill>
                    <a:prstClr val="black"/>
                  </a:solidFill>
                  <a:latin typeface="Arial" pitchFamily="34" charset="0"/>
                </a:endParaRPr>
              </a:p>
            </p:txBody>
          </p:sp>
          <p:sp>
            <p:nvSpPr>
              <p:cNvPr id="75" name="Freeform 66"/>
              <p:cNvSpPr>
                <a:spLocks/>
              </p:cNvSpPr>
              <p:nvPr/>
            </p:nvSpPr>
            <p:spPr bwMode="auto">
              <a:xfrm>
                <a:off x="4740275" y="-1928813"/>
                <a:ext cx="241300" cy="180975"/>
              </a:xfrm>
              <a:custGeom>
                <a:avLst/>
                <a:gdLst>
                  <a:gd name="T0" fmla="*/ 0 w 64"/>
                  <a:gd name="T1" fmla="*/ 16 h 48"/>
                  <a:gd name="T2" fmla="*/ 16 w 64"/>
                  <a:gd name="T3" fmla="*/ 0 h 48"/>
                  <a:gd name="T4" fmla="*/ 48 w 64"/>
                  <a:gd name="T5" fmla="*/ 0 h 48"/>
                  <a:gd name="T6" fmla="*/ 64 w 64"/>
                  <a:gd name="T7" fmla="*/ 16 h 48"/>
                  <a:gd name="T8" fmla="*/ 64 w 64"/>
                  <a:gd name="T9" fmla="*/ 32 h 48"/>
                  <a:gd name="T10" fmla="*/ 48 w 64"/>
                  <a:gd name="T11" fmla="*/ 48 h 48"/>
                  <a:gd name="T12" fmla="*/ 16 w 64"/>
                  <a:gd name="T13" fmla="*/ 48 h 48"/>
                  <a:gd name="T14" fmla="*/ 0 w 64"/>
                  <a:gd name="T15" fmla="*/ 32 h 48"/>
                  <a:gd name="T16" fmla="*/ 0 w 64"/>
                  <a:gd name="T17" fmla="*/ 16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4" h="48">
                    <a:moveTo>
                      <a:pt x="0" y="16"/>
                    </a:moveTo>
                    <a:cubicBezTo>
                      <a:pt x="0" y="7"/>
                      <a:pt x="7" y="0"/>
                      <a:pt x="16" y="0"/>
                    </a:cubicBezTo>
                    <a:cubicBezTo>
                      <a:pt x="48" y="0"/>
                      <a:pt x="48" y="0"/>
                      <a:pt x="48" y="0"/>
                    </a:cubicBezTo>
                    <a:cubicBezTo>
                      <a:pt x="57" y="0"/>
                      <a:pt x="64" y="7"/>
                      <a:pt x="64" y="16"/>
                    </a:cubicBezTo>
                    <a:cubicBezTo>
                      <a:pt x="64" y="32"/>
                      <a:pt x="64" y="32"/>
                      <a:pt x="64" y="32"/>
                    </a:cubicBezTo>
                    <a:cubicBezTo>
                      <a:pt x="64" y="41"/>
                      <a:pt x="57" y="48"/>
                      <a:pt x="48" y="48"/>
                    </a:cubicBezTo>
                    <a:cubicBezTo>
                      <a:pt x="16" y="48"/>
                      <a:pt x="16" y="48"/>
                      <a:pt x="16" y="48"/>
                    </a:cubicBezTo>
                    <a:cubicBezTo>
                      <a:pt x="7" y="48"/>
                      <a:pt x="0" y="41"/>
                      <a:pt x="0" y="32"/>
                    </a:cubicBezTo>
                    <a:lnTo>
                      <a:pt x="0" y="16"/>
                    </a:lnTo>
                    <a:close/>
                  </a:path>
                </a:pathLst>
              </a:custGeom>
              <a:solidFill>
                <a:schemeClr val="bg1"/>
              </a:solidFill>
              <a:ln>
                <a:noFill/>
              </a:ln>
            </p:spPr>
            <p:txBody>
              <a:bodyPr vert="horz" wrap="square" lIns="89630" tIns="44815" rIns="89630" bIns="44815" numCol="1" anchor="t" anchorCtr="0" compatLnSpc="1">
                <a:prstTxWarp prst="textNoShape">
                  <a:avLst/>
                </a:prstTxWarp>
              </a:bodyPr>
              <a:lstStyle/>
              <a:p>
                <a:pPr defTabSz="1218996" eaLnBrk="0" fontAlgn="base" hangingPunct="0">
                  <a:spcBef>
                    <a:spcPct val="0"/>
                  </a:spcBef>
                  <a:spcAft>
                    <a:spcPct val="0"/>
                  </a:spcAft>
                  <a:defRPr/>
                </a:pPr>
                <a:endParaRPr lang="en-US" sz="2400">
                  <a:solidFill>
                    <a:prstClr val="black"/>
                  </a:solidFill>
                  <a:latin typeface="Arial" pitchFamily="34" charset="0"/>
                </a:endParaRPr>
              </a:p>
            </p:txBody>
          </p:sp>
          <p:sp>
            <p:nvSpPr>
              <p:cNvPr id="76" name="Freeform 67"/>
              <p:cNvSpPr>
                <a:spLocks/>
              </p:cNvSpPr>
              <p:nvPr/>
            </p:nvSpPr>
            <p:spPr bwMode="auto">
              <a:xfrm>
                <a:off x="5102225" y="-1928813"/>
                <a:ext cx="241300" cy="180975"/>
              </a:xfrm>
              <a:custGeom>
                <a:avLst/>
                <a:gdLst>
                  <a:gd name="T0" fmla="*/ 0 w 64"/>
                  <a:gd name="T1" fmla="*/ 16 h 48"/>
                  <a:gd name="T2" fmla="*/ 16 w 64"/>
                  <a:gd name="T3" fmla="*/ 0 h 48"/>
                  <a:gd name="T4" fmla="*/ 48 w 64"/>
                  <a:gd name="T5" fmla="*/ 0 h 48"/>
                  <a:gd name="T6" fmla="*/ 64 w 64"/>
                  <a:gd name="T7" fmla="*/ 16 h 48"/>
                  <a:gd name="T8" fmla="*/ 64 w 64"/>
                  <a:gd name="T9" fmla="*/ 32 h 48"/>
                  <a:gd name="T10" fmla="*/ 48 w 64"/>
                  <a:gd name="T11" fmla="*/ 48 h 48"/>
                  <a:gd name="T12" fmla="*/ 16 w 64"/>
                  <a:gd name="T13" fmla="*/ 48 h 48"/>
                  <a:gd name="T14" fmla="*/ 0 w 64"/>
                  <a:gd name="T15" fmla="*/ 32 h 48"/>
                  <a:gd name="T16" fmla="*/ 0 w 64"/>
                  <a:gd name="T17" fmla="*/ 16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4" h="48">
                    <a:moveTo>
                      <a:pt x="0" y="16"/>
                    </a:moveTo>
                    <a:cubicBezTo>
                      <a:pt x="0" y="7"/>
                      <a:pt x="7" y="0"/>
                      <a:pt x="16" y="0"/>
                    </a:cubicBezTo>
                    <a:cubicBezTo>
                      <a:pt x="48" y="0"/>
                      <a:pt x="48" y="0"/>
                      <a:pt x="48" y="0"/>
                    </a:cubicBezTo>
                    <a:cubicBezTo>
                      <a:pt x="57" y="0"/>
                      <a:pt x="64" y="7"/>
                      <a:pt x="64" y="16"/>
                    </a:cubicBezTo>
                    <a:cubicBezTo>
                      <a:pt x="64" y="32"/>
                      <a:pt x="64" y="32"/>
                      <a:pt x="64" y="32"/>
                    </a:cubicBezTo>
                    <a:cubicBezTo>
                      <a:pt x="64" y="41"/>
                      <a:pt x="57" y="48"/>
                      <a:pt x="48" y="48"/>
                    </a:cubicBezTo>
                    <a:cubicBezTo>
                      <a:pt x="16" y="48"/>
                      <a:pt x="16" y="48"/>
                      <a:pt x="16" y="48"/>
                    </a:cubicBezTo>
                    <a:cubicBezTo>
                      <a:pt x="7" y="48"/>
                      <a:pt x="0" y="41"/>
                      <a:pt x="0" y="32"/>
                    </a:cubicBezTo>
                    <a:lnTo>
                      <a:pt x="0" y="16"/>
                    </a:lnTo>
                    <a:close/>
                  </a:path>
                </a:pathLst>
              </a:custGeom>
              <a:solidFill>
                <a:schemeClr val="bg1"/>
              </a:solidFill>
              <a:ln>
                <a:noFill/>
              </a:ln>
            </p:spPr>
            <p:txBody>
              <a:bodyPr vert="horz" wrap="square" lIns="89630" tIns="44815" rIns="89630" bIns="44815" numCol="1" anchor="t" anchorCtr="0" compatLnSpc="1">
                <a:prstTxWarp prst="textNoShape">
                  <a:avLst/>
                </a:prstTxWarp>
              </a:bodyPr>
              <a:lstStyle/>
              <a:p>
                <a:pPr defTabSz="1218996" eaLnBrk="0" fontAlgn="base" hangingPunct="0">
                  <a:spcBef>
                    <a:spcPct val="0"/>
                  </a:spcBef>
                  <a:spcAft>
                    <a:spcPct val="0"/>
                  </a:spcAft>
                  <a:defRPr/>
                </a:pPr>
                <a:endParaRPr lang="en-US" sz="2400">
                  <a:solidFill>
                    <a:prstClr val="black"/>
                  </a:solidFill>
                  <a:latin typeface="Arial" pitchFamily="34" charset="0"/>
                </a:endParaRPr>
              </a:p>
            </p:txBody>
          </p:sp>
        </p:grpSp>
      </p:grpSp>
      <p:grpSp>
        <p:nvGrpSpPr>
          <p:cNvPr id="119" name="Group 118"/>
          <p:cNvGrpSpPr/>
          <p:nvPr/>
        </p:nvGrpSpPr>
        <p:grpSpPr>
          <a:xfrm>
            <a:off x="9248002" y="5669745"/>
            <a:ext cx="717038" cy="717030"/>
            <a:chOff x="9433898" y="5783263"/>
            <a:chExt cx="731520" cy="731512"/>
          </a:xfrm>
        </p:grpSpPr>
        <p:sp>
          <p:nvSpPr>
            <p:cNvPr id="57" name="Rectangle 56"/>
            <p:cNvSpPr/>
            <p:nvPr/>
          </p:nvSpPr>
          <p:spPr bwMode="auto">
            <a:xfrm>
              <a:off x="9433898" y="5783263"/>
              <a:ext cx="731520" cy="731512"/>
            </a:xfrm>
            <a:prstGeom prst="rect">
              <a:avLst/>
            </a:prstGeom>
            <a:solidFill>
              <a:schemeClr val="accent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59" tIns="143407" rIns="179259" bIns="143407" numCol="1" spcCol="0" rtlCol="0" fromWordArt="0" anchor="t" anchorCtr="0" forceAA="0" compatLnSpc="1">
              <a:prstTxWarp prst="textNoShape">
                <a:avLst/>
              </a:prstTxWarp>
              <a:noAutofit/>
            </a:bodyPr>
            <a:lstStyle/>
            <a:p>
              <a:pPr algn="ctr" defTabSz="914043" eaLnBrk="0" fontAlgn="base" hangingPunct="0">
                <a:lnSpc>
                  <a:spcPct val="90000"/>
                </a:lnSpc>
                <a:spcBef>
                  <a:spcPct val="0"/>
                </a:spcBef>
                <a:spcAft>
                  <a:spcPct val="0"/>
                </a:spcAft>
                <a:defRPr/>
              </a:pPr>
              <a:endParaRPr lang="en-US" sz="2353" dirty="0" err="1">
                <a:gradFill>
                  <a:gsLst>
                    <a:gs pos="0">
                      <a:srgbClr val="FFFFFF"/>
                    </a:gs>
                    <a:gs pos="100000">
                      <a:srgbClr val="FFFFFF"/>
                    </a:gs>
                  </a:gsLst>
                  <a:lin ang="5400000" scaled="0"/>
                </a:gradFill>
                <a:ea typeface="Segoe UI" pitchFamily="34" charset="0"/>
                <a:cs typeface="Segoe UI" pitchFamily="34" charset="0"/>
              </a:endParaRPr>
            </a:p>
          </p:txBody>
        </p:sp>
        <p:sp>
          <p:nvSpPr>
            <p:cNvPr id="512" name="Freeform 30"/>
            <p:cNvSpPr>
              <a:spLocks noEditPoints="1"/>
            </p:cNvSpPr>
            <p:nvPr/>
          </p:nvSpPr>
          <p:spPr bwMode="auto">
            <a:xfrm>
              <a:off x="9585300" y="5905160"/>
              <a:ext cx="439346" cy="485791"/>
            </a:xfrm>
            <a:custGeom>
              <a:avLst/>
              <a:gdLst>
                <a:gd name="T0" fmla="*/ 148 w 148"/>
                <a:gd name="T1" fmla="*/ 39 h 164"/>
                <a:gd name="T2" fmla="*/ 148 w 148"/>
                <a:gd name="T3" fmla="*/ 138 h 164"/>
                <a:gd name="T4" fmla="*/ 148 w 148"/>
                <a:gd name="T5" fmla="*/ 138 h 164"/>
                <a:gd name="T6" fmla="*/ 74 w 148"/>
                <a:gd name="T7" fmla="*/ 164 h 164"/>
                <a:gd name="T8" fmla="*/ 0 w 148"/>
                <a:gd name="T9" fmla="*/ 138 h 164"/>
                <a:gd name="T10" fmla="*/ 0 w 148"/>
                <a:gd name="T11" fmla="*/ 138 h 164"/>
                <a:gd name="T12" fmla="*/ 0 w 148"/>
                <a:gd name="T13" fmla="*/ 138 h 164"/>
                <a:gd name="T14" fmla="*/ 0 w 148"/>
                <a:gd name="T15" fmla="*/ 136 h 164"/>
                <a:gd name="T16" fmla="*/ 0 w 148"/>
                <a:gd name="T17" fmla="*/ 135 h 164"/>
                <a:gd name="T18" fmla="*/ 0 w 148"/>
                <a:gd name="T19" fmla="*/ 40 h 164"/>
                <a:gd name="T20" fmla="*/ 74 w 148"/>
                <a:gd name="T21" fmla="*/ 60 h 164"/>
                <a:gd name="T22" fmla="*/ 148 w 148"/>
                <a:gd name="T23" fmla="*/ 39 h 164"/>
                <a:gd name="T24" fmla="*/ 74 w 148"/>
                <a:gd name="T25" fmla="*/ 55 h 164"/>
                <a:gd name="T26" fmla="*/ 148 w 148"/>
                <a:gd name="T27" fmla="*/ 28 h 164"/>
                <a:gd name="T28" fmla="*/ 74 w 148"/>
                <a:gd name="T29" fmla="*/ 0 h 164"/>
                <a:gd name="T30" fmla="*/ 0 w 148"/>
                <a:gd name="T31" fmla="*/ 28 h 164"/>
                <a:gd name="T32" fmla="*/ 74 w 148"/>
                <a:gd name="T33" fmla="*/ 55 h 1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48" h="164">
                  <a:moveTo>
                    <a:pt x="148" y="39"/>
                  </a:moveTo>
                  <a:cubicBezTo>
                    <a:pt x="148" y="138"/>
                    <a:pt x="148" y="138"/>
                    <a:pt x="148" y="138"/>
                  </a:cubicBezTo>
                  <a:cubicBezTo>
                    <a:pt x="148" y="138"/>
                    <a:pt x="148" y="138"/>
                    <a:pt x="148" y="138"/>
                  </a:cubicBezTo>
                  <a:cubicBezTo>
                    <a:pt x="145" y="153"/>
                    <a:pt x="113" y="164"/>
                    <a:pt x="74" y="164"/>
                  </a:cubicBezTo>
                  <a:cubicBezTo>
                    <a:pt x="35" y="164"/>
                    <a:pt x="3" y="153"/>
                    <a:pt x="0" y="138"/>
                  </a:cubicBezTo>
                  <a:cubicBezTo>
                    <a:pt x="0" y="138"/>
                    <a:pt x="0" y="138"/>
                    <a:pt x="0" y="138"/>
                  </a:cubicBezTo>
                  <a:cubicBezTo>
                    <a:pt x="0" y="138"/>
                    <a:pt x="0" y="138"/>
                    <a:pt x="0" y="138"/>
                  </a:cubicBezTo>
                  <a:cubicBezTo>
                    <a:pt x="0" y="137"/>
                    <a:pt x="0" y="137"/>
                    <a:pt x="0" y="136"/>
                  </a:cubicBezTo>
                  <a:cubicBezTo>
                    <a:pt x="0" y="136"/>
                    <a:pt x="0" y="136"/>
                    <a:pt x="0" y="135"/>
                  </a:cubicBezTo>
                  <a:cubicBezTo>
                    <a:pt x="0" y="40"/>
                    <a:pt x="0" y="40"/>
                    <a:pt x="0" y="40"/>
                  </a:cubicBezTo>
                  <a:cubicBezTo>
                    <a:pt x="12" y="53"/>
                    <a:pt x="44" y="60"/>
                    <a:pt x="74" y="60"/>
                  </a:cubicBezTo>
                  <a:cubicBezTo>
                    <a:pt x="104" y="60"/>
                    <a:pt x="136" y="53"/>
                    <a:pt x="148" y="39"/>
                  </a:cubicBezTo>
                  <a:close/>
                  <a:moveTo>
                    <a:pt x="74" y="55"/>
                  </a:moveTo>
                  <a:cubicBezTo>
                    <a:pt x="115" y="55"/>
                    <a:pt x="148" y="43"/>
                    <a:pt x="148" y="28"/>
                  </a:cubicBezTo>
                  <a:cubicBezTo>
                    <a:pt x="148" y="13"/>
                    <a:pt x="115" y="0"/>
                    <a:pt x="74" y="0"/>
                  </a:cubicBezTo>
                  <a:cubicBezTo>
                    <a:pt x="33" y="0"/>
                    <a:pt x="0" y="13"/>
                    <a:pt x="0" y="28"/>
                  </a:cubicBezTo>
                  <a:cubicBezTo>
                    <a:pt x="0" y="43"/>
                    <a:pt x="33" y="55"/>
                    <a:pt x="74" y="55"/>
                  </a:cubicBezTo>
                  <a:close/>
                </a:path>
              </a:pathLst>
            </a:custGeom>
            <a:solidFill>
              <a:schemeClr val="bg1"/>
            </a:solidFill>
            <a:ln>
              <a:noFill/>
            </a:ln>
            <a:extLst/>
          </p:spPr>
          <p:txBody>
            <a:bodyPr vert="horz" wrap="square" lIns="89630" tIns="224075" rIns="89630" bIns="44815" numCol="1" anchor="t" anchorCtr="0" compatLnSpc="1">
              <a:prstTxWarp prst="textNoShape">
                <a:avLst/>
              </a:prstTxWarp>
            </a:bodyPr>
            <a:lstStyle/>
            <a:p>
              <a:pPr algn="ctr" defTabSz="896115" eaLnBrk="0" fontAlgn="base" hangingPunct="0">
                <a:lnSpc>
                  <a:spcPct val="90000"/>
                </a:lnSpc>
                <a:spcBef>
                  <a:spcPct val="0"/>
                </a:spcBef>
                <a:spcAft>
                  <a:spcPct val="0"/>
                </a:spcAft>
                <a:defRPr/>
              </a:pPr>
              <a:r>
                <a:rPr lang="en-US" sz="1371" dirty="0">
                  <a:gradFill>
                    <a:gsLst>
                      <a:gs pos="10000">
                        <a:srgbClr val="4F81BD"/>
                      </a:gs>
                      <a:gs pos="50000">
                        <a:srgbClr val="4F81BD"/>
                      </a:gs>
                    </a:gsLst>
                    <a:lin ang="5400000" scaled="1"/>
                  </a:gradFill>
                  <a:latin typeface="Segoe UI Semibold" panose="020B0702040204020203" pitchFamily="34" charset="0"/>
                  <a:cs typeface="Segoe UI Semibold" panose="020B0702040204020203" pitchFamily="34" charset="0"/>
                </a:rPr>
                <a:t>DB</a:t>
              </a:r>
            </a:p>
          </p:txBody>
        </p:sp>
      </p:grpSp>
      <p:grpSp>
        <p:nvGrpSpPr>
          <p:cNvPr id="115" name="Group 114"/>
          <p:cNvGrpSpPr/>
          <p:nvPr/>
        </p:nvGrpSpPr>
        <p:grpSpPr>
          <a:xfrm>
            <a:off x="8456268" y="5669745"/>
            <a:ext cx="717038" cy="717030"/>
            <a:chOff x="8626174" y="5783263"/>
            <a:chExt cx="731520" cy="731512"/>
          </a:xfrm>
        </p:grpSpPr>
        <p:sp>
          <p:nvSpPr>
            <p:cNvPr id="56" name="Rectangle 55"/>
            <p:cNvSpPr/>
            <p:nvPr/>
          </p:nvSpPr>
          <p:spPr bwMode="auto">
            <a:xfrm>
              <a:off x="8626174" y="5783263"/>
              <a:ext cx="731520" cy="731512"/>
            </a:xfrm>
            <a:prstGeom prst="rect">
              <a:avLst/>
            </a:prstGeom>
            <a:solidFill>
              <a:schemeClr val="accent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59" tIns="143407" rIns="179259" bIns="143407" numCol="1" spcCol="0" rtlCol="0" fromWordArt="0" anchor="t" anchorCtr="0" forceAA="0" compatLnSpc="1">
              <a:prstTxWarp prst="textNoShape">
                <a:avLst/>
              </a:prstTxWarp>
              <a:noAutofit/>
            </a:bodyPr>
            <a:lstStyle/>
            <a:p>
              <a:pPr algn="ctr" defTabSz="914043" eaLnBrk="0" fontAlgn="base" hangingPunct="0">
                <a:lnSpc>
                  <a:spcPct val="90000"/>
                </a:lnSpc>
                <a:spcBef>
                  <a:spcPct val="0"/>
                </a:spcBef>
                <a:spcAft>
                  <a:spcPct val="0"/>
                </a:spcAft>
                <a:defRPr/>
              </a:pPr>
              <a:endParaRPr lang="en-US" sz="2353" dirty="0" err="1">
                <a:gradFill>
                  <a:gsLst>
                    <a:gs pos="0">
                      <a:srgbClr val="FFFFFF"/>
                    </a:gs>
                    <a:gs pos="100000">
                      <a:srgbClr val="FFFFFF"/>
                    </a:gs>
                  </a:gsLst>
                  <a:lin ang="5400000" scaled="0"/>
                </a:gradFill>
                <a:ea typeface="Segoe UI" pitchFamily="34" charset="0"/>
                <a:cs typeface="Segoe UI" pitchFamily="34" charset="0"/>
              </a:endParaRPr>
            </a:p>
          </p:txBody>
        </p:sp>
        <p:grpSp>
          <p:nvGrpSpPr>
            <p:cNvPr id="114" name="Group 113"/>
            <p:cNvGrpSpPr/>
            <p:nvPr/>
          </p:nvGrpSpPr>
          <p:grpSpPr>
            <a:xfrm>
              <a:off x="8784749" y="5904931"/>
              <a:ext cx="414370" cy="488177"/>
              <a:chOff x="-563563" y="-3111500"/>
              <a:chExt cx="6515101" cy="7675563"/>
            </a:xfrm>
          </p:grpSpPr>
          <p:sp>
            <p:nvSpPr>
              <p:cNvPr id="108" name="Freeform 72"/>
              <p:cNvSpPr>
                <a:spLocks/>
              </p:cNvSpPr>
              <p:nvPr/>
            </p:nvSpPr>
            <p:spPr bwMode="auto">
              <a:xfrm>
                <a:off x="-563563" y="-3111500"/>
                <a:ext cx="2722563" cy="5940425"/>
              </a:xfrm>
              <a:custGeom>
                <a:avLst/>
                <a:gdLst>
                  <a:gd name="T0" fmla="*/ 724 w 725"/>
                  <a:gd name="T1" fmla="*/ 503 h 1582"/>
                  <a:gd name="T2" fmla="*/ 506 w 725"/>
                  <a:gd name="T3" fmla="*/ 503 h 1582"/>
                  <a:gd name="T4" fmla="*/ 506 w 725"/>
                  <a:gd name="T5" fmla="*/ 218 h 1582"/>
                  <a:gd name="T6" fmla="*/ 222 w 725"/>
                  <a:gd name="T7" fmla="*/ 218 h 1582"/>
                  <a:gd name="T8" fmla="*/ 222 w 725"/>
                  <a:gd name="T9" fmla="*/ 1364 h 1582"/>
                  <a:gd name="T10" fmla="*/ 436 w 725"/>
                  <a:gd name="T11" fmla="*/ 1364 h 1582"/>
                  <a:gd name="T12" fmla="*/ 436 w 725"/>
                  <a:gd name="T13" fmla="*/ 1580 h 1582"/>
                  <a:gd name="T14" fmla="*/ 415 w 725"/>
                  <a:gd name="T15" fmla="*/ 1580 h 1582"/>
                  <a:gd name="T16" fmla="*/ 111 w 725"/>
                  <a:gd name="T17" fmla="*/ 1581 h 1582"/>
                  <a:gd name="T18" fmla="*/ 32 w 725"/>
                  <a:gd name="T19" fmla="*/ 1549 h 1582"/>
                  <a:gd name="T20" fmla="*/ 0 w 725"/>
                  <a:gd name="T21" fmla="*/ 1477 h 1582"/>
                  <a:gd name="T22" fmla="*/ 1 w 725"/>
                  <a:gd name="T23" fmla="*/ 1025 h 1582"/>
                  <a:gd name="T24" fmla="*/ 6 w 725"/>
                  <a:gd name="T25" fmla="*/ 82 h 1582"/>
                  <a:gd name="T26" fmla="*/ 22 w 725"/>
                  <a:gd name="T27" fmla="*/ 21 h 1582"/>
                  <a:gd name="T28" fmla="*/ 59 w 725"/>
                  <a:gd name="T29" fmla="*/ 1 h 1582"/>
                  <a:gd name="T30" fmla="*/ 678 w 725"/>
                  <a:gd name="T31" fmla="*/ 0 h 1582"/>
                  <a:gd name="T32" fmla="*/ 717 w 725"/>
                  <a:gd name="T33" fmla="*/ 30 h 1582"/>
                  <a:gd name="T34" fmla="*/ 725 w 725"/>
                  <a:gd name="T35" fmla="*/ 66 h 1582"/>
                  <a:gd name="T36" fmla="*/ 725 w 725"/>
                  <a:gd name="T37" fmla="*/ 495 h 1582"/>
                  <a:gd name="T38" fmla="*/ 724 w 725"/>
                  <a:gd name="T39" fmla="*/ 503 h 15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725" h="1582">
                    <a:moveTo>
                      <a:pt x="724" y="503"/>
                    </a:moveTo>
                    <a:cubicBezTo>
                      <a:pt x="651" y="503"/>
                      <a:pt x="579" y="503"/>
                      <a:pt x="506" y="503"/>
                    </a:cubicBezTo>
                    <a:cubicBezTo>
                      <a:pt x="506" y="408"/>
                      <a:pt x="506" y="314"/>
                      <a:pt x="506" y="218"/>
                    </a:cubicBezTo>
                    <a:cubicBezTo>
                      <a:pt x="411" y="218"/>
                      <a:pt x="317" y="218"/>
                      <a:pt x="222" y="218"/>
                    </a:cubicBezTo>
                    <a:cubicBezTo>
                      <a:pt x="222" y="599"/>
                      <a:pt x="222" y="980"/>
                      <a:pt x="222" y="1364"/>
                    </a:cubicBezTo>
                    <a:cubicBezTo>
                      <a:pt x="293" y="1364"/>
                      <a:pt x="364" y="1364"/>
                      <a:pt x="436" y="1364"/>
                    </a:cubicBezTo>
                    <a:cubicBezTo>
                      <a:pt x="436" y="1436"/>
                      <a:pt x="436" y="1506"/>
                      <a:pt x="436" y="1580"/>
                    </a:cubicBezTo>
                    <a:cubicBezTo>
                      <a:pt x="429" y="1580"/>
                      <a:pt x="422" y="1580"/>
                      <a:pt x="415" y="1580"/>
                    </a:cubicBezTo>
                    <a:cubicBezTo>
                      <a:pt x="314" y="1580"/>
                      <a:pt x="212" y="1578"/>
                      <a:pt x="111" y="1581"/>
                    </a:cubicBezTo>
                    <a:cubicBezTo>
                      <a:pt x="78" y="1582"/>
                      <a:pt x="55" y="1569"/>
                      <a:pt x="32" y="1549"/>
                    </a:cubicBezTo>
                    <a:cubicBezTo>
                      <a:pt x="10" y="1530"/>
                      <a:pt x="0" y="1508"/>
                      <a:pt x="0" y="1477"/>
                    </a:cubicBezTo>
                    <a:cubicBezTo>
                      <a:pt x="2" y="1326"/>
                      <a:pt x="1" y="1176"/>
                      <a:pt x="1" y="1025"/>
                    </a:cubicBezTo>
                    <a:cubicBezTo>
                      <a:pt x="2" y="711"/>
                      <a:pt x="3" y="396"/>
                      <a:pt x="6" y="82"/>
                    </a:cubicBezTo>
                    <a:cubicBezTo>
                      <a:pt x="6" y="62"/>
                      <a:pt x="12" y="39"/>
                      <a:pt x="22" y="21"/>
                    </a:cubicBezTo>
                    <a:cubicBezTo>
                      <a:pt x="28" y="11"/>
                      <a:pt x="46" y="1"/>
                      <a:pt x="59" y="1"/>
                    </a:cubicBezTo>
                    <a:cubicBezTo>
                      <a:pt x="265" y="0"/>
                      <a:pt x="472" y="0"/>
                      <a:pt x="678" y="0"/>
                    </a:cubicBezTo>
                    <a:cubicBezTo>
                      <a:pt x="699" y="0"/>
                      <a:pt x="712" y="10"/>
                      <a:pt x="717" y="30"/>
                    </a:cubicBezTo>
                    <a:cubicBezTo>
                      <a:pt x="721" y="41"/>
                      <a:pt x="725" y="54"/>
                      <a:pt x="725" y="66"/>
                    </a:cubicBezTo>
                    <a:cubicBezTo>
                      <a:pt x="725" y="209"/>
                      <a:pt x="725" y="352"/>
                      <a:pt x="725" y="495"/>
                    </a:cubicBezTo>
                    <a:cubicBezTo>
                      <a:pt x="725" y="497"/>
                      <a:pt x="724" y="499"/>
                      <a:pt x="724" y="503"/>
                    </a:cubicBezTo>
                    <a:close/>
                  </a:path>
                </a:pathLst>
              </a:custGeom>
              <a:solidFill>
                <a:schemeClr val="bg1"/>
              </a:solidFill>
              <a:ln>
                <a:noFill/>
              </a:ln>
            </p:spPr>
            <p:txBody>
              <a:bodyPr vert="horz" wrap="square" lIns="89630" tIns="44815" rIns="89630" bIns="44815" numCol="1" anchor="t" anchorCtr="0" compatLnSpc="1">
                <a:prstTxWarp prst="textNoShape">
                  <a:avLst/>
                </a:prstTxWarp>
              </a:bodyPr>
              <a:lstStyle/>
              <a:p>
                <a:pPr defTabSz="1218996" eaLnBrk="0" fontAlgn="base" hangingPunct="0">
                  <a:spcBef>
                    <a:spcPct val="0"/>
                  </a:spcBef>
                  <a:spcAft>
                    <a:spcPct val="0"/>
                  </a:spcAft>
                  <a:defRPr/>
                </a:pPr>
                <a:endParaRPr lang="en-US" sz="2400">
                  <a:solidFill>
                    <a:prstClr val="black"/>
                  </a:solidFill>
                  <a:latin typeface="Arial" pitchFamily="34" charset="0"/>
                </a:endParaRPr>
              </a:p>
            </p:txBody>
          </p:sp>
          <p:sp>
            <p:nvSpPr>
              <p:cNvPr id="109" name="Freeform 73"/>
              <p:cNvSpPr>
                <a:spLocks/>
              </p:cNvSpPr>
              <p:nvPr/>
            </p:nvSpPr>
            <p:spPr bwMode="auto">
              <a:xfrm>
                <a:off x="2413000" y="-2233613"/>
                <a:ext cx="3538538" cy="5054600"/>
              </a:xfrm>
              <a:custGeom>
                <a:avLst/>
                <a:gdLst>
                  <a:gd name="T0" fmla="*/ 1 w 942"/>
                  <a:gd name="T1" fmla="*/ 1345 h 1346"/>
                  <a:gd name="T2" fmla="*/ 1 w 942"/>
                  <a:gd name="T3" fmla="*/ 1131 h 1346"/>
                  <a:gd name="T4" fmla="*/ 715 w 942"/>
                  <a:gd name="T5" fmla="*/ 1131 h 1346"/>
                  <a:gd name="T6" fmla="*/ 714 w 942"/>
                  <a:gd name="T7" fmla="*/ 981 h 1346"/>
                  <a:gd name="T8" fmla="*/ 621 w 942"/>
                  <a:gd name="T9" fmla="*/ 911 h 1346"/>
                  <a:gd name="T10" fmla="*/ 320 w 942"/>
                  <a:gd name="T11" fmla="*/ 910 h 1346"/>
                  <a:gd name="T12" fmla="*/ 295 w 942"/>
                  <a:gd name="T13" fmla="*/ 910 h 1346"/>
                  <a:gd name="T14" fmla="*/ 299 w 942"/>
                  <a:gd name="T15" fmla="*/ 836 h 1346"/>
                  <a:gd name="T16" fmla="*/ 299 w 942"/>
                  <a:gd name="T17" fmla="*/ 705 h 1346"/>
                  <a:gd name="T18" fmla="*/ 287 w 942"/>
                  <a:gd name="T19" fmla="*/ 615 h 1346"/>
                  <a:gd name="T20" fmla="*/ 244 w 942"/>
                  <a:gd name="T21" fmla="*/ 449 h 1346"/>
                  <a:gd name="T22" fmla="*/ 147 w 942"/>
                  <a:gd name="T23" fmla="*/ 299 h 1346"/>
                  <a:gd name="T24" fmla="*/ 11 w 942"/>
                  <a:gd name="T25" fmla="*/ 214 h 1346"/>
                  <a:gd name="T26" fmla="*/ 0 w 942"/>
                  <a:gd name="T27" fmla="*/ 203 h 1346"/>
                  <a:gd name="T28" fmla="*/ 0 w 942"/>
                  <a:gd name="T29" fmla="*/ 0 h 1346"/>
                  <a:gd name="T30" fmla="*/ 68 w 942"/>
                  <a:gd name="T31" fmla="*/ 16 h 1346"/>
                  <a:gd name="T32" fmla="*/ 349 w 942"/>
                  <a:gd name="T33" fmla="*/ 193 h 1346"/>
                  <a:gd name="T34" fmla="*/ 467 w 942"/>
                  <a:gd name="T35" fmla="*/ 394 h 1346"/>
                  <a:gd name="T36" fmla="*/ 524 w 942"/>
                  <a:gd name="T37" fmla="*/ 622 h 1346"/>
                  <a:gd name="T38" fmla="*/ 534 w 942"/>
                  <a:gd name="T39" fmla="*/ 698 h 1346"/>
                  <a:gd name="T40" fmla="*/ 589 w 942"/>
                  <a:gd name="T41" fmla="*/ 698 h 1346"/>
                  <a:gd name="T42" fmla="*/ 776 w 942"/>
                  <a:gd name="T43" fmla="*/ 742 h 1346"/>
                  <a:gd name="T44" fmla="*/ 932 w 942"/>
                  <a:gd name="T45" fmla="*/ 966 h 1346"/>
                  <a:gd name="T46" fmla="*/ 936 w 942"/>
                  <a:gd name="T47" fmla="*/ 1033 h 1346"/>
                  <a:gd name="T48" fmla="*/ 937 w 942"/>
                  <a:gd name="T49" fmla="*/ 1231 h 1346"/>
                  <a:gd name="T50" fmla="*/ 862 w 942"/>
                  <a:gd name="T51" fmla="*/ 1342 h 1346"/>
                  <a:gd name="T52" fmla="*/ 845 w 942"/>
                  <a:gd name="T53" fmla="*/ 1346 h 1346"/>
                  <a:gd name="T54" fmla="*/ 13 w 942"/>
                  <a:gd name="T55" fmla="*/ 1346 h 1346"/>
                  <a:gd name="T56" fmla="*/ 1 w 942"/>
                  <a:gd name="T57" fmla="*/ 1345 h 13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942" h="1346">
                    <a:moveTo>
                      <a:pt x="1" y="1345"/>
                    </a:moveTo>
                    <a:cubicBezTo>
                      <a:pt x="1" y="1273"/>
                      <a:pt x="1" y="1203"/>
                      <a:pt x="1" y="1131"/>
                    </a:cubicBezTo>
                    <a:cubicBezTo>
                      <a:pt x="238" y="1131"/>
                      <a:pt x="476" y="1131"/>
                      <a:pt x="715" y="1131"/>
                    </a:cubicBezTo>
                    <a:cubicBezTo>
                      <a:pt x="715" y="1079"/>
                      <a:pt x="720" y="1030"/>
                      <a:pt x="714" y="981"/>
                    </a:cubicBezTo>
                    <a:cubicBezTo>
                      <a:pt x="707" y="936"/>
                      <a:pt x="672" y="912"/>
                      <a:pt x="621" y="911"/>
                    </a:cubicBezTo>
                    <a:cubicBezTo>
                      <a:pt x="521" y="908"/>
                      <a:pt x="420" y="910"/>
                      <a:pt x="320" y="910"/>
                    </a:cubicBezTo>
                    <a:cubicBezTo>
                      <a:pt x="313" y="910"/>
                      <a:pt x="306" y="910"/>
                      <a:pt x="295" y="910"/>
                    </a:cubicBezTo>
                    <a:cubicBezTo>
                      <a:pt x="296" y="884"/>
                      <a:pt x="298" y="860"/>
                      <a:pt x="299" y="836"/>
                    </a:cubicBezTo>
                    <a:cubicBezTo>
                      <a:pt x="299" y="792"/>
                      <a:pt x="300" y="748"/>
                      <a:pt x="299" y="705"/>
                    </a:cubicBezTo>
                    <a:cubicBezTo>
                      <a:pt x="297" y="675"/>
                      <a:pt x="294" y="644"/>
                      <a:pt x="287" y="615"/>
                    </a:cubicBezTo>
                    <a:cubicBezTo>
                      <a:pt x="275" y="559"/>
                      <a:pt x="263" y="503"/>
                      <a:pt x="244" y="449"/>
                    </a:cubicBezTo>
                    <a:cubicBezTo>
                      <a:pt x="224" y="392"/>
                      <a:pt x="191" y="341"/>
                      <a:pt x="147" y="299"/>
                    </a:cubicBezTo>
                    <a:cubicBezTo>
                      <a:pt x="107" y="261"/>
                      <a:pt x="62" y="233"/>
                      <a:pt x="11" y="214"/>
                    </a:cubicBezTo>
                    <a:cubicBezTo>
                      <a:pt x="7" y="212"/>
                      <a:pt x="0" y="207"/>
                      <a:pt x="0" y="203"/>
                    </a:cubicBezTo>
                    <a:cubicBezTo>
                      <a:pt x="0" y="136"/>
                      <a:pt x="0" y="70"/>
                      <a:pt x="0" y="0"/>
                    </a:cubicBezTo>
                    <a:cubicBezTo>
                      <a:pt x="24" y="6"/>
                      <a:pt x="47" y="10"/>
                      <a:pt x="68" y="16"/>
                    </a:cubicBezTo>
                    <a:cubicBezTo>
                      <a:pt x="178" y="49"/>
                      <a:pt x="273" y="107"/>
                      <a:pt x="349" y="193"/>
                    </a:cubicBezTo>
                    <a:cubicBezTo>
                      <a:pt x="401" y="252"/>
                      <a:pt x="438" y="321"/>
                      <a:pt x="467" y="394"/>
                    </a:cubicBezTo>
                    <a:cubicBezTo>
                      <a:pt x="496" y="467"/>
                      <a:pt x="514" y="544"/>
                      <a:pt x="524" y="622"/>
                    </a:cubicBezTo>
                    <a:cubicBezTo>
                      <a:pt x="527" y="647"/>
                      <a:pt x="530" y="671"/>
                      <a:pt x="534" y="698"/>
                    </a:cubicBezTo>
                    <a:cubicBezTo>
                      <a:pt x="551" y="698"/>
                      <a:pt x="570" y="698"/>
                      <a:pt x="589" y="698"/>
                    </a:cubicBezTo>
                    <a:cubicBezTo>
                      <a:pt x="655" y="698"/>
                      <a:pt x="718" y="710"/>
                      <a:pt x="776" y="742"/>
                    </a:cubicBezTo>
                    <a:cubicBezTo>
                      <a:pt x="865" y="791"/>
                      <a:pt x="920" y="863"/>
                      <a:pt x="932" y="966"/>
                    </a:cubicBezTo>
                    <a:cubicBezTo>
                      <a:pt x="934" y="988"/>
                      <a:pt x="935" y="1011"/>
                      <a:pt x="936" y="1033"/>
                    </a:cubicBezTo>
                    <a:cubicBezTo>
                      <a:pt x="936" y="1099"/>
                      <a:pt x="932" y="1165"/>
                      <a:pt x="937" y="1231"/>
                    </a:cubicBezTo>
                    <a:cubicBezTo>
                      <a:pt x="942" y="1292"/>
                      <a:pt x="903" y="1316"/>
                      <a:pt x="862" y="1342"/>
                    </a:cubicBezTo>
                    <a:cubicBezTo>
                      <a:pt x="857" y="1345"/>
                      <a:pt x="851" y="1346"/>
                      <a:pt x="845" y="1346"/>
                    </a:cubicBezTo>
                    <a:cubicBezTo>
                      <a:pt x="568" y="1346"/>
                      <a:pt x="290" y="1346"/>
                      <a:pt x="13" y="1346"/>
                    </a:cubicBezTo>
                    <a:cubicBezTo>
                      <a:pt x="9" y="1346"/>
                      <a:pt x="6" y="1345"/>
                      <a:pt x="1" y="1345"/>
                    </a:cubicBezTo>
                    <a:close/>
                  </a:path>
                </a:pathLst>
              </a:custGeom>
              <a:solidFill>
                <a:schemeClr val="bg1"/>
              </a:solidFill>
              <a:ln>
                <a:noFill/>
              </a:ln>
            </p:spPr>
            <p:txBody>
              <a:bodyPr vert="horz" wrap="square" lIns="89630" tIns="44815" rIns="89630" bIns="44815" numCol="1" anchor="t" anchorCtr="0" compatLnSpc="1">
                <a:prstTxWarp prst="textNoShape">
                  <a:avLst/>
                </a:prstTxWarp>
              </a:bodyPr>
              <a:lstStyle/>
              <a:p>
                <a:pPr defTabSz="1218996" eaLnBrk="0" fontAlgn="base" hangingPunct="0">
                  <a:spcBef>
                    <a:spcPct val="0"/>
                  </a:spcBef>
                  <a:spcAft>
                    <a:spcPct val="0"/>
                  </a:spcAft>
                  <a:defRPr/>
                </a:pPr>
                <a:endParaRPr lang="en-US" sz="2400">
                  <a:solidFill>
                    <a:prstClr val="black"/>
                  </a:solidFill>
                  <a:latin typeface="Arial" pitchFamily="34" charset="0"/>
                </a:endParaRPr>
              </a:p>
            </p:txBody>
          </p:sp>
          <p:sp>
            <p:nvSpPr>
              <p:cNvPr id="110" name="Freeform 74"/>
              <p:cNvSpPr>
                <a:spLocks/>
              </p:cNvSpPr>
              <p:nvPr/>
            </p:nvSpPr>
            <p:spPr bwMode="auto">
              <a:xfrm>
                <a:off x="693737" y="1473200"/>
                <a:ext cx="2147888" cy="3090863"/>
              </a:xfrm>
              <a:custGeom>
                <a:avLst/>
                <a:gdLst>
                  <a:gd name="T0" fmla="*/ 287 w 572"/>
                  <a:gd name="T1" fmla="*/ 823 h 823"/>
                  <a:gd name="T2" fmla="*/ 0 w 572"/>
                  <a:gd name="T3" fmla="*/ 427 h 823"/>
                  <a:gd name="T4" fmla="*/ 177 w 572"/>
                  <a:gd name="T5" fmla="*/ 427 h 823"/>
                  <a:gd name="T6" fmla="*/ 177 w 572"/>
                  <a:gd name="T7" fmla="*/ 0 h 823"/>
                  <a:gd name="T8" fmla="*/ 390 w 572"/>
                  <a:gd name="T9" fmla="*/ 0 h 823"/>
                  <a:gd name="T10" fmla="*/ 390 w 572"/>
                  <a:gd name="T11" fmla="*/ 426 h 823"/>
                  <a:gd name="T12" fmla="*/ 572 w 572"/>
                  <a:gd name="T13" fmla="*/ 426 h 823"/>
                  <a:gd name="T14" fmla="*/ 287 w 572"/>
                  <a:gd name="T15" fmla="*/ 823 h 82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72" h="823">
                    <a:moveTo>
                      <a:pt x="287" y="823"/>
                    </a:moveTo>
                    <a:cubicBezTo>
                      <a:pt x="190" y="689"/>
                      <a:pt x="96" y="559"/>
                      <a:pt x="0" y="427"/>
                    </a:cubicBezTo>
                    <a:cubicBezTo>
                      <a:pt x="62" y="427"/>
                      <a:pt x="118" y="427"/>
                      <a:pt x="177" y="427"/>
                    </a:cubicBezTo>
                    <a:cubicBezTo>
                      <a:pt x="177" y="285"/>
                      <a:pt x="177" y="143"/>
                      <a:pt x="177" y="0"/>
                    </a:cubicBezTo>
                    <a:cubicBezTo>
                      <a:pt x="249" y="0"/>
                      <a:pt x="318" y="0"/>
                      <a:pt x="390" y="0"/>
                    </a:cubicBezTo>
                    <a:cubicBezTo>
                      <a:pt x="390" y="142"/>
                      <a:pt x="390" y="283"/>
                      <a:pt x="390" y="426"/>
                    </a:cubicBezTo>
                    <a:cubicBezTo>
                      <a:pt x="450" y="426"/>
                      <a:pt x="508" y="426"/>
                      <a:pt x="572" y="426"/>
                    </a:cubicBezTo>
                    <a:cubicBezTo>
                      <a:pt x="476" y="560"/>
                      <a:pt x="383" y="690"/>
                      <a:pt x="287" y="823"/>
                    </a:cubicBezTo>
                    <a:close/>
                  </a:path>
                </a:pathLst>
              </a:custGeom>
              <a:solidFill>
                <a:schemeClr val="bg1"/>
              </a:solidFill>
              <a:ln>
                <a:noFill/>
              </a:ln>
            </p:spPr>
            <p:txBody>
              <a:bodyPr vert="horz" wrap="square" lIns="89630" tIns="44815" rIns="89630" bIns="44815" numCol="1" anchor="t" anchorCtr="0" compatLnSpc="1">
                <a:prstTxWarp prst="textNoShape">
                  <a:avLst/>
                </a:prstTxWarp>
              </a:bodyPr>
              <a:lstStyle/>
              <a:p>
                <a:pPr defTabSz="1218996" eaLnBrk="0" fontAlgn="base" hangingPunct="0">
                  <a:spcBef>
                    <a:spcPct val="0"/>
                  </a:spcBef>
                  <a:spcAft>
                    <a:spcPct val="0"/>
                  </a:spcAft>
                  <a:defRPr/>
                </a:pPr>
                <a:endParaRPr lang="en-US" sz="2400">
                  <a:solidFill>
                    <a:prstClr val="black"/>
                  </a:solidFill>
                  <a:latin typeface="Arial" pitchFamily="34" charset="0"/>
                </a:endParaRPr>
              </a:p>
            </p:txBody>
          </p:sp>
          <p:sp>
            <p:nvSpPr>
              <p:cNvPr id="111" name="Freeform 75"/>
              <p:cNvSpPr>
                <a:spLocks/>
              </p:cNvSpPr>
              <p:nvPr/>
            </p:nvSpPr>
            <p:spPr bwMode="auto">
              <a:xfrm>
                <a:off x="795337" y="-960438"/>
                <a:ext cx="1900238" cy="547688"/>
              </a:xfrm>
              <a:custGeom>
                <a:avLst/>
                <a:gdLst>
                  <a:gd name="T0" fmla="*/ 506 w 506"/>
                  <a:gd name="T1" fmla="*/ 0 h 146"/>
                  <a:gd name="T2" fmla="*/ 506 w 506"/>
                  <a:gd name="T3" fmla="*/ 146 h 146"/>
                  <a:gd name="T4" fmla="*/ 0 w 506"/>
                  <a:gd name="T5" fmla="*/ 146 h 146"/>
                  <a:gd name="T6" fmla="*/ 0 w 506"/>
                  <a:gd name="T7" fmla="*/ 0 h 146"/>
                  <a:gd name="T8" fmla="*/ 506 w 506"/>
                  <a:gd name="T9" fmla="*/ 0 h 146"/>
                </a:gdLst>
                <a:ahLst/>
                <a:cxnLst>
                  <a:cxn ang="0">
                    <a:pos x="T0" y="T1"/>
                  </a:cxn>
                  <a:cxn ang="0">
                    <a:pos x="T2" y="T3"/>
                  </a:cxn>
                  <a:cxn ang="0">
                    <a:pos x="T4" y="T5"/>
                  </a:cxn>
                  <a:cxn ang="0">
                    <a:pos x="T6" y="T7"/>
                  </a:cxn>
                  <a:cxn ang="0">
                    <a:pos x="T8" y="T9"/>
                  </a:cxn>
                </a:cxnLst>
                <a:rect l="0" t="0" r="r" b="b"/>
                <a:pathLst>
                  <a:path w="506" h="146">
                    <a:moveTo>
                      <a:pt x="506" y="0"/>
                    </a:moveTo>
                    <a:cubicBezTo>
                      <a:pt x="506" y="49"/>
                      <a:pt x="506" y="97"/>
                      <a:pt x="506" y="146"/>
                    </a:cubicBezTo>
                    <a:cubicBezTo>
                      <a:pt x="337" y="146"/>
                      <a:pt x="169" y="146"/>
                      <a:pt x="0" y="146"/>
                    </a:cubicBezTo>
                    <a:cubicBezTo>
                      <a:pt x="0" y="97"/>
                      <a:pt x="0" y="49"/>
                      <a:pt x="0" y="0"/>
                    </a:cubicBezTo>
                    <a:cubicBezTo>
                      <a:pt x="168" y="0"/>
                      <a:pt x="336" y="0"/>
                      <a:pt x="506" y="0"/>
                    </a:cubicBezTo>
                    <a:close/>
                  </a:path>
                </a:pathLst>
              </a:custGeom>
              <a:solidFill>
                <a:schemeClr val="bg1"/>
              </a:solidFill>
              <a:ln>
                <a:noFill/>
              </a:ln>
            </p:spPr>
            <p:txBody>
              <a:bodyPr vert="horz" wrap="square" lIns="89630" tIns="44815" rIns="89630" bIns="44815" numCol="1" anchor="t" anchorCtr="0" compatLnSpc="1">
                <a:prstTxWarp prst="textNoShape">
                  <a:avLst/>
                </a:prstTxWarp>
              </a:bodyPr>
              <a:lstStyle/>
              <a:p>
                <a:pPr defTabSz="1218996" eaLnBrk="0" fontAlgn="base" hangingPunct="0">
                  <a:spcBef>
                    <a:spcPct val="0"/>
                  </a:spcBef>
                  <a:spcAft>
                    <a:spcPct val="0"/>
                  </a:spcAft>
                  <a:defRPr/>
                </a:pPr>
                <a:endParaRPr lang="en-US" sz="2400">
                  <a:solidFill>
                    <a:prstClr val="black"/>
                  </a:solidFill>
                  <a:latin typeface="Arial" pitchFamily="34" charset="0"/>
                </a:endParaRPr>
              </a:p>
            </p:txBody>
          </p:sp>
          <p:sp>
            <p:nvSpPr>
              <p:cNvPr id="112" name="Freeform 76"/>
              <p:cNvSpPr>
                <a:spLocks/>
              </p:cNvSpPr>
              <p:nvPr/>
            </p:nvSpPr>
            <p:spPr bwMode="auto">
              <a:xfrm>
                <a:off x="795337" y="-149225"/>
                <a:ext cx="1900238" cy="544513"/>
              </a:xfrm>
              <a:custGeom>
                <a:avLst/>
                <a:gdLst>
                  <a:gd name="T0" fmla="*/ 506 w 506"/>
                  <a:gd name="T1" fmla="*/ 0 h 145"/>
                  <a:gd name="T2" fmla="*/ 506 w 506"/>
                  <a:gd name="T3" fmla="*/ 145 h 145"/>
                  <a:gd name="T4" fmla="*/ 0 w 506"/>
                  <a:gd name="T5" fmla="*/ 145 h 145"/>
                  <a:gd name="T6" fmla="*/ 0 w 506"/>
                  <a:gd name="T7" fmla="*/ 0 h 145"/>
                  <a:gd name="T8" fmla="*/ 506 w 506"/>
                  <a:gd name="T9" fmla="*/ 0 h 145"/>
                </a:gdLst>
                <a:ahLst/>
                <a:cxnLst>
                  <a:cxn ang="0">
                    <a:pos x="T0" y="T1"/>
                  </a:cxn>
                  <a:cxn ang="0">
                    <a:pos x="T2" y="T3"/>
                  </a:cxn>
                  <a:cxn ang="0">
                    <a:pos x="T4" y="T5"/>
                  </a:cxn>
                  <a:cxn ang="0">
                    <a:pos x="T6" y="T7"/>
                  </a:cxn>
                  <a:cxn ang="0">
                    <a:pos x="T8" y="T9"/>
                  </a:cxn>
                </a:cxnLst>
                <a:rect l="0" t="0" r="r" b="b"/>
                <a:pathLst>
                  <a:path w="506" h="145">
                    <a:moveTo>
                      <a:pt x="506" y="0"/>
                    </a:moveTo>
                    <a:cubicBezTo>
                      <a:pt x="506" y="49"/>
                      <a:pt x="506" y="97"/>
                      <a:pt x="506" y="145"/>
                    </a:cubicBezTo>
                    <a:cubicBezTo>
                      <a:pt x="338" y="145"/>
                      <a:pt x="170" y="145"/>
                      <a:pt x="0" y="145"/>
                    </a:cubicBezTo>
                    <a:cubicBezTo>
                      <a:pt x="0" y="98"/>
                      <a:pt x="0" y="49"/>
                      <a:pt x="0" y="0"/>
                    </a:cubicBezTo>
                    <a:cubicBezTo>
                      <a:pt x="169" y="0"/>
                      <a:pt x="337" y="0"/>
                      <a:pt x="506" y="0"/>
                    </a:cubicBezTo>
                    <a:close/>
                  </a:path>
                </a:pathLst>
              </a:custGeom>
              <a:solidFill>
                <a:schemeClr val="bg1"/>
              </a:solidFill>
              <a:ln>
                <a:noFill/>
              </a:ln>
            </p:spPr>
            <p:txBody>
              <a:bodyPr vert="horz" wrap="square" lIns="89630" tIns="44815" rIns="89630" bIns="44815" numCol="1" anchor="t" anchorCtr="0" compatLnSpc="1">
                <a:prstTxWarp prst="textNoShape">
                  <a:avLst/>
                </a:prstTxWarp>
              </a:bodyPr>
              <a:lstStyle/>
              <a:p>
                <a:pPr defTabSz="1218996" eaLnBrk="0" fontAlgn="base" hangingPunct="0">
                  <a:spcBef>
                    <a:spcPct val="0"/>
                  </a:spcBef>
                  <a:spcAft>
                    <a:spcPct val="0"/>
                  </a:spcAft>
                  <a:defRPr/>
                </a:pPr>
                <a:endParaRPr lang="en-US" sz="2400">
                  <a:solidFill>
                    <a:prstClr val="black"/>
                  </a:solidFill>
                  <a:latin typeface="Arial" pitchFamily="34" charset="0"/>
                </a:endParaRPr>
              </a:p>
            </p:txBody>
          </p:sp>
          <p:sp>
            <p:nvSpPr>
              <p:cNvPr id="113" name="Freeform 77"/>
              <p:cNvSpPr>
                <a:spLocks/>
              </p:cNvSpPr>
              <p:nvPr/>
            </p:nvSpPr>
            <p:spPr bwMode="auto">
              <a:xfrm>
                <a:off x="795337" y="661988"/>
                <a:ext cx="1900238" cy="544513"/>
              </a:xfrm>
              <a:custGeom>
                <a:avLst/>
                <a:gdLst>
                  <a:gd name="T0" fmla="*/ 0 w 506"/>
                  <a:gd name="T1" fmla="*/ 0 h 145"/>
                  <a:gd name="T2" fmla="*/ 506 w 506"/>
                  <a:gd name="T3" fmla="*/ 0 h 145"/>
                  <a:gd name="T4" fmla="*/ 506 w 506"/>
                  <a:gd name="T5" fmla="*/ 145 h 145"/>
                  <a:gd name="T6" fmla="*/ 0 w 506"/>
                  <a:gd name="T7" fmla="*/ 145 h 145"/>
                  <a:gd name="T8" fmla="*/ 0 w 506"/>
                  <a:gd name="T9" fmla="*/ 0 h 145"/>
                </a:gdLst>
                <a:ahLst/>
                <a:cxnLst>
                  <a:cxn ang="0">
                    <a:pos x="T0" y="T1"/>
                  </a:cxn>
                  <a:cxn ang="0">
                    <a:pos x="T2" y="T3"/>
                  </a:cxn>
                  <a:cxn ang="0">
                    <a:pos x="T4" y="T5"/>
                  </a:cxn>
                  <a:cxn ang="0">
                    <a:pos x="T6" y="T7"/>
                  </a:cxn>
                  <a:cxn ang="0">
                    <a:pos x="T8" y="T9"/>
                  </a:cxn>
                </a:cxnLst>
                <a:rect l="0" t="0" r="r" b="b"/>
                <a:pathLst>
                  <a:path w="506" h="145">
                    <a:moveTo>
                      <a:pt x="0" y="0"/>
                    </a:moveTo>
                    <a:cubicBezTo>
                      <a:pt x="169" y="0"/>
                      <a:pt x="337" y="0"/>
                      <a:pt x="506" y="0"/>
                    </a:cubicBezTo>
                    <a:cubicBezTo>
                      <a:pt x="506" y="48"/>
                      <a:pt x="506" y="96"/>
                      <a:pt x="506" y="145"/>
                    </a:cubicBezTo>
                    <a:cubicBezTo>
                      <a:pt x="338" y="145"/>
                      <a:pt x="170" y="145"/>
                      <a:pt x="0" y="145"/>
                    </a:cubicBezTo>
                    <a:cubicBezTo>
                      <a:pt x="0" y="98"/>
                      <a:pt x="0" y="49"/>
                      <a:pt x="0" y="0"/>
                    </a:cubicBezTo>
                    <a:close/>
                  </a:path>
                </a:pathLst>
              </a:custGeom>
              <a:solidFill>
                <a:schemeClr val="bg1"/>
              </a:solidFill>
              <a:ln>
                <a:noFill/>
              </a:ln>
            </p:spPr>
            <p:txBody>
              <a:bodyPr vert="horz" wrap="square" lIns="89630" tIns="44815" rIns="89630" bIns="44815" numCol="1" anchor="t" anchorCtr="0" compatLnSpc="1">
                <a:prstTxWarp prst="textNoShape">
                  <a:avLst/>
                </a:prstTxWarp>
              </a:bodyPr>
              <a:lstStyle/>
              <a:p>
                <a:pPr defTabSz="1218996" eaLnBrk="0" fontAlgn="base" hangingPunct="0">
                  <a:spcBef>
                    <a:spcPct val="0"/>
                  </a:spcBef>
                  <a:spcAft>
                    <a:spcPct val="0"/>
                  </a:spcAft>
                  <a:defRPr/>
                </a:pPr>
                <a:endParaRPr lang="en-US" sz="2400">
                  <a:solidFill>
                    <a:prstClr val="black"/>
                  </a:solidFill>
                  <a:latin typeface="Arial" pitchFamily="34" charset="0"/>
                </a:endParaRPr>
              </a:p>
            </p:txBody>
          </p:sp>
        </p:grpSp>
      </p:grpSp>
      <p:grpSp>
        <p:nvGrpSpPr>
          <p:cNvPr id="118" name="Group 117"/>
          <p:cNvGrpSpPr/>
          <p:nvPr/>
        </p:nvGrpSpPr>
        <p:grpSpPr>
          <a:xfrm>
            <a:off x="10039734" y="5669745"/>
            <a:ext cx="717038" cy="717030"/>
            <a:chOff x="10241620" y="5783263"/>
            <a:chExt cx="731520" cy="731512"/>
          </a:xfrm>
        </p:grpSpPr>
        <p:sp>
          <p:nvSpPr>
            <p:cNvPr id="58" name="Rectangle 57"/>
            <p:cNvSpPr/>
            <p:nvPr/>
          </p:nvSpPr>
          <p:spPr bwMode="auto">
            <a:xfrm>
              <a:off x="10241620" y="5783263"/>
              <a:ext cx="731520" cy="731512"/>
            </a:xfrm>
            <a:prstGeom prst="rect">
              <a:avLst/>
            </a:prstGeom>
            <a:solidFill>
              <a:schemeClr val="accent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59" tIns="143407" rIns="179259" bIns="143407" numCol="1" spcCol="0" rtlCol="0" fromWordArt="0" anchor="t" anchorCtr="0" forceAA="0" compatLnSpc="1">
              <a:prstTxWarp prst="textNoShape">
                <a:avLst/>
              </a:prstTxWarp>
              <a:noAutofit/>
            </a:bodyPr>
            <a:lstStyle/>
            <a:p>
              <a:pPr algn="ctr" defTabSz="914043" eaLnBrk="0" fontAlgn="base" hangingPunct="0">
                <a:lnSpc>
                  <a:spcPct val="90000"/>
                </a:lnSpc>
                <a:spcBef>
                  <a:spcPct val="0"/>
                </a:spcBef>
                <a:spcAft>
                  <a:spcPct val="0"/>
                </a:spcAft>
                <a:defRPr/>
              </a:pPr>
              <a:endParaRPr lang="en-US" sz="2353" dirty="0" err="1">
                <a:gradFill>
                  <a:gsLst>
                    <a:gs pos="0">
                      <a:srgbClr val="FFFFFF"/>
                    </a:gs>
                    <a:gs pos="100000">
                      <a:srgbClr val="FFFFFF"/>
                    </a:gs>
                  </a:gsLst>
                  <a:lin ang="5400000" scaled="0"/>
                </a:gradFill>
                <a:ea typeface="Segoe UI" pitchFamily="34" charset="0"/>
                <a:cs typeface="Segoe UI" pitchFamily="34" charset="0"/>
              </a:endParaRPr>
            </a:p>
          </p:txBody>
        </p:sp>
        <p:grpSp>
          <p:nvGrpSpPr>
            <p:cNvPr id="117" name="Group 116"/>
            <p:cNvGrpSpPr/>
            <p:nvPr/>
          </p:nvGrpSpPr>
          <p:grpSpPr>
            <a:xfrm>
              <a:off x="10524535" y="6318870"/>
              <a:ext cx="338025" cy="80118"/>
              <a:chOff x="8936447" y="7520578"/>
              <a:chExt cx="957887" cy="227036"/>
            </a:xfrm>
          </p:grpSpPr>
          <p:sp>
            <p:nvSpPr>
              <p:cNvPr id="116" name="Oval 115"/>
              <p:cNvSpPr/>
              <p:nvPr/>
            </p:nvSpPr>
            <p:spPr bwMode="auto">
              <a:xfrm>
                <a:off x="8936447" y="7520578"/>
                <a:ext cx="227036" cy="227036"/>
              </a:xfrm>
              <a:prstGeom prst="ellipse">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59" tIns="143407" rIns="179259" bIns="143407" numCol="1" spcCol="0" rtlCol="0" fromWordArt="0" anchor="t" anchorCtr="0" forceAA="0" compatLnSpc="1">
                <a:prstTxWarp prst="textNoShape">
                  <a:avLst/>
                </a:prstTxWarp>
                <a:noAutofit/>
              </a:bodyPr>
              <a:lstStyle/>
              <a:p>
                <a:pPr algn="ctr" defTabSz="914043" eaLnBrk="0" fontAlgn="base" hangingPunct="0">
                  <a:lnSpc>
                    <a:spcPct val="90000"/>
                  </a:lnSpc>
                  <a:spcBef>
                    <a:spcPct val="0"/>
                  </a:spcBef>
                  <a:spcAft>
                    <a:spcPct val="0"/>
                  </a:spcAft>
                  <a:defRPr/>
                </a:pPr>
                <a:endParaRPr lang="en-US" sz="2353" dirty="0" err="1">
                  <a:gradFill>
                    <a:gsLst>
                      <a:gs pos="0">
                        <a:srgbClr val="FFFFFF"/>
                      </a:gs>
                      <a:gs pos="100000">
                        <a:srgbClr val="FFFFFF"/>
                      </a:gs>
                    </a:gsLst>
                    <a:lin ang="5400000" scaled="0"/>
                  </a:gradFill>
                  <a:ea typeface="Segoe UI" pitchFamily="34" charset="0"/>
                  <a:cs typeface="Segoe UI" pitchFamily="34" charset="0"/>
                </a:endParaRPr>
              </a:p>
            </p:txBody>
          </p:sp>
          <p:sp>
            <p:nvSpPr>
              <p:cNvPr id="513" name="Oval 512"/>
              <p:cNvSpPr/>
              <p:nvPr/>
            </p:nvSpPr>
            <p:spPr bwMode="auto">
              <a:xfrm>
                <a:off x="9301872" y="7520578"/>
                <a:ext cx="227036" cy="227036"/>
              </a:xfrm>
              <a:prstGeom prst="ellipse">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59" tIns="143407" rIns="179259" bIns="143407" numCol="1" spcCol="0" rtlCol="0" fromWordArt="0" anchor="t" anchorCtr="0" forceAA="0" compatLnSpc="1">
                <a:prstTxWarp prst="textNoShape">
                  <a:avLst/>
                </a:prstTxWarp>
                <a:noAutofit/>
              </a:bodyPr>
              <a:lstStyle/>
              <a:p>
                <a:pPr algn="ctr" defTabSz="914043" eaLnBrk="0" fontAlgn="base" hangingPunct="0">
                  <a:lnSpc>
                    <a:spcPct val="90000"/>
                  </a:lnSpc>
                  <a:spcBef>
                    <a:spcPct val="0"/>
                  </a:spcBef>
                  <a:spcAft>
                    <a:spcPct val="0"/>
                  </a:spcAft>
                  <a:defRPr/>
                </a:pPr>
                <a:endParaRPr lang="en-US" sz="2353" dirty="0" err="1">
                  <a:gradFill>
                    <a:gsLst>
                      <a:gs pos="0">
                        <a:srgbClr val="FFFFFF"/>
                      </a:gs>
                      <a:gs pos="100000">
                        <a:srgbClr val="FFFFFF"/>
                      </a:gs>
                    </a:gsLst>
                    <a:lin ang="5400000" scaled="0"/>
                  </a:gradFill>
                  <a:ea typeface="Segoe UI" pitchFamily="34" charset="0"/>
                  <a:cs typeface="Segoe UI" pitchFamily="34" charset="0"/>
                </a:endParaRPr>
              </a:p>
            </p:txBody>
          </p:sp>
          <p:sp>
            <p:nvSpPr>
              <p:cNvPr id="514" name="Oval 513"/>
              <p:cNvSpPr/>
              <p:nvPr/>
            </p:nvSpPr>
            <p:spPr bwMode="auto">
              <a:xfrm>
                <a:off x="9667298" y="7520578"/>
                <a:ext cx="227036" cy="227036"/>
              </a:xfrm>
              <a:prstGeom prst="ellipse">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59" tIns="143407" rIns="179259" bIns="143407" numCol="1" spcCol="0" rtlCol="0" fromWordArt="0" anchor="t" anchorCtr="0" forceAA="0" compatLnSpc="1">
                <a:prstTxWarp prst="textNoShape">
                  <a:avLst/>
                </a:prstTxWarp>
                <a:noAutofit/>
              </a:bodyPr>
              <a:lstStyle/>
              <a:p>
                <a:pPr algn="ctr" defTabSz="914043" eaLnBrk="0" fontAlgn="base" hangingPunct="0">
                  <a:lnSpc>
                    <a:spcPct val="90000"/>
                  </a:lnSpc>
                  <a:spcBef>
                    <a:spcPct val="0"/>
                  </a:spcBef>
                  <a:spcAft>
                    <a:spcPct val="0"/>
                  </a:spcAft>
                  <a:defRPr/>
                </a:pPr>
                <a:endParaRPr lang="en-US" sz="2353" dirty="0" err="1">
                  <a:gradFill>
                    <a:gsLst>
                      <a:gs pos="0">
                        <a:srgbClr val="FFFFFF"/>
                      </a:gs>
                      <a:gs pos="100000">
                        <a:srgbClr val="FFFFFF"/>
                      </a:gs>
                    </a:gsLst>
                    <a:lin ang="5400000" scaled="0"/>
                  </a:gradFill>
                  <a:ea typeface="Segoe UI" pitchFamily="34" charset="0"/>
                  <a:cs typeface="Segoe UI" pitchFamily="34" charset="0"/>
                </a:endParaRPr>
              </a:p>
            </p:txBody>
          </p:sp>
        </p:grpSp>
      </p:grpSp>
    </p:spTree>
    <p:extLst>
      <p:ext uri="{BB962C8B-B14F-4D97-AF65-F5344CB8AC3E}">
        <p14:creationId xmlns:p14="http://schemas.microsoft.com/office/powerpoint/2010/main" val="189518524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250"/>
                                  </p:stCondLst>
                                  <p:childTnLst>
                                    <p:set>
                                      <p:cBhvr>
                                        <p:cTn id="6" dur="1" fill="hold">
                                          <p:stCondLst>
                                            <p:cond delay="0"/>
                                          </p:stCondLst>
                                        </p:cTn>
                                        <p:tgtEl>
                                          <p:spTgt spid="472"/>
                                        </p:tgtEl>
                                        <p:attrNameLst>
                                          <p:attrName>style.visibility</p:attrName>
                                        </p:attrNameLst>
                                      </p:cBhvr>
                                      <p:to>
                                        <p:strVal val="visible"/>
                                      </p:to>
                                    </p:set>
                                    <p:animEffect transition="in" filter="wipe(left)">
                                      <p:cBhvr>
                                        <p:cTn id="7" dur="500"/>
                                        <p:tgtEl>
                                          <p:spTgt spid="472"/>
                                        </p:tgtEl>
                                      </p:cBhvr>
                                    </p:animEffect>
                                  </p:childTnLst>
                                </p:cTn>
                              </p:par>
                              <p:par>
                                <p:cTn id="8" presetID="10" presetClass="entr" presetSubtype="0" fill="hold" grpId="0" nodeType="withEffect">
                                  <p:stCondLst>
                                    <p:cond delay="850"/>
                                  </p:stCondLst>
                                  <p:childTnLst>
                                    <p:set>
                                      <p:cBhvr>
                                        <p:cTn id="9" dur="1" fill="hold">
                                          <p:stCondLst>
                                            <p:cond delay="0"/>
                                          </p:stCondLst>
                                        </p:cTn>
                                        <p:tgtEl>
                                          <p:spTgt spid="15"/>
                                        </p:tgtEl>
                                        <p:attrNameLst>
                                          <p:attrName>style.visibility</p:attrName>
                                        </p:attrNameLst>
                                      </p:cBhvr>
                                      <p:to>
                                        <p:strVal val="visible"/>
                                      </p:to>
                                    </p:set>
                                    <p:animEffect transition="in" filter="fade">
                                      <p:cBhvr>
                                        <p:cTn id="10" dur="350"/>
                                        <p:tgtEl>
                                          <p:spTgt spid="15"/>
                                        </p:tgtEl>
                                      </p:cBhvr>
                                    </p:animEffect>
                                  </p:childTnLst>
                                </p:cTn>
                              </p:par>
                              <p:par>
                                <p:cTn id="11" presetID="10" presetClass="entr" presetSubtype="0" fill="hold" nodeType="withEffect">
                                  <p:stCondLst>
                                    <p:cond delay="850"/>
                                  </p:stCondLst>
                                  <p:childTnLst>
                                    <p:set>
                                      <p:cBhvr>
                                        <p:cTn id="12" dur="1" fill="hold">
                                          <p:stCondLst>
                                            <p:cond delay="0"/>
                                          </p:stCondLst>
                                        </p:cTn>
                                        <p:tgtEl>
                                          <p:spTgt spid="85"/>
                                        </p:tgtEl>
                                        <p:attrNameLst>
                                          <p:attrName>style.visibility</p:attrName>
                                        </p:attrNameLst>
                                      </p:cBhvr>
                                      <p:to>
                                        <p:strVal val="visible"/>
                                      </p:to>
                                    </p:set>
                                    <p:animEffect transition="in" filter="fade">
                                      <p:cBhvr>
                                        <p:cTn id="13" dur="350"/>
                                        <p:tgtEl>
                                          <p:spTgt spid="85"/>
                                        </p:tgtEl>
                                      </p:cBhvr>
                                    </p:animEffect>
                                  </p:childTnLst>
                                </p:cTn>
                              </p:par>
                              <p:par>
                                <p:cTn id="14" presetID="42" presetClass="path" presetSubtype="0" decel="100000" fill="hold" grpId="0" nodeType="withEffect">
                                  <p:stCondLst>
                                    <p:cond delay="1250"/>
                                  </p:stCondLst>
                                  <p:childTnLst>
                                    <p:animMotion origin="layout" path="M -3.04825E-6 -8.48842E-7 L -3.04825E-6 0.08489 " pathEditMode="relative" rAng="0" ptsTypes="AA">
                                      <p:cBhvr>
                                        <p:cTn id="15" dur="450" fill="hold"/>
                                        <p:tgtEl>
                                          <p:spTgt spid="425"/>
                                        </p:tgtEl>
                                        <p:attrNameLst>
                                          <p:attrName>ppt_x</p:attrName>
                                          <p:attrName>ppt_y</p:attrName>
                                        </p:attrNameLst>
                                      </p:cBhvr>
                                      <p:rCtr x="0" y="4244"/>
                                    </p:animMotion>
                                  </p:childTnLst>
                                </p:cTn>
                              </p:par>
                              <p:par>
                                <p:cTn id="16" presetID="42" presetClass="path" presetSubtype="0" decel="100000" fill="hold" grpId="0" nodeType="withEffect">
                                  <p:stCondLst>
                                    <p:cond delay="1750"/>
                                  </p:stCondLst>
                                  <p:childTnLst>
                                    <p:animMotion origin="layout" path="M -3.04825E-6 3.04585E-6 L -3.61501E-6 0.45938 " pathEditMode="relative" rAng="0" ptsTypes="AA">
                                      <p:cBhvr>
                                        <p:cTn id="17" dur="950" fill="hold"/>
                                        <p:tgtEl>
                                          <p:spTgt spid="426"/>
                                        </p:tgtEl>
                                        <p:attrNameLst>
                                          <p:attrName>ppt_x</p:attrName>
                                          <p:attrName>ppt_y</p:attrName>
                                        </p:attrNameLst>
                                      </p:cBhvr>
                                      <p:rCtr x="-89" y="21970"/>
                                    </p:animMotion>
                                  </p:childTnLst>
                                </p:cTn>
                              </p:par>
                              <p:par>
                                <p:cTn id="18" presetID="10" presetClass="entr" presetSubtype="0" fill="hold" nodeType="withEffect">
                                  <p:stCondLst>
                                    <p:cond delay="2750"/>
                                  </p:stCondLst>
                                  <p:childTnLst>
                                    <p:set>
                                      <p:cBhvr>
                                        <p:cTn id="19" dur="1" fill="hold">
                                          <p:stCondLst>
                                            <p:cond delay="0"/>
                                          </p:stCondLst>
                                        </p:cTn>
                                        <p:tgtEl>
                                          <p:spTgt spid="473"/>
                                        </p:tgtEl>
                                        <p:attrNameLst>
                                          <p:attrName>style.visibility</p:attrName>
                                        </p:attrNameLst>
                                      </p:cBhvr>
                                      <p:to>
                                        <p:strVal val="visible"/>
                                      </p:to>
                                    </p:set>
                                    <p:animEffect transition="in" filter="fade">
                                      <p:cBhvr>
                                        <p:cTn id="20" dur="250"/>
                                        <p:tgtEl>
                                          <p:spTgt spid="473"/>
                                        </p:tgtEl>
                                      </p:cBhvr>
                                    </p:animEffect>
                                  </p:childTnLst>
                                </p:cTn>
                              </p:par>
                              <p:par>
                                <p:cTn id="21" presetID="10" presetClass="entr" presetSubtype="0" fill="hold" nodeType="withEffect">
                                  <p:stCondLst>
                                    <p:cond delay="2750"/>
                                  </p:stCondLst>
                                  <p:childTnLst>
                                    <p:set>
                                      <p:cBhvr>
                                        <p:cTn id="22" dur="1" fill="hold">
                                          <p:stCondLst>
                                            <p:cond delay="0"/>
                                          </p:stCondLst>
                                        </p:cTn>
                                        <p:tgtEl>
                                          <p:spTgt spid="92"/>
                                        </p:tgtEl>
                                        <p:attrNameLst>
                                          <p:attrName>style.visibility</p:attrName>
                                        </p:attrNameLst>
                                      </p:cBhvr>
                                      <p:to>
                                        <p:strVal val="visible"/>
                                      </p:to>
                                    </p:set>
                                    <p:animEffect transition="in" filter="fade">
                                      <p:cBhvr>
                                        <p:cTn id="23" dur="250"/>
                                        <p:tgtEl>
                                          <p:spTgt spid="92"/>
                                        </p:tgtEl>
                                      </p:cBhvr>
                                    </p:animEffect>
                                  </p:childTnLst>
                                </p:cTn>
                              </p:par>
                              <p:par>
                                <p:cTn id="24" presetID="10" presetClass="entr" presetSubtype="0" fill="hold" nodeType="withEffect">
                                  <p:stCondLst>
                                    <p:cond delay="2750"/>
                                  </p:stCondLst>
                                  <p:childTnLst>
                                    <p:set>
                                      <p:cBhvr>
                                        <p:cTn id="25" dur="1" fill="hold">
                                          <p:stCondLst>
                                            <p:cond delay="0"/>
                                          </p:stCondLst>
                                        </p:cTn>
                                        <p:tgtEl>
                                          <p:spTgt spid="474"/>
                                        </p:tgtEl>
                                        <p:attrNameLst>
                                          <p:attrName>style.visibility</p:attrName>
                                        </p:attrNameLst>
                                      </p:cBhvr>
                                      <p:to>
                                        <p:strVal val="visible"/>
                                      </p:to>
                                    </p:set>
                                    <p:animEffect transition="in" filter="fade">
                                      <p:cBhvr>
                                        <p:cTn id="26" dur="250"/>
                                        <p:tgtEl>
                                          <p:spTgt spid="474"/>
                                        </p:tgtEl>
                                      </p:cBhvr>
                                    </p:animEffect>
                                  </p:childTnLst>
                                </p:cTn>
                              </p:par>
                              <p:par>
                                <p:cTn id="27" presetID="63" presetClass="path" presetSubtype="0" decel="100000" fill="hold" nodeType="withEffect">
                                  <p:stCondLst>
                                    <p:cond delay="2750"/>
                                  </p:stCondLst>
                                  <p:childTnLst>
                                    <p:animMotion origin="layout" path="M -2.28746E-6 7.94371E-7 L 0.11655 2.05175E-6 " pathEditMode="relative" rAng="0" ptsTypes="AA">
                                      <p:cBhvr>
                                        <p:cTn id="28" dur="500" fill="hold"/>
                                        <p:tgtEl>
                                          <p:spTgt spid="272"/>
                                        </p:tgtEl>
                                        <p:attrNameLst>
                                          <p:attrName>ppt_x</p:attrName>
                                          <p:attrName>ppt_y</p:attrName>
                                        </p:attrNameLst>
                                      </p:cBhvr>
                                      <p:rCtr x="6140" y="68"/>
                                    </p:animMotion>
                                  </p:childTnLst>
                                </p:cTn>
                              </p:par>
                              <p:par>
                                <p:cTn id="29" presetID="42" presetClass="path" presetSubtype="0" decel="100000" fill="hold" grpId="0" nodeType="withEffect">
                                  <p:stCondLst>
                                    <p:cond delay="3250"/>
                                  </p:stCondLst>
                                  <p:childTnLst>
                                    <p:animMotion origin="layout" path="M -3.04825E-6 -4.51203E-6 L -6.96962E-7 0.10803 " pathEditMode="relative" rAng="0" ptsTypes="AA">
                                      <p:cBhvr>
                                        <p:cTn id="30" dur="650" fill="hold"/>
                                        <p:tgtEl>
                                          <p:spTgt spid="438"/>
                                        </p:tgtEl>
                                        <p:attrNameLst>
                                          <p:attrName>ppt_x</p:attrName>
                                          <p:attrName>ppt_y</p:attrName>
                                        </p:attrNameLst>
                                      </p:cBhvr>
                                      <p:rCtr x="0" y="6378"/>
                                    </p:animMotion>
                                  </p:childTnLst>
                                </p:cTn>
                              </p:par>
                              <p:par>
                                <p:cTn id="31" presetID="10" presetClass="entr" presetSubtype="0" fill="hold" grpId="0" nodeType="withEffect">
                                  <p:stCondLst>
                                    <p:cond delay="3500"/>
                                  </p:stCondLst>
                                  <p:childTnLst>
                                    <p:set>
                                      <p:cBhvr>
                                        <p:cTn id="32" dur="1" fill="hold">
                                          <p:stCondLst>
                                            <p:cond delay="0"/>
                                          </p:stCondLst>
                                        </p:cTn>
                                        <p:tgtEl>
                                          <p:spTgt spid="51"/>
                                        </p:tgtEl>
                                        <p:attrNameLst>
                                          <p:attrName>style.visibility</p:attrName>
                                        </p:attrNameLst>
                                      </p:cBhvr>
                                      <p:to>
                                        <p:strVal val="visible"/>
                                      </p:to>
                                    </p:set>
                                    <p:animEffect transition="in" filter="fade">
                                      <p:cBhvr>
                                        <p:cTn id="33" dur="500"/>
                                        <p:tgtEl>
                                          <p:spTgt spid="51"/>
                                        </p:tgtEl>
                                      </p:cBhvr>
                                    </p:animEffect>
                                  </p:childTnLst>
                                </p:cTn>
                              </p:par>
                              <p:par>
                                <p:cTn id="34" presetID="10" presetClass="entr" presetSubtype="0" fill="hold" nodeType="withEffect">
                                  <p:stCondLst>
                                    <p:cond delay="3750"/>
                                  </p:stCondLst>
                                  <p:childTnLst>
                                    <p:set>
                                      <p:cBhvr>
                                        <p:cTn id="35" dur="1" fill="hold">
                                          <p:stCondLst>
                                            <p:cond delay="0"/>
                                          </p:stCondLst>
                                        </p:cTn>
                                        <p:tgtEl>
                                          <p:spTgt spid="263"/>
                                        </p:tgtEl>
                                        <p:attrNameLst>
                                          <p:attrName>style.visibility</p:attrName>
                                        </p:attrNameLst>
                                      </p:cBhvr>
                                      <p:to>
                                        <p:strVal val="visible"/>
                                      </p:to>
                                    </p:set>
                                    <p:animEffect transition="in" filter="fade">
                                      <p:cBhvr>
                                        <p:cTn id="36" dur="200"/>
                                        <p:tgtEl>
                                          <p:spTgt spid="263"/>
                                        </p:tgtEl>
                                      </p:cBhvr>
                                    </p:animEffect>
                                  </p:childTnLst>
                                </p:cTn>
                              </p:par>
                              <p:par>
                                <p:cTn id="37" presetID="10" presetClass="entr" presetSubtype="0" fill="hold" nodeType="withEffect">
                                  <p:stCondLst>
                                    <p:cond delay="3950"/>
                                  </p:stCondLst>
                                  <p:childTnLst>
                                    <p:set>
                                      <p:cBhvr>
                                        <p:cTn id="38" dur="1" fill="hold">
                                          <p:stCondLst>
                                            <p:cond delay="0"/>
                                          </p:stCondLst>
                                        </p:cTn>
                                        <p:tgtEl>
                                          <p:spTgt spid="262"/>
                                        </p:tgtEl>
                                        <p:attrNameLst>
                                          <p:attrName>style.visibility</p:attrName>
                                        </p:attrNameLst>
                                      </p:cBhvr>
                                      <p:to>
                                        <p:strVal val="visible"/>
                                      </p:to>
                                    </p:set>
                                    <p:animEffect transition="in" filter="fade">
                                      <p:cBhvr>
                                        <p:cTn id="39" dur="200"/>
                                        <p:tgtEl>
                                          <p:spTgt spid="262"/>
                                        </p:tgtEl>
                                      </p:cBhvr>
                                    </p:animEffect>
                                  </p:childTnLst>
                                </p:cTn>
                              </p:par>
                              <p:par>
                                <p:cTn id="40" presetID="10" presetClass="entr" presetSubtype="0" fill="hold" nodeType="withEffect">
                                  <p:stCondLst>
                                    <p:cond delay="4150"/>
                                  </p:stCondLst>
                                  <p:childTnLst>
                                    <p:set>
                                      <p:cBhvr>
                                        <p:cTn id="41" dur="1" fill="hold">
                                          <p:stCondLst>
                                            <p:cond delay="0"/>
                                          </p:stCondLst>
                                        </p:cTn>
                                        <p:tgtEl>
                                          <p:spTgt spid="497"/>
                                        </p:tgtEl>
                                        <p:attrNameLst>
                                          <p:attrName>style.visibility</p:attrName>
                                        </p:attrNameLst>
                                      </p:cBhvr>
                                      <p:to>
                                        <p:strVal val="visible"/>
                                      </p:to>
                                    </p:set>
                                    <p:animEffect transition="in" filter="fade">
                                      <p:cBhvr>
                                        <p:cTn id="42" dur="200"/>
                                        <p:tgtEl>
                                          <p:spTgt spid="497"/>
                                        </p:tgtEl>
                                      </p:cBhvr>
                                    </p:animEffect>
                                  </p:childTnLst>
                                </p:cTn>
                              </p:par>
                              <p:par>
                                <p:cTn id="43" presetID="10" presetClass="entr" presetSubtype="0" fill="hold" nodeType="withEffect">
                                  <p:stCondLst>
                                    <p:cond delay="4350"/>
                                  </p:stCondLst>
                                  <p:childTnLst>
                                    <p:set>
                                      <p:cBhvr>
                                        <p:cTn id="44" dur="1" fill="hold">
                                          <p:stCondLst>
                                            <p:cond delay="0"/>
                                          </p:stCondLst>
                                        </p:cTn>
                                        <p:tgtEl>
                                          <p:spTgt spid="79"/>
                                        </p:tgtEl>
                                        <p:attrNameLst>
                                          <p:attrName>style.visibility</p:attrName>
                                        </p:attrNameLst>
                                      </p:cBhvr>
                                      <p:to>
                                        <p:strVal val="visible"/>
                                      </p:to>
                                    </p:set>
                                    <p:animEffect transition="in" filter="fade">
                                      <p:cBhvr>
                                        <p:cTn id="45" dur="200"/>
                                        <p:tgtEl>
                                          <p:spTgt spid="79"/>
                                        </p:tgtEl>
                                      </p:cBhvr>
                                    </p:animEffect>
                                  </p:childTnLst>
                                </p:cTn>
                              </p:par>
                              <p:par>
                                <p:cTn id="46" presetID="10" presetClass="entr" presetSubtype="0" fill="hold" nodeType="withEffect">
                                  <p:stCondLst>
                                    <p:cond delay="4550"/>
                                  </p:stCondLst>
                                  <p:childTnLst>
                                    <p:set>
                                      <p:cBhvr>
                                        <p:cTn id="47" dur="1" fill="hold">
                                          <p:stCondLst>
                                            <p:cond delay="0"/>
                                          </p:stCondLst>
                                        </p:cTn>
                                        <p:tgtEl>
                                          <p:spTgt spid="115"/>
                                        </p:tgtEl>
                                        <p:attrNameLst>
                                          <p:attrName>style.visibility</p:attrName>
                                        </p:attrNameLst>
                                      </p:cBhvr>
                                      <p:to>
                                        <p:strVal val="visible"/>
                                      </p:to>
                                    </p:set>
                                    <p:animEffect transition="in" filter="fade">
                                      <p:cBhvr>
                                        <p:cTn id="48" dur="200"/>
                                        <p:tgtEl>
                                          <p:spTgt spid="115"/>
                                        </p:tgtEl>
                                      </p:cBhvr>
                                    </p:animEffect>
                                  </p:childTnLst>
                                </p:cTn>
                              </p:par>
                              <p:par>
                                <p:cTn id="49" presetID="10" presetClass="entr" presetSubtype="0" fill="hold" nodeType="withEffect">
                                  <p:stCondLst>
                                    <p:cond delay="4750"/>
                                  </p:stCondLst>
                                  <p:childTnLst>
                                    <p:set>
                                      <p:cBhvr>
                                        <p:cTn id="50" dur="1" fill="hold">
                                          <p:stCondLst>
                                            <p:cond delay="0"/>
                                          </p:stCondLst>
                                        </p:cTn>
                                        <p:tgtEl>
                                          <p:spTgt spid="119"/>
                                        </p:tgtEl>
                                        <p:attrNameLst>
                                          <p:attrName>style.visibility</p:attrName>
                                        </p:attrNameLst>
                                      </p:cBhvr>
                                      <p:to>
                                        <p:strVal val="visible"/>
                                      </p:to>
                                    </p:set>
                                    <p:animEffect transition="in" filter="fade">
                                      <p:cBhvr>
                                        <p:cTn id="51" dur="200"/>
                                        <p:tgtEl>
                                          <p:spTgt spid="119"/>
                                        </p:tgtEl>
                                      </p:cBhvr>
                                    </p:animEffect>
                                  </p:childTnLst>
                                </p:cTn>
                              </p:par>
                              <p:par>
                                <p:cTn id="52" presetID="10" presetClass="entr" presetSubtype="0" fill="hold" nodeType="withEffect">
                                  <p:stCondLst>
                                    <p:cond delay="4950"/>
                                  </p:stCondLst>
                                  <p:childTnLst>
                                    <p:set>
                                      <p:cBhvr>
                                        <p:cTn id="53" dur="1" fill="hold">
                                          <p:stCondLst>
                                            <p:cond delay="0"/>
                                          </p:stCondLst>
                                        </p:cTn>
                                        <p:tgtEl>
                                          <p:spTgt spid="118"/>
                                        </p:tgtEl>
                                        <p:attrNameLst>
                                          <p:attrName>style.visibility</p:attrName>
                                        </p:attrNameLst>
                                      </p:cBhvr>
                                      <p:to>
                                        <p:strVal val="visible"/>
                                      </p:to>
                                    </p:set>
                                    <p:animEffect transition="in" filter="fade">
                                      <p:cBhvr>
                                        <p:cTn id="54" dur="200"/>
                                        <p:tgtEl>
                                          <p:spTgt spid="118"/>
                                        </p:tgtEl>
                                      </p:cBhvr>
                                    </p:animEffect>
                                  </p:childTnLst>
                                </p:cTn>
                              </p:par>
                              <p:par>
                                <p:cTn id="55" presetID="22" presetClass="entr" presetSubtype="8" fill="hold" grpId="0" nodeType="withEffect">
                                  <p:stCondLst>
                                    <p:cond delay="5250"/>
                                  </p:stCondLst>
                                  <p:childTnLst>
                                    <p:set>
                                      <p:cBhvr>
                                        <p:cTn id="56" dur="1" fill="hold">
                                          <p:stCondLst>
                                            <p:cond delay="0"/>
                                          </p:stCondLst>
                                        </p:cTn>
                                        <p:tgtEl>
                                          <p:spTgt spid="35"/>
                                        </p:tgtEl>
                                        <p:attrNameLst>
                                          <p:attrName>style.visibility</p:attrName>
                                        </p:attrNameLst>
                                      </p:cBhvr>
                                      <p:to>
                                        <p:strVal val="visible"/>
                                      </p:to>
                                    </p:set>
                                    <p:animEffect transition="in" filter="wipe(left)">
                                      <p:cBhvr>
                                        <p:cTn id="57" dur="500"/>
                                        <p:tgtEl>
                                          <p:spTgt spid="35"/>
                                        </p:tgtEl>
                                      </p:cBhvr>
                                    </p:animEffect>
                                  </p:childTnLst>
                                </p:cTn>
                              </p:par>
                              <p:par>
                                <p:cTn id="58" presetID="10" presetClass="entr" presetSubtype="0" fill="hold" nodeType="withEffect">
                                  <p:stCondLst>
                                    <p:cond delay="5250"/>
                                  </p:stCondLst>
                                  <p:childTnLst>
                                    <p:set>
                                      <p:cBhvr>
                                        <p:cTn id="59" dur="1" fill="hold">
                                          <p:stCondLst>
                                            <p:cond delay="0"/>
                                          </p:stCondLst>
                                        </p:cTn>
                                        <p:tgtEl>
                                          <p:spTgt spid="121"/>
                                        </p:tgtEl>
                                        <p:attrNameLst>
                                          <p:attrName>style.visibility</p:attrName>
                                        </p:attrNameLst>
                                      </p:cBhvr>
                                      <p:to>
                                        <p:strVal val="visible"/>
                                      </p:to>
                                    </p:set>
                                    <p:animEffect transition="in" filter="fade">
                                      <p:cBhvr>
                                        <p:cTn id="60" dur="500"/>
                                        <p:tgtEl>
                                          <p:spTgt spid="121"/>
                                        </p:tgtEl>
                                      </p:cBhvr>
                                    </p:animEffect>
                                  </p:childTnLst>
                                </p:cTn>
                              </p:par>
                              <p:par>
                                <p:cTn id="61" presetID="10" presetClass="entr" presetSubtype="0" fill="hold" nodeType="withEffect">
                                  <p:stCondLst>
                                    <p:cond delay="5500"/>
                                  </p:stCondLst>
                                  <p:childTnLst>
                                    <p:set>
                                      <p:cBhvr>
                                        <p:cTn id="62" dur="1" fill="hold">
                                          <p:stCondLst>
                                            <p:cond delay="0"/>
                                          </p:stCondLst>
                                        </p:cTn>
                                        <p:tgtEl>
                                          <p:spTgt spid="3"/>
                                        </p:tgtEl>
                                        <p:attrNameLst>
                                          <p:attrName>style.visibility</p:attrName>
                                        </p:attrNameLst>
                                      </p:cBhvr>
                                      <p:to>
                                        <p:strVal val="visible"/>
                                      </p:to>
                                    </p:set>
                                    <p:animEffect transition="in" filter="fade">
                                      <p:cBhvr>
                                        <p:cTn id="63" dur="200"/>
                                        <p:tgtEl>
                                          <p:spTgt spid="3"/>
                                        </p:tgtEl>
                                      </p:cBhvr>
                                    </p:animEffect>
                                  </p:childTnLst>
                                </p:cTn>
                              </p:par>
                              <p:par>
                                <p:cTn id="64" presetID="10" presetClass="entr" presetSubtype="0" fill="hold" nodeType="withEffect">
                                  <p:stCondLst>
                                    <p:cond delay="5500"/>
                                  </p:stCondLst>
                                  <p:childTnLst>
                                    <p:set>
                                      <p:cBhvr>
                                        <p:cTn id="65" dur="1" fill="hold">
                                          <p:stCondLst>
                                            <p:cond delay="0"/>
                                          </p:stCondLst>
                                        </p:cTn>
                                        <p:tgtEl>
                                          <p:spTgt spid="6"/>
                                        </p:tgtEl>
                                        <p:attrNameLst>
                                          <p:attrName>style.visibility</p:attrName>
                                        </p:attrNameLst>
                                      </p:cBhvr>
                                      <p:to>
                                        <p:strVal val="visible"/>
                                      </p:to>
                                    </p:set>
                                    <p:animEffect transition="in" filter="fade">
                                      <p:cBhvr>
                                        <p:cTn id="66" dur="200"/>
                                        <p:tgtEl>
                                          <p:spTgt spid="6"/>
                                        </p:tgtEl>
                                      </p:cBhvr>
                                    </p:animEffect>
                                  </p:childTnLst>
                                </p:cTn>
                              </p:par>
                              <p:par>
                                <p:cTn id="67" presetID="10" presetClass="entr" presetSubtype="0" fill="hold" nodeType="withEffect">
                                  <p:stCondLst>
                                    <p:cond delay="5500"/>
                                  </p:stCondLst>
                                  <p:childTnLst>
                                    <p:set>
                                      <p:cBhvr>
                                        <p:cTn id="68" dur="1" fill="hold">
                                          <p:stCondLst>
                                            <p:cond delay="0"/>
                                          </p:stCondLst>
                                        </p:cTn>
                                        <p:tgtEl>
                                          <p:spTgt spid="4"/>
                                        </p:tgtEl>
                                        <p:attrNameLst>
                                          <p:attrName>style.visibility</p:attrName>
                                        </p:attrNameLst>
                                      </p:cBhvr>
                                      <p:to>
                                        <p:strVal val="visible"/>
                                      </p:to>
                                    </p:set>
                                    <p:animEffect transition="in" filter="fade">
                                      <p:cBhvr>
                                        <p:cTn id="69" dur="2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8" grpId="0" animBg="1"/>
      <p:bldP spid="426" grpId="0" animBg="1"/>
      <p:bldP spid="425" grpId="0" animBg="1"/>
      <p:bldP spid="35" grpId="0"/>
      <p:bldP spid="15" grpId="0"/>
      <p:bldP spid="51" grpId="0"/>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 name="Text Placeholder 82"/>
          <p:cNvSpPr>
            <a:spLocks noGrp="1"/>
          </p:cNvSpPr>
          <p:nvPr>
            <p:ph type="body" sz="quarter" idx="4294967295"/>
          </p:nvPr>
        </p:nvSpPr>
        <p:spPr>
          <a:xfrm>
            <a:off x="270068" y="1189813"/>
            <a:ext cx="4897547" cy="5020013"/>
          </a:xfrm>
        </p:spPr>
        <p:txBody>
          <a:bodyPr/>
          <a:lstStyle/>
          <a:p>
            <a:pPr marL="0" indent="0">
              <a:spcBef>
                <a:spcPts val="588"/>
              </a:spcBef>
              <a:buNone/>
            </a:pPr>
            <a:r>
              <a:rPr lang="en-US" sz="3529" b="0" dirty="0">
                <a:latin typeface="Segoe UI" panose="020B0502040204020203" pitchFamily="34" charset="0"/>
              </a:rPr>
              <a:t>ARM templates can:</a:t>
            </a:r>
          </a:p>
          <a:p>
            <a:pPr marL="286327" lvl="1" indent="-286327">
              <a:spcBef>
                <a:spcPts val="588"/>
              </a:spcBef>
            </a:pPr>
            <a:r>
              <a:rPr lang="en-US" sz="1961" dirty="0">
                <a:latin typeface="Segoe UI" panose="020B0502040204020203" pitchFamily="34" charset="0"/>
              </a:rPr>
              <a:t>Simplify deployment</a:t>
            </a:r>
          </a:p>
          <a:p>
            <a:pPr marL="286327" lvl="1" indent="-286327">
              <a:spcBef>
                <a:spcPts val="588"/>
              </a:spcBef>
            </a:pPr>
            <a:r>
              <a:rPr lang="en-US" sz="1961" dirty="0">
                <a:latin typeface="Segoe UI" panose="020B0502040204020203" pitchFamily="34" charset="0"/>
              </a:rPr>
              <a:t>Simplify roll-back</a:t>
            </a:r>
          </a:p>
          <a:p>
            <a:pPr marL="286327" lvl="1" indent="-286327">
              <a:spcBef>
                <a:spcPts val="588"/>
              </a:spcBef>
            </a:pPr>
            <a:r>
              <a:rPr lang="en-US" sz="1961" dirty="0">
                <a:latin typeface="Segoe UI" panose="020B0502040204020203" pitchFamily="34" charset="0"/>
              </a:rPr>
              <a:t>Provide cross-resource configuration and update support </a:t>
            </a:r>
          </a:p>
          <a:p>
            <a:pPr marL="286327" lvl="1" indent="-286327">
              <a:spcBef>
                <a:spcPts val="588"/>
              </a:spcBef>
            </a:pPr>
            <a:r>
              <a:rPr lang="en-US" sz="1961" dirty="0">
                <a:latin typeface="Segoe UI" panose="020B0502040204020203" pitchFamily="34" charset="0"/>
              </a:rPr>
              <a:t>Be used as a learning tool to build to suit</a:t>
            </a:r>
          </a:p>
          <a:p>
            <a:pPr marL="0" indent="0">
              <a:spcBef>
                <a:spcPts val="588"/>
              </a:spcBef>
              <a:buNone/>
            </a:pPr>
            <a:r>
              <a:rPr lang="en-US" sz="3529" b="0" dirty="0">
                <a:latin typeface="Segoe UI" panose="020B0502040204020203" pitchFamily="34" charset="0"/>
              </a:rPr>
              <a:t>Azure templates are: </a:t>
            </a:r>
          </a:p>
          <a:p>
            <a:pPr marL="286327" lvl="1" indent="-286327">
              <a:spcBef>
                <a:spcPts val="588"/>
              </a:spcBef>
            </a:pPr>
            <a:r>
              <a:rPr lang="en-US" sz="1961" dirty="0">
                <a:latin typeface="Segoe UI" panose="020B0502040204020203" pitchFamily="34" charset="0"/>
              </a:rPr>
              <a:t>Source file, checked-in</a:t>
            </a:r>
          </a:p>
          <a:p>
            <a:pPr marL="286327" lvl="1" indent="-286327">
              <a:spcBef>
                <a:spcPts val="588"/>
              </a:spcBef>
            </a:pPr>
            <a:r>
              <a:rPr lang="en-US" sz="1961" dirty="0">
                <a:latin typeface="Segoe UI" panose="020B0502040204020203" pitchFamily="34" charset="0"/>
              </a:rPr>
              <a:t>Specifies resources and dependencies (VMs, websites, DBs) and connections (configuration, LB sets)</a:t>
            </a:r>
          </a:p>
          <a:p>
            <a:pPr marL="286327" lvl="1" indent="-286327">
              <a:spcBef>
                <a:spcPts val="588"/>
              </a:spcBef>
            </a:pPr>
            <a:r>
              <a:rPr lang="en-US" sz="1961" dirty="0">
                <a:latin typeface="Segoe UI" panose="020B0502040204020203" pitchFamily="34" charset="0"/>
              </a:rPr>
              <a:t>Configurable parameters for input/output</a:t>
            </a:r>
          </a:p>
        </p:txBody>
      </p:sp>
      <p:sp>
        <p:nvSpPr>
          <p:cNvPr id="9" name="Title 1"/>
          <p:cNvSpPr>
            <a:spLocks noGrp="1"/>
          </p:cNvSpPr>
          <p:nvPr>
            <p:ph type="title"/>
          </p:nvPr>
        </p:nvSpPr>
        <p:spPr/>
        <p:txBody>
          <a:bodyPr/>
          <a:lstStyle/>
          <a:p>
            <a:r>
              <a:rPr lang="en-US" b="0" dirty="0">
                <a:solidFill>
                  <a:schemeClr val="tx1"/>
                </a:solidFill>
                <a:latin typeface="Segoe UI" panose="020B0502040204020203" pitchFamily="34" charset="0"/>
              </a:rPr>
              <a:t>Azure Resource Manager templates</a:t>
            </a:r>
          </a:p>
        </p:txBody>
      </p:sp>
      <p:grpSp>
        <p:nvGrpSpPr>
          <p:cNvPr id="131" name="Group 130"/>
          <p:cNvGrpSpPr/>
          <p:nvPr/>
        </p:nvGrpSpPr>
        <p:grpSpPr>
          <a:xfrm>
            <a:off x="5288957" y="1310682"/>
            <a:ext cx="6632915" cy="5255328"/>
            <a:chOff x="5212397" y="1239862"/>
            <a:chExt cx="6766878" cy="5361468"/>
          </a:xfrm>
        </p:grpSpPr>
        <p:sp>
          <p:nvSpPr>
            <p:cNvPr id="8" name="Rectangle 7"/>
            <p:cNvSpPr/>
            <p:nvPr/>
          </p:nvSpPr>
          <p:spPr bwMode="auto">
            <a:xfrm>
              <a:off x="9559422" y="1549870"/>
              <a:ext cx="2419853" cy="727986"/>
            </a:xfrm>
            <a:prstGeom prst="rect">
              <a:avLst/>
            </a:prstGeom>
            <a:noFill/>
            <a:ln w="3810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lIns="143407" tIns="89630" rIns="143407" bIns="89630" rtlCol="0" anchor="t" anchorCtr="0"/>
            <a:lstStyle/>
            <a:p>
              <a:pPr defTabSz="931987">
                <a:defRPr/>
              </a:pPr>
              <a:r>
                <a:rPr lang="en-US" sz="1371" dirty="0">
                  <a:gradFill>
                    <a:gsLst>
                      <a:gs pos="2655">
                        <a:prstClr val="black"/>
                      </a:gs>
                      <a:gs pos="31000">
                        <a:prstClr val="black"/>
                      </a:gs>
                    </a:gsLst>
                    <a:lin ang="5400000" scaled="0"/>
                  </a:gradFill>
                  <a:ea typeface="Segoe UI" pitchFamily="34" charset="0"/>
                  <a:cs typeface="Segoe UI" pitchFamily="34" charset="0"/>
                </a:rPr>
                <a:t>Repeatable configuration</a:t>
              </a:r>
            </a:p>
            <a:p>
              <a:pPr defTabSz="931987">
                <a:defRPr/>
              </a:pPr>
              <a:r>
                <a:rPr lang="en-US" sz="1175" i="1" dirty="0">
                  <a:gradFill>
                    <a:gsLst>
                      <a:gs pos="2655">
                        <a:prstClr val="black"/>
                      </a:gs>
                      <a:gs pos="31000">
                        <a:prstClr val="black"/>
                      </a:gs>
                    </a:gsLst>
                    <a:lin ang="5400000" scaled="0"/>
                  </a:gradFill>
                  <a:ea typeface="Segoe UI" pitchFamily="34" charset="0"/>
                  <a:cs typeface="Segoe UI" pitchFamily="34" charset="0"/>
                </a:rPr>
                <a:t>Configuration</a:t>
              </a:r>
              <a:r>
                <a:rPr lang="en-US" sz="1175" i="1" dirty="0">
                  <a:gradFill>
                    <a:gsLst>
                      <a:gs pos="2655">
                        <a:prstClr val="black"/>
                      </a:gs>
                      <a:gs pos="31000">
                        <a:prstClr val="black"/>
                      </a:gs>
                    </a:gsLst>
                    <a:lin ang="5400000" scaled="0"/>
                  </a:gradFill>
                  <a:ea typeface="Segoe UI" pitchFamily="34" charset="0"/>
                  <a:cs typeface="Segoe UI" pitchFamily="34" charset="0"/>
                  <a:sym typeface="Wingdings" panose="05000000000000000000" pitchFamily="2" charset="2"/>
                </a:rPr>
                <a:t> </a:t>
              </a:r>
              <a:r>
                <a:rPr lang="en-US" sz="1175" i="1" dirty="0">
                  <a:gradFill>
                    <a:gsLst>
                      <a:gs pos="2655">
                        <a:prstClr val="black"/>
                      </a:gs>
                      <a:gs pos="31000">
                        <a:prstClr val="black"/>
                      </a:gs>
                    </a:gsLst>
                    <a:lin ang="5400000" scaled="0"/>
                  </a:gradFill>
                  <a:ea typeface="Segoe UI" pitchFamily="34" charset="0"/>
                  <a:cs typeface="Segoe UI" pitchFamily="34" charset="0"/>
                </a:rPr>
                <a:t>Resource Group</a:t>
              </a:r>
            </a:p>
          </p:txBody>
        </p:sp>
        <p:sp>
          <p:nvSpPr>
            <p:cNvPr id="64" name="Freeform 61"/>
            <p:cNvSpPr>
              <a:spLocks/>
            </p:cNvSpPr>
            <p:nvPr/>
          </p:nvSpPr>
          <p:spPr bwMode="auto">
            <a:xfrm>
              <a:off x="8570789" y="2548344"/>
              <a:ext cx="37234" cy="1756477"/>
            </a:xfrm>
            <a:custGeom>
              <a:avLst/>
              <a:gdLst>
                <a:gd name="T0" fmla="*/ 0 w 23"/>
                <a:gd name="T1" fmla="*/ 0 h 1085"/>
                <a:gd name="T2" fmla="*/ 0 w 23"/>
                <a:gd name="T3" fmla="*/ 1085 h 1085"/>
                <a:gd name="T4" fmla="*/ 23 w 23"/>
                <a:gd name="T5" fmla="*/ 1085 h 1085"/>
                <a:gd name="T6" fmla="*/ 23 w 23"/>
                <a:gd name="T7" fmla="*/ 0 h 1085"/>
              </a:gdLst>
              <a:ahLst/>
              <a:cxnLst>
                <a:cxn ang="0">
                  <a:pos x="T0" y="T1"/>
                </a:cxn>
                <a:cxn ang="0">
                  <a:pos x="T2" y="T3"/>
                </a:cxn>
                <a:cxn ang="0">
                  <a:pos x="T4" y="T5"/>
                </a:cxn>
                <a:cxn ang="0">
                  <a:pos x="T6" y="T7"/>
                </a:cxn>
              </a:cxnLst>
              <a:rect l="0" t="0" r="r" b="b"/>
              <a:pathLst>
                <a:path w="23" h="1085">
                  <a:moveTo>
                    <a:pt x="0" y="0"/>
                  </a:moveTo>
                  <a:lnTo>
                    <a:pt x="0" y="1085"/>
                  </a:lnTo>
                  <a:lnTo>
                    <a:pt x="23" y="1085"/>
                  </a:lnTo>
                  <a:lnTo>
                    <a:pt x="23"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00" tIns="45701" rIns="91400" bIns="45701" numCol="1" anchor="t" anchorCtr="0" compatLnSpc="1">
              <a:prstTxWarp prst="textNoShape">
                <a:avLst/>
              </a:prstTxWarp>
            </a:bodyPr>
            <a:lstStyle/>
            <a:p>
              <a:pPr defTabSz="913990">
                <a:defRPr/>
              </a:pPr>
              <a:endParaRPr lang="en-US">
                <a:solidFill>
                  <a:srgbClr val="00B0F0"/>
                </a:solidFill>
              </a:endParaRPr>
            </a:p>
          </p:txBody>
        </p:sp>
        <p:grpSp>
          <p:nvGrpSpPr>
            <p:cNvPr id="110" name="Group 109"/>
            <p:cNvGrpSpPr/>
            <p:nvPr/>
          </p:nvGrpSpPr>
          <p:grpSpPr>
            <a:xfrm>
              <a:off x="8525627" y="2478733"/>
              <a:ext cx="155412" cy="1884782"/>
              <a:chOff x="8672353" y="2553460"/>
              <a:chExt cx="155412" cy="1884782"/>
            </a:xfrm>
          </p:grpSpPr>
          <p:sp>
            <p:nvSpPr>
              <p:cNvPr id="63" name="Rectangle 60"/>
              <p:cNvSpPr>
                <a:spLocks noChangeArrowheads="1"/>
              </p:cNvSpPr>
              <p:nvPr/>
            </p:nvSpPr>
            <p:spPr bwMode="auto">
              <a:xfrm>
                <a:off x="8732252" y="2623071"/>
                <a:ext cx="37234" cy="1691640"/>
              </a:xfrm>
              <a:prstGeom prst="rect">
                <a:avLst/>
              </a:prstGeom>
              <a:solidFill>
                <a:schemeClr val="tx1"/>
              </a:solidFill>
              <a:ln>
                <a:noFill/>
              </a:ln>
              <a:extLst/>
            </p:spPr>
            <p:txBody>
              <a:bodyPr vert="horz" wrap="square" lIns="91400" tIns="45701" rIns="91400" bIns="45701" numCol="1" anchor="t" anchorCtr="0" compatLnSpc="1">
                <a:prstTxWarp prst="textNoShape">
                  <a:avLst/>
                </a:prstTxWarp>
              </a:bodyPr>
              <a:lstStyle/>
              <a:p>
                <a:pPr defTabSz="913990">
                  <a:defRPr/>
                </a:pPr>
                <a:endParaRPr lang="en-US">
                  <a:solidFill>
                    <a:srgbClr val="00B0F0"/>
                  </a:solidFill>
                </a:endParaRPr>
              </a:p>
            </p:txBody>
          </p:sp>
          <p:sp>
            <p:nvSpPr>
              <p:cNvPr id="65" name="Oval 62"/>
              <p:cNvSpPr>
                <a:spLocks noChangeArrowheads="1"/>
              </p:cNvSpPr>
              <p:nvPr/>
            </p:nvSpPr>
            <p:spPr bwMode="auto">
              <a:xfrm>
                <a:off x="8677210" y="2553460"/>
                <a:ext cx="145699" cy="147317"/>
              </a:xfrm>
              <a:prstGeom prst="ellipse">
                <a:avLst/>
              </a:prstGeom>
              <a:solidFill>
                <a:schemeClr val="tx1"/>
              </a:solidFill>
              <a:ln>
                <a:noFill/>
              </a:ln>
              <a:extLst/>
            </p:spPr>
            <p:txBody>
              <a:bodyPr vert="horz" wrap="square" lIns="91400" tIns="45701" rIns="91400" bIns="45701" numCol="1" anchor="t" anchorCtr="0" compatLnSpc="1">
                <a:prstTxWarp prst="textNoShape">
                  <a:avLst/>
                </a:prstTxWarp>
              </a:bodyPr>
              <a:lstStyle/>
              <a:p>
                <a:pPr defTabSz="913990">
                  <a:defRPr/>
                </a:pPr>
                <a:endParaRPr lang="en-US">
                  <a:solidFill>
                    <a:srgbClr val="00B0F0"/>
                  </a:solidFill>
                </a:endParaRPr>
              </a:p>
            </p:txBody>
          </p:sp>
          <p:sp>
            <p:nvSpPr>
              <p:cNvPr id="66" name="Freeform 63"/>
              <p:cNvSpPr>
                <a:spLocks/>
              </p:cNvSpPr>
              <p:nvPr/>
            </p:nvSpPr>
            <p:spPr bwMode="auto">
              <a:xfrm>
                <a:off x="8672353" y="4303876"/>
                <a:ext cx="155412" cy="134366"/>
              </a:xfrm>
              <a:custGeom>
                <a:avLst/>
                <a:gdLst>
                  <a:gd name="T0" fmla="*/ 0 w 96"/>
                  <a:gd name="T1" fmla="*/ 0 h 83"/>
                  <a:gd name="T2" fmla="*/ 48 w 96"/>
                  <a:gd name="T3" fmla="*/ 83 h 83"/>
                  <a:gd name="T4" fmla="*/ 96 w 96"/>
                  <a:gd name="T5" fmla="*/ 0 h 83"/>
                  <a:gd name="T6" fmla="*/ 0 w 96"/>
                  <a:gd name="T7" fmla="*/ 0 h 83"/>
                </a:gdLst>
                <a:ahLst/>
                <a:cxnLst>
                  <a:cxn ang="0">
                    <a:pos x="T0" y="T1"/>
                  </a:cxn>
                  <a:cxn ang="0">
                    <a:pos x="T2" y="T3"/>
                  </a:cxn>
                  <a:cxn ang="0">
                    <a:pos x="T4" y="T5"/>
                  </a:cxn>
                  <a:cxn ang="0">
                    <a:pos x="T6" y="T7"/>
                  </a:cxn>
                </a:cxnLst>
                <a:rect l="0" t="0" r="r" b="b"/>
                <a:pathLst>
                  <a:path w="96" h="83">
                    <a:moveTo>
                      <a:pt x="0" y="0"/>
                    </a:moveTo>
                    <a:lnTo>
                      <a:pt x="48" y="83"/>
                    </a:lnTo>
                    <a:lnTo>
                      <a:pt x="96" y="0"/>
                    </a:lnTo>
                    <a:lnTo>
                      <a:pt x="0" y="0"/>
                    </a:lnTo>
                    <a:close/>
                  </a:path>
                </a:pathLst>
              </a:custGeom>
              <a:solidFill>
                <a:schemeClr val="tx1"/>
              </a:solidFill>
              <a:ln>
                <a:noFill/>
              </a:ln>
              <a:extLst/>
            </p:spPr>
            <p:txBody>
              <a:bodyPr vert="horz" wrap="square" lIns="91400" tIns="45701" rIns="91400" bIns="45701" numCol="1" anchor="t" anchorCtr="0" compatLnSpc="1">
                <a:prstTxWarp prst="textNoShape">
                  <a:avLst/>
                </a:prstTxWarp>
              </a:bodyPr>
              <a:lstStyle/>
              <a:p>
                <a:pPr defTabSz="913990">
                  <a:defRPr/>
                </a:pPr>
                <a:endParaRPr lang="en-US">
                  <a:solidFill>
                    <a:srgbClr val="00B0F0"/>
                  </a:solidFill>
                </a:endParaRPr>
              </a:p>
            </p:txBody>
          </p:sp>
        </p:grpSp>
        <p:grpSp>
          <p:nvGrpSpPr>
            <p:cNvPr id="109" name="Group 108"/>
            <p:cNvGrpSpPr/>
            <p:nvPr/>
          </p:nvGrpSpPr>
          <p:grpSpPr>
            <a:xfrm>
              <a:off x="8757088" y="2481981"/>
              <a:ext cx="2304615" cy="1881534"/>
              <a:chOff x="8918252" y="2553460"/>
              <a:chExt cx="2412292" cy="1881534"/>
            </a:xfrm>
          </p:grpSpPr>
          <p:sp>
            <p:nvSpPr>
              <p:cNvPr id="67" name="Freeform 64"/>
              <p:cNvSpPr>
                <a:spLocks/>
              </p:cNvSpPr>
              <p:nvPr/>
            </p:nvSpPr>
            <p:spPr bwMode="auto">
              <a:xfrm>
                <a:off x="8978320" y="2623071"/>
                <a:ext cx="2292325" cy="1688485"/>
              </a:xfrm>
              <a:custGeom>
                <a:avLst/>
                <a:gdLst>
                  <a:gd name="T0" fmla="*/ 0 w 1416"/>
                  <a:gd name="T1" fmla="*/ 0 h 1085"/>
                  <a:gd name="T2" fmla="*/ 0 w 1416"/>
                  <a:gd name="T3" fmla="*/ 455 h 1085"/>
                  <a:gd name="T4" fmla="*/ 1392 w 1416"/>
                  <a:gd name="T5" fmla="*/ 455 h 1085"/>
                  <a:gd name="T6" fmla="*/ 1392 w 1416"/>
                  <a:gd name="T7" fmla="*/ 1085 h 1085"/>
                  <a:gd name="T8" fmla="*/ 1416 w 1416"/>
                  <a:gd name="T9" fmla="*/ 1085 h 1085"/>
                  <a:gd name="T10" fmla="*/ 1416 w 1416"/>
                  <a:gd name="T11" fmla="*/ 432 h 1085"/>
                  <a:gd name="T12" fmla="*/ 25 w 1416"/>
                  <a:gd name="T13" fmla="*/ 432 h 1085"/>
                  <a:gd name="T14" fmla="*/ 25 w 1416"/>
                  <a:gd name="T15" fmla="*/ 0 h 1085"/>
                  <a:gd name="T16" fmla="*/ 0 w 1416"/>
                  <a:gd name="T17" fmla="*/ 0 h 1085"/>
                  <a:gd name="T18" fmla="*/ 0 w 1416"/>
                  <a:gd name="T19" fmla="*/ 0 h 10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416" h="1085">
                    <a:moveTo>
                      <a:pt x="0" y="0"/>
                    </a:moveTo>
                    <a:lnTo>
                      <a:pt x="0" y="455"/>
                    </a:lnTo>
                    <a:lnTo>
                      <a:pt x="1392" y="455"/>
                    </a:lnTo>
                    <a:lnTo>
                      <a:pt x="1392" y="1085"/>
                    </a:lnTo>
                    <a:lnTo>
                      <a:pt x="1416" y="1085"/>
                    </a:lnTo>
                    <a:lnTo>
                      <a:pt x="1416" y="432"/>
                    </a:lnTo>
                    <a:lnTo>
                      <a:pt x="25" y="432"/>
                    </a:lnTo>
                    <a:lnTo>
                      <a:pt x="25" y="0"/>
                    </a:lnTo>
                    <a:lnTo>
                      <a:pt x="0" y="0"/>
                    </a:lnTo>
                    <a:lnTo>
                      <a:pt x="0" y="0"/>
                    </a:lnTo>
                    <a:close/>
                  </a:path>
                </a:pathLst>
              </a:custGeom>
              <a:solidFill>
                <a:schemeClr val="tx1"/>
              </a:solidFill>
              <a:ln>
                <a:noFill/>
              </a:ln>
              <a:extLst/>
            </p:spPr>
            <p:txBody>
              <a:bodyPr vert="horz" wrap="square" lIns="91400" tIns="45701" rIns="91400" bIns="45701" numCol="1" anchor="t" anchorCtr="0" compatLnSpc="1">
                <a:prstTxWarp prst="textNoShape">
                  <a:avLst/>
                </a:prstTxWarp>
              </a:bodyPr>
              <a:lstStyle/>
              <a:p>
                <a:pPr defTabSz="913990">
                  <a:defRPr/>
                </a:pPr>
                <a:endParaRPr lang="en-US">
                  <a:solidFill>
                    <a:srgbClr val="00B0F0"/>
                  </a:solidFill>
                </a:endParaRPr>
              </a:p>
            </p:txBody>
          </p:sp>
          <p:sp>
            <p:nvSpPr>
              <p:cNvPr id="68" name="Oval 65"/>
              <p:cNvSpPr>
                <a:spLocks noChangeArrowheads="1"/>
              </p:cNvSpPr>
              <p:nvPr/>
            </p:nvSpPr>
            <p:spPr bwMode="auto">
              <a:xfrm>
                <a:off x="8918252" y="2553460"/>
                <a:ext cx="153140" cy="147317"/>
              </a:xfrm>
              <a:prstGeom prst="ellipse">
                <a:avLst/>
              </a:prstGeom>
              <a:solidFill>
                <a:schemeClr val="tx1"/>
              </a:solidFill>
              <a:ln>
                <a:noFill/>
              </a:ln>
              <a:extLst/>
            </p:spPr>
            <p:txBody>
              <a:bodyPr vert="horz" wrap="square" lIns="91400" tIns="45701" rIns="91400" bIns="45701" numCol="1" anchor="t" anchorCtr="0" compatLnSpc="1">
                <a:prstTxWarp prst="textNoShape">
                  <a:avLst/>
                </a:prstTxWarp>
              </a:bodyPr>
              <a:lstStyle/>
              <a:p>
                <a:pPr defTabSz="913990">
                  <a:defRPr/>
                </a:pPr>
                <a:endParaRPr lang="en-US">
                  <a:solidFill>
                    <a:srgbClr val="00B0F0"/>
                  </a:solidFill>
                </a:endParaRPr>
              </a:p>
            </p:txBody>
          </p:sp>
          <p:sp>
            <p:nvSpPr>
              <p:cNvPr id="69" name="Freeform 66"/>
              <p:cNvSpPr>
                <a:spLocks/>
              </p:cNvSpPr>
              <p:nvPr/>
            </p:nvSpPr>
            <p:spPr bwMode="auto">
              <a:xfrm>
                <a:off x="11171894" y="4300628"/>
                <a:ext cx="158650" cy="134366"/>
              </a:xfrm>
              <a:custGeom>
                <a:avLst/>
                <a:gdLst>
                  <a:gd name="T0" fmla="*/ 0 w 98"/>
                  <a:gd name="T1" fmla="*/ 0 h 83"/>
                  <a:gd name="T2" fmla="*/ 48 w 98"/>
                  <a:gd name="T3" fmla="*/ 83 h 83"/>
                  <a:gd name="T4" fmla="*/ 98 w 98"/>
                  <a:gd name="T5" fmla="*/ 0 h 83"/>
                  <a:gd name="T6" fmla="*/ 0 w 98"/>
                  <a:gd name="T7" fmla="*/ 0 h 83"/>
                </a:gdLst>
                <a:ahLst/>
                <a:cxnLst>
                  <a:cxn ang="0">
                    <a:pos x="T0" y="T1"/>
                  </a:cxn>
                  <a:cxn ang="0">
                    <a:pos x="T2" y="T3"/>
                  </a:cxn>
                  <a:cxn ang="0">
                    <a:pos x="T4" y="T5"/>
                  </a:cxn>
                  <a:cxn ang="0">
                    <a:pos x="T6" y="T7"/>
                  </a:cxn>
                </a:cxnLst>
                <a:rect l="0" t="0" r="r" b="b"/>
                <a:pathLst>
                  <a:path w="98" h="83">
                    <a:moveTo>
                      <a:pt x="0" y="0"/>
                    </a:moveTo>
                    <a:lnTo>
                      <a:pt x="48" y="83"/>
                    </a:lnTo>
                    <a:lnTo>
                      <a:pt x="98" y="0"/>
                    </a:lnTo>
                    <a:lnTo>
                      <a:pt x="0" y="0"/>
                    </a:lnTo>
                    <a:close/>
                  </a:path>
                </a:pathLst>
              </a:custGeom>
              <a:solidFill>
                <a:schemeClr val="tx1"/>
              </a:solidFill>
              <a:ln>
                <a:noFill/>
              </a:ln>
              <a:extLst/>
            </p:spPr>
            <p:txBody>
              <a:bodyPr vert="horz" wrap="square" lIns="91400" tIns="45701" rIns="91400" bIns="45701" numCol="1" anchor="t" anchorCtr="0" compatLnSpc="1">
                <a:prstTxWarp prst="textNoShape">
                  <a:avLst/>
                </a:prstTxWarp>
              </a:bodyPr>
              <a:lstStyle/>
              <a:p>
                <a:pPr defTabSz="913990">
                  <a:defRPr/>
                </a:pPr>
                <a:endParaRPr lang="en-US">
                  <a:solidFill>
                    <a:srgbClr val="00B0F0"/>
                  </a:solidFill>
                </a:endParaRPr>
              </a:p>
            </p:txBody>
          </p:sp>
        </p:grpSp>
        <p:sp>
          <p:nvSpPr>
            <p:cNvPr id="71" name="Rectangle 68"/>
            <p:cNvSpPr>
              <a:spLocks noChangeArrowheads="1"/>
            </p:cNvSpPr>
            <p:nvPr/>
          </p:nvSpPr>
          <p:spPr bwMode="auto">
            <a:xfrm>
              <a:off x="10579811" y="3730122"/>
              <a:ext cx="969954" cy="1412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defTabSz="913990">
                <a:defRPr/>
              </a:pPr>
              <a:r>
                <a:rPr lang="en-US" altLang="en-US" sz="900" b="1">
                  <a:solidFill>
                    <a:srgbClr val="FFFFFF"/>
                  </a:solidFill>
                  <a:latin typeface="Segoe UI Semibold" panose="020B0702040204020203" pitchFamily="34" charset="0"/>
                </a:rPr>
                <a:t>DEPENDS ON SQL</a:t>
              </a:r>
              <a:endParaRPr lang="en-US" altLang="en-US">
                <a:solidFill>
                  <a:srgbClr val="00B0F0"/>
                </a:solidFill>
              </a:endParaRPr>
            </a:p>
          </p:txBody>
        </p:sp>
        <p:sp>
          <p:nvSpPr>
            <p:cNvPr id="72" name="Freeform 69"/>
            <p:cNvSpPr>
              <a:spLocks/>
            </p:cNvSpPr>
            <p:nvPr/>
          </p:nvSpPr>
          <p:spPr bwMode="auto">
            <a:xfrm>
              <a:off x="7770863" y="3597374"/>
              <a:ext cx="1672972" cy="457200"/>
            </a:xfrm>
            <a:prstGeom prst="rect">
              <a:avLst/>
            </a:prstGeom>
            <a:solidFill>
              <a:srgbClr val="0075C9"/>
            </a:solidFill>
            <a:ln w="9525">
              <a:noFill/>
              <a:round/>
              <a:headEnd/>
              <a:tailEnd/>
            </a:ln>
            <a:extLst/>
          </p:spPr>
          <p:txBody>
            <a:bodyPr vert="horz" wrap="square" lIns="143407" tIns="89630" rIns="143407" bIns="89630" numCol="1" anchor="t" anchorCtr="0" compatLnSpc="1">
              <a:prstTxWarp prst="textNoShape">
                <a:avLst/>
              </a:prstTxWarp>
              <a:noAutofit/>
            </a:bodyPr>
            <a:lstStyle/>
            <a:p>
              <a:pPr algn="ctr" defTabSz="913990">
                <a:defRPr/>
              </a:pPr>
              <a:r>
                <a:rPr lang="en-US" altLang="en-US" sz="1371" b="1" dirty="0">
                  <a:solidFill>
                    <a:srgbClr val="FFFFFF"/>
                  </a:solidFill>
                  <a:latin typeface="Segoe UI Semibold" panose="020B0702040204020203" pitchFamily="34" charset="0"/>
                </a:rPr>
                <a:t>Depends on SQL</a:t>
              </a:r>
              <a:endParaRPr lang="en-US" altLang="en-US" sz="3529" dirty="0">
                <a:solidFill>
                  <a:srgbClr val="00B0F0"/>
                </a:solidFill>
              </a:endParaRPr>
            </a:p>
          </p:txBody>
        </p:sp>
        <p:grpSp>
          <p:nvGrpSpPr>
            <p:cNvPr id="108" name="Group 107"/>
            <p:cNvGrpSpPr/>
            <p:nvPr/>
          </p:nvGrpSpPr>
          <p:grpSpPr>
            <a:xfrm>
              <a:off x="7624267" y="1239862"/>
              <a:ext cx="1927040" cy="1145663"/>
              <a:chOff x="5317065" y="1129914"/>
              <a:chExt cx="1927040" cy="1145663"/>
            </a:xfrm>
          </p:grpSpPr>
          <p:grpSp>
            <p:nvGrpSpPr>
              <p:cNvPr id="107" name="Group 106"/>
              <p:cNvGrpSpPr/>
              <p:nvPr/>
            </p:nvGrpSpPr>
            <p:grpSpPr>
              <a:xfrm>
                <a:off x="5317065" y="1129914"/>
                <a:ext cx="1927040" cy="1145663"/>
                <a:chOff x="1906587" y="-780050"/>
                <a:chExt cx="1927040" cy="1058450"/>
              </a:xfrm>
            </p:grpSpPr>
            <p:sp>
              <p:nvSpPr>
                <p:cNvPr id="103" name="Freeform 18"/>
                <p:cNvSpPr>
                  <a:spLocks/>
                </p:cNvSpPr>
                <p:nvPr/>
              </p:nvSpPr>
              <p:spPr bwMode="auto">
                <a:xfrm>
                  <a:off x="1906587" y="-499352"/>
                  <a:ext cx="295091" cy="777752"/>
                </a:xfrm>
                <a:custGeom>
                  <a:avLst/>
                  <a:gdLst>
                    <a:gd name="T0" fmla="*/ 489 w 489"/>
                    <a:gd name="T1" fmla="*/ 0 h 1606"/>
                    <a:gd name="T2" fmla="*/ 0 w 489"/>
                    <a:gd name="T3" fmla="*/ 0 h 1606"/>
                    <a:gd name="T4" fmla="*/ 0 w 489"/>
                    <a:gd name="T5" fmla="*/ 1346 h 1606"/>
                    <a:gd name="T6" fmla="*/ 260 w 489"/>
                    <a:gd name="T7" fmla="*/ 1606 h 1606"/>
                    <a:gd name="T8" fmla="*/ 489 w 489"/>
                    <a:gd name="T9" fmla="*/ 1606 h 1606"/>
                    <a:gd name="T10" fmla="*/ 489 w 489"/>
                    <a:gd name="T11" fmla="*/ 0 h 1606"/>
                  </a:gdLst>
                  <a:ahLst/>
                  <a:cxnLst>
                    <a:cxn ang="0">
                      <a:pos x="T0" y="T1"/>
                    </a:cxn>
                    <a:cxn ang="0">
                      <a:pos x="T2" y="T3"/>
                    </a:cxn>
                    <a:cxn ang="0">
                      <a:pos x="T4" y="T5"/>
                    </a:cxn>
                    <a:cxn ang="0">
                      <a:pos x="T6" y="T7"/>
                    </a:cxn>
                    <a:cxn ang="0">
                      <a:pos x="T8" y="T9"/>
                    </a:cxn>
                    <a:cxn ang="0">
                      <a:pos x="T10" y="T11"/>
                    </a:cxn>
                  </a:cxnLst>
                  <a:rect l="0" t="0" r="r" b="b"/>
                  <a:pathLst>
                    <a:path w="489" h="1606">
                      <a:moveTo>
                        <a:pt x="489" y="0"/>
                      </a:moveTo>
                      <a:cubicBezTo>
                        <a:pt x="0" y="0"/>
                        <a:pt x="0" y="0"/>
                        <a:pt x="0" y="0"/>
                      </a:cubicBezTo>
                      <a:cubicBezTo>
                        <a:pt x="0" y="1346"/>
                        <a:pt x="0" y="1346"/>
                        <a:pt x="0" y="1346"/>
                      </a:cubicBezTo>
                      <a:cubicBezTo>
                        <a:pt x="0" y="1484"/>
                        <a:pt x="122" y="1606"/>
                        <a:pt x="260" y="1606"/>
                      </a:cubicBezTo>
                      <a:cubicBezTo>
                        <a:pt x="489" y="1606"/>
                        <a:pt x="489" y="1606"/>
                        <a:pt x="489" y="1606"/>
                      </a:cubicBezTo>
                      <a:lnTo>
                        <a:pt x="489" y="0"/>
                      </a:lnTo>
                      <a:close/>
                    </a:path>
                  </a:pathLst>
                </a:custGeom>
                <a:solidFill>
                  <a:schemeClr val="bg2"/>
                </a:solidFill>
                <a:ln>
                  <a:noFill/>
                </a:ln>
              </p:spPr>
              <p:txBody>
                <a:bodyPr vert="horz" wrap="square" lIns="89630" tIns="44815" rIns="89630" bIns="44815" numCol="1" anchor="t" anchorCtr="0" compatLnSpc="1">
                  <a:prstTxWarp prst="textNoShape">
                    <a:avLst/>
                  </a:prstTxWarp>
                </a:bodyPr>
                <a:lstStyle/>
                <a:p>
                  <a:pPr defTabSz="914367">
                    <a:defRPr/>
                  </a:pPr>
                  <a:endParaRPr lang="en-US" sz="2400">
                    <a:solidFill>
                      <a:prstClr val="black"/>
                    </a:solidFill>
                  </a:endParaRPr>
                </a:p>
              </p:txBody>
            </p:sp>
            <p:sp>
              <p:nvSpPr>
                <p:cNvPr id="104" name="Freeform 19"/>
                <p:cNvSpPr>
                  <a:spLocks/>
                </p:cNvSpPr>
                <p:nvPr/>
              </p:nvSpPr>
              <p:spPr bwMode="auto">
                <a:xfrm>
                  <a:off x="1906587" y="-780050"/>
                  <a:ext cx="1927039" cy="229907"/>
                </a:xfrm>
                <a:custGeom>
                  <a:avLst/>
                  <a:gdLst>
                    <a:gd name="T0" fmla="*/ 2295 w 2295"/>
                    <a:gd name="T1" fmla="*/ 475 h 475"/>
                    <a:gd name="T2" fmla="*/ 2295 w 2295"/>
                    <a:gd name="T3" fmla="*/ 261 h 475"/>
                    <a:gd name="T4" fmla="*/ 2034 w 2295"/>
                    <a:gd name="T5" fmla="*/ 0 h 475"/>
                    <a:gd name="T6" fmla="*/ 260 w 2295"/>
                    <a:gd name="T7" fmla="*/ 0 h 475"/>
                    <a:gd name="T8" fmla="*/ 0 w 2295"/>
                    <a:gd name="T9" fmla="*/ 261 h 475"/>
                    <a:gd name="T10" fmla="*/ 0 w 2295"/>
                    <a:gd name="T11" fmla="*/ 475 h 475"/>
                    <a:gd name="T12" fmla="*/ 2295 w 2295"/>
                    <a:gd name="T13" fmla="*/ 475 h 475"/>
                  </a:gdLst>
                  <a:ahLst/>
                  <a:cxnLst>
                    <a:cxn ang="0">
                      <a:pos x="T0" y="T1"/>
                    </a:cxn>
                    <a:cxn ang="0">
                      <a:pos x="T2" y="T3"/>
                    </a:cxn>
                    <a:cxn ang="0">
                      <a:pos x="T4" y="T5"/>
                    </a:cxn>
                    <a:cxn ang="0">
                      <a:pos x="T6" y="T7"/>
                    </a:cxn>
                    <a:cxn ang="0">
                      <a:pos x="T8" y="T9"/>
                    </a:cxn>
                    <a:cxn ang="0">
                      <a:pos x="T10" y="T11"/>
                    </a:cxn>
                    <a:cxn ang="0">
                      <a:pos x="T12" y="T13"/>
                    </a:cxn>
                  </a:cxnLst>
                  <a:rect l="0" t="0" r="r" b="b"/>
                  <a:pathLst>
                    <a:path w="2295" h="475">
                      <a:moveTo>
                        <a:pt x="2295" y="475"/>
                      </a:moveTo>
                      <a:cubicBezTo>
                        <a:pt x="2295" y="261"/>
                        <a:pt x="2295" y="261"/>
                        <a:pt x="2295" y="261"/>
                      </a:cubicBezTo>
                      <a:cubicBezTo>
                        <a:pt x="2295" y="123"/>
                        <a:pt x="2172" y="0"/>
                        <a:pt x="2034" y="0"/>
                      </a:cubicBezTo>
                      <a:cubicBezTo>
                        <a:pt x="260" y="0"/>
                        <a:pt x="260" y="0"/>
                        <a:pt x="260" y="0"/>
                      </a:cubicBezTo>
                      <a:cubicBezTo>
                        <a:pt x="122" y="0"/>
                        <a:pt x="0" y="123"/>
                        <a:pt x="0" y="261"/>
                      </a:cubicBezTo>
                      <a:cubicBezTo>
                        <a:pt x="0" y="475"/>
                        <a:pt x="0" y="475"/>
                        <a:pt x="0" y="475"/>
                      </a:cubicBezTo>
                      <a:lnTo>
                        <a:pt x="2295" y="475"/>
                      </a:lnTo>
                      <a:close/>
                    </a:path>
                  </a:pathLst>
                </a:custGeom>
                <a:solidFill>
                  <a:schemeClr val="bg2"/>
                </a:solidFill>
                <a:ln>
                  <a:noFill/>
                </a:ln>
              </p:spPr>
              <p:txBody>
                <a:bodyPr vert="horz" wrap="square" lIns="89630" tIns="44815" rIns="89630" bIns="44815" numCol="1" anchor="t" anchorCtr="0" compatLnSpc="1">
                  <a:prstTxWarp prst="textNoShape">
                    <a:avLst/>
                  </a:prstTxWarp>
                </a:bodyPr>
                <a:lstStyle/>
                <a:p>
                  <a:pPr defTabSz="914367">
                    <a:defRPr/>
                  </a:pPr>
                  <a:endParaRPr lang="en-US" sz="2400">
                    <a:solidFill>
                      <a:prstClr val="black"/>
                    </a:solidFill>
                  </a:endParaRPr>
                </a:p>
              </p:txBody>
            </p:sp>
            <p:sp>
              <p:nvSpPr>
                <p:cNvPr id="105" name="Freeform 20"/>
                <p:cNvSpPr>
                  <a:spLocks/>
                </p:cNvSpPr>
                <p:nvPr/>
              </p:nvSpPr>
              <p:spPr bwMode="auto">
                <a:xfrm>
                  <a:off x="2266423" y="-499352"/>
                  <a:ext cx="1567204" cy="777752"/>
                </a:xfrm>
                <a:custGeom>
                  <a:avLst/>
                  <a:gdLst>
                    <a:gd name="T0" fmla="*/ 0 w 1591"/>
                    <a:gd name="T1" fmla="*/ 0 h 1606"/>
                    <a:gd name="T2" fmla="*/ 0 w 1591"/>
                    <a:gd name="T3" fmla="*/ 1606 h 1606"/>
                    <a:gd name="T4" fmla="*/ 1331 w 1591"/>
                    <a:gd name="T5" fmla="*/ 1606 h 1606"/>
                    <a:gd name="T6" fmla="*/ 1591 w 1591"/>
                    <a:gd name="T7" fmla="*/ 1346 h 1606"/>
                    <a:gd name="T8" fmla="*/ 1591 w 1591"/>
                    <a:gd name="T9" fmla="*/ 0 h 1606"/>
                    <a:gd name="T10" fmla="*/ 0 w 1591"/>
                    <a:gd name="T11" fmla="*/ 0 h 1606"/>
                  </a:gdLst>
                  <a:ahLst/>
                  <a:cxnLst>
                    <a:cxn ang="0">
                      <a:pos x="T0" y="T1"/>
                    </a:cxn>
                    <a:cxn ang="0">
                      <a:pos x="T2" y="T3"/>
                    </a:cxn>
                    <a:cxn ang="0">
                      <a:pos x="T4" y="T5"/>
                    </a:cxn>
                    <a:cxn ang="0">
                      <a:pos x="T6" y="T7"/>
                    </a:cxn>
                    <a:cxn ang="0">
                      <a:pos x="T8" y="T9"/>
                    </a:cxn>
                    <a:cxn ang="0">
                      <a:pos x="T10" y="T11"/>
                    </a:cxn>
                  </a:cxnLst>
                  <a:rect l="0" t="0" r="r" b="b"/>
                  <a:pathLst>
                    <a:path w="1591" h="1606">
                      <a:moveTo>
                        <a:pt x="0" y="0"/>
                      </a:moveTo>
                      <a:cubicBezTo>
                        <a:pt x="0" y="1606"/>
                        <a:pt x="0" y="1606"/>
                        <a:pt x="0" y="1606"/>
                      </a:cubicBezTo>
                      <a:cubicBezTo>
                        <a:pt x="1331" y="1606"/>
                        <a:pt x="1331" y="1606"/>
                        <a:pt x="1331" y="1606"/>
                      </a:cubicBezTo>
                      <a:cubicBezTo>
                        <a:pt x="1469" y="1606"/>
                        <a:pt x="1591" y="1484"/>
                        <a:pt x="1591" y="1346"/>
                      </a:cubicBezTo>
                      <a:cubicBezTo>
                        <a:pt x="1591" y="0"/>
                        <a:pt x="1591" y="0"/>
                        <a:pt x="1591" y="0"/>
                      </a:cubicBezTo>
                      <a:lnTo>
                        <a:pt x="0" y="0"/>
                      </a:lnTo>
                      <a:close/>
                    </a:path>
                  </a:pathLst>
                </a:custGeom>
                <a:solidFill>
                  <a:schemeClr val="bg2"/>
                </a:solidFill>
                <a:ln>
                  <a:noFill/>
                </a:ln>
              </p:spPr>
              <p:txBody>
                <a:bodyPr vert="horz" wrap="square" lIns="89630" tIns="44815" rIns="89630" bIns="44815" numCol="1" anchor="t" anchorCtr="0" compatLnSpc="1">
                  <a:prstTxWarp prst="textNoShape">
                    <a:avLst/>
                  </a:prstTxWarp>
                </a:bodyPr>
                <a:lstStyle/>
                <a:p>
                  <a:pPr defTabSz="914367">
                    <a:defRPr/>
                  </a:pPr>
                  <a:endParaRPr lang="en-US" sz="2400">
                    <a:solidFill>
                      <a:prstClr val="black"/>
                    </a:solidFill>
                  </a:endParaRPr>
                </a:p>
              </p:txBody>
            </p:sp>
          </p:grpSp>
          <p:sp>
            <p:nvSpPr>
              <p:cNvPr id="57" name="Rectangle 54"/>
              <p:cNvSpPr>
                <a:spLocks noChangeArrowheads="1"/>
              </p:cNvSpPr>
              <p:nvPr/>
            </p:nvSpPr>
            <p:spPr bwMode="auto">
              <a:xfrm>
                <a:off x="5685015" y="1434638"/>
                <a:ext cx="1349866" cy="7121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43407" tIns="89630" rIns="143407" bIns="8963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defTabSz="913990">
                  <a:lnSpc>
                    <a:spcPct val="90000"/>
                  </a:lnSpc>
                  <a:defRPr/>
                </a:pPr>
                <a:r>
                  <a:rPr lang="en-US" altLang="en-US" sz="1866" dirty="0">
                    <a:gradFill>
                      <a:gsLst>
                        <a:gs pos="2655">
                          <a:prstClr val="black"/>
                        </a:gs>
                        <a:gs pos="31000">
                          <a:prstClr val="black"/>
                        </a:gs>
                      </a:gsLst>
                      <a:lin ang="5400000" scaled="0"/>
                    </a:gradFill>
                    <a:latin typeface="Cambria"/>
                  </a:rPr>
                  <a:t>SQL-A website</a:t>
                </a:r>
                <a:endParaRPr lang="en-US" altLang="en-US" sz="1200" dirty="0">
                  <a:gradFill>
                    <a:gsLst>
                      <a:gs pos="2655">
                        <a:prstClr val="black"/>
                      </a:gs>
                      <a:gs pos="31000">
                        <a:prstClr val="black"/>
                      </a:gs>
                    </a:gsLst>
                    <a:lin ang="5400000" scaled="0"/>
                  </a:gradFill>
                  <a:latin typeface="Cambria"/>
                </a:endParaRPr>
              </a:p>
            </p:txBody>
          </p:sp>
          <p:sp>
            <p:nvSpPr>
              <p:cNvPr id="59" name="Rectangle 56"/>
              <p:cNvSpPr>
                <a:spLocks noChangeArrowheads="1"/>
              </p:cNvSpPr>
              <p:nvPr/>
            </p:nvSpPr>
            <p:spPr bwMode="auto">
              <a:xfrm>
                <a:off x="5685016" y="2040016"/>
                <a:ext cx="1092740" cy="1278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143407" tIns="0" rIns="143407" bIns="0" numCol="1" anchor="t" anchorCtr="0" compatLnSpc="1">
                <a:prstTxWarp prst="textNoShape">
                  <a:avLst/>
                </a:prstTxWarp>
                <a:no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defTabSz="913990">
                  <a:defRPr/>
                </a:pPr>
                <a:r>
                  <a:rPr lang="en-US" altLang="en-US" sz="882" dirty="0">
                    <a:gradFill>
                      <a:gsLst>
                        <a:gs pos="2655">
                          <a:prstClr val="black"/>
                        </a:gs>
                        <a:gs pos="31000">
                          <a:prstClr val="black"/>
                        </a:gs>
                      </a:gsLst>
                      <a:lin ang="5400000" scaled="0"/>
                    </a:gradFill>
                    <a:latin typeface="Cambria"/>
                  </a:rPr>
                  <a:t>[SQL CONFIG] VM (2x)</a:t>
                </a:r>
                <a:endParaRPr lang="en-US" altLang="en-US" sz="1961" dirty="0">
                  <a:gradFill>
                    <a:gsLst>
                      <a:gs pos="2655">
                        <a:prstClr val="black"/>
                      </a:gs>
                      <a:gs pos="31000">
                        <a:prstClr val="black"/>
                      </a:gs>
                    </a:gsLst>
                    <a:lin ang="5400000" scaled="0"/>
                  </a:gradFill>
                  <a:latin typeface="Cambria"/>
                </a:endParaRPr>
              </a:p>
            </p:txBody>
          </p:sp>
          <p:sp>
            <p:nvSpPr>
              <p:cNvPr id="81" name="Rectangle 56"/>
              <p:cNvSpPr>
                <a:spLocks noChangeArrowheads="1"/>
              </p:cNvSpPr>
              <p:nvPr/>
            </p:nvSpPr>
            <p:spPr bwMode="auto">
              <a:xfrm>
                <a:off x="5685016" y="1181629"/>
                <a:ext cx="1243193" cy="213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143407" tIns="0" rIns="143407" bIns="0" numCol="1" anchor="t" anchorCtr="0" compatLnSpc="1">
                <a:prstTxWarp prst="textNoShape">
                  <a:avLst/>
                </a:prstTxWarp>
                <a:noAutofit/>
              </a:bodyPr>
              <a:lstStyle/>
              <a:p>
                <a:pPr defTabSz="913990">
                  <a:defRPr/>
                </a:pPr>
                <a:r>
                  <a:rPr lang="en-US" altLang="en-US" sz="1078" dirty="0">
                    <a:gradFill>
                      <a:gsLst>
                        <a:gs pos="2655">
                          <a:prstClr val="black"/>
                        </a:gs>
                        <a:gs pos="31000">
                          <a:prstClr val="black"/>
                        </a:gs>
                      </a:gsLst>
                      <a:lin ang="5400000" scaled="0"/>
                    </a:gradFill>
                  </a:rPr>
                  <a:t>ARM template</a:t>
                </a:r>
              </a:p>
            </p:txBody>
          </p:sp>
        </p:grpSp>
        <p:grpSp>
          <p:nvGrpSpPr>
            <p:cNvPr id="112" name="Group 111"/>
            <p:cNvGrpSpPr/>
            <p:nvPr/>
          </p:nvGrpSpPr>
          <p:grpSpPr>
            <a:xfrm flipH="1">
              <a:off x="6258813" y="2481981"/>
              <a:ext cx="2182110" cy="1881534"/>
              <a:chOff x="8917449" y="2553460"/>
              <a:chExt cx="2413095" cy="1881534"/>
            </a:xfrm>
          </p:grpSpPr>
          <p:sp>
            <p:nvSpPr>
              <p:cNvPr id="113" name="Freeform 64"/>
              <p:cNvSpPr>
                <a:spLocks/>
              </p:cNvSpPr>
              <p:nvPr/>
            </p:nvSpPr>
            <p:spPr bwMode="auto">
              <a:xfrm>
                <a:off x="8978320" y="2623071"/>
                <a:ext cx="2292325" cy="1688485"/>
              </a:xfrm>
              <a:custGeom>
                <a:avLst/>
                <a:gdLst>
                  <a:gd name="T0" fmla="*/ 0 w 1416"/>
                  <a:gd name="T1" fmla="*/ 0 h 1085"/>
                  <a:gd name="T2" fmla="*/ 0 w 1416"/>
                  <a:gd name="T3" fmla="*/ 455 h 1085"/>
                  <a:gd name="T4" fmla="*/ 1392 w 1416"/>
                  <a:gd name="T5" fmla="*/ 455 h 1085"/>
                  <a:gd name="T6" fmla="*/ 1392 w 1416"/>
                  <a:gd name="T7" fmla="*/ 1085 h 1085"/>
                  <a:gd name="T8" fmla="*/ 1416 w 1416"/>
                  <a:gd name="T9" fmla="*/ 1085 h 1085"/>
                  <a:gd name="T10" fmla="*/ 1416 w 1416"/>
                  <a:gd name="T11" fmla="*/ 432 h 1085"/>
                  <a:gd name="T12" fmla="*/ 25 w 1416"/>
                  <a:gd name="T13" fmla="*/ 432 h 1085"/>
                  <a:gd name="T14" fmla="*/ 25 w 1416"/>
                  <a:gd name="T15" fmla="*/ 0 h 1085"/>
                  <a:gd name="T16" fmla="*/ 0 w 1416"/>
                  <a:gd name="T17" fmla="*/ 0 h 1085"/>
                  <a:gd name="T18" fmla="*/ 0 w 1416"/>
                  <a:gd name="T19" fmla="*/ 0 h 10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416" h="1085">
                    <a:moveTo>
                      <a:pt x="0" y="0"/>
                    </a:moveTo>
                    <a:lnTo>
                      <a:pt x="0" y="455"/>
                    </a:lnTo>
                    <a:lnTo>
                      <a:pt x="1392" y="455"/>
                    </a:lnTo>
                    <a:lnTo>
                      <a:pt x="1392" y="1085"/>
                    </a:lnTo>
                    <a:lnTo>
                      <a:pt x="1416" y="1085"/>
                    </a:lnTo>
                    <a:lnTo>
                      <a:pt x="1416" y="432"/>
                    </a:lnTo>
                    <a:lnTo>
                      <a:pt x="25" y="432"/>
                    </a:lnTo>
                    <a:lnTo>
                      <a:pt x="25" y="0"/>
                    </a:lnTo>
                    <a:lnTo>
                      <a:pt x="0" y="0"/>
                    </a:lnTo>
                    <a:lnTo>
                      <a:pt x="0" y="0"/>
                    </a:lnTo>
                    <a:close/>
                  </a:path>
                </a:pathLst>
              </a:custGeom>
              <a:solidFill>
                <a:schemeClr val="tx1"/>
              </a:solidFill>
              <a:ln>
                <a:noFill/>
              </a:ln>
              <a:extLst/>
            </p:spPr>
            <p:txBody>
              <a:bodyPr vert="horz" wrap="square" lIns="91400" tIns="45701" rIns="91400" bIns="45701" numCol="1" anchor="t" anchorCtr="0" compatLnSpc="1">
                <a:prstTxWarp prst="textNoShape">
                  <a:avLst/>
                </a:prstTxWarp>
              </a:bodyPr>
              <a:lstStyle/>
              <a:p>
                <a:pPr defTabSz="913990">
                  <a:defRPr/>
                </a:pPr>
                <a:endParaRPr lang="en-US">
                  <a:solidFill>
                    <a:srgbClr val="00B0F0"/>
                  </a:solidFill>
                </a:endParaRPr>
              </a:p>
            </p:txBody>
          </p:sp>
          <p:sp>
            <p:nvSpPr>
              <p:cNvPr id="114" name="Oval 65"/>
              <p:cNvSpPr>
                <a:spLocks noChangeArrowheads="1"/>
              </p:cNvSpPr>
              <p:nvPr/>
            </p:nvSpPr>
            <p:spPr bwMode="auto">
              <a:xfrm>
                <a:off x="8917449" y="2553460"/>
                <a:ext cx="161791" cy="147317"/>
              </a:xfrm>
              <a:prstGeom prst="ellipse">
                <a:avLst/>
              </a:prstGeom>
              <a:solidFill>
                <a:schemeClr val="tx1"/>
              </a:solidFill>
              <a:ln>
                <a:noFill/>
              </a:ln>
              <a:extLst/>
            </p:spPr>
            <p:txBody>
              <a:bodyPr vert="horz" wrap="square" lIns="91400" tIns="45701" rIns="91400" bIns="45701" numCol="1" anchor="t" anchorCtr="0" compatLnSpc="1">
                <a:prstTxWarp prst="textNoShape">
                  <a:avLst/>
                </a:prstTxWarp>
              </a:bodyPr>
              <a:lstStyle/>
              <a:p>
                <a:pPr defTabSz="913990">
                  <a:defRPr/>
                </a:pPr>
                <a:endParaRPr lang="en-US">
                  <a:solidFill>
                    <a:srgbClr val="00B0F0"/>
                  </a:solidFill>
                </a:endParaRPr>
              </a:p>
            </p:txBody>
          </p:sp>
          <p:sp>
            <p:nvSpPr>
              <p:cNvPr id="115" name="Freeform 66"/>
              <p:cNvSpPr>
                <a:spLocks/>
              </p:cNvSpPr>
              <p:nvPr/>
            </p:nvSpPr>
            <p:spPr bwMode="auto">
              <a:xfrm>
                <a:off x="11171894" y="4300628"/>
                <a:ext cx="158650" cy="134366"/>
              </a:xfrm>
              <a:custGeom>
                <a:avLst/>
                <a:gdLst>
                  <a:gd name="T0" fmla="*/ 0 w 98"/>
                  <a:gd name="T1" fmla="*/ 0 h 83"/>
                  <a:gd name="T2" fmla="*/ 48 w 98"/>
                  <a:gd name="T3" fmla="*/ 83 h 83"/>
                  <a:gd name="T4" fmla="*/ 98 w 98"/>
                  <a:gd name="T5" fmla="*/ 0 h 83"/>
                  <a:gd name="T6" fmla="*/ 0 w 98"/>
                  <a:gd name="T7" fmla="*/ 0 h 83"/>
                </a:gdLst>
                <a:ahLst/>
                <a:cxnLst>
                  <a:cxn ang="0">
                    <a:pos x="T0" y="T1"/>
                  </a:cxn>
                  <a:cxn ang="0">
                    <a:pos x="T2" y="T3"/>
                  </a:cxn>
                  <a:cxn ang="0">
                    <a:pos x="T4" y="T5"/>
                  </a:cxn>
                  <a:cxn ang="0">
                    <a:pos x="T6" y="T7"/>
                  </a:cxn>
                </a:cxnLst>
                <a:rect l="0" t="0" r="r" b="b"/>
                <a:pathLst>
                  <a:path w="98" h="83">
                    <a:moveTo>
                      <a:pt x="0" y="0"/>
                    </a:moveTo>
                    <a:lnTo>
                      <a:pt x="48" y="83"/>
                    </a:lnTo>
                    <a:lnTo>
                      <a:pt x="98" y="0"/>
                    </a:lnTo>
                    <a:lnTo>
                      <a:pt x="0" y="0"/>
                    </a:lnTo>
                    <a:close/>
                  </a:path>
                </a:pathLst>
              </a:custGeom>
              <a:solidFill>
                <a:schemeClr val="tx1"/>
              </a:solidFill>
              <a:ln>
                <a:noFill/>
              </a:ln>
              <a:extLst/>
            </p:spPr>
            <p:txBody>
              <a:bodyPr vert="horz" wrap="square" lIns="91400" tIns="45701" rIns="91400" bIns="45701" numCol="1" anchor="t" anchorCtr="0" compatLnSpc="1">
                <a:prstTxWarp prst="textNoShape">
                  <a:avLst/>
                </a:prstTxWarp>
              </a:bodyPr>
              <a:lstStyle/>
              <a:p>
                <a:pPr defTabSz="913990">
                  <a:defRPr/>
                </a:pPr>
                <a:endParaRPr lang="en-US">
                  <a:solidFill>
                    <a:srgbClr val="00B0F0"/>
                  </a:solidFill>
                </a:endParaRPr>
              </a:p>
            </p:txBody>
          </p:sp>
        </p:grpSp>
        <p:grpSp>
          <p:nvGrpSpPr>
            <p:cNvPr id="127" name="Group 126"/>
            <p:cNvGrpSpPr/>
            <p:nvPr/>
          </p:nvGrpSpPr>
          <p:grpSpPr>
            <a:xfrm>
              <a:off x="5212397" y="4497719"/>
              <a:ext cx="2011680" cy="1097280"/>
              <a:chOff x="5339098" y="4572446"/>
              <a:chExt cx="2011680" cy="1097280"/>
            </a:xfrm>
          </p:grpSpPr>
          <p:sp>
            <p:nvSpPr>
              <p:cNvPr id="5" name="Freeform 5"/>
              <p:cNvSpPr>
                <a:spLocks/>
              </p:cNvSpPr>
              <p:nvPr/>
            </p:nvSpPr>
            <p:spPr bwMode="auto">
              <a:xfrm>
                <a:off x="5339098" y="4572446"/>
                <a:ext cx="2011680" cy="1097280"/>
              </a:xfrm>
              <a:prstGeom prst="rect">
                <a:avLst/>
              </a:prstGeom>
              <a:solidFill>
                <a:schemeClr val="accent2"/>
              </a:solidFill>
              <a:ln w="9525">
                <a:noFill/>
                <a:round/>
                <a:headEnd/>
                <a:tailEnd/>
              </a:ln>
              <a:extLst/>
            </p:spPr>
            <p:txBody>
              <a:bodyPr vert="horz" wrap="square" lIns="143407" tIns="89630" rIns="143407" bIns="89630" numCol="1" anchor="t" anchorCtr="0" compatLnSpc="1">
                <a:prstTxWarp prst="textNoShape">
                  <a:avLst/>
                </a:prstTxWarp>
              </a:bodyPr>
              <a:lstStyle/>
              <a:p>
                <a:pPr defTabSz="913990">
                  <a:lnSpc>
                    <a:spcPct val="90000"/>
                  </a:lnSpc>
                  <a:defRPr/>
                </a:pPr>
                <a:r>
                  <a:rPr lang="en-US" altLang="en-US" sz="2400" dirty="0">
                    <a:gradFill>
                      <a:gsLst>
                        <a:gs pos="20000">
                          <a:prstClr val="white"/>
                        </a:gs>
                        <a:gs pos="42000">
                          <a:prstClr val="white"/>
                        </a:gs>
                      </a:gsLst>
                      <a:lin ang="5400000" scaled="0"/>
                    </a:gradFill>
                  </a:rPr>
                  <a:t>SQL-A</a:t>
                </a:r>
              </a:p>
            </p:txBody>
          </p:sp>
          <p:sp>
            <p:nvSpPr>
              <p:cNvPr id="116" name="Freeform 30"/>
              <p:cNvSpPr>
                <a:spLocks noEditPoints="1"/>
              </p:cNvSpPr>
              <p:nvPr/>
            </p:nvSpPr>
            <p:spPr bwMode="auto">
              <a:xfrm>
                <a:off x="6087369" y="4963660"/>
                <a:ext cx="515139" cy="569596"/>
              </a:xfrm>
              <a:custGeom>
                <a:avLst/>
                <a:gdLst>
                  <a:gd name="T0" fmla="*/ 148 w 148"/>
                  <a:gd name="T1" fmla="*/ 39 h 164"/>
                  <a:gd name="T2" fmla="*/ 148 w 148"/>
                  <a:gd name="T3" fmla="*/ 138 h 164"/>
                  <a:gd name="T4" fmla="*/ 148 w 148"/>
                  <a:gd name="T5" fmla="*/ 138 h 164"/>
                  <a:gd name="T6" fmla="*/ 74 w 148"/>
                  <a:gd name="T7" fmla="*/ 164 h 164"/>
                  <a:gd name="T8" fmla="*/ 0 w 148"/>
                  <a:gd name="T9" fmla="*/ 138 h 164"/>
                  <a:gd name="T10" fmla="*/ 0 w 148"/>
                  <a:gd name="T11" fmla="*/ 138 h 164"/>
                  <a:gd name="T12" fmla="*/ 0 w 148"/>
                  <a:gd name="T13" fmla="*/ 138 h 164"/>
                  <a:gd name="T14" fmla="*/ 0 w 148"/>
                  <a:gd name="T15" fmla="*/ 136 h 164"/>
                  <a:gd name="T16" fmla="*/ 0 w 148"/>
                  <a:gd name="T17" fmla="*/ 135 h 164"/>
                  <a:gd name="T18" fmla="*/ 0 w 148"/>
                  <a:gd name="T19" fmla="*/ 40 h 164"/>
                  <a:gd name="T20" fmla="*/ 74 w 148"/>
                  <a:gd name="T21" fmla="*/ 60 h 164"/>
                  <a:gd name="T22" fmla="*/ 148 w 148"/>
                  <a:gd name="T23" fmla="*/ 39 h 164"/>
                  <a:gd name="T24" fmla="*/ 74 w 148"/>
                  <a:gd name="T25" fmla="*/ 55 h 164"/>
                  <a:gd name="T26" fmla="*/ 148 w 148"/>
                  <a:gd name="T27" fmla="*/ 28 h 164"/>
                  <a:gd name="T28" fmla="*/ 74 w 148"/>
                  <a:gd name="T29" fmla="*/ 0 h 164"/>
                  <a:gd name="T30" fmla="*/ 0 w 148"/>
                  <a:gd name="T31" fmla="*/ 28 h 164"/>
                  <a:gd name="T32" fmla="*/ 74 w 148"/>
                  <a:gd name="T33" fmla="*/ 55 h 1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48" h="164">
                    <a:moveTo>
                      <a:pt x="148" y="39"/>
                    </a:moveTo>
                    <a:cubicBezTo>
                      <a:pt x="148" y="138"/>
                      <a:pt x="148" y="138"/>
                      <a:pt x="148" y="138"/>
                    </a:cubicBezTo>
                    <a:cubicBezTo>
                      <a:pt x="148" y="138"/>
                      <a:pt x="148" y="138"/>
                      <a:pt x="148" y="138"/>
                    </a:cubicBezTo>
                    <a:cubicBezTo>
                      <a:pt x="145" y="153"/>
                      <a:pt x="113" y="164"/>
                      <a:pt x="74" y="164"/>
                    </a:cubicBezTo>
                    <a:cubicBezTo>
                      <a:pt x="35" y="164"/>
                      <a:pt x="3" y="153"/>
                      <a:pt x="0" y="138"/>
                    </a:cubicBezTo>
                    <a:cubicBezTo>
                      <a:pt x="0" y="138"/>
                      <a:pt x="0" y="138"/>
                      <a:pt x="0" y="138"/>
                    </a:cubicBezTo>
                    <a:cubicBezTo>
                      <a:pt x="0" y="138"/>
                      <a:pt x="0" y="138"/>
                      <a:pt x="0" y="138"/>
                    </a:cubicBezTo>
                    <a:cubicBezTo>
                      <a:pt x="0" y="137"/>
                      <a:pt x="0" y="137"/>
                      <a:pt x="0" y="136"/>
                    </a:cubicBezTo>
                    <a:cubicBezTo>
                      <a:pt x="0" y="136"/>
                      <a:pt x="0" y="136"/>
                      <a:pt x="0" y="135"/>
                    </a:cubicBezTo>
                    <a:cubicBezTo>
                      <a:pt x="0" y="40"/>
                      <a:pt x="0" y="40"/>
                      <a:pt x="0" y="40"/>
                    </a:cubicBezTo>
                    <a:cubicBezTo>
                      <a:pt x="12" y="53"/>
                      <a:pt x="44" y="60"/>
                      <a:pt x="74" y="60"/>
                    </a:cubicBezTo>
                    <a:cubicBezTo>
                      <a:pt x="104" y="60"/>
                      <a:pt x="136" y="53"/>
                      <a:pt x="148" y="39"/>
                    </a:cubicBezTo>
                    <a:close/>
                    <a:moveTo>
                      <a:pt x="74" y="55"/>
                    </a:moveTo>
                    <a:cubicBezTo>
                      <a:pt x="115" y="55"/>
                      <a:pt x="148" y="43"/>
                      <a:pt x="148" y="28"/>
                    </a:cubicBezTo>
                    <a:cubicBezTo>
                      <a:pt x="148" y="13"/>
                      <a:pt x="115" y="0"/>
                      <a:pt x="74" y="0"/>
                    </a:cubicBezTo>
                    <a:cubicBezTo>
                      <a:pt x="33" y="0"/>
                      <a:pt x="0" y="13"/>
                      <a:pt x="0" y="28"/>
                    </a:cubicBezTo>
                    <a:cubicBezTo>
                      <a:pt x="0" y="43"/>
                      <a:pt x="33" y="55"/>
                      <a:pt x="74" y="55"/>
                    </a:cubicBezTo>
                    <a:close/>
                  </a:path>
                </a:pathLst>
              </a:custGeom>
              <a:solidFill>
                <a:schemeClr val="bg1"/>
              </a:solidFill>
              <a:ln>
                <a:noFill/>
              </a:ln>
              <a:extLst/>
            </p:spPr>
            <p:txBody>
              <a:bodyPr vert="horz" wrap="square" lIns="89630" tIns="224075" rIns="89630" bIns="44815" numCol="1" anchor="t" anchorCtr="0" compatLnSpc="1">
                <a:prstTxWarp prst="textNoShape">
                  <a:avLst/>
                </a:prstTxWarp>
              </a:bodyPr>
              <a:lstStyle/>
              <a:p>
                <a:pPr algn="ctr" defTabSz="896115">
                  <a:lnSpc>
                    <a:spcPct val="90000"/>
                  </a:lnSpc>
                  <a:defRPr/>
                </a:pPr>
                <a:r>
                  <a:rPr lang="en-US" sz="2400" dirty="0">
                    <a:gradFill>
                      <a:gsLst>
                        <a:gs pos="76250">
                          <a:prstClr val="black"/>
                        </a:gs>
                        <a:gs pos="35000">
                          <a:prstClr val="black"/>
                        </a:gs>
                      </a:gsLst>
                      <a:lin ang="5400000" scaled="1"/>
                    </a:gradFill>
                    <a:latin typeface="Segoe UI Semibold" panose="020B0702040204020203" pitchFamily="34" charset="0"/>
                    <a:cs typeface="Segoe UI Semibold" panose="020B0702040204020203" pitchFamily="34" charset="0"/>
                  </a:rPr>
                  <a:t>DB</a:t>
                </a:r>
              </a:p>
            </p:txBody>
          </p:sp>
        </p:grpSp>
        <p:grpSp>
          <p:nvGrpSpPr>
            <p:cNvPr id="128" name="Group 127"/>
            <p:cNvGrpSpPr/>
            <p:nvPr/>
          </p:nvGrpSpPr>
          <p:grpSpPr>
            <a:xfrm>
              <a:off x="7651059" y="4497719"/>
              <a:ext cx="2011680" cy="1097280"/>
              <a:chOff x="7651059" y="4572446"/>
              <a:chExt cx="2011680" cy="1097280"/>
            </a:xfrm>
          </p:grpSpPr>
          <p:sp>
            <p:nvSpPr>
              <p:cNvPr id="20" name="Freeform 17"/>
              <p:cNvSpPr>
                <a:spLocks/>
              </p:cNvSpPr>
              <p:nvPr/>
            </p:nvSpPr>
            <p:spPr bwMode="auto">
              <a:xfrm>
                <a:off x="7651059" y="4572446"/>
                <a:ext cx="2011680" cy="1097280"/>
              </a:xfrm>
              <a:prstGeom prst="rect">
                <a:avLst/>
              </a:prstGeom>
              <a:solidFill>
                <a:schemeClr val="accent2"/>
              </a:solidFill>
              <a:ln w="9525">
                <a:noFill/>
                <a:round/>
                <a:headEnd/>
                <a:tailEnd/>
              </a:ln>
              <a:extLst/>
            </p:spPr>
            <p:txBody>
              <a:bodyPr vert="horz" wrap="square" lIns="143407" tIns="89630" rIns="143407" bIns="89630" numCol="1" anchor="t" anchorCtr="0" compatLnSpc="1">
                <a:prstTxWarp prst="textNoShape">
                  <a:avLst/>
                </a:prstTxWarp>
              </a:bodyPr>
              <a:lstStyle/>
              <a:p>
                <a:pPr defTabSz="913990">
                  <a:lnSpc>
                    <a:spcPct val="90000"/>
                  </a:lnSpc>
                  <a:defRPr/>
                </a:pPr>
                <a:r>
                  <a:rPr lang="en-US" altLang="en-US" sz="2400">
                    <a:gradFill>
                      <a:gsLst>
                        <a:gs pos="20000">
                          <a:prstClr val="white"/>
                        </a:gs>
                        <a:gs pos="42000">
                          <a:prstClr val="white"/>
                        </a:gs>
                      </a:gsLst>
                      <a:lin ang="5400000" scaled="0"/>
                    </a:gradFill>
                  </a:rPr>
                  <a:t>Website</a:t>
                </a:r>
                <a:endParaRPr lang="en-US" altLang="en-US" sz="2400" dirty="0">
                  <a:gradFill>
                    <a:gsLst>
                      <a:gs pos="20000">
                        <a:prstClr val="white"/>
                      </a:gs>
                      <a:gs pos="42000">
                        <a:prstClr val="white"/>
                      </a:gs>
                    </a:gsLst>
                    <a:lin ang="5400000" scaled="0"/>
                  </a:gradFill>
                </a:endParaRPr>
              </a:p>
            </p:txBody>
          </p:sp>
          <p:grpSp>
            <p:nvGrpSpPr>
              <p:cNvPr id="120" name="Group 119"/>
              <p:cNvGrpSpPr/>
              <p:nvPr/>
            </p:nvGrpSpPr>
            <p:grpSpPr>
              <a:xfrm>
                <a:off x="8306911" y="4960164"/>
                <a:ext cx="572863" cy="573091"/>
                <a:chOff x="8468374" y="4972864"/>
                <a:chExt cx="572863" cy="573091"/>
              </a:xfrm>
            </p:grpSpPr>
            <p:sp>
              <p:nvSpPr>
                <p:cNvPr id="118" name="Oval 117"/>
                <p:cNvSpPr/>
                <p:nvPr/>
              </p:nvSpPr>
              <p:spPr bwMode="auto">
                <a:xfrm>
                  <a:off x="8481219" y="4985823"/>
                  <a:ext cx="547173" cy="547173"/>
                </a:xfrm>
                <a:prstGeom prst="ellipse">
                  <a:avLst/>
                </a:prstGeom>
                <a:solidFill>
                  <a:schemeClr val="tx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59" tIns="143407" rIns="179259" bIns="143407" numCol="1" spcCol="0" rtlCol="0" fromWordArt="0" anchor="t" anchorCtr="0" forceAA="0" compatLnSpc="1">
                  <a:prstTxWarp prst="textNoShape">
                    <a:avLst/>
                  </a:prstTxWarp>
                  <a:noAutofit/>
                </a:bodyPr>
                <a:lstStyle/>
                <a:p>
                  <a:pPr algn="ctr" defTabSz="914043">
                    <a:lnSpc>
                      <a:spcPct val="90000"/>
                    </a:lnSpc>
                    <a:defRPr/>
                  </a:pPr>
                  <a:endParaRPr lang="en-US" sz="2353" dirty="0" err="1">
                    <a:gradFill>
                      <a:gsLst>
                        <a:gs pos="0">
                          <a:srgbClr val="FFFFFF"/>
                        </a:gs>
                        <a:gs pos="100000">
                          <a:srgbClr val="FFFFFF"/>
                        </a:gs>
                      </a:gsLst>
                      <a:lin ang="5400000" scaled="0"/>
                    </a:gradFill>
                    <a:ea typeface="Segoe UI" pitchFamily="34" charset="0"/>
                    <a:cs typeface="Segoe UI" pitchFamily="34" charset="0"/>
                  </a:endParaRPr>
                </a:p>
              </p:txBody>
            </p:sp>
            <p:sp>
              <p:nvSpPr>
                <p:cNvPr id="117" name="Freeform 34"/>
                <p:cNvSpPr>
                  <a:spLocks noEditPoints="1"/>
                </p:cNvSpPr>
                <p:nvPr/>
              </p:nvSpPr>
              <p:spPr bwMode="auto">
                <a:xfrm>
                  <a:off x="8468374" y="4972864"/>
                  <a:ext cx="572863" cy="573091"/>
                </a:xfrm>
                <a:custGeom>
                  <a:avLst/>
                  <a:gdLst>
                    <a:gd name="T0" fmla="*/ 1054 w 2120"/>
                    <a:gd name="T1" fmla="*/ 0 h 2120"/>
                    <a:gd name="T2" fmla="*/ 0 w 2120"/>
                    <a:gd name="T3" fmla="*/ 1066 h 2120"/>
                    <a:gd name="T4" fmla="*/ 1060 w 2120"/>
                    <a:gd name="T5" fmla="*/ 2120 h 2120"/>
                    <a:gd name="T6" fmla="*/ 1706 w 2120"/>
                    <a:gd name="T7" fmla="*/ 1901 h 2120"/>
                    <a:gd name="T8" fmla="*/ 1895 w 2120"/>
                    <a:gd name="T9" fmla="*/ 415 h 2120"/>
                    <a:gd name="T10" fmla="*/ 1724 w 2120"/>
                    <a:gd name="T11" fmla="*/ 1279 h 2120"/>
                    <a:gd name="T12" fmla="*/ 1795 w 2120"/>
                    <a:gd name="T13" fmla="*/ 1593 h 2120"/>
                    <a:gd name="T14" fmla="*/ 1161 w 2120"/>
                    <a:gd name="T15" fmla="*/ 1961 h 2120"/>
                    <a:gd name="T16" fmla="*/ 960 w 2120"/>
                    <a:gd name="T17" fmla="*/ 1807 h 2120"/>
                    <a:gd name="T18" fmla="*/ 456 w 2120"/>
                    <a:gd name="T19" fmla="*/ 1741 h 2120"/>
                    <a:gd name="T20" fmla="*/ 723 w 2120"/>
                    <a:gd name="T21" fmla="*/ 1706 h 2120"/>
                    <a:gd name="T22" fmla="*/ 462 w 2120"/>
                    <a:gd name="T23" fmla="*/ 1647 h 2120"/>
                    <a:gd name="T24" fmla="*/ 344 w 2120"/>
                    <a:gd name="T25" fmla="*/ 1617 h 2120"/>
                    <a:gd name="T26" fmla="*/ 255 w 2120"/>
                    <a:gd name="T27" fmla="*/ 652 h 2120"/>
                    <a:gd name="T28" fmla="*/ 622 w 2120"/>
                    <a:gd name="T29" fmla="*/ 616 h 2120"/>
                    <a:gd name="T30" fmla="*/ 486 w 2120"/>
                    <a:gd name="T31" fmla="*/ 509 h 2120"/>
                    <a:gd name="T32" fmla="*/ 503 w 2120"/>
                    <a:gd name="T33" fmla="*/ 344 h 2120"/>
                    <a:gd name="T34" fmla="*/ 865 w 2120"/>
                    <a:gd name="T35" fmla="*/ 403 h 2120"/>
                    <a:gd name="T36" fmla="*/ 1108 w 2120"/>
                    <a:gd name="T37" fmla="*/ 160 h 2120"/>
                    <a:gd name="T38" fmla="*/ 1801 w 2120"/>
                    <a:gd name="T39" fmla="*/ 545 h 2120"/>
                    <a:gd name="T40" fmla="*/ 1753 w 2120"/>
                    <a:gd name="T41" fmla="*/ 954 h 2120"/>
                    <a:gd name="T42" fmla="*/ 1966 w 2120"/>
                    <a:gd name="T43" fmla="*/ 1060 h 2120"/>
                    <a:gd name="T44" fmla="*/ 1759 w 2120"/>
                    <a:gd name="T45" fmla="*/ 1244 h 2120"/>
                    <a:gd name="T46" fmla="*/ 1089 w 2120"/>
                    <a:gd name="T47" fmla="*/ 1453 h 2120"/>
                    <a:gd name="T48" fmla="*/ 1398 w 2120"/>
                    <a:gd name="T49" fmla="*/ 1345 h 2120"/>
                    <a:gd name="T50" fmla="*/ 1404 w 2120"/>
                    <a:gd name="T51" fmla="*/ 1237 h 2120"/>
                    <a:gd name="T52" fmla="*/ 1339 w 2120"/>
                    <a:gd name="T53" fmla="*/ 1273 h 2120"/>
                    <a:gd name="T54" fmla="*/ 1062 w 2120"/>
                    <a:gd name="T55" fmla="*/ 662 h 2120"/>
                    <a:gd name="T56" fmla="*/ 1347 w 2120"/>
                    <a:gd name="T57" fmla="*/ 955 h 2120"/>
                    <a:gd name="T58" fmla="*/ 1442 w 2120"/>
                    <a:gd name="T59" fmla="*/ 925 h 2120"/>
                    <a:gd name="T60" fmla="*/ 1407 w 2120"/>
                    <a:gd name="T61" fmla="*/ 883 h 2120"/>
                    <a:gd name="T62" fmla="*/ 865 w 2120"/>
                    <a:gd name="T63" fmla="*/ 849 h 2120"/>
                    <a:gd name="T64" fmla="*/ 771 w 2120"/>
                    <a:gd name="T65" fmla="*/ 837 h 2120"/>
                    <a:gd name="T66" fmla="*/ 806 w 2120"/>
                    <a:gd name="T67" fmla="*/ 1387 h 2120"/>
                    <a:gd name="T68" fmla="*/ 859 w 2120"/>
                    <a:gd name="T69" fmla="*/ 979 h 2120"/>
                    <a:gd name="T70" fmla="*/ 1021 w 2120"/>
                    <a:gd name="T71" fmla="*/ 1506 h 2120"/>
                    <a:gd name="T72" fmla="*/ 836 w 2120"/>
                    <a:gd name="T73" fmla="*/ 1482 h 2120"/>
                    <a:gd name="T74" fmla="*/ 913 w 2120"/>
                    <a:gd name="T75" fmla="*/ 1720 h 2120"/>
                    <a:gd name="T76" fmla="*/ 1021 w 2120"/>
                    <a:gd name="T77" fmla="*/ 1506 h 2120"/>
                    <a:gd name="T78" fmla="*/ 1584 w 2120"/>
                    <a:gd name="T79" fmla="*/ 972 h 2120"/>
                    <a:gd name="T80" fmla="*/ 1482 w 2120"/>
                    <a:gd name="T81" fmla="*/ 1186 h 2120"/>
                    <a:gd name="T82" fmla="*/ 1668 w 2120"/>
                    <a:gd name="T83" fmla="*/ 1210 h 2120"/>
                    <a:gd name="T84" fmla="*/ 846 w 2120"/>
                    <a:gd name="T85" fmla="*/ 752 h 2120"/>
                    <a:gd name="T86" fmla="*/ 947 w 2120"/>
                    <a:gd name="T87" fmla="*/ 548 h 2120"/>
                    <a:gd name="T88" fmla="*/ 769 w 2120"/>
                    <a:gd name="T89" fmla="*/ 524 h 2120"/>
                    <a:gd name="T90" fmla="*/ 846 w 2120"/>
                    <a:gd name="T91" fmla="*/ 752 h 2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2120" h="2120">
                      <a:moveTo>
                        <a:pt x="1895" y="415"/>
                      </a:moveTo>
                      <a:cubicBezTo>
                        <a:pt x="1688" y="142"/>
                        <a:pt x="1374" y="0"/>
                        <a:pt x="1054" y="0"/>
                      </a:cubicBezTo>
                      <a:cubicBezTo>
                        <a:pt x="829" y="0"/>
                        <a:pt x="604" y="77"/>
                        <a:pt x="409" y="225"/>
                      </a:cubicBezTo>
                      <a:cubicBezTo>
                        <a:pt x="136" y="432"/>
                        <a:pt x="0" y="746"/>
                        <a:pt x="0" y="1066"/>
                      </a:cubicBezTo>
                      <a:cubicBezTo>
                        <a:pt x="0" y="1291"/>
                        <a:pt x="71" y="1516"/>
                        <a:pt x="219" y="1712"/>
                      </a:cubicBezTo>
                      <a:cubicBezTo>
                        <a:pt x="426" y="1984"/>
                        <a:pt x="740" y="2120"/>
                        <a:pt x="1060" y="2120"/>
                      </a:cubicBezTo>
                      <a:cubicBezTo>
                        <a:pt x="1060" y="2120"/>
                        <a:pt x="1060" y="2120"/>
                        <a:pt x="1060" y="2120"/>
                      </a:cubicBezTo>
                      <a:cubicBezTo>
                        <a:pt x="1285" y="2120"/>
                        <a:pt x="1516" y="2049"/>
                        <a:pt x="1706" y="1901"/>
                      </a:cubicBezTo>
                      <a:cubicBezTo>
                        <a:pt x="1978" y="1694"/>
                        <a:pt x="2120" y="1380"/>
                        <a:pt x="2120" y="1060"/>
                      </a:cubicBezTo>
                      <a:cubicBezTo>
                        <a:pt x="2120" y="835"/>
                        <a:pt x="2043" y="604"/>
                        <a:pt x="1895" y="415"/>
                      </a:cubicBezTo>
                      <a:close/>
                      <a:moveTo>
                        <a:pt x="1759" y="1244"/>
                      </a:moveTo>
                      <a:cubicBezTo>
                        <a:pt x="1747" y="1256"/>
                        <a:pt x="1735" y="1268"/>
                        <a:pt x="1724" y="1279"/>
                      </a:cubicBezTo>
                      <a:cubicBezTo>
                        <a:pt x="1712" y="1291"/>
                        <a:pt x="1694" y="1297"/>
                        <a:pt x="1682" y="1303"/>
                      </a:cubicBezTo>
                      <a:cubicBezTo>
                        <a:pt x="1747" y="1404"/>
                        <a:pt x="1789" y="1504"/>
                        <a:pt x="1795" y="1593"/>
                      </a:cubicBezTo>
                      <a:cubicBezTo>
                        <a:pt x="1741" y="1658"/>
                        <a:pt x="1682" y="1724"/>
                        <a:pt x="1611" y="1777"/>
                      </a:cubicBezTo>
                      <a:cubicBezTo>
                        <a:pt x="1475" y="1884"/>
                        <a:pt x="1321" y="1943"/>
                        <a:pt x="1161" y="1961"/>
                      </a:cubicBezTo>
                      <a:cubicBezTo>
                        <a:pt x="1119" y="1901"/>
                        <a:pt x="1078" y="1836"/>
                        <a:pt x="1042" y="1771"/>
                      </a:cubicBezTo>
                      <a:cubicBezTo>
                        <a:pt x="1019" y="1789"/>
                        <a:pt x="989" y="1801"/>
                        <a:pt x="960" y="1807"/>
                      </a:cubicBezTo>
                      <a:cubicBezTo>
                        <a:pt x="983" y="1860"/>
                        <a:pt x="1019" y="1919"/>
                        <a:pt x="1048" y="1966"/>
                      </a:cubicBezTo>
                      <a:cubicBezTo>
                        <a:pt x="835" y="1966"/>
                        <a:pt x="622" y="1889"/>
                        <a:pt x="456" y="1741"/>
                      </a:cubicBezTo>
                      <a:cubicBezTo>
                        <a:pt x="462" y="1741"/>
                        <a:pt x="462" y="1741"/>
                        <a:pt x="462" y="1741"/>
                      </a:cubicBezTo>
                      <a:cubicBezTo>
                        <a:pt x="545" y="1741"/>
                        <a:pt x="634" y="1724"/>
                        <a:pt x="723" y="1706"/>
                      </a:cubicBezTo>
                      <a:cubicBezTo>
                        <a:pt x="705" y="1676"/>
                        <a:pt x="693" y="1647"/>
                        <a:pt x="693" y="1611"/>
                      </a:cubicBezTo>
                      <a:cubicBezTo>
                        <a:pt x="610" y="1635"/>
                        <a:pt x="533" y="1647"/>
                        <a:pt x="462" y="1647"/>
                      </a:cubicBezTo>
                      <a:cubicBezTo>
                        <a:pt x="426" y="1647"/>
                        <a:pt x="391" y="1641"/>
                        <a:pt x="355" y="1635"/>
                      </a:cubicBezTo>
                      <a:cubicBezTo>
                        <a:pt x="349" y="1629"/>
                        <a:pt x="344" y="1623"/>
                        <a:pt x="344" y="1617"/>
                      </a:cubicBezTo>
                      <a:cubicBezTo>
                        <a:pt x="213" y="1451"/>
                        <a:pt x="154" y="1256"/>
                        <a:pt x="154" y="1066"/>
                      </a:cubicBezTo>
                      <a:cubicBezTo>
                        <a:pt x="154" y="918"/>
                        <a:pt x="184" y="776"/>
                        <a:pt x="255" y="652"/>
                      </a:cubicBezTo>
                      <a:cubicBezTo>
                        <a:pt x="320" y="616"/>
                        <a:pt x="403" y="604"/>
                        <a:pt x="486" y="604"/>
                      </a:cubicBezTo>
                      <a:cubicBezTo>
                        <a:pt x="533" y="604"/>
                        <a:pt x="575" y="610"/>
                        <a:pt x="622" y="616"/>
                      </a:cubicBezTo>
                      <a:cubicBezTo>
                        <a:pt x="622" y="586"/>
                        <a:pt x="634" y="551"/>
                        <a:pt x="646" y="521"/>
                      </a:cubicBezTo>
                      <a:cubicBezTo>
                        <a:pt x="592" y="515"/>
                        <a:pt x="539" y="509"/>
                        <a:pt x="486" y="509"/>
                      </a:cubicBezTo>
                      <a:cubicBezTo>
                        <a:pt x="432" y="509"/>
                        <a:pt x="379" y="515"/>
                        <a:pt x="326" y="527"/>
                      </a:cubicBezTo>
                      <a:cubicBezTo>
                        <a:pt x="379" y="462"/>
                        <a:pt x="432" y="397"/>
                        <a:pt x="503" y="344"/>
                      </a:cubicBezTo>
                      <a:cubicBezTo>
                        <a:pt x="652" y="231"/>
                        <a:pt x="817" y="172"/>
                        <a:pt x="989" y="160"/>
                      </a:cubicBezTo>
                      <a:cubicBezTo>
                        <a:pt x="942" y="237"/>
                        <a:pt x="900" y="314"/>
                        <a:pt x="865" y="403"/>
                      </a:cubicBezTo>
                      <a:cubicBezTo>
                        <a:pt x="900" y="403"/>
                        <a:pt x="930" y="415"/>
                        <a:pt x="960" y="426"/>
                      </a:cubicBezTo>
                      <a:cubicBezTo>
                        <a:pt x="995" y="332"/>
                        <a:pt x="1048" y="237"/>
                        <a:pt x="1108" y="160"/>
                      </a:cubicBezTo>
                      <a:cubicBezTo>
                        <a:pt x="1362" y="172"/>
                        <a:pt x="1605" y="290"/>
                        <a:pt x="1777" y="509"/>
                      </a:cubicBezTo>
                      <a:cubicBezTo>
                        <a:pt x="1783" y="521"/>
                        <a:pt x="1795" y="533"/>
                        <a:pt x="1801" y="545"/>
                      </a:cubicBezTo>
                      <a:cubicBezTo>
                        <a:pt x="1795" y="657"/>
                        <a:pt x="1753" y="782"/>
                        <a:pt x="1676" y="900"/>
                      </a:cubicBezTo>
                      <a:cubicBezTo>
                        <a:pt x="1706" y="912"/>
                        <a:pt x="1730" y="930"/>
                        <a:pt x="1753" y="954"/>
                      </a:cubicBezTo>
                      <a:cubicBezTo>
                        <a:pt x="1812" y="865"/>
                        <a:pt x="1854" y="770"/>
                        <a:pt x="1878" y="675"/>
                      </a:cubicBezTo>
                      <a:cubicBezTo>
                        <a:pt x="1937" y="800"/>
                        <a:pt x="1966" y="930"/>
                        <a:pt x="1966" y="1060"/>
                      </a:cubicBezTo>
                      <a:cubicBezTo>
                        <a:pt x="1966" y="1202"/>
                        <a:pt x="1931" y="1345"/>
                        <a:pt x="1866" y="1469"/>
                      </a:cubicBezTo>
                      <a:cubicBezTo>
                        <a:pt x="1848" y="1392"/>
                        <a:pt x="1806" y="1321"/>
                        <a:pt x="1759" y="1244"/>
                      </a:cubicBezTo>
                      <a:close/>
                      <a:moveTo>
                        <a:pt x="1089" y="1447"/>
                      </a:moveTo>
                      <a:cubicBezTo>
                        <a:pt x="1089" y="1447"/>
                        <a:pt x="1089" y="1447"/>
                        <a:pt x="1089" y="1453"/>
                      </a:cubicBezTo>
                      <a:cubicBezTo>
                        <a:pt x="1113" y="1477"/>
                        <a:pt x="1125" y="1501"/>
                        <a:pt x="1131" y="1531"/>
                      </a:cubicBezTo>
                      <a:cubicBezTo>
                        <a:pt x="1226" y="1477"/>
                        <a:pt x="1315" y="1417"/>
                        <a:pt x="1398" y="1345"/>
                      </a:cubicBezTo>
                      <a:cubicBezTo>
                        <a:pt x="1422" y="1327"/>
                        <a:pt x="1439" y="1309"/>
                        <a:pt x="1463" y="1291"/>
                      </a:cubicBezTo>
                      <a:cubicBezTo>
                        <a:pt x="1439" y="1279"/>
                        <a:pt x="1422" y="1261"/>
                        <a:pt x="1404" y="1237"/>
                      </a:cubicBezTo>
                      <a:cubicBezTo>
                        <a:pt x="1404" y="1231"/>
                        <a:pt x="1398" y="1231"/>
                        <a:pt x="1398" y="1225"/>
                      </a:cubicBezTo>
                      <a:cubicBezTo>
                        <a:pt x="1374" y="1237"/>
                        <a:pt x="1356" y="1255"/>
                        <a:pt x="1339" y="1273"/>
                      </a:cubicBezTo>
                      <a:cubicBezTo>
                        <a:pt x="1261" y="1339"/>
                        <a:pt x="1173" y="1393"/>
                        <a:pt x="1089" y="1447"/>
                      </a:cubicBezTo>
                      <a:close/>
                      <a:moveTo>
                        <a:pt x="1062" y="662"/>
                      </a:moveTo>
                      <a:cubicBezTo>
                        <a:pt x="1056" y="698"/>
                        <a:pt x="1044" y="728"/>
                        <a:pt x="1026" y="751"/>
                      </a:cubicBezTo>
                      <a:cubicBezTo>
                        <a:pt x="1139" y="811"/>
                        <a:pt x="1252" y="877"/>
                        <a:pt x="1347" y="955"/>
                      </a:cubicBezTo>
                      <a:cubicBezTo>
                        <a:pt x="1365" y="967"/>
                        <a:pt x="1377" y="979"/>
                        <a:pt x="1389" y="990"/>
                      </a:cubicBezTo>
                      <a:cubicBezTo>
                        <a:pt x="1401" y="967"/>
                        <a:pt x="1419" y="943"/>
                        <a:pt x="1442" y="925"/>
                      </a:cubicBezTo>
                      <a:cubicBezTo>
                        <a:pt x="1448" y="925"/>
                        <a:pt x="1448" y="919"/>
                        <a:pt x="1454" y="919"/>
                      </a:cubicBezTo>
                      <a:cubicBezTo>
                        <a:pt x="1436" y="907"/>
                        <a:pt x="1424" y="895"/>
                        <a:pt x="1407" y="883"/>
                      </a:cubicBezTo>
                      <a:cubicBezTo>
                        <a:pt x="1300" y="799"/>
                        <a:pt x="1187" y="722"/>
                        <a:pt x="1062" y="662"/>
                      </a:cubicBezTo>
                      <a:close/>
                      <a:moveTo>
                        <a:pt x="865" y="849"/>
                      </a:moveTo>
                      <a:cubicBezTo>
                        <a:pt x="859" y="849"/>
                        <a:pt x="853" y="849"/>
                        <a:pt x="848" y="849"/>
                      </a:cubicBezTo>
                      <a:cubicBezTo>
                        <a:pt x="818" y="849"/>
                        <a:pt x="795" y="843"/>
                        <a:pt x="771" y="837"/>
                      </a:cubicBezTo>
                      <a:cubicBezTo>
                        <a:pt x="765" y="885"/>
                        <a:pt x="765" y="932"/>
                        <a:pt x="765" y="979"/>
                      </a:cubicBezTo>
                      <a:cubicBezTo>
                        <a:pt x="765" y="1115"/>
                        <a:pt x="777" y="1257"/>
                        <a:pt x="806" y="1387"/>
                      </a:cubicBezTo>
                      <a:cubicBezTo>
                        <a:pt x="836" y="1375"/>
                        <a:pt x="865" y="1363"/>
                        <a:pt x="900" y="1363"/>
                      </a:cubicBezTo>
                      <a:cubicBezTo>
                        <a:pt x="871" y="1239"/>
                        <a:pt x="859" y="1109"/>
                        <a:pt x="859" y="979"/>
                      </a:cubicBezTo>
                      <a:cubicBezTo>
                        <a:pt x="859" y="938"/>
                        <a:pt x="859" y="891"/>
                        <a:pt x="865" y="849"/>
                      </a:cubicBezTo>
                      <a:close/>
                      <a:moveTo>
                        <a:pt x="1021" y="1506"/>
                      </a:moveTo>
                      <a:cubicBezTo>
                        <a:pt x="991" y="1476"/>
                        <a:pt x="955" y="1459"/>
                        <a:pt x="913" y="1459"/>
                      </a:cubicBezTo>
                      <a:cubicBezTo>
                        <a:pt x="889" y="1459"/>
                        <a:pt x="859" y="1465"/>
                        <a:pt x="836" y="1482"/>
                      </a:cubicBezTo>
                      <a:cubicBezTo>
                        <a:pt x="776" y="1530"/>
                        <a:pt x="770" y="1613"/>
                        <a:pt x="812" y="1666"/>
                      </a:cubicBezTo>
                      <a:cubicBezTo>
                        <a:pt x="836" y="1702"/>
                        <a:pt x="877" y="1720"/>
                        <a:pt x="913" y="1720"/>
                      </a:cubicBezTo>
                      <a:cubicBezTo>
                        <a:pt x="943" y="1720"/>
                        <a:pt x="973" y="1708"/>
                        <a:pt x="997" y="1690"/>
                      </a:cubicBezTo>
                      <a:cubicBezTo>
                        <a:pt x="1051" y="1649"/>
                        <a:pt x="1062" y="1565"/>
                        <a:pt x="1021" y="1506"/>
                      </a:cubicBezTo>
                      <a:close/>
                      <a:moveTo>
                        <a:pt x="1691" y="1026"/>
                      </a:moveTo>
                      <a:cubicBezTo>
                        <a:pt x="1662" y="990"/>
                        <a:pt x="1626" y="972"/>
                        <a:pt x="1584" y="972"/>
                      </a:cubicBezTo>
                      <a:cubicBezTo>
                        <a:pt x="1560" y="972"/>
                        <a:pt x="1530" y="984"/>
                        <a:pt x="1506" y="1002"/>
                      </a:cubicBezTo>
                      <a:cubicBezTo>
                        <a:pt x="1447" y="1044"/>
                        <a:pt x="1441" y="1127"/>
                        <a:pt x="1482" y="1186"/>
                      </a:cubicBezTo>
                      <a:cubicBezTo>
                        <a:pt x="1506" y="1216"/>
                        <a:pt x="1548" y="1234"/>
                        <a:pt x="1584" y="1234"/>
                      </a:cubicBezTo>
                      <a:cubicBezTo>
                        <a:pt x="1614" y="1234"/>
                        <a:pt x="1644" y="1228"/>
                        <a:pt x="1668" y="1210"/>
                      </a:cubicBezTo>
                      <a:cubicBezTo>
                        <a:pt x="1721" y="1162"/>
                        <a:pt x="1733" y="1079"/>
                        <a:pt x="1691" y="1026"/>
                      </a:cubicBezTo>
                      <a:close/>
                      <a:moveTo>
                        <a:pt x="846" y="752"/>
                      </a:moveTo>
                      <a:cubicBezTo>
                        <a:pt x="876" y="752"/>
                        <a:pt x="906" y="746"/>
                        <a:pt x="930" y="729"/>
                      </a:cubicBezTo>
                      <a:cubicBezTo>
                        <a:pt x="983" y="682"/>
                        <a:pt x="995" y="600"/>
                        <a:pt x="947" y="548"/>
                      </a:cubicBezTo>
                      <a:cubicBezTo>
                        <a:pt x="924" y="513"/>
                        <a:pt x="888" y="495"/>
                        <a:pt x="846" y="495"/>
                      </a:cubicBezTo>
                      <a:cubicBezTo>
                        <a:pt x="817" y="495"/>
                        <a:pt x="793" y="507"/>
                        <a:pt x="769" y="524"/>
                      </a:cubicBezTo>
                      <a:cubicBezTo>
                        <a:pt x="710" y="565"/>
                        <a:pt x="698" y="647"/>
                        <a:pt x="745" y="705"/>
                      </a:cubicBezTo>
                      <a:cubicBezTo>
                        <a:pt x="769" y="734"/>
                        <a:pt x="805" y="752"/>
                        <a:pt x="846" y="752"/>
                      </a:cubicBezTo>
                      <a:close/>
                    </a:path>
                  </a:pathLst>
                </a:custGeom>
                <a:solidFill>
                  <a:schemeClr val="bg1"/>
                </a:solidFill>
                <a:ln>
                  <a:noFill/>
                </a:ln>
              </p:spPr>
              <p:txBody>
                <a:bodyPr vert="horz" wrap="square" lIns="89630" tIns="44815" rIns="89630" bIns="44815" numCol="1" anchor="t" anchorCtr="0" compatLnSpc="1">
                  <a:prstTxWarp prst="textNoShape">
                    <a:avLst/>
                  </a:prstTxWarp>
                </a:bodyPr>
                <a:lstStyle/>
                <a:p>
                  <a:pPr defTabSz="914367">
                    <a:defRPr/>
                  </a:pPr>
                  <a:endParaRPr lang="en-US" sz="2400">
                    <a:solidFill>
                      <a:prstClr val="black"/>
                    </a:solidFill>
                  </a:endParaRPr>
                </a:p>
              </p:txBody>
            </p:sp>
          </p:grpSp>
        </p:grpSp>
        <p:grpSp>
          <p:nvGrpSpPr>
            <p:cNvPr id="129" name="Group 128"/>
            <p:cNvGrpSpPr/>
            <p:nvPr/>
          </p:nvGrpSpPr>
          <p:grpSpPr>
            <a:xfrm>
              <a:off x="9849942" y="4399857"/>
              <a:ext cx="2124758" cy="1195142"/>
              <a:chOff x="9849942" y="4474584"/>
              <a:chExt cx="2124758" cy="1195142"/>
            </a:xfrm>
          </p:grpSpPr>
          <p:sp>
            <p:nvSpPr>
              <p:cNvPr id="35" name="Freeform 32"/>
              <p:cNvSpPr>
                <a:spLocks/>
              </p:cNvSpPr>
              <p:nvPr/>
            </p:nvSpPr>
            <p:spPr bwMode="auto">
              <a:xfrm>
                <a:off x="9849942" y="4474584"/>
                <a:ext cx="2011680" cy="1097280"/>
              </a:xfrm>
              <a:prstGeom prst="rect">
                <a:avLst/>
              </a:prstGeom>
              <a:solidFill>
                <a:schemeClr val="accent2">
                  <a:lumMod val="50000"/>
                </a:schemeClr>
              </a:solidFill>
              <a:ln w="9525">
                <a:noFill/>
                <a:round/>
                <a:headEnd/>
                <a:tailEnd/>
              </a:ln>
              <a:extLst/>
            </p:spPr>
            <p:txBody>
              <a:bodyPr vert="horz" wrap="square" lIns="91400" tIns="45701" rIns="91400" bIns="45701" numCol="1" anchor="t" anchorCtr="0" compatLnSpc="1">
                <a:prstTxWarp prst="textNoShape">
                  <a:avLst/>
                </a:prstTxWarp>
              </a:bodyPr>
              <a:lstStyle/>
              <a:p>
                <a:pPr defTabSz="913990">
                  <a:defRPr/>
                </a:pPr>
                <a:endParaRPr lang="en-US">
                  <a:solidFill>
                    <a:srgbClr val="00B0F0"/>
                  </a:solidFill>
                </a:endParaRPr>
              </a:p>
            </p:txBody>
          </p:sp>
          <p:sp>
            <p:nvSpPr>
              <p:cNvPr id="37" name="Freeform 34"/>
              <p:cNvSpPr>
                <a:spLocks/>
              </p:cNvSpPr>
              <p:nvPr/>
            </p:nvSpPr>
            <p:spPr bwMode="auto">
              <a:xfrm>
                <a:off x="9963020" y="4572446"/>
                <a:ext cx="2011680" cy="1097280"/>
              </a:xfrm>
              <a:prstGeom prst="rect">
                <a:avLst/>
              </a:prstGeom>
              <a:solidFill>
                <a:schemeClr val="accent2"/>
              </a:solidFill>
              <a:ln w="9525">
                <a:noFill/>
                <a:round/>
                <a:headEnd/>
                <a:tailEnd/>
              </a:ln>
              <a:extLst/>
            </p:spPr>
            <p:txBody>
              <a:bodyPr vert="horz" wrap="square" lIns="143407" tIns="89630" rIns="143407" bIns="89630" numCol="1" anchor="t" anchorCtr="0" compatLnSpc="1">
                <a:prstTxWarp prst="textNoShape">
                  <a:avLst/>
                </a:prstTxWarp>
              </a:bodyPr>
              <a:lstStyle/>
              <a:p>
                <a:pPr defTabSz="913990">
                  <a:lnSpc>
                    <a:spcPct val="90000"/>
                  </a:lnSpc>
                  <a:defRPr/>
                </a:pPr>
                <a:r>
                  <a:rPr lang="en-US" altLang="en-US" sz="1600" dirty="0">
                    <a:gradFill>
                      <a:gsLst>
                        <a:gs pos="20000">
                          <a:prstClr val="white"/>
                        </a:gs>
                        <a:gs pos="42000">
                          <a:prstClr val="white"/>
                        </a:gs>
                      </a:gsLst>
                      <a:lin ang="5400000" scaled="0"/>
                    </a:gradFill>
                  </a:rPr>
                  <a:t>Virtual Machines</a:t>
                </a:r>
              </a:p>
            </p:txBody>
          </p:sp>
          <p:grpSp>
            <p:nvGrpSpPr>
              <p:cNvPr id="125" name="Group 124"/>
              <p:cNvGrpSpPr/>
              <p:nvPr/>
            </p:nvGrpSpPr>
            <p:grpSpPr>
              <a:xfrm>
                <a:off x="10624907" y="4945090"/>
                <a:ext cx="687905" cy="569595"/>
                <a:chOff x="10786370" y="4957790"/>
                <a:chExt cx="687905" cy="569595"/>
              </a:xfrm>
            </p:grpSpPr>
            <p:sp>
              <p:nvSpPr>
                <p:cNvPr id="124" name="Rectangle 123"/>
                <p:cNvSpPr/>
                <p:nvPr/>
              </p:nvSpPr>
              <p:spPr bwMode="auto">
                <a:xfrm>
                  <a:off x="10797540" y="4975860"/>
                  <a:ext cx="662940" cy="396240"/>
                </a:xfrm>
                <a:prstGeom prst="rect">
                  <a:avLst/>
                </a:prstGeom>
                <a:solidFill>
                  <a:schemeClr val="tx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59" tIns="143407" rIns="179259" bIns="143407" numCol="1" spcCol="0" rtlCol="0" fromWordArt="0" anchor="t" anchorCtr="0" forceAA="0" compatLnSpc="1">
                  <a:prstTxWarp prst="textNoShape">
                    <a:avLst/>
                  </a:prstTxWarp>
                  <a:noAutofit/>
                </a:bodyPr>
                <a:lstStyle/>
                <a:p>
                  <a:pPr algn="ctr" defTabSz="914043">
                    <a:lnSpc>
                      <a:spcPct val="90000"/>
                    </a:lnSpc>
                    <a:defRPr/>
                  </a:pPr>
                  <a:endParaRPr lang="en-US" sz="2353" dirty="0" err="1">
                    <a:gradFill>
                      <a:gsLst>
                        <a:gs pos="0">
                          <a:srgbClr val="FFFFFF"/>
                        </a:gs>
                        <a:gs pos="100000">
                          <a:srgbClr val="FFFFFF"/>
                        </a:gs>
                      </a:gsLst>
                      <a:lin ang="5400000" scaled="0"/>
                    </a:gradFill>
                    <a:ea typeface="Segoe UI" pitchFamily="34" charset="0"/>
                    <a:cs typeface="Segoe UI" pitchFamily="34" charset="0"/>
                  </a:endParaRPr>
                </a:p>
              </p:txBody>
            </p:sp>
            <p:grpSp>
              <p:nvGrpSpPr>
                <p:cNvPr id="123" name="Group 122"/>
                <p:cNvGrpSpPr/>
                <p:nvPr/>
              </p:nvGrpSpPr>
              <p:grpSpPr>
                <a:xfrm>
                  <a:off x="10786370" y="4957790"/>
                  <a:ext cx="687905" cy="569595"/>
                  <a:chOff x="9052570" y="4976360"/>
                  <a:chExt cx="569133" cy="471250"/>
                </a:xfrm>
              </p:grpSpPr>
              <p:sp>
                <p:nvSpPr>
                  <p:cNvPr id="121" name="Freeform 38"/>
                  <p:cNvSpPr>
                    <a:spLocks noEditPoints="1"/>
                  </p:cNvSpPr>
                  <p:nvPr/>
                </p:nvSpPr>
                <p:spPr bwMode="auto">
                  <a:xfrm>
                    <a:off x="9236023" y="5030254"/>
                    <a:ext cx="202227" cy="230113"/>
                  </a:xfrm>
                  <a:custGeom>
                    <a:avLst/>
                    <a:gdLst>
                      <a:gd name="T0" fmla="*/ 1516 w 2879"/>
                      <a:gd name="T1" fmla="*/ 1705 h 3276"/>
                      <a:gd name="T2" fmla="*/ 1513 w 2879"/>
                      <a:gd name="T3" fmla="*/ 3276 h 3276"/>
                      <a:gd name="T4" fmla="*/ 2877 w 2879"/>
                      <a:gd name="T5" fmla="*/ 2491 h 3276"/>
                      <a:gd name="T6" fmla="*/ 2879 w 2879"/>
                      <a:gd name="T7" fmla="*/ 919 h 3276"/>
                      <a:gd name="T8" fmla="*/ 1516 w 2879"/>
                      <a:gd name="T9" fmla="*/ 1705 h 3276"/>
                      <a:gd name="T10" fmla="*/ 0 w 2879"/>
                      <a:gd name="T11" fmla="*/ 2488 h 3276"/>
                      <a:gd name="T12" fmla="*/ 1362 w 2879"/>
                      <a:gd name="T13" fmla="*/ 3276 h 3276"/>
                      <a:gd name="T14" fmla="*/ 1364 w 2879"/>
                      <a:gd name="T15" fmla="*/ 1707 h 3276"/>
                      <a:gd name="T16" fmla="*/ 2 w 2879"/>
                      <a:gd name="T17" fmla="*/ 919 h 3276"/>
                      <a:gd name="T18" fmla="*/ 0 w 2879"/>
                      <a:gd name="T19" fmla="*/ 2488 h 3276"/>
                      <a:gd name="T20" fmla="*/ 1442 w 2879"/>
                      <a:gd name="T21" fmla="*/ 0 h 3276"/>
                      <a:gd name="T22" fmla="*/ 78 w 2879"/>
                      <a:gd name="T23" fmla="*/ 786 h 3276"/>
                      <a:gd name="T24" fmla="*/ 1440 w 2879"/>
                      <a:gd name="T25" fmla="*/ 1572 h 3276"/>
                      <a:gd name="T26" fmla="*/ 2804 w 2879"/>
                      <a:gd name="T27" fmla="*/ 788 h 3276"/>
                      <a:gd name="T28" fmla="*/ 1442 w 2879"/>
                      <a:gd name="T29" fmla="*/ 0 h 32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879" h="3276">
                        <a:moveTo>
                          <a:pt x="1516" y="1705"/>
                        </a:moveTo>
                        <a:lnTo>
                          <a:pt x="1513" y="3276"/>
                        </a:lnTo>
                        <a:lnTo>
                          <a:pt x="2877" y="2491"/>
                        </a:lnTo>
                        <a:lnTo>
                          <a:pt x="2879" y="919"/>
                        </a:lnTo>
                        <a:lnTo>
                          <a:pt x="1516" y="1705"/>
                        </a:lnTo>
                        <a:close/>
                        <a:moveTo>
                          <a:pt x="0" y="2488"/>
                        </a:moveTo>
                        <a:lnTo>
                          <a:pt x="1362" y="3276"/>
                        </a:lnTo>
                        <a:lnTo>
                          <a:pt x="1364" y="1707"/>
                        </a:lnTo>
                        <a:lnTo>
                          <a:pt x="2" y="919"/>
                        </a:lnTo>
                        <a:lnTo>
                          <a:pt x="0" y="2488"/>
                        </a:lnTo>
                        <a:close/>
                        <a:moveTo>
                          <a:pt x="1442" y="0"/>
                        </a:moveTo>
                        <a:lnTo>
                          <a:pt x="78" y="786"/>
                        </a:lnTo>
                        <a:lnTo>
                          <a:pt x="1440" y="1572"/>
                        </a:lnTo>
                        <a:lnTo>
                          <a:pt x="2804" y="788"/>
                        </a:lnTo>
                        <a:lnTo>
                          <a:pt x="1442" y="0"/>
                        </a:lnTo>
                        <a:close/>
                      </a:path>
                    </a:pathLst>
                  </a:custGeom>
                  <a:solidFill>
                    <a:schemeClr val="bg1"/>
                  </a:solidFill>
                  <a:ln>
                    <a:noFill/>
                  </a:ln>
                </p:spPr>
                <p:txBody>
                  <a:bodyPr vert="horz" wrap="square" lIns="89630" tIns="44815" rIns="89630" bIns="44815" numCol="1" anchor="t" anchorCtr="0" compatLnSpc="1">
                    <a:prstTxWarp prst="textNoShape">
                      <a:avLst/>
                    </a:prstTxWarp>
                  </a:bodyPr>
                  <a:lstStyle/>
                  <a:p>
                    <a:pPr defTabSz="914367">
                      <a:defRPr/>
                    </a:pPr>
                    <a:endParaRPr lang="en-US" sz="2400">
                      <a:solidFill>
                        <a:prstClr val="black"/>
                      </a:solidFill>
                    </a:endParaRPr>
                  </a:p>
                </p:txBody>
              </p:sp>
              <p:sp>
                <p:nvSpPr>
                  <p:cNvPr id="122" name="Freeform 42"/>
                  <p:cNvSpPr>
                    <a:spLocks noEditPoints="1"/>
                  </p:cNvSpPr>
                  <p:nvPr/>
                </p:nvSpPr>
                <p:spPr bwMode="auto">
                  <a:xfrm>
                    <a:off x="9052570" y="4976360"/>
                    <a:ext cx="569133" cy="471250"/>
                  </a:xfrm>
                  <a:custGeom>
                    <a:avLst/>
                    <a:gdLst>
                      <a:gd name="T0" fmla="*/ 1197 w 1907"/>
                      <a:gd name="T1" fmla="*/ 1489 h 1579"/>
                      <a:gd name="T2" fmla="*/ 1173 w 1907"/>
                      <a:gd name="T3" fmla="*/ 1460 h 1579"/>
                      <a:gd name="T4" fmla="*/ 1168 w 1907"/>
                      <a:gd name="T5" fmla="*/ 1360 h 1579"/>
                      <a:gd name="T6" fmla="*/ 1011 w 1907"/>
                      <a:gd name="T7" fmla="*/ 1360 h 1579"/>
                      <a:gd name="T8" fmla="*/ 906 w 1907"/>
                      <a:gd name="T9" fmla="*/ 1360 h 1579"/>
                      <a:gd name="T10" fmla="*/ 744 w 1907"/>
                      <a:gd name="T11" fmla="*/ 1360 h 1579"/>
                      <a:gd name="T12" fmla="*/ 739 w 1907"/>
                      <a:gd name="T13" fmla="*/ 1460 h 1579"/>
                      <a:gd name="T14" fmla="*/ 715 w 1907"/>
                      <a:gd name="T15" fmla="*/ 1489 h 1579"/>
                      <a:gd name="T16" fmla="*/ 630 w 1907"/>
                      <a:gd name="T17" fmla="*/ 1565 h 1579"/>
                      <a:gd name="T18" fmla="*/ 644 w 1907"/>
                      <a:gd name="T19" fmla="*/ 1579 h 1579"/>
                      <a:gd name="T20" fmla="*/ 906 w 1907"/>
                      <a:gd name="T21" fmla="*/ 1579 h 1579"/>
                      <a:gd name="T22" fmla="*/ 1011 w 1907"/>
                      <a:gd name="T23" fmla="*/ 1579 h 1579"/>
                      <a:gd name="T24" fmla="*/ 1268 w 1907"/>
                      <a:gd name="T25" fmla="*/ 1579 h 1579"/>
                      <a:gd name="T26" fmla="*/ 1283 w 1907"/>
                      <a:gd name="T27" fmla="*/ 1565 h 1579"/>
                      <a:gd name="T28" fmla="*/ 1197 w 1907"/>
                      <a:gd name="T29" fmla="*/ 1489 h 1579"/>
                      <a:gd name="T30" fmla="*/ 1197 w 1907"/>
                      <a:gd name="T31" fmla="*/ 1489 h 1579"/>
                      <a:gd name="T32" fmla="*/ 1850 w 1907"/>
                      <a:gd name="T33" fmla="*/ 0 h 1579"/>
                      <a:gd name="T34" fmla="*/ 57 w 1907"/>
                      <a:gd name="T35" fmla="*/ 0 h 1579"/>
                      <a:gd name="T36" fmla="*/ 0 w 1907"/>
                      <a:gd name="T37" fmla="*/ 57 h 1579"/>
                      <a:gd name="T38" fmla="*/ 0 w 1907"/>
                      <a:gd name="T39" fmla="*/ 1264 h 1579"/>
                      <a:gd name="T40" fmla="*/ 57 w 1907"/>
                      <a:gd name="T41" fmla="*/ 1321 h 1579"/>
                      <a:gd name="T42" fmla="*/ 1850 w 1907"/>
                      <a:gd name="T43" fmla="*/ 1321 h 1579"/>
                      <a:gd name="T44" fmla="*/ 1907 w 1907"/>
                      <a:gd name="T45" fmla="*/ 1264 h 1579"/>
                      <a:gd name="T46" fmla="*/ 1907 w 1907"/>
                      <a:gd name="T47" fmla="*/ 57 h 1579"/>
                      <a:gd name="T48" fmla="*/ 1850 w 1907"/>
                      <a:gd name="T49" fmla="*/ 0 h 1579"/>
                      <a:gd name="T50" fmla="*/ 1817 w 1907"/>
                      <a:gd name="T51" fmla="*/ 1083 h 1579"/>
                      <a:gd name="T52" fmla="*/ 91 w 1907"/>
                      <a:gd name="T53" fmla="*/ 1083 h 1579"/>
                      <a:gd name="T54" fmla="*/ 91 w 1907"/>
                      <a:gd name="T55" fmla="*/ 95 h 1579"/>
                      <a:gd name="T56" fmla="*/ 1817 w 1907"/>
                      <a:gd name="T57" fmla="*/ 95 h 1579"/>
                      <a:gd name="T58" fmla="*/ 1817 w 1907"/>
                      <a:gd name="T59" fmla="*/ 1083 h 1579"/>
                      <a:gd name="T60" fmla="*/ 1817 w 1907"/>
                      <a:gd name="T61" fmla="*/ 1083 h 15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1907" h="1579">
                        <a:moveTo>
                          <a:pt x="1197" y="1489"/>
                        </a:moveTo>
                        <a:cubicBezTo>
                          <a:pt x="1197" y="1489"/>
                          <a:pt x="1178" y="1469"/>
                          <a:pt x="1173" y="1460"/>
                        </a:cubicBezTo>
                        <a:cubicBezTo>
                          <a:pt x="1168" y="1441"/>
                          <a:pt x="1168" y="1384"/>
                          <a:pt x="1168" y="1360"/>
                        </a:cubicBezTo>
                        <a:cubicBezTo>
                          <a:pt x="1011" y="1360"/>
                          <a:pt x="1011" y="1360"/>
                          <a:pt x="1011" y="1360"/>
                        </a:cubicBezTo>
                        <a:cubicBezTo>
                          <a:pt x="906" y="1360"/>
                          <a:pt x="906" y="1360"/>
                          <a:pt x="906" y="1360"/>
                        </a:cubicBezTo>
                        <a:cubicBezTo>
                          <a:pt x="744" y="1360"/>
                          <a:pt x="744" y="1360"/>
                          <a:pt x="744" y="1360"/>
                        </a:cubicBezTo>
                        <a:cubicBezTo>
                          <a:pt x="744" y="1384"/>
                          <a:pt x="749" y="1441"/>
                          <a:pt x="739" y="1460"/>
                        </a:cubicBezTo>
                        <a:cubicBezTo>
                          <a:pt x="734" y="1469"/>
                          <a:pt x="715" y="1489"/>
                          <a:pt x="715" y="1489"/>
                        </a:cubicBezTo>
                        <a:cubicBezTo>
                          <a:pt x="630" y="1565"/>
                          <a:pt x="630" y="1565"/>
                          <a:pt x="630" y="1565"/>
                        </a:cubicBezTo>
                        <a:cubicBezTo>
                          <a:pt x="630" y="1574"/>
                          <a:pt x="639" y="1579"/>
                          <a:pt x="644" y="1579"/>
                        </a:cubicBezTo>
                        <a:cubicBezTo>
                          <a:pt x="906" y="1579"/>
                          <a:pt x="906" y="1579"/>
                          <a:pt x="906" y="1579"/>
                        </a:cubicBezTo>
                        <a:cubicBezTo>
                          <a:pt x="1011" y="1579"/>
                          <a:pt x="1011" y="1579"/>
                          <a:pt x="1011" y="1579"/>
                        </a:cubicBezTo>
                        <a:cubicBezTo>
                          <a:pt x="1268" y="1579"/>
                          <a:pt x="1268" y="1579"/>
                          <a:pt x="1268" y="1579"/>
                        </a:cubicBezTo>
                        <a:cubicBezTo>
                          <a:pt x="1273" y="1579"/>
                          <a:pt x="1283" y="1574"/>
                          <a:pt x="1283" y="1565"/>
                        </a:cubicBezTo>
                        <a:cubicBezTo>
                          <a:pt x="1197" y="1489"/>
                          <a:pt x="1197" y="1489"/>
                          <a:pt x="1197" y="1489"/>
                        </a:cubicBezTo>
                        <a:cubicBezTo>
                          <a:pt x="1197" y="1489"/>
                          <a:pt x="1197" y="1489"/>
                          <a:pt x="1197" y="1489"/>
                        </a:cubicBezTo>
                        <a:close/>
                        <a:moveTo>
                          <a:pt x="1850" y="0"/>
                        </a:moveTo>
                        <a:cubicBezTo>
                          <a:pt x="57" y="0"/>
                          <a:pt x="57" y="0"/>
                          <a:pt x="57" y="0"/>
                        </a:cubicBezTo>
                        <a:cubicBezTo>
                          <a:pt x="24" y="0"/>
                          <a:pt x="0" y="23"/>
                          <a:pt x="0" y="57"/>
                        </a:cubicBezTo>
                        <a:cubicBezTo>
                          <a:pt x="0" y="1264"/>
                          <a:pt x="0" y="1264"/>
                          <a:pt x="0" y="1264"/>
                        </a:cubicBezTo>
                        <a:cubicBezTo>
                          <a:pt x="0" y="1298"/>
                          <a:pt x="24" y="1321"/>
                          <a:pt x="57" y="1321"/>
                        </a:cubicBezTo>
                        <a:cubicBezTo>
                          <a:pt x="1850" y="1321"/>
                          <a:pt x="1850" y="1321"/>
                          <a:pt x="1850" y="1321"/>
                        </a:cubicBezTo>
                        <a:cubicBezTo>
                          <a:pt x="1884" y="1321"/>
                          <a:pt x="1907" y="1298"/>
                          <a:pt x="1907" y="1264"/>
                        </a:cubicBezTo>
                        <a:cubicBezTo>
                          <a:pt x="1907" y="57"/>
                          <a:pt x="1907" y="57"/>
                          <a:pt x="1907" y="57"/>
                        </a:cubicBezTo>
                        <a:cubicBezTo>
                          <a:pt x="1907" y="23"/>
                          <a:pt x="1884" y="0"/>
                          <a:pt x="1850" y="0"/>
                        </a:cubicBezTo>
                        <a:close/>
                        <a:moveTo>
                          <a:pt x="1817" y="1083"/>
                        </a:moveTo>
                        <a:cubicBezTo>
                          <a:pt x="91" y="1083"/>
                          <a:pt x="91" y="1083"/>
                          <a:pt x="91" y="1083"/>
                        </a:cubicBezTo>
                        <a:cubicBezTo>
                          <a:pt x="91" y="95"/>
                          <a:pt x="91" y="95"/>
                          <a:pt x="91" y="95"/>
                        </a:cubicBezTo>
                        <a:cubicBezTo>
                          <a:pt x="1817" y="95"/>
                          <a:pt x="1817" y="95"/>
                          <a:pt x="1817" y="95"/>
                        </a:cubicBezTo>
                        <a:cubicBezTo>
                          <a:pt x="1817" y="1083"/>
                          <a:pt x="1817" y="1083"/>
                          <a:pt x="1817" y="1083"/>
                        </a:cubicBezTo>
                        <a:cubicBezTo>
                          <a:pt x="1817" y="1083"/>
                          <a:pt x="1817" y="1083"/>
                          <a:pt x="1817" y="1083"/>
                        </a:cubicBezTo>
                        <a:close/>
                      </a:path>
                    </a:pathLst>
                  </a:custGeom>
                  <a:solidFill>
                    <a:schemeClr val="bg1"/>
                  </a:solidFill>
                  <a:ln>
                    <a:noFill/>
                  </a:ln>
                </p:spPr>
                <p:txBody>
                  <a:bodyPr vert="horz" wrap="square" lIns="89630" tIns="44815" rIns="89630" bIns="44815" numCol="1" anchor="t" anchorCtr="0" compatLnSpc="1">
                    <a:prstTxWarp prst="textNoShape">
                      <a:avLst/>
                    </a:prstTxWarp>
                  </a:bodyPr>
                  <a:lstStyle/>
                  <a:p>
                    <a:pPr defTabSz="914367">
                      <a:defRPr/>
                    </a:pPr>
                    <a:endParaRPr lang="en-US" sz="2400">
                      <a:solidFill>
                        <a:prstClr val="black"/>
                      </a:solidFill>
                    </a:endParaRPr>
                  </a:p>
                </p:txBody>
              </p:sp>
            </p:grpSp>
          </p:grpSp>
        </p:grpSp>
        <p:sp>
          <p:nvSpPr>
            <p:cNvPr id="126" name="Freeform 69"/>
            <p:cNvSpPr>
              <a:spLocks/>
            </p:cNvSpPr>
            <p:nvPr/>
          </p:nvSpPr>
          <p:spPr bwMode="auto">
            <a:xfrm>
              <a:off x="10253270" y="3597374"/>
              <a:ext cx="1672972" cy="457200"/>
            </a:xfrm>
            <a:prstGeom prst="rect">
              <a:avLst/>
            </a:prstGeom>
            <a:solidFill>
              <a:srgbClr val="0075C9"/>
            </a:solidFill>
            <a:ln w="9525">
              <a:noFill/>
              <a:round/>
              <a:headEnd/>
              <a:tailEnd/>
            </a:ln>
            <a:extLst/>
          </p:spPr>
          <p:txBody>
            <a:bodyPr vert="horz" wrap="square" lIns="143407" tIns="89630" rIns="143407" bIns="89630" numCol="1" anchor="t" anchorCtr="0" compatLnSpc="1">
              <a:prstTxWarp prst="textNoShape">
                <a:avLst/>
              </a:prstTxWarp>
              <a:noAutofit/>
            </a:bodyPr>
            <a:lstStyle/>
            <a:p>
              <a:pPr algn="ctr" defTabSz="913990">
                <a:defRPr/>
              </a:pPr>
              <a:r>
                <a:rPr lang="en-US" altLang="en-US" sz="1371" b="1" dirty="0">
                  <a:solidFill>
                    <a:srgbClr val="FFFFFF"/>
                  </a:solidFill>
                  <a:latin typeface="Segoe UI Semibold" panose="020B0702040204020203" pitchFamily="34" charset="0"/>
                </a:rPr>
                <a:t>Depends on SQL</a:t>
              </a:r>
              <a:endParaRPr lang="en-US" altLang="en-US" sz="3529" dirty="0">
                <a:solidFill>
                  <a:srgbClr val="00B0F0"/>
                </a:solidFill>
              </a:endParaRPr>
            </a:p>
          </p:txBody>
        </p:sp>
        <p:sp>
          <p:nvSpPr>
            <p:cNvPr id="75" name="Oval 72"/>
            <p:cNvSpPr>
              <a:spLocks noChangeArrowheads="1"/>
            </p:cNvSpPr>
            <p:nvPr/>
          </p:nvSpPr>
          <p:spPr bwMode="auto">
            <a:xfrm>
              <a:off x="6145388" y="5521340"/>
              <a:ext cx="145699" cy="147317"/>
            </a:xfrm>
            <a:prstGeom prst="ellipse">
              <a:avLst/>
            </a:prstGeom>
            <a:solidFill>
              <a:schemeClr val="tx1"/>
            </a:solidFill>
            <a:ln>
              <a:noFill/>
            </a:ln>
            <a:extLst/>
          </p:spPr>
          <p:txBody>
            <a:bodyPr vert="horz" wrap="square" lIns="91400" tIns="45701" rIns="91400" bIns="45701" numCol="1" anchor="t" anchorCtr="0" compatLnSpc="1">
              <a:prstTxWarp prst="textNoShape">
                <a:avLst/>
              </a:prstTxWarp>
            </a:bodyPr>
            <a:lstStyle/>
            <a:p>
              <a:pPr defTabSz="913990">
                <a:defRPr/>
              </a:pPr>
              <a:endParaRPr lang="en-US">
                <a:solidFill>
                  <a:srgbClr val="00B0F0"/>
                </a:solidFill>
              </a:endParaRPr>
            </a:p>
          </p:txBody>
        </p:sp>
        <p:grpSp>
          <p:nvGrpSpPr>
            <p:cNvPr id="130" name="Group 129"/>
            <p:cNvGrpSpPr/>
            <p:nvPr/>
          </p:nvGrpSpPr>
          <p:grpSpPr>
            <a:xfrm>
              <a:off x="6191250" y="5615492"/>
              <a:ext cx="2537188" cy="807818"/>
              <a:chOff x="6038411" y="5937156"/>
              <a:chExt cx="2537188" cy="807818"/>
            </a:xfrm>
            <a:solidFill>
              <a:schemeClr val="tx1"/>
            </a:solidFill>
          </p:grpSpPr>
          <p:sp>
            <p:nvSpPr>
              <p:cNvPr id="74" name="Freeform 71"/>
              <p:cNvSpPr>
                <a:spLocks/>
              </p:cNvSpPr>
              <p:nvPr/>
            </p:nvSpPr>
            <p:spPr bwMode="auto">
              <a:xfrm>
                <a:off x="6038411" y="5937156"/>
                <a:ext cx="2477336" cy="807818"/>
              </a:xfrm>
              <a:custGeom>
                <a:avLst/>
                <a:gdLst>
                  <a:gd name="T0" fmla="*/ 0 w 1535"/>
                  <a:gd name="T1" fmla="*/ 0 h 499"/>
                  <a:gd name="T2" fmla="*/ 0 w 1535"/>
                  <a:gd name="T3" fmla="*/ 499 h 499"/>
                  <a:gd name="T4" fmla="*/ 1535 w 1535"/>
                  <a:gd name="T5" fmla="*/ 499 h 499"/>
                  <a:gd name="T6" fmla="*/ 1535 w 1535"/>
                  <a:gd name="T7" fmla="*/ 113 h 499"/>
                  <a:gd name="T8" fmla="*/ 1511 w 1535"/>
                  <a:gd name="T9" fmla="*/ 113 h 499"/>
                  <a:gd name="T10" fmla="*/ 1511 w 1535"/>
                  <a:gd name="T11" fmla="*/ 475 h 499"/>
                  <a:gd name="T12" fmla="*/ 25 w 1535"/>
                  <a:gd name="T13" fmla="*/ 475 h 499"/>
                  <a:gd name="T14" fmla="*/ 25 w 1535"/>
                  <a:gd name="T15" fmla="*/ 0 h 499"/>
                  <a:gd name="T16" fmla="*/ 0 w 1535"/>
                  <a:gd name="T17" fmla="*/ 0 h 499"/>
                  <a:gd name="T18" fmla="*/ 0 w 1535"/>
                  <a:gd name="T19" fmla="*/ 0 h 4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535" h="499">
                    <a:moveTo>
                      <a:pt x="0" y="0"/>
                    </a:moveTo>
                    <a:lnTo>
                      <a:pt x="0" y="499"/>
                    </a:lnTo>
                    <a:lnTo>
                      <a:pt x="1535" y="499"/>
                    </a:lnTo>
                    <a:lnTo>
                      <a:pt x="1535" y="113"/>
                    </a:lnTo>
                    <a:lnTo>
                      <a:pt x="1511" y="113"/>
                    </a:lnTo>
                    <a:lnTo>
                      <a:pt x="1511" y="475"/>
                    </a:lnTo>
                    <a:lnTo>
                      <a:pt x="25" y="475"/>
                    </a:lnTo>
                    <a:lnTo>
                      <a:pt x="25" y="0"/>
                    </a:lnTo>
                    <a:lnTo>
                      <a:pt x="0"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00" tIns="45701" rIns="91400" bIns="45701" numCol="1" anchor="t" anchorCtr="0" compatLnSpc="1">
                <a:prstTxWarp prst="textNoShape">
                  <a:avLst/>
                </a:prstTxWarp>
              </a:bodyPr>
              <a:lstStyle/>
              <a:p>
                <a:pPr defTabSz="913990">
                  <a:defRPr/>
                </a:pPr>
                <a:endParaRPr lang="en-US">
                  <a:solidFill>
                    <a:srgbClr val="00B0F0"/>
                  </a:solidFill>
                </a:endParaRPr>
              </a:p>
            </p:txBody>
          </p:sp>
          <p:sp>
            <p:nvSpPr>
              <p:cNvPr id="76" name="Freeform 73"/>
              <p:cNvSpPr>
                <a:spLocks/>
              </p:cNvSpPr>
              <p:nvPr/>
            </p:nvSpPr>
            <p:spPr bwMode="auto">
              <a:xfrm>
                <a:off x="8420187" y="6001900"/>
                <a:ext cx="155412" cy="132748"/>
              </a:xfrm>
              <a:custGeom>
                <a:avLst/>
                <a:gdLst>
                  <a:gd name="T0" fmla="*/ 96 w 96"/>
                  <a:gd name="T1" fmla="*/ 82 h 82"/>
                  <a:gd name="T2" fmla="*/ 48 w 96"/>
                  <a:gd name="T3" fmla="*/ 0 h 82"/>
                  <a:gd name="T4" fmla="*/ 0 w 96"/>
                  <a:gd name="T5" fmla="*/ 82 h 82"/>
                  <a:gd name="T6" fmla="*/ 96 w 96"/>
                  <a:gd name="T7" fmla="*/ 82 h 82"/>
                </a:gdLst>
                <a:ahLst/>
                <a:cxnLst>
                  <a:cxn ang="0">
                    <a:pos x="T0" y="T1"/>
                  </a:cxn>
                  <a:cxn ang="0">
                    <a:pos x="T2" y="T3"/>
                  </a:cxn>
                  <a:cxn ang="0">
                    <a:pos x="T4" y="T5"/>
                  </a:cxn>
                  <a:cxn ang="0">
                    <a:pos x="T6" y="T7"/>
                  </a:cxn>
                </a:cxnLst>
                <a:rect l="0" t="0" r="r" b="b"/>
                <a:pathLst>
                  <a:path w="96" h="82">
                    <a:moveTo>
                      <a:pt x="96" y="82"/>
                    </a:moveTo>
                    <a:lnTo>
                      <a:pt x="48" y="0"/>
                    </a:lnTo>
                    <a:lnTo>
                      <a:pt x="0" y="82"/>
                    </a:lnTo>
                    <a:lnTo>
                      <a:pt x="96" y="8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00" tIns="45701" rIns="91400" bIns="45701" numCol="1" anchor="t" anchorCtr="0" compatLnSpc="1">
                <a:prstTxWarp prst="textNoShape">
                  <a:avLst/>
                </a:prstTxWarp>
              </a:bodyPr>
              <a:lstStyle/>
              <a:p>
                <a:pPr defTabSz="913990">
                  <a:defRPr/>
                </a:pPr>
                <a:endParaRPr lang="en-US">
                  <a:solidFill>
                    <a:srgbClr val="00B0F0"/>
                  </a:solidFill>
                </a:endParaRPr>
              </a:p>
            </p:txBody>
          </p:sp>
        </p:grpSp>
        <p:sp>
          <p:nvSpPr>
            <p:cNvPr id="77" name="Freeform 74"/>
            <p:cNvSpPr>
              <a:spLocks/>
            </p:cNvSpPr>
            <p:nvPr/>
          </p:nvSpPr>
          <p:spPr bwMode="auto">
            <a:xfrm>
              <a:off x="6488003" y="6201220"/>
              <a:ext cx="1827618" cy="400110"/>
            </a:xfrm>
            <a:prstGeom prst="rect">
              <a:avLst/>
            </a:prstGeom>
            <a:solidFill>
              <a:srgbClr val="0075C9"/>
            </a:solidFill>
            <a:ln w="9525">
              <a:noFill/>
              <a:round/>
              <a:headEnd/>
              <a:tailEnd/>
            </a:ln>
            <a:extLst/>
          </p:spPr>
          <p:txBody>
            <a:bodyPr vert="horz" wrap="square" lIns="143407" tIns="89630" rIns="143407" bIns="89630" numCol="1" anchor="t" anchorCtr="0" compatLnSpc="1">
              <a:prstTxWarp prst="textNoShape">
                <a:avLst/>
              </a:prstTxWarp>
              <a:noAutofit/>
            </a:bodyPr>
            <a:lstStyle/>
            <a:p>
              <a:pPr algn="ctr" defTabSz="913990">
                <a:defRPr/>
              </a:pPr>
              <a:r>
                <a:rPr lang="en-US" sz="1371" b="1" dirty="0">
                  <a:solidFill>
                    <a:srgbClr val="FFFFFF"/>
                  </a:solidFill>
                  <a:latin typeface="Segoe UI Semibold" panose="020B0702040204020203" pitchFamily="34" charset="0"/>
                </a:rPr>
                <a:t>SQL configuration</a:t>
              </a:r>
            </a:p>
          </p:txBody>
        </p:sp>
      </p:grpSp>
    </p:spTree>
    <p:extLst>
      <p:ext uri="{BB962C8B-B14F-4D97-AF65-F5344CB8AC3E}">
        <p14:creationId xmlns:p14="http://schemas.microsoft.com/office/powerpoint/2010/main" val="89390045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609601" y="530097"/>
            <a:ext cx="10972800" cy="761891"/>
          </a:xfrm>
        </p:spPr>
        <p:txBody>
          <a:bodyPr/>
          <a:lstStyle/>
          <a:p>
            <a:r>
              <a:rPr lang="en-US" b="0" dirty="0">
                <a:solidFill>
                  <a:schemeClr val="tx1"/>
                </a:solidFill>
                <a:latin typeface="Segoe UI Light" panose="020B0502040204020203" pitchFamily="34" charset="0"/>
                <a:cs typeface="Segoe UI Light" panose="020B0502040204020203" pitchFamily="34" charset="0"/>
              </a:rPr>
              <a:t>JSON files—simpler than they look</a:t>
            </a:r>
            <a:br>
              <a:rPr lang="en-US" dirty="0">
                <a:latin typeface="Segoe UI Semibold" panose="020B0702040204020203" pitchFamily="34" charset="0"/>
                <a:cs typeface="Segoe UI Semibold" panose="020B0702040204020203" pitchFamily="34" charset="0"/>
              </a:rPr>
            </a:br>
            <a:r>
              <a:rPr lang="en-US" sz="2353" b="0" dirty="0">
                <a:gradFill>
                  <a:gsLst>
                    <a:gs pos="2917">
                      <a:schemeClr val="tx1"/>
                    </a:gs>
                    <a:gs pos="30000">
                      <a:schemeClr val="tx1"/>
                    </a:gs>
                  </a:gsLst>
                  <a:lin ang="5400000" scaled="0"/>
                </a:gradFill>
                <a:latin typeface="Segoe UI" panose="020B0502040204020203" pitchFamily="34" charset="0"/>
              </a:rPr>
              <a:t>Schema, content version, parameters, variables, resources, and outputs</a:t>
            </a:r>
            <a:endParaRPr lang="en-US" sz="2353" b="0" dirty="0">
              <a:latin typeface="Segoe UI" panose="020B0502040204020203" pitchFamily="34" charset="0"/>
            </a:endParaRPr>
          </a:p>
        </p:txBody>
      </p:sp>
      <p:pic>
        <p:nvPicPr>
          <p:cNvPr id="4" name="Picture 3"/>
          <p:cNvPicPr>
            <a:picLocks noChangeAspect="1"/>
          </p:cNvPicPr>
          <p:nvPr/>
        </p:nvPicPr>
        <p:blipFill>
          <a:blip r:embed="rId3"/>
          <a:stretch>
            <a:fillRect/>
          </a:stretch>
        </p:blipFill>
        <p:spPr>
          <a:xfrm>
            <a:off x="472615" y="1893098"/>
            <a:ext cx="7595220" cy="3885455"/>
          </a:xfrm>
          <a:prstGeom prst="rect">
            <a:avLst/>
          </a:prstGeom>
          <a:ln>
            <a:solidFill>
              <a:schemeClr val="tx1"/>
            </a:solidFill>
          </a:ln>
        </p:spPr>
      </p:pic>
      <p:pic>
        <p:nvPicPr>
          <p:cNvPr id="5" name="Picture 4"/>
          <p:cNvPicPr>
            <a:picLocks noChangeAspect="1"/>
          </p:cNvPicPr>
          <p:nvPr/>
        </p:nvPicPr>
        <p:blipFill>
          <a:blip r:embed="rId4"/>
          <a:stretch>
            <a:fillRect/>
          </a:stretch>
        </p:blipFill>
        <p:spPr>
          <a:xfrm>
            <a:off x="1396227" y="3322642"/>
            <a:ext cx="5322511" cy="2129003"/>
          </a:xfrm>
          <a:prstGeom prst="rect">
            <a:avLst/>
          </a:prstGeom>
          <a:ln w="57150" cap="sq">
            <a:solidFill>
              <a:schemeClr val="tx1"/>
            </a:solidFill>
            <a:miter lim="800000"/>
          </a:ln>
        </p:spPr>
      </p:pic>
      <p:pic>
        <p:nvPicPr>
          <p:cNvPr id="6" name="Picture 5"/>
          <p:cNvPicPr>
            <a:picLocks noChangeAspect="1"/>
          </p:cNvPicPr>
          <p:nvPr/>
        </p:nvPicPr>
        <p:blipFill>
          <a:blip r:embed="rId5"/>
          <a:stretch>
            <a:fillRect/>
          </a:stretch>
        </p:blipFill>
        <p:spPr>
          <a:xfrm>
            <a:off x="664405" y="3404817"/>
            <a:ext cx="7713633" cy="480522"/>
          </a:xfrm>
          <a:prstGeom prst="rect">
            <a:avLst/>
          </a:prstGeom>
          <a:ln w="57150" cap="sq">
            <a:solidFill>
              <a:schemeClr val="tx1"/>
            </a:solidFill>
            <a:miter lim="800000"/>
          </a:ln>
        </p:spPr>
      </p:pic>
      <p:pic>
        <p:nvPicPr>
          <p:cNvPr id="7" name="Picture 6"/>
          <p:cNvPicPr>
            <a:picLocks noChangeAspect="1"/>
          </p:cNvPicPr>
          <p:nvPr/>
        </p:nvPicPr>
        <p:blipFill>
          <a:blip r:embed="rId6"/>
          <a:stretch>
            <a:fillRect/>
          </a:stretch>
        </p:blipFill>
        <p:spPr>
          <a:xfrm>
            <a:off x="886251" y="2222836"/>
            <a:ext cx="8214156" cy="3577315"/>
          </a:xfrm>
          <a:prstGeom prst="rect">
            <a:avLst/>
          </a:prstGeom>
          <a:ln w="57150" cap="sq">
            <a:solidFill>
              <a:schemeClr val="tx1"/>
            </a:solidFill>
            <a:miter lim="800000"/>
          </a:ln>
        </p:spPr>
      </p:pic>
      <p:pic>
        <p:nvPicPr>
          <p:cNvPr id="8" name="Picture 7"/>
          <p:cNvPicPr>
            <a:picLocks noChangeAspect="1"/>
          </p:cNvPicPr>
          <p:nvPr/>
        </p:nvPicPr>
        <p:blipFill>
          <a:blip r:embed="rId7"/>
          <a:stretch>
            <a:fillRect/>
          </a:stretch>
        </p:blipFill>
        <p:spPr>
          <a:xfrm>
            <a:off x="886251" y="2153219"/>
            <a:ext cx="7491787" cy="3974741"/>
          </a:xfrm>
          <a:prstGeom prst="rect">
            <a:avLst/>
          </a:prstGeom>
          <a:ln w="57150" cap="sq">
            <a:solidFill>
              <a:schemeClr val="tx1"/>
            </a:solidFill>
            <a:miter lim="800000"/>
          </a:ln>
        </p:spPr>
      </p:pic>
      <p:pic>
        <p:nvPicPr>
          <p:cNvPr id="9" name="Picture 8"/>
          <p:cNvPicPr>
            <a:picLocks noChangeAspect="1"/>
          </p:cNvPicPr>
          <p:nvPr/>
        </p:nvPicPr>
        <p:blipFill>
          <a:blip r:embed="rId8"/>
          <a:stretch>
            <a:fillRect/>
          </a:stretch>
        </p:blipFill>
        <p:spPr>
          <a:xfrm>
            <a:off x="1042859" y="1942612"/>
            <a:ext cx="5413338" cy="4444139"/>
          </a:xfrm>
          <a:prstGeom prst="rect">
            <a:avLst/>
          </a:prstGeom>
          <a:ln w="57150" cap="sq">
            <a:solidFill>
              <a:schemeClr val="tx1"/>
            </a:solidFill>
            <a:miter lim="800000"/>
          </a:ln>
        </p:spPr>
      </p:pic>
    </p:spTree>
    <p:extLst>
      <p:ext uri="{BB962C8B-B14F-4D97-AF65-F5344CB8AC3E}">
        <p14:creationId xmlns:p14="http://schemas.microsoft.com/office/powerpoint/2010/main" val="100299696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p:cTn id="7" dur="650" fill="hold"/>
                                        <p:tgtEl>
                                          <p:spTgt spid="6"/>
                                        </p:tgtEl>
                                        <p:attrNameLst>
                                          <p:attrName>ppt_w</p:attrName>
                                        </p:attrNameLst>
                                      </p:cBhvr>
                                      <p:tavLst>
                                        <p:tav tm="0">
                                          <p:val>
                                            <p:fltVal val="0"/>
                                          </p:val>
                                        </p:tav>
                                        <p:tav tm="100000">
                                          <p:val>
                                            <p:strVal val="#ppt_w"/>
                                          </p:val>
                                        </p:tav>
                                      </p:tavLst>
                                    </p:anim>
                                    <p:anim calcmode="lin" valueType="num">
                                      <p:cBhvr>
                                        <p:cTn id="8" dur="650" fill="hold"/>
                                        <p:tgtEl>
                                          <p:spTgt spid="6"/>
                                        </p:tgtEl>
                                        <p:attrNameLst>
                                          <p:attrName>ppt_h</p:attrName>
                                        </p:attrNameLst>
                                      </p:cBhvr>
                                      <p:tavLst>
                                        <p:tav tm="0">
                                          <p:val>
                                            <p:fltVal val="0"/>
                                          </p:val>
                                        </p:tav>
                                        <p:tav tm="100000">
                                          <p:val>
                                            <p:strVal val="#ppt_h"/>
                                          </p:val>
                                        </p:tav>
                                      </p:tavLst>
                                    </p:anim>
                                    <p:animEffect transition="in" filter="fade">
                                      <p:cBhvr>
                                        <p:cTn id="9" dur="650"/>
                                        <p:tgtEl>
                                          <p:spTgt spid="6"/>
                                        </p:tgtEl>
                                      </p:cBhvr>
                                    </p:animEffect>
                                  </p:childTnLst>
                                </p:cTn>
                              </p:par>
                            </p:childTnLst>
                          </p:cTn>
                        </p:par>
                      </p:childTnLst>
                    </p:cTn>
                  </p:par>
                  <p:par>
                    <p:cTn id="10" fill="hold">
                      <p:stCondLst>
                        <p:cond delay="indefinite"/>
                      </p:stCondLst>
                      <p:childTnLst>
                        <p:par>
                          <p:cTn id="11" fill="hold">
                            <p:stCondLst>
                              <p:cond delay="0"/>
                            </p:stCondLst>
                            <p:childTnLst>
                              <p:par>
                                <p:cTn id="12" presetID="10" presetClass="exit" presetSubtype="0" fill="hold" nodeType="clickEffect">
                                  <p:stCondLst>
                                    <p:cond delay="0"/>
                                  </p:stCondLst>
                                  <p:childTnLst>
                                    <p:animEffect transition="out" filter="fade">
                                      <p:cBhvr>
                                        <p:cTn id="13" dur="200"/>
                                        <p:tgtEl>
                                          <p:spTgt spid="6"/>
                                        </p:tgtEl>
                                      </p:cBhvr>
                                    </p:animEffect>
                                    <p:set>
                                      <p:cBhvr>
                                        <p:cTn id="14" dur="1" fill="hold">
                                          <p:stCondLst>
                                            <p:cond delay="199"/>
                                          </p:stCondLst>
                                        </p:cTn>
                                        <p:tgtEl>
                                          <p:spTgt spid="6"/>
                                        </p:tgtEl>
                                        <p:attrNameLst>
                                          <p:attrName>style.visibility</p:attrName>
                                        </p:attrNameLst>
                                      </p:cBhvr>
                                      <p:to>
                                        <p:strVal val="hidden"/>
                                      </p:to>
                                    </p:set>
                                  </p:childTnLst>
                                </p:cTn>
                              </p:par>
                              <p:par>
                                <p:cTn id="15" presetID="53" presetClass="entr" presetSubtype="16" fill="hold" nodeType="withEffect">
                                  <p:stCondLst>
                                    <p:cond delay="0"/>
                                  </p:stCondLst>
                                  <p:childTnLst>
                                    <p:set>
                                      <p:cBhvr>
                                        <p:cTn id="16" dur="1" fill="hold">
                                          <p:stCondLst>
                                            <p:cond delay="0"/>
                                          </p:stCondLst>
                                        </p:cTn>
                                        <p:tgtEl>
                                          <p:spTgt spid="7"/>
                                        </p:tgtEl>
                                        <p:attrNameLst>
                                          <p:attrName>style.visibility</p:attrName>
                                        </p:attrNameLst>
                                      </p:cBhvr>
                                      <p:to>
                                        <p:strVal val="visible"/>
                                      </p:to>
                                    </p:set>
                                    <p:anim calcmode="lin" valueType="num">
                                      <p:cBhvr>
                                        <p:cTn id="17" dur="650" fill="hold"/>
                                        <p:tgtEl>
                                          <p:spTgt spid="7"/>
                                        </p:tgtEl>
                                        <p:attrNameLst>
                                          <p:attrName>ppt_w</p:attrName>
                                        </p:attrNameLst>
                                      </p:cBhvr>
                                      <p:tavLst>
                                        <p:tav tm="0">
                                          <p:val>
                                            <p:fltVal val="0"/>
                                          </p:val>
                                        </p:tav>
                                        <p:tav tm="100000">
                                          <p:val>
                                            <p:strVal val="#ppt_w"/>
                                          </p:val>
                                        </p:tav>
                                      </p:tavLst>
                                    </p:anim>
                                    <p:anim calcmode="lin" valueType="num">
                                      <p:cBhvr>
                                        <p:cTn id="18" dur="650" fill="hold"/>
                                        <p:tgtEl>
                                          <p:spTgt spid="7"/>
                                        </p:tgtEl>
                                        <p:attrNameLst>
                                          <p:attrName>ppt_h</p:attrName>
                                        </p:attrNameLst>
                                      </p:cBhvr>
                                      <p:tavLst>
                                        <p:tav tm="0">
                                          <p:val>
                                            <p:fltVal val="0"/>
                                          </p:val>
                                        </p:tav>
                                        <p:tav tm="100000">
                                          <p:val>
                                            <p:strVal val="#ppt_h"/>
                                          </p:val>
                                        </p:tav>
                                      </p:tavLst>
                                    </p:anim>
                                    <p:animEffect transition="in" filter="fade">
                                      <p:cBhvr>
                                        <p:cTn id="19" dur="65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xit" presetSubtype="0" fill="hold" nodeType="clickEffect">
                                  <p:stCondLst>
                                    <p:cond delay="0"/>
                                  </p:stCondLst>
                                  <p:childTnLst>
                                    <p:animEffect transition="out" filter="fade">
                                      <p:cBhvr>
                                        <p:cTn id="23" dur="200"/>
                                        <p:tgtEl>
                                          <p:spTgt spid="7"/>
                                        </p:tgtEl>
                                      </p:cBhvr>
                                    </p:animEffect>
                                    <p:set>
                                      <p:cBhvr>
                                        <p:cTn id="24" dur="1" fill="hold">
                                          <p:stCondLst>
                                            <p:cond delay="199"/>
                                          </p:stCondLst>
                                        </p:cTn>
                                        <p:tgtEl>
                                          <p:spTgt spid="7"/>
                                        </p:tgtEl>
                                        <p:attrNameLst>
                                          <p:attrName>style.visibility</p:attrName>
                                        </p:attrNameLst>
                                      </p:cBhvr>
                                      <p:to>
                                        <p:strVal val="hidden"/>
                                      </p:to>
                                    </p:set>
                                  </p:childTnLst>
                                </p:cTn>
                              </p:par>
                              <p:par>
                                <p:cTn id="25" presetID="53" presetClass="entr" presetSubtype="16" fill="hold" nodeType="withEffect">
                                  <p:stCondLst>
                                    <p:cond delay="0"/>
                                  </p:stCondLst>
                                  <p:childTnLst>
                                    <p:set>
                                      <p:cBhvr>
                                        <p:cTn id="26" dur="1" fill="hold">
                                          <p:stCondLst>
                                            <p:cond delay="0"/>
                                          </p:stCondLst>
                                        </p:cTn>
                                        <p:tgtEl>
                                          <p:spTgt spid="8"/>
                                        </p:tgtEl>
                                        <p:attrNameLst>
                                          <p:attrName>style.visibility</p:attrName>
                                        </p:attrNameLst>
                                      </p:cBhvr>
                                      <p:to>
                                        <p:strVal val="visible"/>
                                      </p:to>
                                    </p:set>
                                    <p:anim calcmode="lin" valueType="num">
                                      <p:cBhvr>
                                        <p:cTn id="27" dur="650" fill="hold"/>
                                        <p:tgtEl>
                                          <p:spTgt spid="8"/>
                                        </p:tgtEl>
                                        <p:attrNameLst>
                                          <p:attrName>ppt_w</p:attrName>
                                        </p:attrNameLst>
                                      </p:cBhvr>
                                      <p:tavLst>
                                        <p:tav tm="0">
                                          <p:val>
                                            <p:fltVal val="0"/>
                                          </p:val>
                                        </p:tav>
                                        <p:tav tm="100000">
                                          <p:val>
                                            <p:strVal val="#ppt_w"/>
                                          </p:val>
                                        </p:tav>
                                      </p:tavLst>
                                    </p:anim>
                                    <p:anim calcmode="lin" valueType="num">
                                      <p:cBhvr>
                                        <p:cTn id="28" dur="650" fill="hold"/>
                                        <p:tgtEl>
                                          <p:spTgt spid="8"/>
                                        </p:tgtEl>
                                        <p:attrNameLst>
                                          <p:attrName>ppt_h</p:attrName>
                                        </p:attrNameLst>
                                      </p:cBhvr>
                                      <p:tavLst>
                                        <p:tav tm="0">
                                          <p:val>
                                            <p:fltVal val="0"/>
                                          </p:val>
                                        </p:tav>
                                        <p:tav tm="100000">
                                          <p:val>
                                            <p:strVal val="#ppt_h"/>
                                          </p:val>
                                        </p:tav>
                                      </p:tavLst>
                                    </p:anim>
                                    <p:animEffect transition="in" filter="fade">
                                      <p:cBhvr>
                                        <p:cTn id="29" dur="650"/>
                                        <p:tgtEl>
                                          <p:spTgt spid="8"/>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xit" presetSubtype="0" fill="hold" nodeType="clickEffect">
                                  <p:stCondLst>
                                    <p:cond delay="0"/>
                                  </p:stCondLst>
                                  <p:childTnLst>
                                    <p:animEffect transition="out" filter="fade">
                                      <p:cBhvr>
                                        <p:cTn id="33" dur="200"/>
                                        <p:tgtEl>
                                          <p:spTgt spid="8"/>
                                        </p:tgtEl>
                                      </p:cBhvr>
                                    </p:animEffect>
                                    <p:set>
                                      <p:cBhvr>
                                        <p:cTn id="34" dur="1" fill="hold">
                                          <p:stCondLst>
                                            <p:cond delay="199"/>
                                          </p:stCondLst>
                                        </p:cTn>
                                        <p:tgtEl>
                                          <p:spTgt spid="8"/>
                                        </p:tgtEl>
                                        <p:attrNameLst>
                                          <p:attrName>style.visibility</p:attrName>
                                        </p:attrNameLst>
                                      </p:cBhvr>
                                      <p:to>
                                        <p:strVal val="hidden"/>
                                      </p:to>
                                    </p:set>
                                  </p:childTnLst>
                                </p:cTn>
                              </p:par>
                              <p:par>
                                <p:cTn id="35" presetID="53" presetClass="entr" presetSubtype="16" fill="hold" nodeType="withEffect">
                                  <p:stCondLst>
                                    <p:cond delay="0"/>
                                  </p:stCondLst>
                                  <p:childTnLst>
                                    <p:set>
                                      <p:cBhvr>
                                        <p:cTn id="36" dur="1" fill="hold">
                                          <p:stCondLst>
                                            <p:cond delay="0"/>
                                          </p:stCondLst>
                                        </p:cTn>
                                        <p:tgtEl>
                                          <p:spTgt spid="9"/>
                                        </p:tgtEl>
                                        <p:attrNameLst>
                                          <p:attrName>style.visibility</p:attrName>
                                        </p:attrNameLst>
                                      </p:cBhvr>
                                      <p:to>
                                        <p:strVal val="visible"/>
                                      </p:to>
                                    </p:set>
                                    <p:anim calcmode="lin" valueType="num">
                                      <p:cBhvr>
                                        <p:cTn id="37" dur="650" fill="hold"/>
                                        <p:tgtEl>
                                          <p:spTgt spid="9"/>
                                        </p:tgtEl>
                                        <p:attrNameLst>
                                          <p:attrName>ppt_w</p:attrName>
                                        </p:attrNameLst>
                                      </p:cBhvr>
                                      <p:tavLst>
                                        <p:tav tm="0">
                                          <p:val>
                                            <p:fltVal val="0"/>
                                          </p:val>
                                        </p:tav>
                                        <p:tav tm="100000">
                                          <p:val>
                                            <p:strVal val="#ppt_w"/>
                                          </p:val>
                                        </p:tav>
                                      </p:tavLst>
                                    </p:anim>
                                    <p:anim calcmode="lin" valueType="num">
                                      <p:cBhvr>
                                        <p:cTn id="38" dur="650" fill="hold"/>
                                        <p:tgtEl>
                                          <p:spTgt spid="9"/>
                                        </p:tgtEl>
                                        <p:attrNameLst>
                                          <p:attrName>ppt_h</p:attrName>
                                        </p:attrNameLst>
                                      </p:cBhvr>
                                      <p:tavLst>
                                        <p:tav tm="0">
                                          <p:val>
                                            <p:fltVal val="0"/>
                                          </p:val>
                                        </p:tav>
                                        <p:tav tm="100000">
                                          <p:val>
                                            <p:strVal val="#ppt_h"/>
                                          </p:val>
                                        </p:tav>
                                      </p:tavLst>
                                    </p:anim>
                                    <p:animEffect transition="in" filter="fade">
                                      <p:cBhvr>
                                        <p:cTn id="39" dur="650"/>
                                        <p:tgtEl>
                                          <p:spTgt spid="9"/>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xit" presetSubtype="0" fill="hold" nodeType="clickEffect">
                                  <p:stCondLst>
                                    <p:cond delay="0"/>
                                  </p:stCondLst>
                                  <p:childTnLst>
                                    <p:animEffect transition="out" filter="fade">
                                      <p:cBhvr>
                                        <p:cTn id="43" dur="200"/>
                                        <p:tgtEl>
                                          <p:spTgt spid="9"/>
                                        </p:tgtEl>
                                      </p:cBhvr>
                                    </p:animEffect>
                                    <p:set>
                                      <p:cBhvr>
                                        <p:cTn id="44" dur="1" fill="hold">
                                          <p:stCondLst>
                                            <p:cond delay="199"/>
                                          </p:stCondLst>
                                        </p:cTn>
                                        <p:tgtEl>
                                          <p:spTgt spid="9"/>
                                        </p:tgtEl>
                                        <p:attrNameLst>
                                          <p:attrName>style.visibility</p:attrName>
                                        </p:attrNameLst>
                                      </p:cBhvr>
                                      <p:to>
                                        <p:strVal val="hidden"/>
                                      </p:to>
                                    </p:set>
                                  </p:childTnLst>
                                </p:cTn>
                              </p:par>
                              <p:par>
                                <p:cTn id="45" presetID="53" presetClass="entr" presetSubtype="16" fill="hold" nodeType="withEffect">
                                  <p:stCondLst>
                                    <p:cond delay="0"/>
                                  </p:stCondLst>
                                  <p:childTnLst>
                                    <p:set>
                                      <p:cBhvr>
                                        <p:cTn id="46" dur="1" fill="hold">
                                          <p:stCondLst>
                                            <p:cond delay="0"/>
                                          </p:stCondLst>
                                        </p:cTn>
                                        <p:tgtEl>
                                          <p:spTgt spid="5"/>
                                        </p:tgtEl>
                                        <p:attrNameLst>
                                          <p:attrName>style.visibility</p:attrName>
                                        </p:attrNameLst>
                                      </p:cBhvr>
                                      <p:to>
                                        <p:strVal val="visible"/>
                                      </p:to>
                                    </p:set>
                                    <p:anim calcmode="lin" valueType="num">
                                      <p:cBhvr>
                                        <p:cTn id="47" dur="650" fill="hold"/>
                                        <p:tgtEl>
                                          <p:spTgt spid="5"/>
                                        </p:tgtEl>
                                        <p:attrNameLst>
                                          <p:attrName>ppt_w</p:attrName>
                                        </p:attrNameLst>
                                      </p:cBhvr>
                                      <p:tavLst>
                                        <p:tav tm="0">
                                          <p:val>
                                            <p:fltVal val="0"/>
                                          </p:val>
                                        </p:tav>
                                        <p:tav tm="100000">
                                          <p:val>
                                            <p:strVal val="#ppt_w"/>
                                          </p:val>
                                        </p:tav>
                                      </p:tavLst>
                                    </p:anim>
                                    <p:anim calcmode="lin" valueType="num">
                                      <p:cBhvr>
                                        <p:cTn id="48" dur="650" fill="hold"/>
                                        <p:tgtEl>
                                          <p:spTgt spid="5"/>
                                        </p:tgtEl>
                                        <p:attrNameLst>
                                          <p:attrName>ppt_h</p:attrName>
                                        </p:attrNameLst>
                                      </p:cBhvr>
                                      <p:tavLst>
                                        <p:tav tm="0">
                                          <p:val>
                                            <p:fltVal val="0"/>
                                          </p:val>
                                        </p:tav>
                                        <p:tav tm="100000">
                                          <p:val>
                                            <p:strVal val="#ppt_h"/>
                                          </p:val>
                                        </p:tav>
                                      </p:tavLst>
                                    </p:anim>
                                    <p:animEffect transition="in" filter="fade">
                                      <p:cBhvr>
                                        <p:cTn id="49" dur="65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7" name="Group 16"/>
          <p:cNvGrpSpPr/>
          <p:nvPr/>
        </p:nvGrpSpPr>
        <p:grpSpPr>
          <a:xfrm>
            <a:off x="1125475" y="1429492"/>
            <a:ext cx="4279281" cy="2701638"/>
            <a:chOff x="-2" y="0"/>
            <a:chExt cx="10862785" cy="6858000"/>
          </a:xfrm>
        </p:grpSpPr>
        <p:pic>
          <p:nvPicPr>
            <p:cNvPr id="18" name="Picture 17"/>
            <p:cNvPicPr>
              <a:picLocks noChangeAspect="1"/>
            </p:cNvPicPr>
            <p:nvPr/>
          </p:nvPicPr>
          <p:blipFill rotWithShape="1">
            <a:blip r:embed="rId3" cstate="print">
              <a:extLst>
                <a:ext uri="{28A0092B-C50C-407E-A947-70E740481C1C}">
                  <a14:useLocalDpi xmlns:a14="http://schemas.microsoft.com/office/drawing/2010/main" val="0"/>
                </a:ext>
              </a:extLst>
            </a:blip>
            <a:srcRect r="10902" b="9999"/>
            <a:stretch/>
          </p:blipFill>
          <p:spPr>
            <a:xfrm>
              <a:off x="-2" y="0"/>
              <a:ext cx="10862785" cy="6858000"/>
            </a:xfrm>
            <a:prstGeom prst="rect">
              <a:avLst/>
            </a:prstGeom>
          </p:spPr>
        </p:pic>
        <p:pic>
          <p:nvPicPr>
            <p:cNvPr id="19" name="Picture 18"/>
            <p:cNvPicPr>
              <a:picLocks noChangeAspect="1"/>
            </p:cNvPicPr>
            <p:nvPr/>
          </p:nvPicPr>
          <p:blipFill rotWithShape="1">
            <a:blip r:embed="rId3" cstate="print">
              <a:extLst>
                <a:ext uri="{28A0092B-C50C-407E-A947-70E740481C1C}">
                  <a14:useLocalDpi xmlns:a14="http://schemas.microsoft.com/office/drawing/2010/main" val="0"/>
                </a:ext>
              </a:extLst>
            </a:blip>
            <a:srcRect t="90500" r="92969"/>
            <a:stretch/>
          </p:blipFill>
          <p:spPr>
            <a:xfrm>
              <a:off x="1" y="6134100"/>
              <a:ext cx="857249" cy="723900"/>
            </a:xfrm>
            <a:prstGeom prst="rect">
              <a:avLst/>
            </a:prstGeom>
          </p:spPr>
        </p:pic>
      </p:grpSp>
      <p:pic>
        <p:nvPicPr>
          <p:cNvPr id="5" name="Picture 4"/>
          <p:cNvPicPr>
            <a:picLocks noChangeAspect="1"/>
          </p:cNvPicPr>
          <p:nvPr/>
        </p:nvPicPr>
        <p:blipFill rotWithShape="1">
          <a:blip r:embed="rId4" cstate="print">
            <a:extLst>
              <a:ext uri="{28A0092B-C50C-407E-A947-70E740481C1C}">
                <a14:useLocalDpi xmlns:a14="http://schemas.microsoft.com/office/drawing/2010/main" val="0"/>
              </a:ext>
            </a:extLst>
          </a:blip>
          <a:srcRect b="14927"/>
          <a:stretch/>
        </p:blipFill>
        <p:spPr>
          <a:xfrm>
            <a:off x="916654" y="1127733"/>
            <a:ext cx="4678900" cy="5719580"/>
          </a:xfrm>
          <a:prstGeom prst="rect">
            <a:avLst/>
          </a:prstGeom>
        </p:spPr>
      </p:pic>
      <p:grpSp>
        <p:nvGrpSpPr>
          <p:cNvPr id="16" name="Group 15"/>
          <p:cNvGrpSpPr/>
          <p:nvPr/>
        </p:nvGrpSpPr>
        <p:grpSpPr>
          <a:xfrm>
            <a:off x="5811880" y="2906978"/>
            <a:ext cx="6146714" cy="2448303"/>
            <a:chOff x="5811880" y="1728413"/>
            <a:chExt cx="6146714" cy="2448303"/>
          </a:xfrm>
        </p:grpSpPr>
        <p:sp>
          <p:nvSpPr>
            <p:cNvPr id="20" name="Text Placeholder 25"/>
            <p:cNvSpPr txBox="1">
              <a:spLocks/>
            </p:cNvSpPr>
            <p:nvPr/>
          </p:nvSpPr>
          <p:spPr bwMode="ltGray">
            <a:xfrm>
              <a:off x="5811880" y="1728413"/>
              <a:ext cx="5860167" cy="1628567"/>
            </a:xfrm>
            <a:prstGeom prst="rect">
              <a:avLst/>
            </a:prstGeom>
          </p:spPr>
          <p:txBody>
            <a:bodyPr vert="horz" wrap="square" lIns="179285" tIns="143428" rIns="179285" bIns="143428" rtlCol="0" anchor="t">
              <a:noAutofit/>
            </a:bodyPr>
            <a:lstStyle>
              <a:lvl1pPr marL="0" indent="0" algn="l" defTabSz="914166" rtl="0" eaLnBrk="1" latinLnBrk="0" hangingPunct="1">
                <a:spcBef>
                  <a:spcPct val="20000"/>
                </a:spcBef>
                <a:buFont typeface="Arial" pitchFamily="34" charset="0"/>
                <a:buNone/>
                <a:defRPr sz="6700" kern="1200" spc="-153">
                  <a:gradFill>
                    <a:gsLst>
                      <a:gs pos="0">
                        <a:schemeClr val="tx1"/>
                      </a:gs>
                      <a:gs pos="100000">
                        <a:schemeClr val="tx1"/>
                      </a:gs>
                    </a:gsLst>
                    <a:lin ang="5400000" scaled="0"/>
                  </a:gradFill>
                  <a:latin typeface="+mj-lt"/>
                  <a:ea typeface="+mn-ea"/>
                  <a:cs typeface="+mn-cs"/>
                </a:defRPr>
              </a:lvl1pPr>
              <a:lvl2pPr marL="0" indent="0" algn="l" defTabSz="914166" rtl="0" eaLnBrk="1" latinLnBrk="0" hangingPunct="1">
                <a:spcBef>
                  <a:spcPct val="20000"/>
                </a:spcBef>
                <a:buFont typeface="Arial" pitchFamily="34" charset="0"/>
                <a:buNone/>
                <a:defRPr sz="2800" kern="1200">
                  <a:gradFill>
                    <a:gsLst>
                      <a:gs pos="0">
                        <a:schemeClr val="tx1"/>
                      </a:gs>
                      <a:gs pos="100000">
                        <a:schemeClr val="tx1"/>
                      </a:gs>
                    </a:gsLst>
                    <a:lin ang="5400000" scaled="0"/>
                  </a:gradFill>
                  <a:latin typeface="+mn-lt"/>
                  <a:ea typeface="+mn-ea"/>
                  <a:cs typeface="+mn-cs"/>
                </a:defRPr>
              </a:lvl2pPr>
              <a:lvl3pPr marL="457082" indent="-228541" algn="l" defTabSz="914166" rtl="0" eaLnBrk="1" latinLnBrk="0" hangingPunct="1">
                <a:spcBef>
                  <a:spcPct val="20000"/>
                </a:spcBef>
                <a:buFont typeface="Arial" pitchFamily="34" charset="0"/>
                <a:buChar char="•"/>
                <a:defRPr sz="2400" kern="1200">
                  <a:gradFill>
                    <a:gsLst>
                      <a:gs pos="0">
                        <a:schemeClr val="tx1"/>
                      </a:gs>
                      <a:gs pos="100000">
                        <a:schemeClr val="tx1"/>
                      </a:gs>
                    </a:gsLst>
                    <a:lin ang="5400000" scaled="0"/>
                  </a:gradFill>
                  <a:latin typeface="+mn-lt"/>
                  <a:ea typeface="+mn-ea"/>
                  <a:cs typeface="+mn-cs"/>
                </a:defRPr>
              </a:lvl3pPr>
              <a:lvl4pPr marL="739586" indent="-282503" algn="l" defTabSz="914166" rtl="0" eaLnBrk="1" latinLnBrk="0" hangingPunct="1">
                <a:spcBef>
                  <a:spcPct val="20000"/>
                </a:spcBef>
                <a:buFont typeface="Arial" pitchFamily="34" charset="0"/>
                <a:buChar char="–"/>
                <a:defRPr sz="2000" kern="1200">
                  <a:gradFill>
                    <a:gsLst>
                      <a:gs pos="0">
                        <a:schemeClr val="tx1"/>
                      </a:gs>
                      <a:gs pos="100000">
                        <a:schemeClr val="tx1"/>
                      </a:gs>
                    </a:gsLst>
                    <a:lin ang="5400000" scaled="0"/>
                  </a:gradFill>
                  <a:latin typeface="+mn-lt"/>
                  <a:ea typeface="+mn-ea"/>
                  <a:cs typeface="+mn-cs"/>
                </a:defRPr>
              </a:lvl4pPr>
              <a:lvl5pPr marL="1033199" indent="-293612" algn="l" defTabSz="914166" rtl="0" eaLnBrk="1" latinLnBrk="0" hangingPunct="1">
                <a:spcBef>
                  <a:spcPct val="20000"/>
                </a:spcBef>
                <a:buFont typeface="Arial" pitchFamily="34" charset="0"/>
                <a:buChar char="»"/>
                <a:defRPr sz="1800" kern="1200">
                  <a:gradFill>
                    <a:gsLst>
                      <a:gs pos="0">
                        <a:schemeClr val="tx1"/>
                      </a:gs>
                      <a:gs pos="100000">
                        <a:schemeClr val="tx1"/>
                      </a:gs>
                    </a:gsLst>
                    <a:lin ang="5400000" scaled="0"/>
                  </a:gradFill>
                  <a:latin typeface="+mn-lt"/>
                  <a:ea typeface="+mn-ea"/>
                  <a:cs typeface="+mn-cs"/>
                </a:defRPr>
              </a:lvl5pPr>
              <a:lvl6pPr marL="2513956" indent="-228541" algn="l" defTabSz="914166"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038" indent="-228541" algn="l" defTabSz="914166"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122" indent="-228541" algn="l" defTabSz="914166"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5204" indent="-228541" algn="l" defTabSz="914166"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676959" indent="-676959" defTabSz="896157">
                <a:lnSpc>
                  <a:spcPts val="6666"/>
                </a:lnSpc>
                <a:defRPr/>
              </a:pPr>
              <a:r>
                <a:rPr lang="en-US" sz="5980" spc="-150" dirty="0">
                  <a:solidFill>
                    <a:srgbClr val="FFFFFF"/>
                  </a:solidFill>
                  <a:latin typeface="Segoe UI Light"/>
                </a:rPr>
                <a:t>Get started</a:t>
              </a:r>
            </a:p>
          </p:txBody>
        </p:sp>
        <p:sp>
          <p:nvSpPr>
            <p:cNvPr id="21" name="Text Placeholder 4"/>
            <p:cNvSpPr txBox="1">
              <a:spLocks/>
            </p:cNvSpPr>
            <p:nvPr/>
          </p:nvSpPr>
          <p:spPr>
            <a:xfrm>
              <a:off x="5968926" y="2763841"/>
              <a:ext cx="5989668" cy="141287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3600" kern="120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3200" kern="1200">
                  <a:solidFill>
                    <a:schemeClr val="bg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800" kern="1200">
                  <a:solidFill>
                    <a:schemeClr val="bg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4000">
                  <a:solidFill>
                    <a:srgbClr val="11C1FF"/>
                  </a:solidFill>
                  <a:latin typeface="+mj-lt"/>
                </a:rPr>
                <a:t>Visit azure.microsoft.com</a:t>
              </a:r>
              <a:endParaRPr lang="en-US" sz="4000" dirty="0">
                <a:solidFill>
                  <a:srgbClr val="11C1FF"/>
                </a:solidFill>
                <a:latin typeface="+mj-lt"/>
              </a:endParaRPr>
            </a:p>
          </p:txBody>
        </p:sp>
      </p:grpSp>
    </p:spTree>
    <p:extLst>
      <p:ext uri="{BB962C8B-B14F-4D97-AF65-F5344CB8AC3E}">
        <p14:creationId xmlns:p14="http://schemas.microsoft.com/office/powerpoint/2010/main" val="26410556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up)">
                                      <p:cBhvr>
                                        <p:cTn id="7" dur="500"/>
                                        <p:tgtEl>
                                          <p:spTgt spid="5"/>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17"/>
                                        </p:tgtEl>
                                        <p:attrNameLst>
                                          <p:attrName>style.visibility</p:attrName>
                                        </p:attrNameLst>
                                      </p:cBhvr>
                                      <p:to>
                                        <p:strVal val="visible"/>
                                      </p:to>
                                    </p:set>
                                    <p:animEffect transition="in" filter="fade">
                                      <p:cBhvr>
                                        <p:cTn id="11" dur="500"/>
                                        <p:tgtEl>
                                          <p:spTgt spid="17"/>
                                        </p:tgtEl>
                                      </p:cBhvr>
                                    </p:animEffect>
                                  </p:childTnLst>
                                </p:cTn>
                              </p:par>
                            </p:childTnLst>
                          </p:cTn>
                        </p:par>
                        <p:par>
                          <p:cTn id="12" fill="hold">
                            <p:stCondLst>
                              <p:cond delay="1000"/>
                            </p:stCondLst>
                            <p:childTnLst>
                              <p:par>
                                <p:cTn id="13" presetID="10" presetClass="entr" presetSubtype="0" fill="hold" nodeType="afterEffect">
                                  <p:stCondLst>
                                    <p:cond delay="0"/>
                                  </p:stCondLst>
                                  <p:childTnLst>
                                    <p:set>
                                      <p:cBhvr>
                                        <p:cTn id="14" dur="1" fill="hold">
                                          <p:stCondLst>
                                            <p:cond delay="0"/>
                                          </p:stCondLst>
                                        </p:cTn>
                                        <p:tgtEl>
                                          <p:spTgt spid="16"/>
                                        </p:tgtEl>
                                        <p:attrNameLst>
                                          <p:attrName>style.visibility</p:attrName>
                                        </p:attrNameLst>
                                      </p:cBhvr>
                                      <p:to>
                                        <p:strVal val="visible"/>
                                      </p:to>
                                    </p:set>
                                    <p:animEffect transition="in" filter="fade">
                                      <p:cBhvr>
                                        <p:cTn id="15"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9819787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TIMING" val="|5.7|8.9|.5"/>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p7TQBLwN7JUqZ50IxKG9wQw"/>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pDKASeTqgY0ONIjCRmhAdqQ"/>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pRpZcFO9I.0qHKpQYchVsvQ"/>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pRpZcFO9I.0qHKpQYchVsvQ"/>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p4gIDtfgwdEmF4SKITbTJkw"/>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ptyj0xWzMYUmB5K3f2dPUow"/>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p4gIDtfgwdEmF4SKITbTJkw"/>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ptyj0xWzMYUmB5K3f2dPUow"/>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p806JajCK8EC2EROTm8p3vg"/>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pQRwPO8jxEUiA7fUgqNv10Q"/>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pQRwPO8jxEUiA7fUgqNv10Q"/>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p806JajCK8EC2EROTm8p3vg"/>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pQRwPO8jxEUiA7fUgqNv10Q"/>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pQRwPO8jxEUiA7fUgqNv10Q"/>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pQRwPO8jxEUiA7fUgqNv10Q"/>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pQRwPO8jxEUiA7fUgqNv10Q"/>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pQRwPO8jxEUiA7fUgqNv10Q"/>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pQRwPO8jxEUiA7fUgqNv10Q"/>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pHuB44zhXBEWAmU6Nk2Sthw"/>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pHuB44zhXBEWAmU6Nk2Sthw"/>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pHuB44zhXBEWAmU6Nk2Sthw"/>
</p:tagLst>
</file>

<file path=ppt/tags/tag24.xml><?xml version="1.0" encoding="utf-8"?>
<p:tagLst xmlns:a="http://schemas.openxmlformats.org/drawingml/2006/main" xmlns:r="http://schemas.openxmlformats.org/officeDocument/2006/relationships" xmlns:p="http://schemas.openxmlformats.org/presentationml/2006/main">
  <p:tag name="THINKCELLSHAPEDONOTDELETE" val="pHuB44zhXBEWAmU6Nk2Sthw"/>
</p:tagLst>
</file>

<file path=ppt/tags/tag25.xml><?xml version="1.0" encoding="utf-8"?>
<p:tagLst xmlns:a="http://schemas.openxmlformats.org/drawingml/2006/main" xmlns:r="http://schemas.openxmlformats.org/officeDocument/2006/relationships" xmlns:p="http://schemas.openxmlformats.org/presentationml/2006/main">
  <p:tag name="THINKCELLSHAPEDONOTDELETE" val="p4gIDtfgwdEmF4SKITbTJkw"/>
</p:tagLst>
</file>

<file path=ppt/tags/tag26.xml><?xml version="1.0" encoding="utf-8"?>
<p:tagLst xmlns:a="http://schemas.openxmlformats.org/drawingml/2006/main" xmlns:r="http://schemas.openxmlformats.org/officeDocument/2006/relationships" xmlns:p="http://schemas.openxmlformats.org/presentationml/2006/main">
  <p:tag name="THINKCELLSHAPEDONOTDELETE" val="ptyj0xWzMYUmB5K3f2dPUow"/>
</p:tagLst>
</file>

<file path=ppt/tags/tag27.xml><?xml version="1.0" encoding="utf-8"?>
<p:tagLst xmlns:a="http://schemas.openxmlformats.org/drawingml/2006/main" xmlns:r="http://schemas.openxmlformats.org/officeDocument/2006/relationships" xmlns:p="http://schemas.openxmlformats.org/presentationml/2006/main">
  <p:tag name="THINKCELLSHAPEDONOTDELETE" val="p4gIDtfgwdEmF4SKITbTJkw"/>
</p:tagLst>
</file>

<file path=ppt/tags/tag28.xml><?xml version="1.0" encoding="utf-8"?>
<p:tagLst xmlns:a="http://schemas.openxmlformats.org/drawingml/2006/main" xmlns:r="http://schemas.openxmlformats.org/officeDocument/2006/relationships" xmlns:p="http://schemas.openxmlformats.org/presentationml/2006/main">
  <p:tag name="THINKCELLSHAPEDONOTDELETE" val="ptyj0xWzMYUmB5K3f2dPUow"/>
</p:tagLst>
</file>

<file path=ppt/tags/tag29.xml><?xml version="1.0" encoding="utf-8"?>
<p:tagLst xmlns:a="http://schemas.openxmlformats.org/drawingml/2006/main" xmlns:r="http://schemas.openxmlformats.org/officeDocument/2006/relationships" xmlns:p="http://schemas.openxmlformats.org/presentationml/2006/main">
  <p:tag name="THINKCELLSHAPEDONOTDELETE" val="pHuB44zhXBEWAmU6Nk2Sthw"/>
</p:tagLst>
</file>

<file path=ppt/tags/tag30.xml><?xml version="1.0" encoding="utf-8"?>
<p:tagLst xmlns:a="http://schemas.openxmlformats.org/drawingml/2006/main" xmlns:r="http://schemas.openxmlformats.org/officeDocument/2006/relationships" xmlns:p="http://schemas.openxmlformats.org/presentationml/2006/main">
  <p:tag name="THINKCELLSHAPEDONOTDELETE" val="pHuB44zhXBEWAmU6Nk2Sthw"/>
</p:tagLst>
</file>

<file path=ppt/tags/tag31.xml><?xml version="1.0" encoding="utf-8"?>
<p:tagLst xmlns:a="http://schemas.openxmlformats.org/drawingml/2006/main" xmlns:r="http://schemas.openxmlformats.org/officeDocument/2006/relationships" xmlns:p="http://schemas.openxmlformats.org/presentationml/2006/main">
  <p:tag name="THINKCELLSHAPEDONOTDELETE" val="p806JajCK8EC2EROTm8p3vg"/>
</p:tagLst>
</file>

<file path=ppt/tags/tag32.xml><?xml version="1.0" encoding="utf-8"?>
<p:tagLst xmlns:a="http://schemas.openxmlformats.org/drawingml/2006/main" xmlns:r="http://schemas.openxmlformats.org/officeDocument/2006/relationships" xmlns:p="http://schemas.openxmlformats.org/presentationml/2006/main">
  <p:tag name="THINKCELLSHAPEDONOTDELETE" val="p806JajCK8EC2EROTm8p3vg"/>
</p:tagLst>
</file>

<file path=ppt/tags/tag33.xml><?xml version="1.0" encoding="utf-8"?>
<p:tagLst xmlns:a="http://schemas.openxmlformats.org/drawingml/2006/main" xmlns:r="http://schemas.openxmlformats.org/officeDocument/2006/relationships" xmlns:p="http://schemas.openxmlformats.org/presentationml/2006/main">
  <p:tag name="THINKCELLSHAPEDONOTDELETE" val="p806JajCK8EC2EROTm8p3vg"/>
</p:tagLst>
</file>

<file path=ppt/tags/tag34.xml><?xml version="1.0" encoding="utf-8"?>
<p:tagLst xmlns:a="http://schemas.openxmlformats.org/drawingml/2006/main" xmlns:r="http://schemas.openxmlformats.org/officeDocument/2006/relationships" xmlns:p="http://schemas.openxmlformats.org/presentationml/2006/main">
  <p:tag name="THINKCELLSHAPEDONOTDELETE" val="p806JajCK8EC2EROTm8p3vg"/>
</p:tagLst>
</file>

<file path=ppt/tags/tag35.xml><?xml version="1.0" encoding="utf-8"?>
<p:tagLst xmlns:a="http://schemas.openxmlformats.org/drawingml/2006/main" xmlns:r="http://schemas.openxmlformats.org/officeDocument/2006/relationships" xmlns:p="http://schemas.openxmlformats.org/presentationml/2006/main">
  <p:tag name="THINKCELLSHAPEDONOTDELETE" val="pQRwPO8jxEUiA7fUgqNv10Q"/>
</p:tagLst>
</file>

<file path=ppt/tags/tag36.xml><?xml version="1.0" encoding="utf-8"?>
<p:tagLst xmlns:a="http://schemas.openxmlformats.org/drawingml/2006/main" xmlns:r="http://schemas.openxmlformats.org/officeDocument/2006/relationships" xmlns:p="http://schemas.openxmlformats.org/presentationml/2006/main">
  <p:tag name="THINKCELLSHAPEDONOTDELETE" val="pQRwPO8jxEUiA7fUgqNv10Q"/>
</p:tagLst>
</file>

<file path=ppt/tags/tag37.xml><?xml version="1.0" encoding="utf-8"?>
<p:tagLst xmlns:a="http://schemas.openxmlformats.org/drawingml/2006/main" xmlns:r="http://schemas.openxmlformats.org/officeDocument/2006/relationships" xmlns:p="http://schemas.openxmlformats.org/presentationml/2006/main">
  <p:tag name="THINKCELLSHAPEDONOTDELETE" val="pQRwPO8jxEUiA7fUgqNv10Q"/>
</p:tagLst>
</file>

<file path=ppt/tags/tag38.xml><?xml version="1.0" encoding="utf-8"?>
<p:tagLst xmlns:a="http://schemas.openxmlformats.org/drawingml/2006/main" xmlns:r="http://schemas.openxmlformats.org/officeDocument/2006/relationships" xmlns:p="http://schemas.openxmlformats.org/presentationml/2006/main">
  <p:tag name="THINKCELLSHAPEDONOTDELETE" val="pQRwPO8jxEUiA7fUgqNv10Q"/>
</p:tagLst>
</file>

<file path=ppt/tags/tag39.xml><?xml version="1.0" encoding="utf-8"?>
<p:tagLst xmlns:a="http://schemas.openxmlformats.org/drawingml/2006/main" xmlns:r="http://schemas.openxmlformats.org/officeDocument/2006/relationships" xmlns:p="http://schemas.openxmlformats.org/presentationml/2006/main">
  <p:tag name="MT_TILE" val="YES"/>
</p:tagLst>
</file>

<file path=ppt/tags/tag40.xml><?xml version="1.0" encoding="utf-8"?>
<p:tagLst xmlns:a="http://schemas.openxmlformats.org/drawingml/2006/main" xmlns:r="http://schemas.openxmlformats.org/officeDocument/2006/relationships" xmlns:p="http://schemas.openxmlformats.org/presentationml/2006/main">
  <p:tag name="MT_TILE" val="YES"/>
</p:tagLst>
</file>

<file path=ppt/theme/theme1.xml><?xml version="1.0" encoding="utf-8"?>
<a:theme xmlns:a="http://schemas.openxmlformats.org/drawingml/2006/main" name="1_Azure Event">
  <a:themeElements>
    <a:clrScheme name="Azure">
      <a:dk1>
        <a:srgbClr val="343434"/>
      </a:dk1>
      <a:lt1>
        <a:srgbClr val="FFFFFF"/>
      </a:lt1>
      <a:dk2>
        <a:srgbClr val="0072C6"/>
      </a:dk2>
      <a:lt2>
        <a:srgbClr val="D2D2D2"/>
      </a:lt2>
      <a:accent1>
        <a:srgbClr val="008272"/>
      </a:accent1>
      <a:accent2>
        <a:srgbClr val="68217A"/>
      </a:accent2>
      <a:accent3>
        <a:srgbClr val="00BCF2"/>
      </a:accent3>
      <a:accent4>
        <a:srgbClr val="7FBA00"/>
      </a:accent4>
      <a:accent5>
        <a:srgbClr val="FF8C00"/>
      </a:accent5>
      <a:accent6>
        <a:srgbClr val="FF0000"/>
      </a:accent6>
      <a:hlink>
        <a:srgbClr val="00BCF2"/>
      </a:hlink>
      <a:folHlink>
        <a:srgbClr val="008DB5"/>
      </a:folHlink>
    </a:clrScheme>
    <a:fontScheme name="Custom 1">
      <a:majorFont>
        <a:latin typeface="Segoe UI Light"/>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defTabSz="932472" fontAlgn="base">
          <a:lnSpc>
            <a:spcPct val="90000"/>
          </a:lnSpc>
          <a:spcBef>
            <a:spcPct val="0"/>
          </a:spcBef>
          <a:spcAft>
            <a:spcPct val="0"/>
          </a:spcAft>
          <a:defRPr sz="2400" dirty="0" err="1" smtClean="0">
            <a:gradFill>
              <a:gsLst>
                <a:gs pos="0">
                  <a:srgbClr val="FFFFFF"/>
                </a:gs>
                <a:gs pos="100000">
                  <a:srgbClr val="FFFFFF"/>
                </a:gs>
              </a:gsLst>
              <a:lin ang="5400000" scaled="0"/>
            </a:gra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182880" tIns="146304" rIns="182880" bIns="146304" rtlCol="0">
        <a:spAutoFit/>
      </a:bodyPr>
      <a:lstStyle>
        <a:defPPr>
          <a:lnSpc>
            <a:spcPct val="90000"/>
          </a:lnSpc>
          <a:spcAft>
            <a:spcPts val="600"/>
          </a:spcAft>
          <a:defRPr sz="2400" dirty="0" err="1" smtClean="0">
            <a:gradFill>
              <a:gsLst>
                <a:gs pos="2917">
                  <a:schemeClr val="tx1"/>
                </a:gs>
                <a:gs pos="30000">
                  <a:schemeClr val="tx1"/>
                </a:gs>
              </a:gsLst>
              <a:lin ang="5400000" scaled="0"/>
            </a:gradFill>
          </a:defRPr>
        </a:defPPr>
      </a:lstStyle>
    </a:txDef>
  </a:objectDefaults>
  <a:extraClrSchemeLst/>
  <a:extLst>
    <a:ext uri="{05A4C25C-085E-4340-85A3-A5531E510DB2}">
      <thm15:themeFamily xmlns:thm15="http://schemas.microsoft.com/office/thememl/2012/main" name="AzureEvent.potx" id="{A9559191-3FEA-4E36-B68B-97A5EF36C482}" vid="{1D1EC833-A45C-4B86-AD76-2F0B8E06CC95}"/>
    </a:ext>
  </a:extLst>
</a:theme>
</file>

<file path=ppt/theme/theme2.xml><?xml version="1.0" encoding="utf-8"?>
<a:theme xmlns:a="http://schemas.openxmlformats.org/drawingml/2006/main" name="5-30610_Microsoft_Ignite_Keynote_Template">
  <a:themeElements>
    <a:clrScheme name="Ignite - Breakout - Gray Back">
      <a:dk1>
        <a:srgbClr val="000000"/>
      </a:dk1>
      <a:lt1>
        <a:srgbClr val="FFFFFF"/>
      </a:lt1>
      <a:dk2>
        <a:srgbClr val="505050"/>
      </a:dk2>
      <a:lt2>
        <a:srgbClr val="47D8FF"/>
      </a:lt2>
      <a:accent1>
        <a:srgbClr val="0078D7"/>
      </a:accent1>
      <a:accent2>
        <a:srgbClr val="5C2D91"/>
      </a:accent2>
      <a:accent3>
        <a:srgbClr val="B4009E"/>
      </a:accent3>
      <a:accent4>
        <a:srgbClr val="00BCF2"/>
      </a:accent4>
      <a:accent5>
        <a:srgbClr val="BAD80A"/>
      </a:accent5>
      <a:accent6>
        <a:srgbClr val="FF8C00"/>
      </a:accent6>
      <a:hlink>
        <a:srgbClr val="47D8FF"/>
      </a:hlink>
      <a:folHlink>
        <a:srgbClr val="47D8FF"/>
      </a:folHlink>
    </a:clrScheme>
    <a:fontScheme name="Custom 1">
      <a:majorFont>
        <a:latin typeface="Segoe UI Light"/>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ln>
          <a:noFill/>
          <a:headEnd type="none" w="med" len="med"/>
          <a:tailEnd type="none" w="med" len="med"/>
        </a:ln>
      </a:spPr>
      <a:bodyPr vert="horz" wrap="square" lIns="0" tIns="46637" rIns="0" bIns="46637" numCol="1" rtlCol="0" anchor="ctr" anchorCtr="0" compatLnSpc="1">
        <a:prstTxWarp prst="textNoShape">
          <a:avLst/>
        </a:prstTxWarp>
      </a:bodyPr>
      <a:lstStyle>
        <a:defPPr algn="ctr" defTabSz="932398" fontAlgn="base">
          <a:spcBef>
            <a:spcPct val="0"/>
          </a:spcBef>
          <a:spcAft>
            <a:spcPct val="0"/>
          </a:spcAft>
          <a:defRPr sz="2000" dirty="0">
            <a:gradFill>
              <a:gsLst>
                <a:gs pos="16814">
                  <a:srgbClr val="FFFFFF"/>
                </a:gs>
                <a:gs pos="46000">
                  <a:srgbClr val="FFFFFF"/>
                </a:gs>
              </a:gsLst>
              <a:lin ang="5400000" scaled="0"/>
            </a:gradFill>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tx1"/>
          </a:solidFill>
          <a:headEnd type="none"/>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182880" tIns="146304" rIns="182880" bIns="146304" rtlCol="0">
        <a:spAutoFit/>
      </a:bodyPr>
      <a:lstStyle>
        <a:defPPr>
          <a:lnSpc>
            <a:spcPct val="90000"/>
          </a:lnSpc>
          <a:spcAft>
            <a:spcPts val="600"/>
          </a:spcAft>
          <a:defRPr sz="2400" dirty="0" err="1" smtClean="0">
            <a:gradFill>
              <a:gsLst>
                <a:gs pos="2917">
                  <a:schemeClr val="tx1"/>
                </a:gs>
                <a:gs pos="30000">
                  <a:schemeClr val="tx1"/>
                </a:gs>
              </a:gsLst>
              <a:lin ang="5400000" scaled="0"/>
            </a:gradFill>
          </a:defRPr>
        </a:defPPr>
      </a:lstStyle>
    </a:txDef>
  </a:objectDefaults>
  <a:extraClrSchemeLst/>
  <a:extLst>
    <a:ext uri="{05A4C25C-085E-4340-85A3-A5531E510DB2}">
      <thm15:themeFamily xmlns:thm15="http://schemas.microsoft.com/office/thememl/2012/main" name="Microsoft_Ignite_2015_Breakout_Template_v02.potx" id="{DA6A3121-A306-4E81-BF43-CBCE095D8B76}" vid="{C3266B5A-74AF-44F8-8FA8-F258E4A695D4}"/>
    </a:ext>
  </a:extLst>
</a:theme>
</file>

<file path=ppt/theme/theme3.xml><?xml version="1.0" encoding="utf-8"?>
<a:theme xmlns:a="http://schemas.openxmlformats.org/drawingml/2006/main" name="1_5-30610_Microsoft_Ignite_Keynote_Template">
  <a:themeElements>
    <a:clrScheme name="Ignite - Breakout - Gray Back">
      <a:dk1>
        <a:srgbClr val="000000"/>
      </a:dk1>
      <a:lt1>
        <a:srgbClr val="FFFFFF"/>
      </a:lt1>
      <a:dk2>
        <a:srgbClr val="505050"/>
      </a:dk2>
      <a:lt2>
        <a:srgbClr val="47D8FF"/>
      </a:lt2>
      <a:accent1>
        <a:srgbClr val="0078D7"/>
      </a:accent1>
      <a:accent2>
        <a:srgbClr val="5C2D91"/>
      </a:accent2>
      <a:accent3>
        <a:srgbClr val="B4009E"/>
      </a:accent3>
      <a:accent4>
        <a:srgbClr val="00BCF2"/>
      </a:accent4>
      <a:accent5>
        <a:srgbClr val="BAD80A"/>
      </a:accent5>
      <a:accent6>
        <a:srgbClr val="FF8C00"/>
      </a:accent6>
      <a:hlink>
        <a:srgbClr val="47D8FF"/>
      </a:hlink>
      <a:folHlink>
        <a:srgbClr val="47D8FF"/>
      </a:folHlink>
    </a:clrScheme>
    <a:fontScheme name="Custom 1">
      <a:majorFont>
        <a:latin typeface="Segoe UI Light"/>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ln>
          <a:noFill/>
          <a:headEnd type="none" w="med" len="med"/>
          <a:tailEnd type="none" w="med" len="med"/>
        </a:ln>
      </a:spPr>
      <a:bodyPr vert="horz" wrap="square" lIns="0" tIns="46637" rIns="0" bIns="46637" numCol="1" rtlCol="0" anchor="ctr" anchorCtr="0" compatLnSpc="1">
        <a:prstTxWarp prst="textNoShape">
          <a:avLst/>
        </a:prstTxWarp>
      </a:bodyPr>
      <a:lstStyle>
        <a:defPPr algn="ctr" defTabSz="932398" fontAlgn="base">
          <a:spcBef>
            <a:spcPct val="0"/>
          </a:spcBef>
          <a:spcAft>
            <a:spcPct val="0"/>
          </a:spcAft>
          <a:defRPr sz="2000" dirty="0">
            <a:gradFill>
              <a:gsLst>
                <a:gs pos="16814">
                  <a:srgbClr val="FFFFFF"/>
                </a:gs>
                <a:gs pos="46000">
                  <a:srgbClr val="FFFFFF"/>
                </a:gs>
              </a:gsLst>
              <a:lin ang="5400000" scaled="0"/>
            </a:gradFill>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tx1"/>
          </a:solidFill>
          <a:headEnd type="none"/>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182880" tIns="146304" rIns="182880" bIns="146304" rtlCol="0">
        <a:spAutoFit/>
      </a:bodyPr>
      <a:lstStyle>
        <a:defPPr>
          <a:lnSpc>
            <a:spcPct val="90000"/>
          </a:lnSpc>
          <a:spcAft>
            <a:spcPts val="600"/>
          </a:spcAft>
          <a:defRPr sz="2400" dirty="0" err="1" smtClean="0">
            <a:gradFill>
              <a:gsLst>
                <a:gs pos="2917">
                  <a:schemeClr val="tx1"/>
                </a:gs>
                <a:gs pos="30000">
                  <a:schemeClr val="tx1"/>
                </a:gs>
              </a:gsLst>
              <a:lin ang="5400000" scaled="0"/>
            </a:gradFill>
          </a:defRPr>
        </a:defPPr>
      </a:lstStyle>
    </a:txDef>
  </a:objectDefaults>
  <a:extraClrSchemeLst/>
  <a:extLst>
    <a:ext uri="{05A4C25C-085E-4340-85A3-A5531E510DB2}">
      <thm15:themeFamily xmlns:thm15="http://schemas.microsoft.com/office/thememl/2012/main" name="Microsoft_Ignite_2015_Breakout_Template_v02.potx" id="{DA6A3121-A306-4E81-BF43-CBCE095D8B76}" vid="{C3266B5A-74AF-44F8-8FA8-F258E4A695D4}"/>
    </a:ext>
  </a:extLst>
</a:theme>
</file>

<file path=ppt/theme/theme4.xml><?xml version="1.0" encoding="utf-8"?>
<a:theme xmlns:a="http://schemas.openxmlformats.org/drawingml/2006/main" name="SQLintersectio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2">
      <a:majorFont>
        <a:latin typeface="Calibri"/>
        <a:ea typeface=""/>
        <a:cs typeface=""/>
        <a:font script="Jpan" typeface="HGｺﾞｼｯｸM"/>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mbria"/>
        <a:ea typeface=""/>
        <a:cs typeface=""/>
        <a:font script="Jpan" typeface="HG明朝B"/>
        <a:font script="Hang" typeface="맑은 고딕"/>
        <a:font script="Hans" typeface="黑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40000"/>
                <a:satMod val="155000"/>
              </a:schemeClr>
            </a:gs>
            <a:gs pos="65000">
              <a:schemeClr val="phClr">
                <a:shade val="85000"/>
                <a:satMod val="155000"/>
              </a:schemeClr>
            </a:gs>
            <a:gs pos="100000">
              <a:schemeClr val="phClr">
                <a:shade val="95000"/>
                <a:satMod val="155000"/>
              </a:schemeClr>
            </a:gs>
          </a:gsLst>
          <a:lin ang="16200000" scaled="0"/>
        </a:gradFill>
      </a:fillStyleLst>
      <a:lnStyleLst>
        <a:ln w="6350" cap="rnd" cmpd="sng" algn="ctr">
          <a:solidFill>
            <a:schemeClr val="phClr">
              <a:shade val="95000"/>
              <a:satMod val="105000"/>
            </a:schemeClr>
          </a:solidFill>
          <a:prstDash val="solid"/>
        </a:ln>
        <a:ln w="25400" cap="rnd" cmpd="sng" algn="ctr">
          <a:solidFill>
            <a:schemeClr val="phClr"/>
          </a:solidFill>
          <a:prstDash val="solid"/>
        </a:ln>
        <a:ln w="34925" cap="rnd" cmpd="sng" algn="ctr">
          <a:solidFill>
            <a:schemeClr val="phClr"/>
          </a:solidFill>
          <a:prstDash val="solid"/>
        </a:ln>
      </a:lnStyleLst>
      <a:effectStyleLst>
        <a:effectStyle>
          <a:effectLst>
            <a:outerShdw blurRad="50800" algn="tl" rotWithShape="0">
              <a:srgbClr val="000000">
                <a:alpha val="64000"/>
              </a:srgbClr>
            </a:outerShdw>
          </a:effectLst>
        </a:effectStyle>
        <a:effectStyle>
          <a:effectLst>
            <a:outerShdw blurRad="39000" dist="25400" dir="5400000">
              <a:srgbClr val="000000">
                <a:alpha val="35000"/>
              </a:srgbClr>
            </a:outerShdw>
          </a:effectLst>
        </a:effectStyle>
        <a:effectStyle>
          <a:effectLst>
            <a:outerShdw blurRad="39000" dist="25400" dir="5400000">
              <a:srgbClr val="000000">
                <a:alpha val="35000"/>
              </a:srgbClr>
            </a:outerShdw>
          </a:effectLst>
          <a:scene3d>
            <a:camera prst="orthographicFront" fov="0">
              <a:rot lat="0" lon="0" rev="0"/>
            </a:camera>
            <a:lightRig rig="threePt" dir="t">
              <a:rot lat="0" lon="0" rev="0"/>
            </a:lightRig>
          </a:scene3d>
          <a:sp3d prstMaterial="matte">
            <a:bevelT h="22225"/>
          </a:sp3d>
        </a:effectStyle>
      </a:effectStyleLst>
      <a:bgFillStyleLst>
        <a:solidFill>
          <a:schemeClr val="phClr"/>
        </a:solidFill>
        <a:gradFill rotWithShape="1">
          <a:gsLst>
            <a:gs pos="0">
              <a:schemeClr val="phClr">
                <a:shade val="50000"/>
                <a:satMod val="155000"/>
              </a:schemeClr>
            </a:gs>
            <a:gs pos="35000">
              <a:schemeClr val="phClr">
                <a:shade val="75000"/>
                <a:satMod val="155000"/>
              </a:schemeClr>
            </a:gs>
            <a:gs pos="100000">
              <a:schemeClr val="phClr">
                <a:tint val="80000"/>
                <a:satMod val="255000"/>
              </a:schemeClr>
            </a:gs>
          </a:gsLst>
          <a:lin ang="16200000" scaled="0"/>
        </a:gradFill>
        <a:gradFill rotWithShape="1">
          <a:gsLst>
            <a:gs pos="0">
              <a:schemeClr val="phClr">
                <a:tint val="80000"/>
                <a:satMod val="300000"/>
              </a:schemeClr>
            </a:gs>
            <a:gs pos="100000">
              <a:schemeClr val="phClr">
                <a:shade val="30000"/>
                <a:satMod val="200000"/>
              </a:schemeClr>
            </a:gs>
          </a:gsLst>
          <a:path path="circle">
            <a:fillToRect l="100000" t="100000" r="100000" b="100000"/>
          </a:path>
        </a:gradFill>
      </a:bgFillStyleLst>
    </a:fmtScheme>
  </a:themeElements>
  <a:objectDefaults>
    <a:spDef>
      <a:spPr>
        <a:gradFill rotWithShape="1">
          <a:gsLst>
            <a:gs pos="0">
              <a:srgbClr val="A4D289"/>
            </a:gs>
            <a:gs pos="100000">
              <a:schemeClr val="bg1"/>
            </a:gs>
          </a:gsLst>
          <a:lin ang="5400000" scaled="1"/>
        </a:gradFill>
        <a:ln w="9525" algn="ctr">
          <a:solidFill>
            <a:schemeClr val="tx1"/>
          </a:solidFill>
          <a:miter lim="800000"/>
          <a:headEnd/>
          <a:tailEnd/>
        </a:ln>
        <a:effectLst>
          <a:outerShdw blurRad="50800" dist="38100" dir="2700000" algn="tl" rotWithShape="0">
            <a:prstClr val="black">
              <a:alpha val="40000"/>
            </a:prstClr>
          </a:outerShdw>
        </a:effectLst>
      </a:spPr>
      <a:bodyPr wrap="none" numCol="1" anchor="ctr"/>
      <a:lstStyle>
        <a:defPPr>
          <a:defRPr sz="2000" dirty="0">
            <a:latin typeface="Tekton Pro" pitchFamily="34" charset="0"/>
          </a:defRPr>
        </a:defPPr>
      </a:lstStyle>
    </a:spDef>
    <a:lnDef>
      <a:spPr>
        <a:xfrm>
          <a:off x="0" y="0"/>
          <a:ext cx="1" cy="1"/>
        </a:xfrm>
        <a:custGeom>
          <a:avLst/>
          <a:gdLst/>
          <a:ahLst/>
          <a:cxnLst/>
          <a:rect l="0" t="0" r="0" b="0"/>
          <a:pathLst/>
        </a:custGeom>
        <a:gradFill rotWithShape="1">
          <a:gsLst>
            <a:gs pos="0">
              <a:srgbClr val="A4D289"/>
            </a:gs>
            <a:gs pos="100000">
              <a:schemeClr val="bg1"/>
            </a:gs>
          </a:gsLst>
          <a:lin ang="5400000" scaled="1"/>
        </a:gradFill>
        <a:ln w="9525" cap="flat" cmpd="sng" algn="ctr">
          <a:solidFill>
            <a:schemeClr val="tx1"/>
          </a:solidFill>
          <a:prstDash val="solid"/>
          <a:round/>
          <a:headEnd type="none" w="med" len="med"/>
          <a:tailEnd type="none" w="med" len="med"/>
        </a:ln>
        <a:effectLst/>
      </a:spPr>
      <a:bodyPr vert="horz" wrap="none" lIns="91440" tIns="45720" rIns="91440" bIns="45720" numCol="1" anchor="ctr" compatLnSpc="1"/>
      <a:lstStyle>
        <a:defPPr marL="0" marR="0" indent="0" algn="ctr" defTabSz="914400" rtl="0" eaLnBrk="0" fontAlgn="base" latinLnBrk="0" hangingPunct="0">
          <a:lnSpc>
            <a:spcPct val="100000"/>
          </a:lnSpc>
          <a:spcBef>
            <a:spcPct val="0"/>
          </a:spcBef>
          <a:spcAft>
            <a:spcPct val="0"/>
          </a:spcAft>
          <a:buNone/>
          <a:tabLst/>
          <a:defRPr kumimoji="0" lang="en-US" sz="1600" b="1" i="0" u="none" strike="noStrike" baseline="0">
            <a:solidFill>
              <a:schemeClr val="tx1">
                <a:alpha val="100000"/>
              </a:schemeClr>
            </a:solidFill>
            <a:effectLst/>
            <a:latin typeface="Arial"/>
          </a:defRPr>
        </a:defPPr>
      </a:lstStyle>
    </a:lnDef>
    <a:txDef>
      <a:spPr>
        <a:noFill/>
        <a:ln w="9525">
          <a:noFill/>
          <a:miter lim="800000"/>
          <a:headEnd/>
          <a:tailEnd/>
        </a:ln>
      </a:spPr>
      <a:bodyPr wrap="none" numCol="1">
        <a:spAutoFit/>
      </a:bodyPr>
      <a:lstStyle>
        <a:defPPr>
          <a:defRPr sz="1800" dirty="0">
            <a:solidFill>
              <a:srgbClr val="002060"/>
            </a:solidFill>
            <a:latin typeface="Tekton Pro" pitchFamily="34" charset="0"/>
          </a:defRPr>
        </a:defPPr>
      </a:lstStyle>
    </a:txDef>
  </a:objectDefaults>
  <a:extraClrSchemeLst>
    <a:extraClrScheme>
      <a:clrScheme name="Watermark 1">
        <a:dk1>
          <a:srgbClr val="000000"/>
        </a:dk1>
        <a:lt1>
          <a:srgbClr val="FFFFFF"/>
        </a:lt1>
        <a:dk2>
          <a:srgbClr val="000000"/>
        </a:dk2>
        <a:lt2>
          <a:srgbClr val="808080"/>
        </a:lt2>
        <a:accent1>
          <a:srgbClr val="CCCCFF"/>
        </a:accent1>
        <a:accent2>
          <a:srgbClr val="D9D8EC"/>
        </a:accent2>
        <a:accent3>
          <a:srgbClr val="FFFFFF"/>
        </a:accent3>
        <a:accent4>
          <a:srgbClr val="000000"/>
        </a:accent4>
        <a:accent5>
          <a:srgbClr val="E2E2FF"/>
        </a:accent5>
        <a:accent6>
          <a:srgbClr val="C4C4D6"/>
        </a:accent6>
        <a:hlink>
          <a:srgbClr val="6767FF"/>
        </a:hlink>
        <a:folHlink>
          <a:srgbClr val="9933FF"/>
        </a:folHlink>
      </a:clrScheme>
      <a:clrMap bg1="lt1" tx1="dk1" bg2="lt2" tx2="dk2" accent1="accent1" accent2="accent2" accent3="accent3" accent4="accent4" accent5="accent5" accent6="accent6" hlink="hlink" folHlink="folHlink"/>
    </a:extraClrScheme>
    <a:extraClrScheme>
      <a:clrScheme name="Watermark 2">
        <a:dk1>
          <a:srgbClr val="000000"/>
        </a:dk1>
        <a:lt1>
          <a:srgbClr val="FFFFFF"/>
        </a:lt1>
        <a:dk2>
          <a:srgbClr val="666633"/>
        </a:dk2>
        <a:lt2>
          <a:srgbClr val="5F5F5F"/>
        </a:lt2>
        <a:accent1>
          <a:srgbClr val="FFCC00"/>
        </a:accent1>
        <a:accent2>
          <a:srgbClr val="EFF0B2"/>
        </a:accent2>
        <a:accent3>
          <a:srgbClr val="FFFFFF"/>
        </a:accent3>
        <a:accent4>
          <a:srgbClr val="000000"/>
        </a:accent4>
        <a:accent5>
          <a:srgbClr val="FFE2AA"/>
        </a:accent5>
        <a:accent6>
          <a:srgbClr val="D9D9A1"/>
        </a:accent6>
        <a:hlink>
          <a:srgbClr val="808000"/>
        </a:hlink>
        <a:folHlink>
          <a:srgbClr val="CCCC00"/>
        </a:folHlink>
      </a:clrScheme>
      <a:clrMap bg1="lt1" tx1="dk1" bg2="lt2" tx2="dk2" accent1="accent1" accent2="accent2" accent3="accent3" accent4="accent4" accent5="accent5" accent6="accent6" hlink="hlink" folHlink="folHlink"/>
    </a:extraClrScheme>
    <a:extraClrScheme>
      <a:clrScheme name="Watermark 3">
        <a:dk1>
          <a:srgbClr val="000000"/>
        </a:dk1>
        <a:lt1>
          <a:srgbClr val="FFFFFF"/>
        </a:lt1>
        <a:dk2>
          <a:srgbClr val="000000"/>
        </a:dk2>
        <a:lt2>
          <a:srgbClr val="666699"/>
        </a:lt2>
        <a:accent1>
          <a:srgbClr val="9BB0CB"/>
        </a:accent1>
        <a:accent2>
          <a:srgbClr val="D1E0CE"/>
        </a:accent2>
        <a:accent3>
          <a:srgbClr val="FFFFFF"/>
        </a:accent3>
        <a:accent4>
          <a:srgbClr val="000000"/>
        </a:accent4>
        <a:accent5>
          <a:srgbClr val="CBD4E2"/>
        </a:accent5>
        <a:accent6>
          <a:srgbClr val="BDCBBA"/>
        </a:accent6>
        <a:hlink>
          <a:srgbClr val="8EA642"/>
        </a:hlink>
        <a:folHlink>
          <a:srgbClr val="CCCC00"/>
        </a:folHlink>
      </a:clrScheme>
      <a:clrMap bg1="lt1" tx1="dk1" bg2="lt2" tx2="dk2" accent1="accent1" accent2="accent2" accent3="accent3" accent4="accent4" accent5="accent5" accent6="accent6" hlink="hlink" folHlink="folHlink"/>
    </a:extraClrScheme>
    <a:extraClrScheme>
      <a:clrScheme name="Watermark 4">
        <a:dk1>
          <a:srgbClr val="333300"/>
        </a:dk1>
        <a:lt1>
          <a:srgbClr val="FFFFCC"/>
        </a:lt1>
        <a:dk2>
          <a:srgbClr val="336600"/>
        </a:dk2>
        <a:lt2>
          <a:srgbClr val="FFFFCC"/>
        </a:lt2>
        <a:accent1>
          <a:srgbClr val="99CC00"/>
        </a:accent1>
        <a:accent2>
          <a:srgbClr val="669900"/>
        </a:accent2>
        <a:accent3>
          <a:srgbClr val="ADB8AA"/>
        </a:accent3>
        <a:accent4>
          <a:srgbClr val="DADAAE"/>
        </a:accent4>
        <a:accent5>
          <a:srgbClr val="CAE2AA"/>
        </a:accent5>
        <a:accent6>
          <a:srgbClr val="5C8A00"/>
        </a:accent6>
        <a:hlink>
          <a:srgbClr val="CC9900"/>
        </a:hlink>
        <a:folHlink>
          <a:srgbClr val="FFCC00"/>
        </a:folHlink>
      </a:clrScheme>
      <a:clrMap bg1="dk2" tx1="lt1" bg2="dk1" tx2="lt2" accent1="accent1" accent2="accent2" accent3="accent3" accent4="accent4" accent5="accent5" accent6="accent6" hlink="hlink" folHlink="folHlink"/>
    </a:extraClrScheme>
    <a:extraClrScheme>
      <a:clrScheme name="Watermark 5">
        <a:dk1>
          <a:srgbClr val="424458"/>
        </a:dk1>
        <a:lt1>
          <a:srgbClr val="FFFFFF"/>
        </a:lt1>
        <a:dk2>
          <a:srgbClr val="004A48"/>
        </a:dk2>
        <a:lt2>
          <a:srgbClr val="FFFFFF"/>
        </a:lt2>
        <a:accent1>
          <a:srgbClr val="83B200"/>
        </a:accent1>
        <a:accent2>
          <a:srgbClr val="006260"/>
        </a:accent2>
        <a:accent3>
          <a:srgbClr val="AAB1B1"/>
        </a:accent3>
        <a:accent4>
          <a:srgbClr val="DADADA"/>
        </a:accent4>
        <a:accent5>
          <a:srgbClr val="C1D5AA"/>
        </a:accent5>
        <a:accent6>
          <a:srgbClr val="005856"/>
        </a:accent6>
        <a:hlink>
          <a:srgbClr val="6666FF"/>
        </a:hlink>
        <a:folHlink>
          <a:srgbClr val="B2B2B2"/>
        </a:folHlink>
      </a:clrScheme>
      <a:clrMap bg1="dk2" tx1="lt1" bg2="dk1" tx2="lt2" accent1="accent1" accent2="accent2" accent3="accent3" accent4="accent4" accent5="accent5" accent6="accent6" hlink="hlink" folHlink="folHlink"/>
    </a:extraClrScheme>
    <a:extraClrScheme>
      <a:clrScheme name="Watermark 6">
        <a:dk1>
          <a:srgbClr val="000000"/>
        </a:dk1>
        <a:lt1>
          <a:srgbClr val="FFFFFF"/>
        </a:lt1>
        <a:dk2>
          <a:srgbClr val="1C2046"/>
        </a:dk2>
        <a:lt2>
          <a:srgbClr val="FFFFFF"/>
        </a:lt2>
        <a:accent1>
          <a:srgbClr val="00CCFF"/>
        </a:accent1>
        <a:accent2>
          <a:srgbClr val="2D226E"/>
        </a:accent2>
        <a:accent3>
          <a:srgbClr val="ABABB0"/>
        </a:accent3>
        <a:accent4>
          <a:srgbClr val="DADADA"/>
        </a:accent4>
        <a:accent5>
          <a:srgbClr val="AAE2FF"/>
        </a:accent5>
        <a:accent6>
          <a:srgbClr val="281E63"/>
        </a:accent6>
        <a:hlink>
          <a:srgbClr val="666699"/>
        </a:hlink>
        <a:folHlink>
          <a:srgbClr val="9999FF"/>
        </a:folHlink>
      </a:clrScheme>
      <a:clrMap bg1="dk2" tx1="lt1" bg2="dk1" tx2="lt2" accent1="accent1" accent2="accent2" accent3="accent3" accent4="accent4" accent5="accent5" accent6="accent6" hlink="hlink" folHlink="folHlink"/>
    </a:extraClrScheme>
    <a:extraClrScheme>
      <a:clrScheme name="Watermark 7">
        <a:dk1>
          <a:srgbClr val="424458"/>
        </a:dk1>
        <a:lt1>
          <a:srgbClr val="FFFFFF"/>
        </a:lt1>
        <a:dk2>
          <a:srgbClr val="000066"/>
        </a:dk2>
        <a:lt2>
          <a:srgbClr val="FFFFFF"/>
        </a:lt2>
        <a:accent1>
          <a:srgbClr val="6666FF"/>
        </a:accent1>
        <a:accent2>
          <a:srgbClr val="333399"/>
        </a:accent2>
        <a:accent3>
          <a:srgbClr val="AAAAB8"/>
        </a:accent3>
        <a:accent4>
          <a:srgbClr val="DADADA"/>
        </a:accent4>
        <a:accent5>
          <a:srgbClr val="B8B8FF"/>
        </a:accent5>
        <a:accent6>
          <a:srgbClr val="2D2D8A"/>
        </a:accent6>
        <a:hlink>
          <a:srgbClr val="FF9900"/>
        </a:hlink>
        <a:folHlink>
          <a:srgbClr val="CCCC00"/>
        </a:folHlink>
      </a:clrScheme>
      <a:clrMap bg1="dk2" tx1="lt1" bg2="dk1" tx2="lt2" accent1="accent1" accent2="accent2" accent3="accent3" accent4="accent4" accent5="accent5" accent6="accent6" hlink="hlink" folHlink="folHlink"/>
    </a:extraClrScheme>
    <a:extraClrScheme>
      <a:clrScheme name="Watermark 8">
        <a:dk1>
          <a:srgbClr val="1C1C1C"/>
        </a:dk1>
        <a:lt1>
          <a:srgbClr val="FFFFCC"/>
        </a:lt1>
        <a:dk2>
          <a:srgbClr val="390B20"/>
        </a:dk2>
        <a:lt2>
          <a:srgbClr val="FFFFCC"/>
        </a:lt2>
        <a:accent1>
          <a:srgbClr val="FF916F"/>
        </a:accent1>
        <a:accent2>
          <a:srgbClr val="561450"/>
        </a:accent2>
        <a:accent3>
          <a:srgbClr val="AEAAAB"/>
        </a:accent3>
        <a:accent4>
          <a:srgbClr val="DADAAE"/>
        </a:accent4>
        <a:accent5>
          <a:srgbClr val="FFC7BB"/>
        </a:accent5>
        <a:accent6>
          <a:srgbClr val="4D1148"/>
        </a:accent6>
        <a:hlink>
          <a:srgbClr val="637D95"/>
        </a:hlink>
        <a:folHlink>
          <a:srgbClr val="FFCC00"/>
        </a:folHlink>
      </a:clrScheme>
      <a:clrMap bg1="dk2" tx1="lt1" bg2="dk1" tx2="lt2" accent1="accent1" accent2="accent2" accent3="accent3" accent4="accent4" accent5="accent5" accent6="accent6" hlink="hlink" folHlink="folHlink"/>
    </a:extraClrScheme>
    <a:extraClrScheme>
      <a:clrScheme name="Watermark 9">
        <a:dk1>
          <a:srgbClr val="4C0000"/>
        </a:dk1>
        <a:lt1>
          <a:srgbClr val="FFFFFF"/>
        </a:lt1>
        <a:dk2>
          <a:srgbClr val="722104"/>
        </a:dk2>
        <a:lt2>
          <a:srgbClr val="FFFFFF"/>
        </a:lt2>
        <a:accent1>
          <a:srgbClr val="CC6600"/>
        </a:accent1>
        <a:accent2>
          <a:srgbClr val="8A2E00"/>
        </a:accent2>
        <a:accent3>
          <a:srgbClr val="BCABAA"/>
        </a:accent3>
        <a:accent4>
          <a:srgbClr val="DADADA"/>
        </a:accent4>
        <a:accent5>
          <a:srgbClr val="E2B8AA"/>
        </a:accent5>
        <a:accent6>
          <a:srgbClr val="7D2900"/>
        </a:accent6>
        <a:hlink>
          <a:srgbClr val="FFCC00"/>
        </a:hlink>
        <a:folHlink>
          <a:srgbClr val="FF9900"/>
        </a:folHlink>
      </a:clrScheme>
      <a:clrMap bg1="dk2" tx1="lt1" bg2="dk1" tx2="lt2" accent1="accent1" accent2="accent2" accent3="accent3" accent4="accent4" accent5="accent5" accent6="accent6" hlink="hlink" folHlink="folHlink"/>
    </a:extraClrScheme>
  </a:extraClrSchemeLst>
</a:theme>
</file>

<file path=ppt/theme/theme5.xml><?xml version="1.0" encoding="utf-8"?>
<a:theme xmlns:a="http://schemas.openxmlformats.org/drawingml/2006/main" name="2_5-30610_Microsoft_Ignite_Keynote_Template">
  <a:themeElements>
    <a:clrScheme name="Ignite - Breakout - Gray Back">
      <a:dk1>
        <a:srgbClr val="000000"/>
      </a:dk1>
      <a:lt1>
        <a:srgbClr val="FFFFFF"/>
      </a:lt1>
      <a:dk2>
        <a:srgbClr val="505050"/>
      </a:dk2>
      <a:lt2>
        <a:srgbClr val="47D8FF"/>
      </a:lt2>
      <a:accent1>
        <a:srgbClr val="0078D7"/>
      </a:accent1>
      <a:accent2>
        <a:srgbClr val="5C2D91"/>
      </a:accent2>
      <a:accent3>
        <a:srgbClr val="B4009E"/>
      </a:accent3>
      <a:accent4>
        <a:srgbClr val="00BCF2"/>
      </a:accent4>
      <a:accent5>
        <a:srgbClr val="BAD80A"/>
      </a:accent5>
      <a:accent6>
        <a:srgbClr val="FF8C00"/>
      </a:accent6>
      <a:hlink>
        <a:srgbClr val="47D8FF"/>
      </a:hlink>
      <a:folHlink>
        <a:srgbClr val="47D8FF"/>
      </a:folHlink>
    </a:clrScheme>
    <a:fontScheme name="Custom 1">
      <a:majorFont>
        <a:latin typeface="Segoe UI Light"/>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ln>
          <a:noFill/>
          <a:headEnd type="none" w="med" len="med"/>
          <a:tailEnd type="none" w="med" len="med"/>
        </a:ln>
      </a:spPr>
      <a:bodyPr vert="horz" wrap="square" lIns="0" tIns="46637" rIns="0" bIns="46637" numCol="1" rtlCol="0" anchor="ctr" anchorCtr="0" compatLnSpc="1">
        <a:prstTxWarp prst="textNoShape">
          <a:avLst/>
        </a:prstTxWarp>
      </a:bodyPr>
      <a:lstStyle>
        <a:defPPr algn="ctr" defTabSz="932398" fontAlgn="base">
          <a:spcBef>
            <a:spcPct val="0"/>
          </a:spcBef>
          <a:spcAft>
            <a:spcPct val="0"/>
          </a:spcAft>
          <a:defRPr sz="2000" dirty="0">
            <a:gradFill>
              <a:gsLst>
                <a:gs pos="16814">
                  <a:srgbClr val="FFFFFF"/>
                </a:gs>
                <a:gs pos="46000">
                  <a:srgbClr val="FFFFFF"/>
                </a:gs>
              </a:gsLst>
              <a:lin ang="5400000" scaled="0"/>
            </a:gradFill>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tx1"/>
          </a:solidFill>
          <a:headEnd type="none"/>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182880" tIns="146304" rIns="182880" bIns="146304" rtlCol="0">
        <a:spAutoFit/>
      </a:bodyPr>
      <a:lstStyle>
        <a:defPPr>
          <a:lnSpc>
            <a:spcPct val="90000"/>
          </a:lnSpc>
          <a:spcAft>
            <a:spcPts val="600"/>
          </a:spcAft>
          <a:defRPr sz="2400" dirty="0" err="1" smtClean="0">
            <a:gradFill>
              <a:gsLst>
                <a:gs pos="2917">
                  <a:schemeClr val="tx1"/>
                </a:gs>
                <a:gs pos="30000">
                  <a:schemeClr val="tx1"/>
                </a:gs>
              </a:gsLst>
              <a:lin ang="5400000" scaled="0"/>
            </a:gradFill>
          </a:defRPr>
        </a:defPPr>
      </a:lstStyle>
    </a:txDef>
  </a:objectDefaults>
  <a:extraClrSchemeLst/>
  <a:extLst>
    <a:ext uri="{05A4C25C-085E-4340-85A3-A5531E510DB2}">
      <thm15:themeFamily xmlns:thm15="http://schemas.microsoft.com/office/thememl/2012/main" name="Microsoft_Ignite_2015_Breakout_Template_v02.potx" id="{DA6A3121-A306-4E81-BF43-CBCE095D8B76}" vid="{C3266B5A-74AF-44F8-8FA8-F258E4A695D4}"/>
    </a:ext>
  </a:extLst>
</a:theme>
</file>

<file path=ppt/theme/theme6.xml><?xml version="1.0" encoding="utf-8"?>
<a:theme xmlns:a="http://schemas.openxmlformats.org/drawingml/2006/main" name="1_COLOR TEMPLATE">
  <a:themeElements>
    <a:clrScheme name="MSVID Purple">
      <a:dk1>
        <a:srgbClr val="505050"/>
      </a:dk1>
      <a:lt1>
        <a:srgbClr val="FFFFFF"/>
      </a:lt1>
      <a:dk2>
        <a:srgbClr val="5C2D91"/>
      </a:dk2>
      <a:lt2>
        <a:srgbClr val="E7DCF4"/>
      </a:lt2>
      <a:accent1>
        <a:srgbClr val="32145A"/>
      </a:accent1>
      <a:accent2>
        <a:srgbClr val="B4009E"/>
      </a:accent2>
      <a:accent3>
        <a:srgbClr val="107C10"/>
      </a:accent3>
      <a:accent4>
        <a:srgbClr val="0078D7"/>
      </a:accent4>
      <a:accent5>
        <a:srgbClr val="008272"/>
      </a:accent5>
      <a:accent6>
        <a:srgbClr val="D83B01"/>
      </a:accent6>
      <a:hlink>
        <a:srgbClr val="E7DCF4"/>
      </a:hlink>
      <a:folHlink>
        <a:srgbClr val="E7DCF4"/>
      </a:folHlink>
    </a:clrScheme>
    <a:fontScheme name="Custom 1">
      <a:majorFont>
        <a:latin typeface="Segoe UI Light"/>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defTabSz="932472" fontAlgn="base">
          <a:lnSpc>
            <a:spcPct val="90000"/>
          </a:lnSpc>
          <a:spcBef>
            <a:spcPct val="0"/>
          </a:spcBef>
          <a:spcAft>
            <a:spcPct val="0"/>
          </a:spcAft>
          <a:defRPr sz="2400" dirty="0" err="1" smtClean="0">
            <a:gradFill>
              <a:gsLst>
                <a:gs pos="0">
                  <a:srgbClr val="FFFFFF"/>
                </a:gs>
                <a:gs pos="100000">
                  <a:srgbClr val="FFFFFF"/>
                </a:gs>
              </a:gsLst>
              <a:lin ang="5400000" scaled="0"/>
            </a:gra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182880" tIns="146304" rIns="182880" bIns="146304" rtlCol="0">
        <a:spAutoFit/>
      </a:bodyPr>
      <a:lstStyle>
        <a:defPPr>
          <a:lnSpc>
            <a:spcPct val="90000"/>
          </a:lnSpc>
          <a:spcAft>
            <a:spcPts val="600"/>
          </a:spcAft>
          <a:defRPr sz="2400" dirty="0" err="1" smtClean="0">
            <a:gradFill>
              <a:gsLst>
                <a:gs pos="2917">
                  <a:schemeClr val="tx1"/>
                </a:gs>
                <a:gs pos="30000">
                  <a:schemeClr val="tx1"/>
                </a:gs>
              </a:gsLst>
              <a:lin ang="5400000" scaled="0"/>
            </a:gradFill>
          </a:defRPr>
        </a:defPPr>
      </a:lstStyle>
    </a:txDef>
  </a:objectDefaults>
  <a:extraClrSchemeLst/>
  <a:extLst>
    <a:ext uri="{05A4C25C-085E-4340-85A3-A5531E510DB2}">
      <thm15:themeFamily xmlns:thm15="http://schemas.microsoft.com/office/thememl/2012/main" name="Org_ID_template_16-9_Business_PURPLE_1.potx" id="{EA1C931B-0CA8-4C29-AF2A-5CCE0B71BADB}" vid="{779B47EC-C2D9-42C6-B399-0FB5A6F745BF}"/>
    </a:ext>
  </a:extLst>
</a:theme>
</file>

<file path=ppt/theme/theme7.xml><?xml version="1.0" encoding="utf-8"?>
<a:theme xmlns:a="http://schemas.openxmlformats.org/drawingml/2006/main" name="3_5-30610_Microsoft_Ignite_Keynote_Template">
  <a:themeElements>
    <a:clrScheme name="Ignite - Breakout - Gray Back">
      <a:dk1>
        <a:srgbClr val="000000"/>
      </a:dk1>
      <a:lt1>
        <a:srgbClr val="FFFFFF"/>
      </a:lt1>
      <a:dk2>
        <a:srgbClr val="505050"/>
      </a:dk2>
      <a:lt2>
        <a:srgbClr val="47D8FF"/>
      </a:lt2>
      <a:accent1>
        <a:srgbClr val="0078D7"/>
      </a:accent1>
      <a:accent2>
        <a:srgbClr val="5C2D91"/>
      </a:accent2>
      <a:accent3>
        <a:srgbClr val="B4009E"/>
      </a:accent3>
      <a:accent4>
        <a:srgbClr val="00BCF2"/>
      </a:accent4>
      <a:accent5>
        <a:srgbClr val="BAD80A"/>
      </a:accent5>
      <a:accent6>
        <a:srgbClr val="FF8C00"/>
      </a:accent6>
      <a:hlink>
        <a:srgbClr val="47D8FF"/>
      </a:hlink>
      <a:folHlink>
        <a:srgbClr val="47D8FF"/>
      </a:folHlink>
    </a:clrScheme>
    <a:fontScheme name="Custom 1">
      <a:majorFont>
        <a:latin typeface="Segoe UI Light"/>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ln>
          <a:noFill/>
          <a:headEnd type="none" w="med" len="med"/>
          <a:tailEnd type="none" w="med" len="med"/>
        </a:ln>
      </a:spPr>
      <a:bodyPr vert="horz" wrap="square" lIns="0" tIns="46637" rIns="0" bIns="46637" numCol="1" rtlCol="0" anchor="ctr" anchorCtr="0" compatLnSpc="1">
        <a:prstTxWarp prst="textNoShape">
          <a:avLst/>
        </a:prstTxWarp>
      </a:bodyPr>
      <a:lstStyle>
        <a:defPPr algn="ctr" defTabSz="932398" fontAlgn="base">
          <a:spcBef>
            <a:spcPct val="0"/>
          </a:spcBef>
          <a:spcAft>
            <a:spcPct val="0"/>
          </a:spcAft>
          <a:defRPr sz="2000" dirty="0">
            <a:gradFill>
              <a:gsLst>
                <a:gs pos="16814">
                  <a:srgbClr val="FFFFFF"/>
                </a:gs>
                <a:gs pos="46000">
                  <a:srgbClr val="FFFFFF"/>
                </a:gs>
              </a:gsLst>
              <a:lin ang="5400000" scaled="0"/>
            </a:gradFill>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tx1"/>
          </a:solidFill>
          <a:headEnd type="none"/>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182880" tIns="146304" rIns="182880" bIns="146304" rtlCol="0">
        <a:spAutoFit/>
      </a:bodyPr>
      <a:lstStyle>
        <a:defPPr>
          <a:lnSpc>
            <a:spcPct val="90000"/>
          </a:lnSpc>
          <a:spcAft>
            <a:spcPts val="600"/>
          </a:spcAft>
          <a:defRPr sz="2400" dirty="0" err="1" smtClean="0">
            <a:gradFill>
              <a:gsLst>
                <a:gs pos="2917">
                  <a:schemeClr val="tx1"/>
                </a:gs>
                <a:gs pos="30000">
                  <a:schemeClr val="tx1"/>
                </a:gs>
              </a:gsLst>
              <a:lin ang="5400000" scaled="0"/>
            </a:gradFill>
          </a:defRPr>
        </a:defPPr>
      </a:lstStyle>
    </a:txDef>
  </a:objectDefaults>
  <a:extraClrSchemeLst/>
  <a:extLst>
    <a:ext uri="{05A4C25C-085E-4340-85A3-A5531E510DB2}">
      <thm15:themeFamily xmlns:thm15="http://schemas.microsoft.com/office/thememl/2012/main" name="Microsoft_Ignite_2015_Breakout_Template.potx" id="{1A2CE55D-C0EF-4064-A39F-620642E032AA}" vid="{A3A9C9DA-6617-4D3E-A382-CDB23C8F3BF1}"/>
    </a:ext>
  </a:extLst>
</a:theme>
</file>

<file path=ppt/theme/theme8.xml><?xml version="1.0" encoding="utf-8"?>
<a:theme xmlns:a="http://schemas.openxmlformats.org/drawingml/2006/main" name="1_Windows Azure">
  <a:themeElements>
    <a:clrScheme name="Custom 1">
      <a:dk1>
        <a:sysClr val="windowText" lastClr="000000"/>
      </a:dk1>
      <a:lt1>
        <a:sysClr val="window" lastClr="FFFFFF"/>
      </a:lt1>
      <a:dk2>
        <a:srgbClr val="44546A"/>
      </a:dk2>
      <a:lt2>
        <a:srgbClr val="E7E6E6"/>
      </a:lt2>
      <a:accent1>
        <a:srgbClr val="5B9BD5"/>
      </a:accent1>
      <a:accent2>
        <a:srgbClr val="ED7D31"/>
      </a:accent2>
      <a:accent3>
        <a:srgbClr val="A5A5A5"/>
      </a:accent3>
      <a:accent4>
        <a:srgbClr val="9CC3E5"/>
      </a:accent4>
      <a:accent5>
        <a:srgbClr val="4472C4"/>
      </a:accent5>
      <a:accent6>
        <a:srgbClr val="70AD47"/>
      </a:accent6>
      <a:hlink>
        <a:srgbClr val="FFC000"/>
      </a:hlink>
      <a:folHlink>
        <a:srgbClr val="954F72"/>
      </a:folHlink>
    </a:clrScheme>
    <a:fontScheme name="Custom 1">
      <a:majorFont>
        <a:latin typeface="Segoe UI Light"/>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defTabSz="932472" fontAlgn="base">
          <a:lnSpc>
            <a:spcPct val="90000"/>
          </a:lnSpc>
          <a:spcBef>
            <a:spcPct val="0"/>
          </a:spcBef>
          <a:spcAft>
            <a:spcPct val="0"/>
          </a:spcAft>
          <a:defRPr sz="2400" dirty="0" err="1" smtClean="0">
            <a:gradFill>
              <a:gsLst>
                <a:gs pos="0">
                  <a:srgbClr val="FFFFFF"/>
                </a:gs>
                <a:gs pos="100000">
                  <a:srgbClr val="FFFFFF"/>
                </a:gs>
              </a:gsLst>
              <a:lin ang="5400000" scaled="0"/>
            </a:gra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182880" tIns="146304" rIns="182880" bIns="146304" rtlCol="0">
        <a:spAutoFit/>
      </a:bodyPr>
      <a:lstStyle>
        <a:defPPr>
          <a:lnSpc>
            <a:spcPct val="90000"/>
          </a:lnSpc>
          <a:spcAft>
            <a:spcPts val="600"/>
          </a:spcAft>
          <a:defRPr sz="2400" dirty="0" err="1" smtClean="0">
            <a:gradFill>
              <a:gsLst>
                <a:gs pos="2917">
                  <a:schemeClr val="tx1"/>
                </a:gs>
                <a:gs pos="30000">
                  <a:schemeClr val="tx1"/>
                </a:gs>
              </a:gsLst>
              <a:lin ang="5400000" scaled="0"/>
            </a:gradFill>
          </a:defRPr>
        </a:defPPr>
      </a:lstStyle>
    </a:txDef>
  </a:objectDefaults>
  <a:extraClrSchemeLst/>
  <a:extLst>
    <a:ext uri="{05A4C25C-085E-4340-85A3-A5531E510DB2}">
      <thm15:themeFamily xmlns:thm15="http://schemas.microsoft.com/office/thememl/2012/main" name="Presentation1" id="{2606B4F3-E07E-4CB3-97FB-232A4B3136F3}" vid="{E6E77CF9-D6F2-48A3-AB34-D58B1514FFF6}"/>
    </a:ext>
  </a:extLst>
</a:theme>
</file>

<file path=ppt/theme/theme9.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10.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4A821E223A3BC347949CC2419033DBE2" ma:contentTypeVersion="1" ma:contentTypeDescription="Create a new document." ma:contentTypeScope="" ma:versionID="519c6bc90736a6e8abbbdb38ed934ac6">
  <xsd:schema xmlns:xsd="http://www.w3.org/2001/XMLSchema" xmlns:xs="http://www.w3.org/2001/XMLSchema" xmlns:p="http://schemas.microsoft.com/office/2006/metadata/properties" xmlns:ns2="fee586e5-3c92-48eb-9898-42915e590ada" targetNamespace="http://schemas.microsoft.com/office/2006/metadata/properties" ma:root="true" ma:fieldsID="4da06bcf8031bc55fa8390c6716287b0" ns2:_="">
    <xsd:import namespace="fee586e5-3c92-48eb-9898-42915e590ada"/>
    <xsd:element name="properties">
      <xsd:complexType>
        <xsd:sequence>
          <xsd:element name="documentManagement">
            <xsd:complexType>
              <xsd:all>
                <xsd:element ref="ns2:SharedWithUser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ee586e5-3c92-48eb-9898-42915e590ada"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SharedWithUsers xmlns="fee586e5-3c92-48eb-9898-42915e590ada">
      <UserInfo>
        <DisplayName>Rick Claus</DisplayName>
        <AccountId>401</AccountId>
        <AccountType/>
      </UserInfo>
    </SharedWithUsers>
  </documentManagement>
</p:properties>
</file>

<file path=customXml/itemProps1.xml><?xml version="1.0" encoding="utf-8"?>
<ds:datastoreItem xmlns:ds="http://schemas.openxmlformats.org/officeDocument/2006/customXml" ds:itemID="{3469201C-D4CA-4918-A4FF-8ED15147EC4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fee586e5-3c92-48eb-9898-42915e590ada"/>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14B32142-DE2C-423C-A302-95CAC214862A}">
  <ds:schemaRefs>
    <ds:schemaRef ds:uri="http://schemas.microsoft.com/sharepoint/v3/contenttype/forms"/>
  </ds:schemaRefs>
</ds:datastoreItem>
</file>

<file path=customXml/itemProps3.xml><?xml version="1.0" encoding="utf-8"?>
<ds:datastoreItem xmlns:ds="http://schemas.openxmlformats.org/officeDocument/2006/customXml" ds:itemID="{B030EFEA-9AEA-457C-BAA8-93C4281792F5}">
  <ds:schemaRefs>
    <ds:schemaRef ds:uri="fee586e5-3c92-48eb-9898-42915e590ada"/>
    <ds:schemaRef ds:uri="http://www.w3.org/XML/1998/namespace"/>
    <ds:schemaRef ds:uri="http://schemas.microsoft.com/office/2006/documentManagement/types"/>
    <ds:schemaRef ds:uri="http://schemas.microsoft.com/office/2006/metadata/properties"/>
    <ds:schemaRef ds:uri="http://purl.org/dc/elements/1.1/"/>
    <ds:schemaRef ds:uri="http://purl.org/dc/terms/"/>
    <ds:schemaRef ds:uri="http://schemas.microsoft.com/office/infopath/2007/PartnerControls"/>
    <ds:schemaRef ds:uri="http://schemas.openxmlformats.org/package/2006/metadata/core-properties"/>
    <ds:schemaRef ds:uri="http://purl.org/dc/dcmitype/"/>
  </ds:schemaRefs>
</ds:datastoreItem>
</file>

<file path=docProps/app.xml><?xml version="1.0" encoding="utf-8"?>
<Properties xmlns="http://schemas.openxmlformats.org/officeDocument/2006/extended-properties" xmlns:vt="http://schemas.openxmlformats.org/officeDocument/2006/docPropsVTypes">
  <Template>AzureEvent</Template>
  <TotalTime>0</TotalTime>
  <Words>6784</Words>
  <Application>Microsoft Office PowerPoint</Application>
  <PresentationFormat>Breitbild</PresentationFormat>
  <Paragraphs>958</Paragraphs>
  <Slides>70</Slides>
  <Notes>51</Notes>
  <HiddenSlides>0</HiddenSlides>
  <MMClips>0</MMClips>
  <ScaleCrop>false</ScaleCrop>
  <HeadingPairs>
    <vt:vector size="8" baseType="variant">
      <vt:variant>
        <vt:lpstr>Verwendete Schriftarten</vt:lpstr>
      </vt:variant>
      <vt:variant>
        <vt:i4>18</vt:i4>
      </vt:variant>
      <vt:variant>
        <vt:lpstr>Design</vt:lpstr>
      </vt:variant>
      <vt:variant>
        <vt:i4>8</vt:i4>
      </vt:variant>
      <vt:variant>
        <vt:lpstr>Eingebettete OLE-Server</vt:lpstr>
      </vt:variant>
      <vt:variant>
        <vt:i4>1</vt:i4>
      </vt:variant>
      <vt:variant>
        <vt:lpstr>Folientitel</vt:lpstr>
      </vt:variant>
      <vt:variant>
        <vt:i4>70</vt:i4>
      </vt:variant>
    </vt:vector>
  </HeadingPairs>
  <TitlesOfParts>
    <vt:vector size="97" baseType="lpstr">
      <vt:lpstr>MS PGothic</vt:lpstr>
      <vt:lpstr>宋体</vt:lpstr>
      <vt:lpstr>Arial</vt:lpstr>
      <vt:lpstr>Calibri</vt:lpstr>
      <vt:lpstr>Calibri Light</vt:lpstr>
      <vt:lpstr>Cambria</vt:lpstr>
      <vt:lpstr>Century Gothic</vt:lpstr>
      <vt:lpstr>Consolas</vt:lpstr>
      <vt:lpstr>Courier New</vt:lpstr>
      <vt:lpstr>Mangal</vt:lpstr>
      <vt:lpstr>Myriad Pro</vt:lpstr>
      <vt:lpstr>Segoe Light</vt:lpstr>
      <vt:lpstr>Segoe UI</vt:lpstr>
      <vt:lpstr>Segoe UI Black</vt:lpstr>
      <vt:lpstr>Segoe UI Light</vt:lpstr>
      <vt:lpstr>Segoe UI Semibold</vt:lpstr>
      <vt:lpstr>Verdana</vt:lpstr>
      <vt:lpstr>Wingdings</vt:lpstr>
      <vt:lpstr>1_Azure Event</vt:lpstr>
      <vt:lpstr>5-30610_Microsoft_Ignite_Keynote_Template</vt:lpstr>
      <vt:lpstr>1_5-30610_Microsoft_Ignite_Keynote_Template</vt:lpstr>
      <vt:lpstr>SQLintersection</vt:lpstr>
      <vt:lpstr>2_5-30610_Microsoft_Ignite_Keynote_Template</vt:lpstr>
      <vt:lpstr>1_COLOR TEMPLATE</vt:lpstr>
      <vt:lpstr>3_5-30610_Microsoft_Ignite_Keynote_Template</vt:lpstr>
      <vt:lpstr>1_Windows Azure</vt:lpstr>
      <vt:lpstr>think-cell Slide</vt:lpstr>
      <vt:lpstr>2.3 Azure IaaS</vt:lpstr>
      <vt:lpstr>Agenda</vt:lpstr>
      <vt:lpstr>Your service</vt:lpstr>
      <vt:lpstr>PowerPoint-Präsentation</vt:lpstr>
      <vt:lpstr>PowerPoint-Präsentation</vt:lpstr>
      <vt:lpstr>Virtual Machines</vt:lpstr>
      <vt:lpstr>Azure Virtual Machines</vt:lpstr>
      <vt:lpstr>Announcing -               now on Azure </vt:lpstr>
      <vt:lpstr>Provisioning VM</vt:lpstr>
      <vt:lpstr>VM Gallery</vt:lpstr>
      <vt:lpstr>Virtual Machine Sizes</vt:lpstr>
      <vt:lpstr>Scale-up options</vt:lpstr>
      <vt:lpstr>PowerPoint-Präsentation</vt:lpstr>
      <vt:lpstr>General Purpose Compute</vt:lpstr>
      <vt:lpstr>General Purpose Compute</vt:lpstr>
      <vt:lpstr>General Purpose Compute</vt:lpstr>
      <vt:lpstr>PowerPoint-Präsentation</vt:lpstr>
      <vt:lpstr>PowerPoint-Präsentation</vt:lpstr>
      <vt:lpstr>PowerPoint-Präsentation</vt:lpstr>
      <vt:lpstr>PowerPoint-Präsentation</vt:lpstr>
      <vt:lpstr>PowerPoint-Präsentation</vt:lpstr>
      <vt:lpstr>Key Improvements: Azure Virtual Machines (v2) </vt:lpstr>
      <vt:lpstr>VM Scale Sets</vt:lpstr>
      <vt:lpstr> </vt:lpstr>
      <vt:lpstr>Application Gateway</vt:lpstr>
      <vt:lpstr>Azure Application Gateway</vt:lpstr>
      <vt:lpstr>VMs + Containers</vt:lpstr>
      <vt:lpstr>Containers</vt:lpstr>
      <vt:lpstr>Container Ecosystem via Docker</vt:lpstr>
      <vt:lpstr>Demo: Managing VMs using Azure portal</vt:lpstr>
      <vt:lpstr>Image Mobility</vt:lpstr>
      <vt:lpstr>VM Extensions</vt:lpstr>
      <vt:lpstr>Demo: Add an extension to a VM instance</vt:lpstr>
      <vt:lpstr>Data Persistence</vt:lpstr>
      <vt:lpstr>Disks and Images</vt:lpstr>
      <vt:lpstr>VM disk layout</vt:lpstr>
      <vt:lpstr>Temporary Drive Guidance</vt:lpstr>
      <vt:lpstr>Persistent Disks and Highly Durable</vt:lpstr>
      <vt:lpstr>PowerPoint-Präsentation</vt:lpstr>
      <vt:lpstr>PowerPoint-Präsentation</vt:lpstr>
      <vt:lpstr>PowerPoint-Präsentation</vt:lpstr>
      <vt:lpstr>Microsoft is committed to Linux and open source</vt:lpstr>
      <vt:lpstr>Virtual Machine Availability</vt:lpstr>
      <vt:lpstr>Meaning of 9’s</vt:lpstr>
      <vt:lpstr>Meaning of 9’s</vt:lpstr>
      <vt:lpstr>Service Level Agreements </vt:lpstr>
      <vt:lpstr>Availability Sets</vt:lpstr>
      <vt:lpstr>Availability Sets</vt:lpstr>
      <vt:lpstr>Availability Sets</vt:lpstr>
      <vt:lpstr>Fault and Update Domains</vt:lpstr>
      <vt:lpstr>Virtual Machine Availability Sets </vt:lpstr>
      <vt:lpstr>Availability Set Guidance</vt:lpstr>
      <vt:lpstr>Load balancing</vt:lpstr>
      <vt:lpstr>Traffic Manager</vt:lpstr>
      <vt:lpstr>Transform the datacenter Orchestrated disaster recovery to a second site</vt:lpstr>
      <vt:lpstr>Transform the datacenter Orchestrated disaster recovery to a second site or to Azure</vt:lpstr>
      <vt:lpstr>Microsoft Azure Key Vault</vt:lpstr>
      <vt:lpstr>Enhance data protection and compliance </vt:lpstr>
      <vt:lpstr>Virtual Networks</vt:lpstr>
      <vt:lpstr>Azure Virtual Networks</vt:lpstr>
      <vt:lpstr>Virtual Network Scenarios</vt:lpstr>
      <vt:lpstr>Cross-premises Connectivity</vt:lpstr>
      <vt:lpstr>Demo: Virtual Network Point-to-Site Connection</vt:lpstr>
      <vt:lpstr>Azure Resource Manager</vt:lpstr>
      <vt:lpstr>Azure Resource Manager &amp; Resource Groups</vt:lpstr>
      <vt:lpstr>Azure Resource Manager (ARM)</vt:lpstr>
      <vt:lpstr>Azure Resource Manager templates</vt:lpstr>
      <vt:lpstr>JSON files—simpler than they look Schema, content version, parameters, variables, resources, and outputs</vt:lpstr>
      <vt:lpstr>PowerPoint-Präsentation</vt:lpstr>
      <vt:lpstr>PowerPoint-Präsentation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dc:title>
  <dc:creator>Ekki Koerner</dc:creator>
  <cp:lastModifiedBy>Eckhart Körner</cp:lastModifiedBy>
  <cp:revision>80</cp:revision>
  <cp:lastPrinted>2017-09-13T15:55:15Z</cp:lastPrinted>
  <dcterms:created xsi:type="dcterms:W3CDTF">2015-04-27T14:53:15Z</dcterms:created>
  <dcterms:modified xsi:type="dcterms:W3CDTF">2020-02-18T12:11:26Z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0x0101004A821E223A3BC347949CC2419033DBE2</vt:lpwstr>
  </property>
  <property fmtid="{D5CDD505-2E9C-101B-9397-08002B2CF9AE}" pid="3" name="DocVizMetadataToken">
    <vt:lpwstr>300x191x1</vt:lpwstr>
  </property>
</Properties>
</file>